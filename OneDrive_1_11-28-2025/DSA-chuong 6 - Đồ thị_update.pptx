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35.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8"/>
  </p:notesMasterIdLst>
  <p:handoutMasterIdLst>
    <p:handoutMasterId r:id="rId49"/>
  </p:handoutMasterIdLst>
  <p:sldIdLst>
    <p:sldId id="256" r:id="rId2"/>
    <p:sldId id="257" r:id="rId3"/>
    <p:sldId id="302" r:id="rId4"/>
    <p:sldId id="258" r:id="rId5"/>
    <p:sldId id="272" r:id="rId6"/>
    <p:sldId id="273" r:id="rId7"/>
    <p:sldId id="277" r:id="rId8"/>
    <p:sldId id="274" r:id="rId9"/>
    <p:sldId id="278" r:id="rId10"/>
    <p:sldId id="279" r:id="rId11"/>
    <p:sldId id="303" r:id="rId12"/>
    <p:sldId id="305" r:id="rId13"/>
    <p:sldId id="280" r:id="rId14"/>
    <p:sldId id="281" r:id="rId15"/>
    <p:sldId id="285" r:id="rId16"/>
    <p:sldId id="304" r:id="rId17"/>
    <p:sldId id="289" r:id="rId18"/>
    <p:sldId id="286" r:id="rId19"/>
    <p:sldId id="290" r:id="rId20"/>
    <p:sldId id="287" r:id="rId21"/>
    <p:sldId id="288" r:id="rId22"/>
    <p:sldId id="276" r:id="rId23"/>
    <p:sldId id="282" r:id="rId24"/>
    <p:sldId id="283" r:id="rId25"/>
    <p:sldId id="284" r:id="rId26"/>
    <p:sldId id="291" r:id="rId27"/>
    <p:sldId id="293" r:id="rId28"/>
    <p:sldId id="294" r:id="rId29"/>
    <p:sldId id="306" r:id="rId30"/>
    <p:sldId id="307" r:id="rId31"/>
    <p:sldId id="308" r:id="rId32"/>
    <p:sldId id="309" r:id="rId33"/>
    <p:sldId id="310" r:id="rId34"/>
    <p:sldId id="311" r:id="rId35"/>
    <p:sldId id="312" r:id="rId36"/>
    <p:sldId id="313" r:id="rId37"/>
    <p:sldId id="314" r:id="rId38"/>
    <p:sldId id="315" r:id="rId39"/>
    <p:sldId id="292" r:id="rId40"/>
    <p:sldId id="295" r:id="rId41"/>
    <p:sldId id="296" r:id="rId42"/>
    <p:sldId id="297" r:id="rId43"/>
    <p:sldId id="298" r:id="rId44"/>
    <p:sldId id="299" r:id="rId45"/>
    <p:sldId id="300" r:id="rId46"/>
    <p:sldId id="301"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BC4B6-3B08-544C-BDFC-532E54D8B372}" v="23" dt="2025-01-03T13:54:33.3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16"/>
  </p:normalViewPr>
  <p:slideViewPr>
    <p:cSldViewPr snapToGrid="0">
      <p:cViewPr varScale="1">
        <p:scale>
          <a:sx n="77" d="100"/>
          <a:sy n="77" d="100"/>
        </p:scale>
        <p:origin x="88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 Thi Kim Hue" userId="af176dfe-ebe0-47e4-99a4-e0f4d40f7313" providerId="ADAL" clId="{05D0E726-40BF-4105-A3FE-545D72464BB9}"/>
    <pc:docChg chg="custSel addSld modSld">
      <pc:chgData name="Ta Thi Kim Hue" userId="af176dfe-ebe0-47e4-99a4-e0f4d40f7313" providerId="ADAL" clId="{05D0E726-40BF-4105-A3FE-545D72464BB9}" dt="2021-06-11T04:48:30.509" v="39" actId="478"/>
      <pc:docMkLst>
        <pc:docMk/>
      </pc:docMkLst>
      <pc:sldChg chg="addSp">
        <pc:chgData name="Ta Thi Kim Hue" userId="af176dfe-ebe0-47e4-99a4-e0f4d40f7313" providerId="ADAL" clId="{05D0E726-40BF-4105-A3FE-545D72464BB9}" dt="2021-06-11T03:31:14.054" v="35"/>
        <pc:sldMkLst>
          <pc:docMk/>
          <pc:sldMk cId="567084320" sldId="280"/>
        </pc:sldMkLst>
      </pc:sldChg>
      <pc:sldChg chg="addSp">
        <pc:chgData name="Ta Thi Kim Hue" userId="af176dfe-ebe0-47e4-99a4-e0f4d40f7313" providerId="ADAL" clId="{05D0E726-40BF-4105-A3FE-545D72464BB9}" dt="2021-06-11T03:31:14.054" v="35"/>
        <pc:sldMkLst>
          <pc:docMk/>
          <pc:sldMk cId="1167745287" sldId="281"/>
        </pc:sldMkLst>
      </pc:sldChg>
      <pc:sldChg chg="addSp">
        <pc:chgData name="Ta Thi Kim Hue" userId="af176dfe-ebe0-47e4-99a4-e0f4d40f7313" providerId="ADAL" clId="{05D0E726-40BF-4105-A3FE-545D72464BB9}" dt="2021-06-11T03:48:56.829" v="36"/>
        <pc:sldMkLst>
          <pc:docMk/>
          <pc:sldMk cId="568195396" sldId="286"/>
        </pc:sldMkLst>
      </pc:sldChg>
      <pc:sldChg chg="addSp delSp mod">
        <pc:chgData name="Ta Thi Kim Hue" userId="af176dfe-ebe0-47e4-99a4-e0f4d40f7313" providerId="ADAL" clId="{05D0E726-40BF-4105-A3FE-545D72464BB9}" dt="2021-06-11T04:48:26.638" v="38" actId="478"/>
        <pc:sldMkLst>
          <pc:docMk/>
          <pc:sldMk cId="515085295" sldId="287"/>
        </pc:sldMkLst>
      </pc:sldChg>
      <pc:sldChg chg="addSp delSp mod">
        <pc:chgData name="Ta Thi Kim Hue" userId="af176dfe-ebe0-47e4-99a4-e0f4d40f7313" providerId="ADAL" clId="{05D0E726-40BF-4105-A3FE-545D72464BB9}" dt="2021-06-11T04:48:30.509" v="39" actId="478"/>
        <pc:sldMkLst>
          <pc:docMk/>
          <pc:sldMk cId="3593899654" sldId="288"/>
        </pc:sldMkLst>
      </pc:sldChg>
      <pc:sldChg chg="addSp delSp modSp new mod modClrScheme chgLayout">
        <pc:chgData name="Ta Thi Kim Hue" userId="af176dfe-ebe0-47e4-99a4-e0f4d40f7313" providerId="ADAL" clId="{05D0E726-40BF-4105-A3FE-545D72464BB9}" dt="2021-06-11T03:31:14.054" v="35"/>
        <pc:sldMkLst>
          <pc:docMk/>
          <pc:sldMk cId="2740049983" sldId="303"/>
        </pc:sldMkLst>
      </pc:sldChg>
    </pc:docChg>
  </pc:docChgLst>
  <pc:docChgLst>
    <pc:chgData name="Ta Thi Kim Hue" userId="af176dfe-ebe0-47e4-99a4-e0f4d40f7313" providerId="ADAL" clId="{B8EE864A-A28C-954A-8FF4-10C14B0A502F}"/>
    <pc:docChg chg="custSel addSld modSld">
      <pc:chgData name="Ta Thi Kim Hue" userId="af176dfe-ebe0-47e4-99a4-e0f4d40f7313" providerId="ADAL" clId="{B8EE864A-A28C-954A-8FF4-10C14B0A502F}" dt="2023-01-31T06:58:46.413" v="13" actId="20577"/>
      <pc:docMkLst>
        <pc:docMk/>
      </pc:docMkLst>
      <pc:sldChg chg="delSp mod">
        <pc:chgData name="Ta Thi Kim Hue" userId="af176dfe-ebe0-47e4-99a4-e0f4d40f7313" providerId="ADAL" clId="{B8EE864A-A28C-954A-8FF4-10C14B0A502F}" dt="2023-01-31T06:57:34.322" v="5" actId="478"/>
        <pc:sldMkLst>
          <pc:docMk/>
          <pc:sldMk cId="567084320" sldId="280"/>
        </pc:sldMkLst>
      </pc:sldChg>
      <pc:sldChg chg="delSp mod">
        <pc:chgData name="Ta Thi Kim Hue" userId="af176dfe-ebe0-47e4-99a4-e0f4d40f7313" providerId="ADAL" clId="{B8EE864A-A28C-954A-8FF4-10C14B0A502F}" dt="2023-01-31T06:57:31.415" v="4" actId="478"/>
        <pc:sldMkLst>
          <pc:docMk/>
          <pc:sldMk cId="1167745287" sldId="281"/>
        </pc:sldMkLst>
      </pc:sldChg>
      <pc:sldChg chg="modSp mod">
        <pc:chgData name="Ta Thi Kim Hue" userId="af176dfe-ebe0-47e4-99a4-e0f4d40f7313" providerId="ADAL" clId="{B8EE864A-A28C-954A-8FF4-10C14B0A502F}" dt="2023-01-31T06:58:46.413" v="13" actId="20577"/>
        <pc:sldMkLst>
          <pc:docMk/>
          <pc:sldMk cId="1289942367" sldId="295"/>
        </pc:sldMkLst>
      </pc:sldChg>
      <pc:sldChg chg="delSp modSp mod">
        <pc:chgData name="Ta Thi Kim Hue" userId="af176dfe-ebe0-47e4-99a4-e0f4d40f7313" providerId="ADAL" clId="{B8EE864A-A28C-954A-8FF4-10C14B0A502F}" dt="2023-01-10T09:59:21.472" v="3" actId="1076"/>
        <pc:sldMkLst>
          <pc:docMk/>
          <pc:sldMk cId="2740049983" sldId="303"/>
        </pc:sldMkLst>
      </pc:sldChg>
      <pc:sldChg chg="addSp modSp new">
        <pc:chgData name="Ta Thi Kim Hue" userId="af176dfe-ebe0-47e4-99a4-e0f4d40f7313" providerId="ADAL" clId="{B8EE864A-A28C-954A-8FF4-10C14B0A502F}" dt="2023-01-10T09:59:05.949" v="1"/>
        <pc:sldMkLst>
          <pc:docMk/>
          <pc:sldMk cId="2603828910" sldId="305"/>
        </pc:sldMkLst>
      </pc:sldChg>
    </pc:docChg>
  </pc:docChgLst>
  <pc:docChgLst>
    <pc:chgData name="Ta Thi Kim Hue" userId="af176dfe-ebe0-47e4-99a4-e0f4d40f7313" providerId="ADAL" clId="{F10347BF-9B0E-6045-A23D-DFDA33305D45}"/>
    <pc:docChg chg="custSel modSld">
      <pc:chgData name="Ta Thi Kim Hue" userId="af176dfe-ebe0-47e4-99a4-e0f4d40f7313" providerId="ADAL" clId="{F10347BF-9B0E-6045-A23D-DFDA33305D45}" dt="2024-06-20T17:35:11.692" v="14" actId="1076"/>
      <pc:docMkLst>
        <pc:docMk/>
      </pc:docMkLst>
      <pc:sldChg chg="modSp mod">
        <pc:chgData name="Ta Thi Kim Hue" userId="af176dfe-ebe0-47e4-99a4-e0f4d40f7313" providerId="ADAL" clId="{F10347BF-9B0E-6045-A23D-DFDA33305D45}" dt="2024-06-20T17:34:32.195" v="10" actId="1076"/>
        <pc:sldMkLst>
          <pc:docMk/>
          <pc:sldMk cId="515085295" sldId="287"/>
        </pc:sldMkLst>
      </pc:sldChg>
      <pc:sldChg chg="modSp">
        <pc:chgData name="Ta Thi Kim Hue" userId="af176dfe-ebe0-47e4-99a4-e0f4d40f7313" providerId="ADAL" clId="{F10347BF-9B0E-6045-A23D-DFDA33305D45}" dt="2024-06-20T17:35:11.692" v="14" actId="1076"/>
        <pc:sldMkLst>
          <pc:docMk/>
          <pc:sldMk cId="1926364135" sldId="304"/>
        </pc:sldMkLst>
      </pc:sldChg>
    </pc:docChg>
  </pc:docChgLst>
  <pc:docChgLst>
    <pc:chgData name="Ta Thi Kim Hue" userId="af176dfe-ebe0-47e4-99a4-e0f4d40f7313" providerId="ADAL" clId="{EF2E6190-8A89-3C43-8617-4E79A4B2C27D}"/>
    <pc:docChg chg="custSel addSld modSld">
      <pc:chgData name="Ta Thi Kim Hue" userId="af176dfe-ebe0-47e4-99a4-e0f4d40f7313" providerId="ADAL" clId="{EF2E6190-8A89-3C43-8617-4E79A4B2C27D}" dt="2022-07-23T13:54:22.472" v="6" actId="14100"/>
      <pc:docMkLst>
        <pc:docMk/>
      </pc:docMkLst>
      <pc:sldChg chg="addSp delSp modSp new mod modClrScheme chgLayout">
        <pc:chgData name="Ta Thi Kim Hue" userId="af176dfe-ebe0-47e4-99a4-e0f4d40f7313" providerId="ADAL" clId="{EF2E6190-8A89-3C43-8617-4E79A4B2C27D}" dt="2022-07-23T13:54:22.472" v="6" actId="14100"/>
        <pc:sldMkLst>
          <pc:docMk/>
          <pc:sldMk cId="1926364135" sldId="304"/>
        </pc:sldMkLst>
      </pc:sldChg>
    </pc:docChg>
  </pc:docChgLst>
  <pc:docChgLst>
    <pc:chgData name="Tạ Thị Kim Huệ" userId="S::hue.tathikim@hust.edu.vn::af176dfe-ebe0-47e4-99a4-e0f4d40f7313" providerId="AD" clId="Web-{7E829E14-7C7E-124B-273D-EABB9281BCA8}"/>
    <pc:docChg chg="addSld modSld">
      <pc:chgData name="Tạ Thị Kim Huệ" userId="S::hue.tathikim@hust.edu.vn::af176dfe-ebe0-47e4-99a4-e0f4d40f7313" providerId="AD" clId="Web-{7E829E14-7C7E-124B-273D-EABB9281BCA8}" dt="2025-01-02T10:22:29.321" v="9" actId="20577"/>
      <pc:docMkLst>
        <pc:docMk/>
      </pc:docMkLst>
      <pc:sldChg chg="modSp new">
        <pc:chgData name="Tạ Thị Kim Huệ" userId="S::hue.tathikim@hust.edu.vn::af176dfe-ebe0-47e4-99a4-e0f4d40f7313" providerId="AD" clId="Web-{7E829E14-7C7E-124B-273D-EABB9281BCA8}" dt="2025-01-02T10:22:29.321" v="9" actId="20577"/>
        <pc:sldMkLst>
          <pc:docMk/>
          <pc:sldMk cId="4239818590" sldId="306"/>
        </pc:sldMkLst>
        <pc:spChg chg="mod">
          <ac:chgData name="Tạ Thị Kim Huệ" userId="S::hue.tathikim@hust.edu.vn::af176dfe-ebe0-47e4-99a4-e0f4d40f7313" providerId="AD" clId="Web-{7E829E14-7C7E-124B-273D-EABB9281BCA8}" dt="2025-01-02T10:22:29.321" v="9" actId="20577"/>
          <ac:spMkLst>
            <pc:docMk/>
            <pc:sldMk cId="4239818590" sldId="306"/>
            <ac:spMk id="5" creationId="{01E6BBA9-7F05-49CD-CFD1-2FB10FCFADD3}"/>
          </ac:spMkLst>
        </pc:spChg>
      </pc:sldChg>
    </pc:docChg>
  </pc:docChgLst>
  <pc:docChgLst>
    <pc:chgData name="Ta Thi Kim Hue" userId="af176dfe-ebe0-47e4-99a4-e0f4d40f7313" providerId="ADAL" clId="{696FD585-3AC7-4F87-88A5-A6E2DE8AD6A1}"/>
    <pc:docChg chg="custSel modSld">
      <pc:chgData name="Ta Thi Kim Hue" userId="af176dfe-ebe0-47e4-99a4-e0f4d40f7313" providerId="ADAL" clId="{696FD585-3AC7-4F87-88A5-A6E2DE8AD6A1}" dt="2024-06-13T11:44:15.274" v="36" actId="478"/>
      <pc:docMkLst>
        <pc:docMk/>
      </pc:docMkLst>
      <pc:sldChg chg="delSp modSp mod modClrScheme chgLayout">
        <pc:chgData name="Ta Thi Kim Hue" userId="af176dfe-ebe0-47e4-99a4-e0f4d40f7313" providerId="ADAL" clId="{696FD585-3AC7-4F87-88A5-A6E2DE8AD6A1}" dt="2024-06-13T11:44:15.274" v="36" actId="478"/>
        <pc:sldMkLst>
          <pc:docMk/>
          <pc:sldMk cId="2008042384" sldId="256"/>
        </pc:sldMkLst>
      </pc:sldChg>
      <pc:sldChg chg="modSp mod modClrScheme chgLayout">
        <pc:chgData name="Ta Thi Kim Hue" userId="af176dfe-ebe0-47e4-99a4-e0f4d40f7313" providerId="ADAL" clId="{696FD585-3AC7-4F87-88A5-A6E2DE8AD6A1}" dt="2024-06-13T11:43:54.374" v="19" actId="27636"/>
        <pc:sldMkLst>
          <pc:docMk/>
          <pc:sldMk cId="3249173739" sldId="257"/>
        </pc:sldMkLst>
      </pc:sldChg>
      <pc:sldChg chg="modSp mod modClrScheme chgLayout">
        <pc:chgData name="Ta Thi Kim Hue" userId="af176dfe-ebe0-47e4-99a4-e0f4d40f7313" providerId="ADAL" clId="{696FD585-3AC7-4F87-88A5-A6E2DE8AD6A1}" dt="2024-06-13T11:43:54.142" v="18" actId="700"/>
        <pc:sldMkLst>
          <pc:docMk/>
          <pc:sldMk cId="649214761" sldId="258"/>
        </pc:sldMkLst>
      </pc:sldChg>
      <pc:sldChg chg="modSp mod modClrScheme chgLayout">
        <pc:chgData name="Ta Thi Kim Hue" userId="af176dfe-ebe0-47e4-99a4-e0f4d40f7313" providerId="ADAL" clId="{696FD585-3AC7-4F87-88A5-A6E2DE8AD6A1}" dt="2024-06-13T11:43:54.434" v="20" actId="27636"/>
        <pc:sldMkLst>
          <pc:docMk/>
          <pc:sldMk cId="2812619478" sldId="272"/>
        </pc:sldMkLst>
      </pc:sldChg>
      <pc:sldChg chg="modSp mod modClrScheme chgLayout">
        <pc:chgData name="Ta Thi Kim Hue" userId="af176dfe-ebe0-47e4-99a4-e0f4d40f7313" providerId="ADAL" clId="{696FD585-3AC7-4F87-88A5-A6E2DE8AD6A1}" dt="2024-06-13T11:43:54.440" v="21" actId="27636"/>
        <pc:sldMkLst>
          <pc:docMk/>
          <pc:sldMk cId="1991689126" sldId="273"/>
        </pc:sldMkLst>
      </pc:sldChg>
      <pc:sldChg chg="modSp mod modClrScheme chgLayout">
        <pc:chgData name="Ta Thi Kim Hue" userId="af176dfe-ebe0-47e4-99a4-e0f4d40f7313" providerId="ADAL" clId="{696FD585-3AC7-4F87-88A5-A6E2DE8AD6A1}" dt="2024-06-13T11:43:54.142" v="18" actId="700"/>
        <pc:sldMkLst>
          <pc:docMk/>
          <pc:sldMk cId="2523172547" sldId="274"/>
        </pc:sldMkLst>
      </pc:sldChg>
      <pc:sldChg chg="modSp mod modClrScheme chgLayout">
        <pc:chgData name="Ta Thi Kim Hue" userId="af176dfe-ebe0-47e4-99a4-e0f4d40f7313" providerId="ADAL" clId="{696FD585-3AC7-4F87-88A5-A6E2DE8AD6A1}" dt="2024-06-13T11:43:54.142" v="18" actId="700"/>
        <pc:sldMkLst>
          <pc:docMk/>
          <pc:sldMk cId="2481135198" sldId="276"/>
        </pc:sldMkLst>
      </pc:sldChg>
      <pc:sldChg chg="modSp mod modClrScheme chgLayout">
        <pc:chgData name="Ta Thi Kim Hue" userId="af176dfe-ebe0-47e4-99a4-e0f4d40f7313" providerId="ADAL" clId="{696FD585-3AC7-4F87-88A5-A6E2DE8AD6A1}" dt="2024-06-13T11:43:54.142" v="18" actId="700"/>
        <pc:sldMkLst>
          <pc:docMk/>
          <pc:sldMk cId="4009965416" sldId="277"/>
        </pc:sldMkLst>
      </pc:sldChg>
      <pc:sldChg chg="modSp mod modClrScheme chgLayout">
        <pc:chgData name="Ta Thi Kim Hue" userId="af176dfe-ebe0-47e4-99a4-e0f4d40f7313" providerId="ADAL" clId="{696FD585-3AC7-4F87-88A5-A6E2DE8AD6A1}" dt="2024-06-13T11:43:54.473" v="22" actId="27636"/>
        <pc:sldMkLst>
          <pc:docMk/>
          <pc:sldMk cId="3846014159" sldId="278"/>
        </pc:sldMkLst>
      </pc:sldChg>
      <pc:sldChg chg="modSp mod modClrScheme chgLayout">
        <pc:chgData name="Ta Thi Kim Hue" userId="af176dfe-ebe0-47e4-99a4-e0f4d40f7313" providerId="ADAL" clId="{696FD585-3AC7-4F87-88A5-A6E2DE8AD6A1}" dt="2024-06-13T11:43:54.142" v="18" actId="700"/>
        <pc:sldMkLst>
          <pc:docMk/>
          <pc:sldMk cId="3709825075" sldId="279"/>
        </pc:sldMkLst>
      </pc:sldChg>
      <pc:sldChg chg="modSp mod modClrScheme chgLayout">
        <pc:chgData name="Ta Thi Kim Hue" userId="af176dfe-ebe0-47e4-99a4-e0f4d40f7313" providerId="ADAL" clId="{696FD585-3AC7-4F87-88A5-A6E2DE8AD6A1}" dt="2024-06-13T11:43:54.142" v="18" actId="700"/>
        <pc:sldMkLst>
          <pc:docMk/>
          <pc:sldMk cId="567084320" sldId="280"/>
        </pc:sldMkLst>
      </pc:sldChg>
      <pc:sldChg chg="addSp modSp mod modClrScheme chgLayout">
        <pc:chgData name="Ta Thi Kim Hue" userId="af176dfe-ebe0-47e4-99a4-e0f4d40f7313" providerId="ADAL" clId="{696FD585-3AC7-4F87-88A5-A6E2DE8AD6A1}" dt="2024-06-13T11:43:54.142" v="18" actId="700"/>
        <pc:sldMkLst>
          <pc:docMk/>
          <pc:sldMk cId="1167745287" sldId="281"/>
        </pc:sldMkLst>
      </pc:sldChg>
      <pc:sldChg chg="modSp mod modClrScheme chgLayout">
        <pc:chgData name="Ta Thi Kim Hue" userId="af176dfe-ebe0-47e4-99a4-e0f4d40f7313" providerId="ADAL" clId="{696FD585-3AC7-4F87-88A5-A6E2DE8AD6A1}" dt="2024-06-13T11:43:54.534" v="25" actId="27636"/>
        <pc:sldMkLst>
          <pc:docMk/>
          <pc:sldMk cId="702049971" sldId="282"/>
        </pc:sldMkLst>
      </pc:sldChg>
      <pc:sldChg chg="modSp mod modClrScheme chgLayout">
        <pc:chgData name="Ta Thi Kim Hue" userId="af176dfe-ebe0-47e4-99a4-e0f4d40f7313" providerId="ADAL" clId="{696FD585-3AC7-4F87-88A5-A6E2DE8AD6A1}" dt="2024-06-13T11:43:54.572" v="26" actId="27636"/>
        <pc:sldMkLst>
          <pc:docMk/>
          <pc:sldMk cId="892163990" sldId="283"/>
        </pc:sldMkLst>
      </pc:sldChg>
      <pc:sldChg chg="modSp mod modClrScheme chgLayout">
        <pc:chgData name="Ta Thi Kim Hue" userId="af176dfe-ebe0-47e4-99a4-e0f4d40f7313" providerId="ADAL" clId="{696FD585-3AC7-4F87-88A5-A6E2DE8AD6A1}" dt="2024-06-13T11:43:54.587" v="27" actId="27636"/>
        <pc:sldMkLst>
          <pc:docMk/>
          <pc:sldMk cId="3428749596" sldId="284"/>
        </pc:sldMkLst>
      </pc:sldChg>
      <pc:sldChg chg="modSp mod modClrScheme chgLayout">
        <pc:chgData name="Ta Thi Kim Hue" userId="af176dfe-ebe0-47e4-99a4-e0f4d40f7313" providerId="ADAL" clId="{696FD585-3AC7-4F87-88A5-A6E2DE8AD6A1}" dt="2024-06-13T11:43:54.142" v="18" actId="700"/>
        <pc:sldMkLst>
          <pc:docMk/>
          <pc:sldMk cId="446200923" sldId="285"/>
        </pc:sldMkLst>
      </pc:sldChg>
      <pc:sldChg chg="modSp mod modClrScheme chgLayout">
        <pc:chgData name="Ta Thi Kim Hue" userId="af176dfe-ebe0-47e4-99a4-e0f4d40f7313" providerId="ADAL" clId="{696FD585-3AC7-4F87-88A5-A6E2DE8AD6A1}" dt="2024-06-13T11:43:54.142" v="18" actId="700"/>
        <pc:sldMkLst>
          <pc:docMk/>
          <pc:sldMk cId="568195396" sldId="286"/>
        </pc:sldMkLst>
      </pc:sldChg>
      <pc:sldChg chg="modSp mod modClrScheme chgLayout">
        <pc:chgData name="Ta Thi Kim Hue" userId="af176dfe-ebe0-47e4-99a4-e0f4d40f7313" providerId="ADAL" clId="{696FD585-3AC7-4F87-88A5-A6E2DE8AD6A1}" dt="2024-06-13T11:43:54.498" v="24" actId="27636"/>
        <pc:sldMkLst>
          <pc:docMk/>
          <pc:sldMk cId="515085295" sldId="287"/>
        </pc:sldMkLst>
      </pc:sldChg>
      <pc:sldChg chg="addSp modSp mod modClrScheme chgLayout">
        <pc:chgData name="Ta Thi Kim Hue" userId="af176dfe-ebe0-47e4-99a4-e0f4d40f7313" providerId="ADAL" clId="{696FD585-3AC7-4F87-88A5-A6E2DE8AD6A1}" dt="2024-06-13T11:43:54.142" v="18" actId="700"/>
        <pc:sldMkLst>
          <pc:docMk/>
          <pc:sldMk cId="3593899654" sldId="288"/>
        </pc:sldMkLst>
      </pc:sldChg>
      <pc:sldChg chg="modSp mod modClrScheme chgLayout">
        <pc:chgData name="Ta Thi Kim Hue" userId="af176dfe-ebe0-47e4-99a4-e0f4d40f7313" providerId="ADAL" clId="{696FD585-3AC7-4F87-88A5-A6E2DE8AD6A1}" dt="2024-06-13T11:43:54.142" v="18" actId="700"/>
        <pc:sldMkLst>
          <pc:docMk/>
          <pc:sldMk cId="1715295748" sldId="289"/>
        </pc:sldMkLst>
      </pc:sldChg>
      <pc:sldChg chg="modSp mod modClrScheme chgLayout">
        <pc:chgData name="Ta Thi Kim Hue" userId="af176dfe-ebe0-47e4-99a4-e0f4d40f7313" providerId="ADAL" clId="{696FD585-3AC7-4F87-88A5-A6E2DE8AD6A1}" dt="2024-06-13T11:43:54.495" v="23" actId="27636"/>
        <pc:sldMkLst>
          <pc:docMk/>
          <pc:sldMk cId="2100535224" sldId="290"/>
        </pc:sldMkLst>
      </pc:sldChg>
      <pc:sldChg chg="modSp mod modClrScheme chgLayout">
        <pc:chgData name="Ta Thi Kim Hue" userId="af176dfe-ebe0-47e4-99a4-e0f4d40f7313" providerId="ADAL" clId="{696FD585-3AC7-4F87-88A5-A6E2DE8AD6A1}" dt="2024-06-13T11:43:54.142" v="18" actId="700"/>
        <pc:sldMkLst>
          <pc:docMk/>
          <pc:sldMk cId="1070490084" sldId="291"/>
        </pc:sldMkLst>
      </pc:sldChg>
      <pc:sldChg chg="modSp mod modClrScheme chgLayout">
        <pc:chgData name="Ta Thi Kim Hue" userId="af176dfe-ebe0-47e4-99a4-e0f4d40f7313" providerId="ADAL" clId="{696FD585-3AC7-4F87-88A5-A6E2DE8AD6A1}" dt="2024-06-13T11:43:54.142" v="18" actId="700"/>
        <pc:sldMkLst>
          <pc:docMk/>
          <pc:sldMk cId="1449060051" sldId="292"/>
        </pc:sldMkLst>
      </pc:sldChg>
      <pc:sldChg chg="modSp mod modClrScheme chgLayout">
        <pc:chgData name="Ta Thi Kim Hue" userId="af176dfe-ebe0-47e4-99a4-e0f4d40f7313" providerId="ADAL" clId="{696FD585-3AC7-4F87-88A5-A6E2DE8AD6A1}" dt="2024-06-13T11:43:54.721" v="28" actId="27636"/>
        <pc:sldMkLst>
          <pc:docMk/>
          <pc:sldMk cId="3333957272" sldId="293"/>
        </pc:sldMkLst>
      </pc:sldChg>
      <pc:sldChg chg="addSp modSp mod modClrScheme chgLayout">
        <pc:chgData name="Ta Thi Kim Hue" userId="af176dfe-ebe0-47e4-99a4-e0f4d40f7313" providerId="ADAL" clId="{696FD585-3AC7-4F87-88A5-A6E2DE8AD6A1}" dt="2024-06-13T11:43:54.142" v="18" actId="700"/>
        <pc:sldMkLst>
          <pc:docMk/>
          <pc:sldMk cId="2002875277" sldId="294"/>
        </pc:sldMkLst>
      </pc:sldChg>
      <pc:sldChg chg="modSp mod modClrScheme chgLayout">
        <pc:chgData name="Ta Thi Kim Hue" userId="af176dfe-ebe0-47e4-99a4-e0f4d40f7313" providerId="ADAL" clId="{696FD585-3AC7-4F87-88A5-A6E2DE8AD6A1}" dt="2024-06-13T11:43:54.769" v="29" actId="27636"/>
        <pc:sldMkLst>
          <pc:docMk/>
          <pc:sldMk cId="1289942367" sldId="295"/>
        </pc:sldMkLst>
      </pc:sldChg>
      <pc:sldChg chg="modSp mod modClrScheme chgLayout">
        <pc:chgData name="Ta Thi Kim Hue" userId="af176dfe-ebe0-47e4-99a4-e0f4d40f7313" providerId="ADAL" clId="{696FD585-3AC7-4F87-88A5-A6E2DE8AD6A1}" dt="2024-06-13T11:43:54.142" v="18" actId="700"/>
        <pc:sldMkLst>
          <pc:docMk/>
          <pc:sldMk cId="4256545780" sldId="296"/>
        </pc:sldMkLst>
      </pc:sldChg>
      <pc:sldChg chg="addSp modSp mod modClrScheme chgLayout">
        <pc:chgData name="Ta Thi Kim Hue" userId="af176dfe-ebe0-47e4-99a4-e0f4d40f7313" providerId="ADAL" clId="{696FD585-3AC7-4F87-88A5-A6E2DE8AD6A1}" dt="2024-06-13T11:43:54.142" v="18" actId="700"/>
        <pc:sldMkLst>
          <pc:docMk/>
          <pc:sldMk cId="1442309985" sldId="297"/>
        </pc:sldMkLst>
      </pc:sldChg>
      <pc:sldChg chg="addSp modSp mod modClrScheme chgLayout">
        <pc:chgData name="Ta Thi Kim Hue" userId="af176dfe-ebe0-47e4-99a4-e0f4d40f7313" providerId="ADAL" clId="{696FD585-3AC7-4F87-88A5-A6E2DE8AD6A1}" dt="2024-06-13T11:43:54.142" v="18" actId="700"/>
        <pc:sldMkLst>
          <pc:docMk/>
          <pc:sldMk cId="1962690942" sldId="298"/>
        </pc:sldMkLst>
      </pc:sldChg>
      <pc:sldChg chg="addSp modSp mod modClrScheme chgLayout">
        <pc:chgData name="Ta Thi Kim Hue" userId="af176dfe-ebe0-47e4-99a4-e0f4d40f7313" providerId="ADAL" clId="{696FD585-3AC7-4F87-88A5-A6E2DE8AD6A1}" dt="2024-06-13T11:43:54.142" v="18" actId="700"/>
        <pc:sldMkLst>
          <pc:docMk/>
          <pc:sldMk cId="1708701052" sldId="299"/>
        </pc:sldMkLst>
      </pc:sldChg>
      <pc:sldChg chg="modSp mod modClrScheme chgLayout">
        <pc:chgData name="Ta Thi Kim Hue" userId="af176dfe-ebe0-47e4-99a4-e0f4d40f7313" providerId="ADAL" clId="{696FD585-3AC7-4F87-88A5-A6E2DE8AD6A1}" dt="2024-06-13T11:43:54.777" v="30" actId="27636"/>
        <pc:sldMkLst>
          <pc:docMk/>
          <pc:sldMk cId="3991934450" sldId="300"/>
        </pc:sldMkLst>
      </pc:sldChg>
      <pc:sldChg chg="modSp mod modClrScheme chgLayout">
        <pc:chgData name="Ta Thi Kim Hue" userId="af176dfe-ebe0-47e4-99a4-e0f4d40f7313" providerId="ADAL" clId="{696FD585-3AC7-4F87-88A5-A6E2DE8AD6A1}" dt="2024-06-13T11:43:54.142" v="18" actId="700"/>
        <pc:sldMkLst>
          <pc:docMk/>
          <pc:sldMk cId="2659193019" sldId="301"/>
        </pc:sldMkLst>
      </pc:sldChg>
      <pc:sldChg chg="addSp delSp modSp mod modClrScheme chgLayout">
        <pc:chgData name="Ta Thi Kim Hue" userId="af176dfe-ebe0-47e4-99a4-e0f4d40f7313" providerId="ADAL" clId="{696FD585-3AC7-4F87-88A5-A6E2DE8AD6A1}" dt="2024-06-13T11:43:54.142" v="18" actId="700"/>
        <pc:sldMkLst>
          <pc:docMk/>
          <pc:sldMk cId="3960612237" sldId="302"/>
        </pc:sldMkLst>
      </pc:sldChg>
      <pc:sldChg chg="addSp modSp mod modClrScheme chgLayout">
        <pc:chgData name="Ta Thi Kim Hue" userId="af176dfe-ebe0-47e4-99a4-e0f4d40f7313" providerId="ADAL" clId="{696FD585-3AC7-4F87-88A5-A6E2DE8AD6A1}" dt="2024-06-13T11:43:54.142" v="18" actId="700"/>
        <pc:sldMkLst>
          <pc:docMk/>
          <pc:sldMk cId="2740049983" sldId="303"/>
        </pc:sldMkLst>
      </pc:sldChg>
      <pc:sldChg chg="addSp modSp mod modClrScheme chgLayout">
        <pc:chgData name="Ta Thi Kim Hue" userId="af176dfe-ebe0-47e4-99a4-e0f4d40f7313" providerId="ADAL" clId="{696FD585-3AC7-4F87-88A5-A6E2DE8AD6A1}" dt="2024-06-13T11:43:54.142" v="18" actId="700"/>
        <pc:sldMkLst>
          <pc:docMk/>
          <pc:sldMk cId="1926364135" sldId="304"/>
        </pc:sldMkLst>
      </pc:sldChg>
      <pc:sldChg chg="addSp modSp mod modClrScheme chgLayout">
        <pc:chgData name="Ta Thi Kim Hue" userId="af176dfe-ebe0-47e4-99a4-e0f4d40f7313" providerId="ADAL" clId="{696FD585-3AC7-4F87-88A5-A6E2DE8AD6A1}" dt="2024-06-13T11:43:54.142" v="18" actId="700"/>
        <pc:sldMkLst>
          <pc:docMk/>
          <pc:sldMk cId="2603828910" sldId="305"/>
        </pc:sldMkLst>
      </pc:sldChg>
    </pc:docChg>
  </pc:docChgLst>
  <pc:docChgLst>
    <pc:chgData name=" " userId="af176dfe-ebe0-47e4-99a4-e0f4d40f7313" providerId="ADAL" clId="{B4279487-4B84-B746-AB9D-51341BAB56D5}"/>
    <pc:docChg chg="custSel modSld">
      <pc:chgData name=" " userId="af176dfe-ebe0-47e4-99a4-e0f4d40f7313" providerId="ADAL" clId="{B4279487-4B84-B746-AB9D-51341BAB56D5}" dt="2019-12-17T14:17:10.892" v="93" actId="20577"/>
      <pc:docMkLst>
        <pc:docMk/>
      </pc:docMkLst>
      <pc:sldChg chg="modNotesTx">
        <pc:chgData name=" " userId="af176dfe-ebe0-47e4-99a4-e0f4d40f7313" providerId="ADAL" clId="{B4279487-4B84-B746-AB9D-51341BAB56D5}" dt="2019-12-17T14:17:10.892" v="93" actId="20577"/>
        <pc:sldMkLst>
          <pc:docMk/>
          <pc:sldMk cId="1449060051" sldId="292"/>
        </pc:sldMkLst>
      </pc:sldChg>
      <pc:sldChg chg="modNotesTx">
        <pc:chgData name=" " userId="af176dfe-ebe0-47e4-99a4-e0f4d40f7313" providerId="ADAL" clId="{B4279487-4B84-B746-AB9D-51341BAB56D5}" dt="2019-12-17T14:14:09.641" v="28" actId="20577"/>
        <pc:sldMkLst>
          <pc:docMk/>
          <pc:sldMk cId="3333957272" sldId="293"/>
        </pc:sldMkLst>
      </pc:sldChg>
    </pc:docChg>
  </pc:docChgLst>
  <pc:docChgLst>
    <pc:chgData name="Tạ Thị Kim Huệ" userId="S::hue.tathikim@hust.edu.vn::af176dfe-ebe0-47e4-99a4-e0f4d40f7313" providerId="AD" clId="Web-{F9566E30-2B8B-2765-08D2-712B65C3C1CF}"/>
    <pc:docChg chg="modSld">
      <pc:chgData name="Tạ Thị Kim Huệ" userId="S::hue.tathikim@hust.edu.vn::af176dfe-ebe0-47e4-99a4-e0f4d40f7313" providerId="AD" clId="Web-{F9566E30-2B8B-2765-08D2-712B65C3C1CF}" dt="2025-01-02T10:37:53.277" v="1" actId="20577"/>
      <pc:docMkLst>
        <pc:docMk/>
      </pc:docMkLst>
      <pc:sldChg chg="modSp">
        <pc:chgData name="Tạ Thị Kim Huệ" userId="S::hue.tathikim@hust.edu.vn::af176dfe-ebe0-47e4-99a4-e0f4d40f7313" providerId="AD" clId="Web-{F9566E30-2B8B-2765-08D2-712B65C3C1CF}" dt="2025-01-02T10:37:53.277" v="1" actId="20577"/>
        <pc:sldMkLst>
          <pc:docMk/>
          <pc:sldMk cId="4239818590" sldId="306"/>
        </pc:sldMkLst>
        <pc:spChg chg="mod">
          <ac:chgData name="Tạ Thị Kim Huệ" userId="S::hue.tathikim@hust.edu.vn::af176dfe-ebe0-47e4-99a4-e0f4d40f7313" providerId="AD" clId="Web-{F9566E30-2B8B-2765-08D2-712B65C3C1CF}" dt="2025-01-02T10:37:53.277" v="1" actId="20577"/>
          <ac:spMkLst>
            <pc:docMk/>
            <pc:sldMk cId="4239818590" sldId="306"/>
            <ac:spMk id="5" creationId="{01E6BBA9-7F05-49CD-CFD1-2FB10FCFADD3}"/>
          </ac:spMkLst>
        </pc:spChg>
      </pc:sldChg>
    </pc:docChg>
  </pc:docChgLst>
  <pc:docChgLst>
    <pc:chgData name="Tạ Thị Kim Huệ" userId="af176dfe-ebe0-47e4-99a4-e0f4d40f7313" providerId="ADAL" clId="{701BC4B6-3B08-544C-BDFC-532E54D8B372}"/>
    <pc:docChg chg="undo custSel addSld modSld">
      <pc:chgData name="Tạ Thị Kim Huệ" userId="af176dfe-ebe0-47e4-99a4-e0f4d40f7313" providerId="ADAL" clId="{701BC4B6-3B08-544C-BDFC-532E54D8B372}" dt="2025-01-03T13:54:33.391" v="1649"/>
      <pc:docMkLst>
        <pc:docMk/>
      </pc:docMkLst>
      <pc:sldChg chg="addSp">
        <pc:chgData name="Tạ Thị Kim Huệ" userId="af176dfe-ebe0-47e4-99a4-e0f4d40f7313" providerId="ADAL" clId="{701BC4B6-3B08-544C-BDFC-532E54D8B372}" dt="2025-01-03T13:54:33.391" v="1649"/>
        <pc:sldMkLst>
          <pc:docMk/>
          <pc:sldMk cId="3960612237" sldId="302"/>
        </pc:sldMkLst>
        <pc:inkChg chg="add">
          <ac:chgData name="Tạ Thị Kim Huệ" userId="af176dfe-ebe0-47e4-99a4-e0f4d40f7313" providerId="ADAL" clId="{701BC4B6-3B08-544C-BDFC-532E54D8B372}" dt="2025-01-03T13:54:33.391" v="1649"/>
          <ac:inkMkLst>
            <pc:docMk/>
            <pc:sldMk cId="3960612237" sldId="302"/>
            <ac:inkMk id="3" creationId="{6215EA3D-D437-3FD7-0A85-15AA7364D4FE}"/>
          </ac:inkMkLst>
        </pc:inkChg>
      </pc:sldChg>
      <pc:sldChg chg="modSp mod">
        <pc:chgData name="Tạ Thị Kim Huệ" userId="af176dfe-ebe0-47e4-99a4-e0f4d40f7313" providerId="ADAL" clId="{701BC4B6-3B08-544C-BDFC-532E54D8B372}" dt="2025-01-02T17:31:28.682" v="315" actId="20577"/>
        <pc:sldMkLst>
          <pc:docMk/>
          <pc:sldMk cId="4239818590" sldId="306"/>
        </pc:sldMkLst>
        <pc:spChg chg="mod">
          <ac:chgData name="Tạ Thị Kim Huệ" userId="af176dfe-ebe0-47e4-99a4-e0f4d40f7313" providerId="ADAL" clId="{701BC4B6-3B08-544C-BDFC-532E54D8B372}" dt="2025-01-02T17:31:28.682" v="315" actId="20577"/>
          <ac:spMkLst>
            <pc:docMk/>
            <pc:sldMk cId="4239818590" sldId="306"/>
            <ac:spMk id="5" creationId="{01E6BBA9-7F05-49CD-CFD1-2FB10FCFADD3}"/>
          </ac:spMkLst>
        </pc:spChg>
        <pc:spChg chg="mod">
          <ac:chgData name="Tạ Thị Kim Huệ" userId="af176dfe-ebe0-47e4-99a4-e0f4d40f7313" providerId="ADAL" clId="{701BC4B6-3B08-544C-BDFC-532E54D8B372}" dt="2025-01-02T17:31:11.419" v="312" actId="2711"/>
          <ac:spMkLst>
            <pc:docMk/>
            <pc:sldMk cId="4239818590" sldId="306"/>
            <ac:spMk id="6" creationId="{3A5083C0-D877-1C7A-ABB7-5ED57764D57A}"/>
          </ac:spMkLst>
        </pc:spChg>
      </pc:sldChg>
      <pc:sldChg chg="modSp new mod">
        <pc:chgData name="Tạ Thị Kim Huệ" userId="af176dfe-ebe0-47e4-99a4-e0f4d40f7313" providerId="ADAL" clId="{701BC4B6-3B08-544C-BDFC-532E54D8B372}" dt="2025-01-02T17:31:31.981" v="316"/>
        <pc:sldMkLst>
          <pc:docMk/>
          <pc:sldMk cId="1517983890" sldId="307"/>
        </pc:sldMkLst>
        <pc:spChg chg="mod">
          <ac:chgData name="Tạ Thị Kim Huệ" userId="af176dfe-ebe0-47e4-99a4-e0f4d40f7313" providerId="ADAL" clId="{701BC4B6-3B08-544C-BDFC-532E54D8B372}" dt="2025-01-02T17:31:31.981" v="316"/>
          <ac:spMkLst>
            <pc:docMk/>
            <pc:sldMk cId="1517983890" sldId="307"/>
            <ac:spMk id="5" creationId="{C5BCC9AC-0052-D4BA-F727-912AD86BF6C8}"/>
          </ac:spMkLst>
        </pc:spChg>
        <pc:spChg chg="mod">
          <ac:chgData name="Tạ Thị Kim Huệ" userId="af176dfe-ebe0-47e4-99a4-e0f4d40f7313" providerId="ADAL" clId="{701BC4B6-3B08-544C-BDFC-532E54D8B372}" dt="2025-01-02T17:31:22.444" v="313" actId="2711"/>
          <ac:spMkLst>
            <pc:docMk/>
            <pc:sldMk cId="1517983890" sldId="307"/>
            <ac:spMk id="6" creationId="{57E10648-64B7-E085-D525-0E549C9FD7C9}"/>
          </ac:spMkLst>
        </pc:spChg>
      </pc:sldChg>
      <pc:sldChg chg="addSp delSp modSp new mod">
        <pc:chgData name="Tạ Thị Kim Huệ" userId="af176dfe-ebe0-47e4-99a4-e0f4d40f7313" providerId="ADAL" clId="{701BC4B6-3B08-544C-BDFC-532E54D8B372}" dt="2025-01-02T17:48:40.733" v="662" actId="13926"/>
        <pc:sldMkLst>
          <pc:docMk/>
          <pc:sldMk cId="4280107964" sldId="308"/>
        </pc:sldMkLst>
        <pc:spChg chg="mod">
          <ac:chgData name="Tạ Thị Kim Huệ" userId="af176dfe-ebe0-47e4-99a4-e0f4d40f7313" providerId="ADAL" clId="{701BC4B6-3B08-544C-BDFC-532E54D8B372}" dt="2025-01-02T17:31:43.529" v="317"/>
          <ac:spMkLst>
            <pc:docMk/>
            <pc:sldMk cId="4280107964" sldId="308"/>
            <ac:spMk id="5" creationId="{637A48FF-3C2D-615C-C7A0-036A06F233ED}"/>
          </ac:spMkLst>
        </pc:spChg>
        <pc:spChg chg="del mod">
          <ac:chgData name="Tạ Thị Kim Huệ" userId="af176dfe-ebe0-47e4-99a4-e0f4d40f7313" providerId="ADAL" clId="{701BC4B6-3B08-544C-BDFC-532E54D8B372}" dt="2025-01-02T17:22:31.125" v="123" actId="3680"/>
          <ac:spMkLst>
            <pc:docMk/>
            <pc:sldMk cId="4280107964" sldId="308"/>
            <ac:spMk id="6" creationId="{249A9DD5-1FFC-E6F8-A7BD-93005B582269}"/>
          </ac:spMkLst>
        </pc:spChg>
        <pc:spChg chg="add del mod">
          <ac:chgData name="Tạ Thị Kim Huệ" userId="af176dfe-ebe0-47e4-99a4-e0f4d40f7313" providerId="ADAL" clId="{701BC4B6-3B08-544C-BDFC-532E54D8B372}" dt="2025-01-02T17:26:47.017" v="224" actId="478"/>
          <ac:spMkLst>
            <pc:docMk/>
            <pc:sldMk cId="4280107964" sldId="308"/>
            <ac:spMk id="9" creationId="{A7DE94DB-70E2-E15A-5D58-BC5D4229A4AE}"/>
          </ac:spMkLst>
        </pc:spChg>
        <pc:spChg chg="add mod">
          <ac:chgData name="Tạ Thị Kim Huệ" userId="af176dfe-ebe0-47e4-99a4-e0f4d40f7313" providerId="ADAL" clId="{701BC4B6-3B08-544C-BDFC-532E54D8B372}" dt="2025-01-02T17:32:14.159" v="322" actId="2711"/>
          <ac:spMkLst>
            <pc:docMk/>
            <pc:sldMk cId="4280107964" sldId="308"/>
            <ac:spMk id="11" creationId="{6019EA27-7C86-8FC7-DCFD-15AC7AE7FEB4}"/>
          </ac:spMkLst>
        </pc:spChg>
        <pc:graphicFrameChg chg="add mod ord modGraphic">
          <ac:chgData name="Tạ Thị Kim Huệ" userId="af176dfe-ebe0-47e4-99a4-e0f4d40f7313" providerId="ADAL" clId="{701BC4B6-3B08-544C-BDFC-532E54D8B372}" dt="2025-01-02T17:41:57.408" v="483" actId="20577"/>
          <ac:graphicFrameMkLst>
            <pc:docMk/>
            <pc:sldMk cId="4280107964" sldId="308"/>
            <ac:graphicFrameMk id="7" creationId="{2884C640-A0AC-D6BE-1F54-AA628B6B6E8F}"/>
          </ac:graphicFrameMkLst>
        </pc:graphicFrameChg>
        <pc:graphicFrameChg chg="add del mod">
          <ac:chgData name="Tạ Thị Kim Huệ" userId="af176dfe-ebe0-47e4-99a4-e0f4d40f7313" providerId="ADAL" clId="{701BC4B6-3B08-544C-BDFC-532E54D8B372}" dt="2025-01-02T17:26:47.017" v="224" actId="478"/>
          <ac:graphicFrameMkLst>
            <pc:docMk/>
            <pc:sldMk cId="4280107964" sldId="308"/>
            <ac:graphicFrameMk id="8" creationId="{D7EB44E2-9C5B-5EA8-57EA-AE4BB65318CF}"/>
          </ac:graphicFrameMkLst>
        </pc:graphicFrameChg>
        <pc:graphicFrameChg chg="add mod modGraphic">
          <ac:chgData name="Tạ Thị Kim Huệ" userId="af176dfe-ebe0-47e4-99a4-e0f4d40f7313" providerId="ADAL" clId="{701BC4B6-3B08-544C-BDFC-532E54D8B372}" dt="2025-01-02T17:48:40.733" v="662" actId="13926"/>
          <ac:graphicFrameMkLst>
            <pc:docMk/>
            <pc:sldMk cId="4280107964" sldId="308"/>
            <ac:graphicFrameMk id="10" creationId="{79F01BB5-4711-1453-1B43-EE3A1B9A2C54}"/>
          </ac:graphicFrameMkLst>
        </pc:graphicFrameChg>
      </pc:sldChg>
      <pc:sldChg chg="addSp delSp modSp new mod">
        <pc:chgData name="Tạ Thị Kim Huệ" userId="af176dfe-ebe0-47e4-99a4-e0f4d40f7313" providerId="ADAL" clId="{701BC4B6-3B08-544C-BDFC-532E54D8B372}" dt="2025-01-02T17:49:24.164" v="671" actId="13926"/>
        <pc:sldMkLst>
          <pc:docMk/>
          <pc:sldMk cId="609218506" sldId="309"/>
        </pc:sldMkLst>
        <pc:spChg chg="mod">
          <ac:chgData name="Tạ Thị Kim Huệ" userId="af176dfe-ebe0-47e4-99a4-e0f4d40f7313" providerId="ADAL" clId="{701BC4B6-3B08-544C-BDFC-532E54D8B372}" dt="2025-01-02T17:46:45.915" v="633"/>
          <ac:spMkLst>
            <pc:docMk/>
            <pc:sldMk cId="609218506" sldId="309"/>
            <ac:spMk id="5" creationId="{63E873FF-A28F-2743-B795-BE3BC04D92C8}"/>
          </ac:spMkLst>
        </pc:spChg>
        <pc:spChg chg="del mod">
          <ac:chgData name="Tạ Thị Kim Huệ" userId="af176dfe-ebe0-47e4-99a4-e0f4d40f7313" providerId="ADAL" clId="{701BC4B6-3B08-544C-BDFC-532E54D8B372}" dt="2025-01-02T17:32:29.999" v="325" actId="478"/>
          <ac:spMkLst>
            <pc:docMk/>
            <pc:sldMk cId="609218506" sldId="309"/>
            <ac:spMk id="6" creationId="{696522F1-5E65-D69C-733B-A23EE9B76E64}"/>
          </ac:spMkLst>
        </pc:spChg>
        <pc:spChg chg="add mod">
          <ac:chgData name="Tạ Thị Kim Huệ" userId="af176dfe-ebe0-47e4-99a4-e0f4d40f7313" providerId="ADAL" clId="{701BC4B6-3B08-544C-BDFC-532E54D8B372}" dt="2025-01-02T17:44:50.776" v="580" actId="20577"/>
          <ac:spMkLst>
            <pc:docMk/>
            <pc:sldMk cId="609218506" sldId="309"/>
            <ac:spMk id="8" creationId="{BB427814-D0FF-71B2-D6BD-6983728DD1D6}"/>
          </ac:spMkLst>
        </pc:spChg>
        <pc:spChg chg="add mod">
          <ac:chgData name="Tạ Thị Kim Huệ" userId="af176dfe-ebe0-47e4-99a4-e0f4d40f7313" providerId="ADAL" clId="{701BC4B6-3B08-544C-BDFC-532E54D8B372}" dt="2025-01-02T17:46:08.354" v="629" actId="113"/>
          <ac:spMkLst>
            <pc:docMk/>
            <pc:sldMk cId="609218506" sldId="309"/>
            <ac:spMk id="10" creationId="{8CB08870-C144-FD9A-9D5E-9663BDD4A4D6}"/>
          </ac:spMkLst>
        </pc:spChg>
        <pc:graphicFrameChg chg="add mod modGraphic">
          <ac:chgData name="Tạ Thị Kim Huệ" userId="af176dfe-ebe0-47e4-99a4-e0f4d40f7313" providerId="ADAL" clId="{701BC4B6-3B08-544C-BDFC-532E54D8B372}" dt="2025-01-02T17:49:03.362" v="667" actId="13926"/>
          <ac:graphicFrameMkLst>
            <pc:docMk/>
            <pc:sldMk cId="609218506" sldId="309"/>
            <ac:graphicFrameMk id="7" creationId="{A6321DC7-DAD7-F5F3-F7E1-AD238D339D2A}"/>
          </ac:graphicFrameMkLst>
        </pc:graphicFrameChg>
        <pc:graphicFrameChg chg="add mod modGraphic">
          <ac:chgData name="Tạ Thị Kim Huệ" userId="af176dfe-ebe0-47e4-99a4-e0f4d40f7313" providerId="ADAL" clId="{701BC4B6-3B08-544C-BDFC-532E54D8B372}" dt="2025-01-02T17:49:24.164" v="671" actId="13926"/>
          <ac:graphicFrameMkLst>
            <pc:docMk/>
            <pc:sldMk cId="609218506" sldId="309"/>
            <ac:graphicFrameMk id="9" creationId="{4E577064-EC7D-9909-66B9-B1FC1BCCCFB6}"/>
          </ac:graphicFrameMkLst>
        </pc:graphicFrameChg>
      </pc:sldChg>
      <pc:sldChg chg="addSp delSp modSp new mod">
        <pc:chgData name="Tạ Thị Kim Huệ" userId="af176dfe-ebe0-47e4-99a4-e0f4d40f7313" providerId="ADAL" clId="{701BC4B6-3B08-544C-BDFC-532E54D8B372}" dt="2025-01-03T13:54:33.391" v="1649"/>
        <pc:sldMkLst>
          <pc:docMk/>
          <pc:sldMk cId="3214523882" sldId="310"/>
        </pc:sldMkLst>
        <pc:spChg chg="mod">
          <ac:chgData name="Tạ Thị Kim Huệ" userId="af176dfe-ebe0-47e4-99a4-e0f4d40f7313" providerId="ADAL" clId="{701BC4B6-3B08-544C-BDFC-532E54D8B372}" dt="2025-01-02T17:46:53.443" v="634"/>
          <ac:spMkLst>
            <pc:docMk/>
            <pc:sldMk cId="3214523882" sldId="310"/>
            <ac:spMk id="5" creationId="{BFC1306D-5298-C2A3-362B-EEC49AA1B16E}"/>
          </ac:spMkLst>
        </pc:spChg>
        <pc:spChg chg="del">
          <ac:chgData name="Tạ Thị Kim Huệ" userId="af176dfe-ebe0-47e4-99a4-e0f4d40f7313" providerId="ADAL" clId="{701BC4B6-3B08-544C-BDFC-532E54D8B372}" dt="2025-01-02T17:47:01.208" v="636" actId="478"/>
          <ac:spMkLst>
            <pc:docMk/>
            <pc:sldMk cId="3214523882" sldId="310"/>
            <ac:spMk id="6" creationId="{6E400576-B7F8-5428-1DCA-7312347F9196}"/>
          </ac:spMkLst>
        </pc:spChg>
        <pc:spChg chg="add mod">
          <ac:chgData name="Tạ Thị Kim Huệ" userId="af176dfe-ebe0-47e4-99a4-e0f4d40f7313" providerId="ADAL" clId="{701BC4B6-3B08-544C-BDFC-532E54D8B372}" dt="2025-01-02T17:47:41.472" v="657" actId="20577"/>
          <ac:spMkLst>
            <pc:docMk/>
            <pc:sldMk cId="3214523882" sldId="310"/>
            <ac:spMk id="7" creationId="{10E094E4-2DED-6AE3-BA36-FC739C7E4867}"/>
          </ac:spMkLst>
        </pc:spChg>
        <pc:spChg chg="add mod">
          <ac:chgData name="Tạ Thị Kim Huệ" userId="af176dfe-ebe0-47e4-99a4-e0f4d40f7313" providerId="ADAL" clId="{701BC4B6-3B08-544C-BDFC-532E54D8B372}" dt="2025-01-02T17:57:15.514" v="1347" actId="207"/>
          <ac:spMkLst>
            <pc:docMk/>
            <pc:sldMk cId="3214523882" sldId="310"/>
            <ac:spMk id="9" creationId="{B3C4F3F3-E2DF-2673-F308-548E29468F4A}"/>
          </ac:spMkLst>
        </pc:spChg>
        <pc:graphicFrameChg chg="add mod modGraphic">
          <ac:chgData name="Tạ Thị Kim Huệ" userId="af176dfe-ebe0-47e4-99a4-e0f4d40f7313" providerId="ADAL" clId="{701BC4B6-3B08-544C-BDFC-532E54D8B372}" dt="2025-01-02T17:50:14.632" v="676" actId="13926"/>
          <ac:graphicFrameMkLst>
            <pc:docMk/>
            <pc:sldMk cId="3214523882" sldId="310"/>
            <ac:graphicFrameMk id="8" creationId="{08A7255C-D0DF-C8CB-4738-E6C127354B65}"/>
          </ac:graphicFrameMkLst>
        </pc:graphicFrameChg>
        <pc:inkChg chg="add">
          <ac:chgData name="Tạ Thị Kim Huệ" userId="af176dfe-ebe0-47e4-99a4-e0f4d40f7313" providerId="ADAL" clId="{701BC4B6-3B08-544C-BDFC-532E54D8B372}" dt="2025-01-03T13:54:33.391" v="1649"/>
          <ac:inkMkLst>
            <pc:docMk/>
            <pc:sldMk cId="3214523882" sldId="310"/>
            <ac:inkMk id="6" creationId="{8C4EC8DC-AE11-CD57-0260-5B61FB585B9F}"/>
          </ac:inkMkLst>
        </pc:inkChg>
      </pc:sldChg>
      <pc:sldChg chg="modSp new mod">
        <pc:chgData name="Tạ Thị Kim Huệ" userId="af176dfe-ebe0-47e4-99a4-e0f4d40f7313" providerId="ADAL" clId="{701BC4B6-3B08-544C-BDFC-532E54D8B372}" dt="2025-01-02T17:55:58.642" v="1103" actId="20577"/>
        <pc:sldMkLst>
          <pc:docMk/>
          <pc:sldMk cId="4260878828" sldId="311"/>
        </pc:sldMkLst>
        <pc:spChg chg="mod">
          <ac:chgData name="Tạ Thị Kim Huệ" userId="af176dfe-ebe0-47e4-99a4-e0f4d40f7313" providerId="ADAL" clId="{701BC4B6-3B08-544C-BDFC-532E54D8B372}" dt="2025-01-02T17:55:18.643" v="1078" actId="207"/>
          <ac:spMkLst>
            <pc:docMk/>
            <pc:sldMk cId="4260878828" sldId="311"/>
            <ac:spMk id="5" creationId="{86B7CB49-A963-C5EA-AEA5-7F459BDEBBEB}"/>
          </ac:spMkLst>
        </pc:spChg>
        <pc:spChg chg="mod">
          <ac:chgData name="Tạ Thị Kim Huệ" userId="af176dfe-ebe0-47e4-99a4-e0f4d40f7313" providerId="ADAL" clId="{701BC4B6-3B08-544C-BDFC-532E54D8B372}" dt="2025-01-02T17:55:58.642" v="1103" actId="20577"/>
          <ac:spMkLst>
            <pc:docMk/>
            <pc:sldMk cId="4260878828" sldId="311"/>
            <ac:spMk id="6" creationId="{2412C100-C857-7ED2-4D5D-E4EF20484852}"/>
          </ac:spMkLst>
        </pc:spChg>
      </pc:sldChg>
      <pc:sldChg chg="modSp new mod">
        <pc:chgData name="Tạ Thị Kim Huệ" userId="af176dfe-ebe0-47e4-99a4-e0f4d40f7313" providerId="ADAL" clId="{701BC4B6-3B08-544C-BDFC-532E54D8B372}" dt="2025-01-02T17:59:41.652" v="1390" actId="20577"/>
        <pc:sldMkLst>
          <pc:docMk/>
          <pc:sldMk cId="692036842" sldId="312"/>
        </pc:sldMkLst>
        <pc:spChg chg="mod">
          <ac:chgData name="Tạ Thị Kim Huệ" userId="af176dfe-ebe0-47e4-99a4-e0f4d40f7313" providerId="ADAL" clId="{701BC4B6-3B08-544C-BDFC-532E54D8B372}" dt="2025-01-02T17:58:16.927" v="1368" actId="20577"/>
          <ac:spMkLst>
            <pc:docMk/>
            <pc:sldMk cId="692036842" sldId="312"/>
            <ac:spMk id="5" creationId="{04480FA2-FAB1-4C5E-3159-6A475F714ACF}"/>
          </ac:spMkLst>
        </pc:spChg>
        <pc:spChg chg="mod">
          <ac:chgData name="Tạ Thị Kim Huệ" userId="af176dfe-ebe0-47e4-99a4-e0f4d40f7313" providerId="ADAL" clId="{701BC4B6-3B08-544C-BDFC-532E54D8B372}" dt="2025-01-02T17:59:41.652" v="1390" actId="20577"/>
          <ac:spMkLst>
            <pc:docMk/>
            <pc:sldMk cId="692036842" sldId="312"/>
            <ac:spMk id="6" creationId="{AEA8CAAB-97E7-BF00-5F4C-DAFC5F9FC491}"/>
          </ac:spMkLst>
        </pc:spChg>
      </pc:sldChg>
      <pc:sldChg chg="addSp delSp modSp new mod">
        <pc:chgData name="Tạ Thị Kim Huệ" userId="af176dfe-ebe0-47e4-99a4-e0f4d40f7313" providerId="ADAL" clId="{701BC4B6-3B08-544C-BDFC-532E54D8B372}" dt="2025-01-02T18:16:06.344" v="1645" actId="20577"/>
        <pc:sldMkLst>
          <pc:docMk/>
          <pc:sldMk cId="95452514" sldId="313"/>
        </pc:sldMkLst>
        <pc:spChg chg="mod">
          <ac:chgData name="Tạ Thị Kim Huệ" userId="af176dfe-ebe0-47e4-99a4-e0f4d40f7313" providerId="ADAL" clId="{701BC4B6-3B08-544C-BDFC-532E54D8B372}" dt="2025-01-02T18:00:55.533" v="1406" actId="20577"/>
          <ac:spMkLst>
            <pc:docMk/>
            <pc:sldMk cId="95452514" sldId="313"/>
            <ac:spMk id="5" creationId="{8ADE69C2-E7C8-7507-2968-E9B47B73E255}"/>
          </ac:spMkLst>
        </pc:spChg>
        <pc:spChg chg="del">
          <ac:chgData name="Tạ Thị Kim Huệ" userId="af176dfe-ebe0-47e4-99a4-e0f4d40f7313" providerId="ADAL" clId="{701BC4B6-3B08-544C-BDFC-532E54D8B372}" dt="2025-01-02T18:00:33.373" v="1392" actId="478"/>
          <ac:spMkLst>
            <pc:docMk/>
            <pc:sldMk cId="95452514" sldId="313"/>
            <ac:spMk id="6" creationId="{19F433BF-90E1-C5C4-3A21-E0739942C159}"/>
          </ac:spMkLst>
        </pc:spChg>
        <pc:spChg chg="add del">
          <ac:chgData name="Tạ Thị Kim Huệ" userId="af176dfe-ebe0-47e4-99a4-e0f4d40f7313" providerId="ADAL" clId="{701BC4B6-3B08-544C-BDFC-532E54D8B372}" dt="2025-01-02T18:00:35.011" v="1394" actId="22"/>
          <ac:spMkLst>
            <pc:docMk/>
            <pc:sldMk cId="95452514" sldId="313"/>
            <ac:spMk id="8" creationId="{35778760-4A6A-2293-33FE-4EF97BA12F92}"/>
          </ac:spMkLst>
        </pc:spChg>
        <pc:spChg chg="add mod">
          <ac:chgData name="Tạ Thị Kim Huệ" userId="af176dfe-ebe0-47e4-99a4-e0f4d40f7313" providerId="ADAL" clId="{701BC4B6-3B08-544C-BDFC-532E54D8B372}" dt="2025-01-02T18:16:06.344" v="1645" actId="20577"/>
          <ac:spMkLst>
            <pc:docMk/>
            <pc:sldMk cId="95452514" sldId="313"/>
            <ac:spMk id="10" creationId="{343D7994-83EA-501C-FFD1-6F08E6EAD878}"/>
          </ac:spMkLst>
        </pc:spChg>
        <pc:graphicFrameChg chg="add mod modGraphic">
          <ac:chgData name="Tạ Thị Kim Huệ" userId="af176dfe-ebe0-47e4-99a4-e0f4d40f7313" providerId="ADAL" clId="{701BC4B6-3B08-544C-BDFC-532E54D8B372}" dt="2025-01-02T18:05:34.679" v="1468" actId="1076"/>
          <ac:graphicFrameMkLst>
            <pc:docMk/>
            <pc:sldMk cId="95452514" sldId="313"/>
            <ac:graphicFrameMk id="9" creationId="{348647D6-4385-F51C-F581-DAC53B123EBE}"/>
          </ac:graphicFrameMkLst>
        </pc:graphicFrameChg>
      </pc:sldChg>
      <pc:sldChg chg="addSp delSp modSp new mod">
        <pc:chgData name="Tạ Thị Kim Huệ" userId="af176dfe-ebe0-47e4-99a4-e0f4d40f7313" providerId="ADAL" clId="{701BC4B6-3B08-544C-BDFC-532E54D8B372}" dt="2025-01-02T18:09:34.640" v="1560" actId="15"/>
        <pc:sldMkLst>
          <pc:docMk/>
          <pc:sldMk cId="3412497345" sldId="314"/>
        </pc:sldMkLst>
        <pc:spChg chg="mod">
          <ac:chgData name="Tạ Thị Kim Huệ" userId="af176dfe-ebe0-47e4-99a4-e0f4d40f7313" providerId="ADAL" clId="{701BC4B6-3B08-544C-BDFC-532E54D8B372}" dt="2025-01-02T18:07:07.939" v="1535" actId="20577"/>
          <ac:spMkLst>
            <pc:docMk/>
            <pc:sldMk cId="3412497345" sldId="314"/>
            <ac:spMk id="5" creationId="{F99F95B4-C09F-62AD-493C-CD1A09F7317F}"/>
          </ac:spMkLst>
        </pc:spChg>
        <pc:spChg chg="mod">
          <ac:chgData name="Tạ Thị Kim Huệ" userId="af176dfe-ebe0-47e4-99a4-e0f4d40f7313" providerId="ADAL" clId="{701BC4B6-3B08-544C-BDFC-532E54D8B372}" dt="2025-01-02T18:09:34.640" v="1560" actId="15"/>
          <ac:spMkLst>
            <pc:docMk/>
            <pc:sldMk cId="3412497345" sldId="314"/>
            <ac:spMk id="6" creationId="{67FF3156-53A0-BD77-7F13-F4B9183426F8}"/>
          </ac:spMkLst>
        </pc:spChg>
        <pc:spChg chg="add del">
          <ac:chgData name="Tạ Thị Kim Huệ" userId="af176dfe-ebe0-47e4-99a4-e0f4d40f7313" providerId="ADAL" clId="{701BC4B6-3B08-544C-BDFC-532E54D8B372}" dt="2025-01-02T18:08:50.948" v="1539" actId="22"/>
          <ac:spMkLst>
            <pc:docMk/>
            <pc:sldMk cId="3412497345" sldId="314"/>
            <ac:spMk id="8" creationId="{F19210B4-3D79-7E89-9183-110AF1B3597F}"/>
          </ac:spMkLst>
        </pc:spChg>
      </pc:sldChg>
      <pc:sldChg chg="addSp delSp modSp new mod">
        <pc:chgData name="Tạ Thị Kim Huệ" userId="af176dfe-ebe0-47e4-99a4-e0f4d40f7313" providerId="ADAL" clId="{701BC4B6-3B08-544C-BDFC-532E54D8B372}" dt="2025-01-03T07:33:11.183" v="1648" actId="20577"/>
        <pc:sldMkLst>
          <pc:docMk/>
          <pc:sldMk cId="3956524076" sldId="315"/>
        </pc:sldMkLst>
        <pc:spChg chg="mod">
          <ac:chgData name="Tạ Thị Kim Huệ" userId="af176dfe-ebe0-47e4-99a4-e0f4d40f7313" providerId="ADAL" clId="{701BC4B6-3B08-544C-BDFC-532E54D8B372}" dt="2025-01-02T18:10:48.381" v="1577" actId="20577"/>
          <ac:spMkLst>
            <pc:docMk/>
            <pc:sldMk cId="3956524076" sldId="315"/>
            <ac:spMk id="5" creationId="{CEA129C4-2A6D-DF99-B264-28ECC15E7933}"/>
          </ac:spMkLst>
        </pc:spChg>
        <pc:spChg chg="del">
          <ac:chgData name="Tạ Thị Kim Huệ" userId="af176dfe-ebe0-47e4-99a4-e0f4d40f7313" providerId="ADAL" clId="{701BC4B6-3B08-544C-BDFC-532E54D8B372}" dt="2025-01-02T18:10:56.783" v="1578" actId="478"/>
          <ac:spMkLst>
            <pc:docMk/>
            <pc:sldMk cId="3956524076" sldId="315"/>
            <ac:spMk id="6" creationId="{721DCF9B-AF98-71A6-747A-0241815EA05E}"/>
          </ac:spMkLst>
        </pc:spChg>
        <pc:spChg chg="add mod">
          <ac:chgData name="Tạ Thị Kim Huệ" userId="af176dfe-ebe0-47e4-99a4-e0f4d40f7313" providerId="ADAL" clId="{701BC4B6-3B08-544C-BDFC-532E54D8B372}" dt="2025-01-03T07:33:11.183" v="1648" actId="20577"/>
          <ac:spMkLst>
            <pc:docMk/>
            <pc:sldMk cId="3956524076" sldId="315"/>
            <ac:spMk id="8" creationId="{F0A50749-86AE-2149-312A-D21B48C594C7}"/>
          </ac:spMkLst>
        </pc:spChg>
        <pc:graphicFrameChg chg="add mod">
          <ac:chgData name="Tạ Thị Kim Huệ" userId="af176dfe-ebe0-47e4-99a4-e0f4d40f7313" providerId="ADAL" clId="{701BC4B6-3B08-544C-BDFC-532E54D8B372}" dt="2025-01-02T18:14:19.018" v="1602" actId="1076"/>
          <ac:graphicFrameMkLst>
            <pc:docMk/>
            <pc:sldMk cId="3956524076" sldId="315"/>
            <ac:graphicFrameMk id="7" creationId="{5AA8F6A9-323B-134E-A601-B9E7BC99CB3C}"/>
          </ac:graphicFrameMkLst>
        </pc:graphicFrameChg>
      </pc:sldChg>
    </pc:docChg>
  </pc:docChgLst>
  <pc:docChgLst>
    <pc:chgData name="Ta Thi Kim Hue" userId="af176dfe-ebe0-47e4-99a4-e0f4d40f7313" providerId="ADAL" clId="{2FDF7D3A-A39E-4AF7-A4CC-91B32B0A097D}"/>
    <pc:docChg chg="custSel modSld">
      <pc:chgData name="Ta Thi Kim Hue" userId="af176dfe-ebe0-47e4-99a4-e0f4d40f7313" providerId="ADAL" clId="{2FDF7D3A-A39E-4AF7-A4CC-91B32B0A097D}" dt="2022-10-13T06:49:29.428" v="0" actId="478"/>
      <pc:docMkLst>
        <pc:docMk/>
      </pc:docMkLst>
      <pc:sldChg chg="delSp mod">
        <pc:chgData name="Ta Thi Kim Hue" userId="af176dfe-ebe0-47e4-99a4-e0f4d40f7313" providerId="ADAL" clId="{2FDF7D3A-A39E-4AF7-A4CC-91B32B0A097D}" dt="2022-10-13T06:49:29.428" v="0" actId="478"/>
        <pc:sldMkLst>
          <pc:docMk/>
          <pc:sldMk cId="568195396" sldId="28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A8130D-73F2-FD4E-ADD1-56B4BD913E59}" type="datetimeFigureOut">
              <a:rPr lang="en-US" smtClean="0"/>
              <a:t>1/3/25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506CA1D-6F44-574A-91AD-956FEE596085}" type="slidenum">
              <a:rPr lang="en-US" smtClean="0"/>
              <a:t>‹#›</a:t>
            </a:fld>
            <a:endParaRPr lang="en-US"/>
          </a:p>
        </p:txBody>
      </p:sp>
    </p:spTree>
    <p:extLst>
      <p:ext uri="{BB962C8B-B14F-4D97-AF65-F5344CB8AC3E}">
        <p14:creationId xmlns:p14="http://schemas.microsoft.com/office/powerpoint/2010/main" val="125164311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3T13:51:01.804"/>
    </inkml:context>
    <inkml:brush xml:id="br0">
      <inkml:brushProperty name="width" value="0.05292" units="cm"/>
      <inkml:brushProperty name="height" value="0.05292" units="cm"/>
      <inkml:brushProperty name="color" value="#FF0000"/>
    </inkml:brush>
  </inkml:definitions>
  <inkml:trace contextRef="#ctx0" brushRef="#br0">8811 12135 24575,'-1'-9'0,"5"-15"0,7-14 0,9-14 0,4-1 0,-1 9 0,-4 8 0,-8 17 0,-3 12 0,-2 4 0,-1 2 0,3 10 0,1 19 0,6 26 0,-5-17 0,0 3 0,1 5 0,1 0 0,-1-2 0,0-1 0,-1-7 0,0-1 0,5 16 0,-4-20 0,-2-13 0,-5-10 0,-2-4 0</inkml:trace>
  <inkml:trace contextRef="#ctx0" brushRef="#br0" timeOffset="1333">4149 10334 24575,'0'-21'0,"5"2"0,5 4 0,8 5 0,4 6 0,-1 2 0,-1 6 0,-2 8 0,-3 10 0,-6 14 0,-4 13 0,-4 6 0,-2 2 0,-3-10 0,1-14 0,0-13 0,2-10 0,3-5 0,6-4 0,8-3 0,6-3 0,5-5 0,3-2 0,1-1 0,3 0 0,2 0 0,9 2 0,-21 5 0,0 3 0</inkml:trace>
  <inkml:trace contextRef="#ctx0" brushRef="#br0" timeOffset="2715">7826 6988 24575,'43'-26'0,"1"3"0,11 5 0,-2 8 0,-7 8 0,-8 6 0,-13 10 0,-13 17 0,-11 16 0,-11 8 0,-6-2 0,-2-12 0,4-12 0,7-13 0,11-8 0,8-5 0,9-3 0,5 0 0,3 0 0,-1 2 0,0 5 0,-3 7 0,-4 6 0,-5 5 0,-5 2 0,-5-1 0,-4 1 0,-2-5 0,-3-5 0,-5-5 0,-10-7 0,7-4 0,-1-1 0</inkml:trace>
  <inkml:trace contextRef="#ctx0" brushRef="#br0" timeOffset="4400">12130 8433 8191,'-6'-8'0,"3"3"5063,0 12-5063,3 19 2818,0 21-2818,0 12 1719,0-4-1719,0-11 6784,3-18-6784,9-13 0,14-11 0,19-15 0,-16 1 0,0-2 0,3-4 0,-1-2 0,-1 0 0,-2 0 0,18-15 0,-14 9 0,-13 9 0,-10 2 0,-8 2 0,-12-3 0,-15-2 0,-12 1 0,-5 5 0,5 5 0,11 5 0,11 3 0,8 1 0,5 5 0,2 9 0,1 9 0,6 12 0,8 10 0,-4-19 0,2 0 0,1 2 0,0-1 0,10 26 0,-3-9 0,-7-15 0,-7-12 0,-3-10 0,-3-7 0</inkml:trace>
  <inkml:trace contextRef="#ctx0" brushRef="#br0" timeOffset="5983">15160 6413 24575,'17'-9'0,"5"-3"0,5 0 0,1 1 0,-5 4 0,-8 5 0,-6 5 0,-10 9 0,-8 12 0,-7 11 0,-3 8 0,0 4 0,5 1 0,4 1 0,3-2 0,4-7 0,2-8 0,1-11 0,0-9 0,1-8 0,1-9 0,5-8 0,8-3 0,11-3 0,10 5 0,6 5 0,1 5 0,-3 5 0,-4 9 0,-7 11 0,-5 13 0,-6 12 0,-5 4 0,-6 2 0,-6-1 0,-11-5 0,-9-5 0,-9-8 0,-4-8 0,4-10 0,5-7 0,6-6 0,8-2 0,5 0 0</inkml:trace>
  <inkml:trace contextRef="#ctx0" brushRef="#br0" timeOffset="6950">15292 6374 24575,'2'0'0,"14"-2"0,22-3 0,20-4 0,-26 2 0,0 0 0,-2 0 0,-1 1 0,17-6 0,-16 5 0,-14 4 0,-9 2 0</inkml:trace>
  <inkml:trace contextRef="#ctx0" brushRef="#br0" timeOffset="8317">19923 7821 24575,'-4'15'0,"-7"18"0,1-4 0,-1 5 0,0 11 0,0 3 0,1 7 0,2 0 0,2 0 0,2-1 0,3-6 0,2-1 0,2-9 0,4-2 0,4-6 0,5-4 0,29 9 0,-16-24 0,2-3 0,1-4 0,1-3 0,-2-5 0,-1-4 0,22-19 0,-13-11 0,-14-6 0,-12 3 0,-15 4 0,-16 5 0,-14 10 0,-14 10 0,-8 8 0,2 7 0,3 11 0,8 19 0,13 17 0,18-18 0,3-2 0,0 8 0,7-8 0</inkml:trace>
  <inkml:trace contextRef="#ctx0" brushRef="#br0" timeOffset="9799">18734 12279 24575,'18'0'0,"8"0"0,9 0 0,8 0 0,1 0 0,-2 0 0,-7 0 0,-8 3 0,-9 11 0,-2 23 0,-9-9 0,0 5 0,-1 9 0,0 3 0,0 4 0,-1 1 0,0-1 0,-1 0 0,0-5 0,0-2 0,-1-10 0,0-2 0,2 11 0,-1-18 0,0-12 0,-2-7 0,0-3 0</inkml:trace>
  <inkml:trace contextRef="#ctx0" brushRef="#br0" timeOffset="10549">18853 12631 24575,'13'-3'0,"22"-16"0,-3 2 0,4-2 0,8-6 0,3-1 0,4-2 0,1-1 0,-7 5 0,-1 2 0,-11 4 0,-3 3 0,12-5 0,-20 12 0,-12 8 0,-6 0 0,-2 2 0</inkml:trace>
  <inkml:trace contextRef="#ctx0" brushRef="#br0" timeOffset="12649">13982 11987 24575,'36'4'0,"21"4"0,-20-1 0,1 0 0,6 2 0,1-1 0,0 1 0,-2 0 0,-6 0 0,-3 2 0,-4-1 0,-3 1 0,6 14 0,-16 0 0,-10-2 0,-9-2 0,-8-3 0,-6-4 0,-4-1 0,1-3 0,2-3 0,3-3 0,1-3 0,3-1 0,1-2 0,2-7 0,1-8 0,0-9 0,3-8 0,1-6 0,2-5 0,0-1 0,0 2 0,0 5 0,0 8 0,-3 5 0,-5 6 0,-6 6 0,-5 4 0,-5 4 0,-2 3 0,1 2 0,2 1 0,4 0 0,3 0 0,2 1 0,3 2 0,2 2 0,1 1 0,2 1 0,-1 0 0,1 1 0,1-1 0,-1 0 0,2 0 0,2 2 0,0-5 0,2 1 0</inkml:trace>
  <inkml:trace contextRef="#ctx0" brushRef="#br0" timeOffset="14216">13758 15344 24575,'-9'0'0,"-6"2"0,-8 10 0,-11 20 0,14-7 0,2 3 0,0 7 0,4 4 0,2 2 0,3 1 0,3-4 0,4-1 0,3 22 0,10-21 0,8-21 0,11-21 0,4-24 0,-16 0 0,-1-4 0,-1-8 0,0-2 0,-3-6 0,-1-1 0,-2-1 0,-1 2 0,-3 5 0,-1 3 0,-1 5 0,-2 3 0,0-8 0,-1 19 0,0 16 0,4 23 0,5 22 0,-3-8 0,1 4 0,1 9 0,1 2 0,1 2 0,-1 1 0,1 3 0,0-1 0,-2-2 0,0-1 0,-1-5 0,-1-1 0,-2-5 0,-1-3 0,1 21 0,-4-16 0,-1-12 0,-4-9 0,-7-4 0,-12-2 0,-6-4 0,0-3 0,12-4 0,8-1 0</inkml:trace>
  <inkml:trace contextRef="#ctx0" brushRef="#br0" timeOffset="18383">9567 15833 24575,'0'-46'0,"0"0"0,9 2 0,1-1 0,-4-9 0,2 2 0,12 8 0,0 3 0,-13 8 0,0 3 0,13-1 0,-2 10 0,-13 16 0,14-9 0,-19 70 0,0 1 0,0-11 0,0 4 0,0 7 0,0 2-151,0-17 0,0 0 0,0 1 151,0 17 0,0 0 0,0-2 0,0-1 0,0-13 0,0-4 0,0-7 0,0-2 0,0 21 0,0-10 0,0-18 0,0-6 113,18-18 0,-13 0 0,14 0 1</inkml:trace>
  <inkml:trace contextRef="#ctx0" brushRef="#br0" timeOffset="19584">9864 15833 24575,'18'42'0,"6"10"0,28-26 0,-8 2 0,-8-26 0,-1-4 0,3 2 0,-8-10 0,-2-8 0,-10-12 0,-3-4 0,7 0 0,-1-2 0,-8-19 0,-3-1 0,2 16 0,-5 2 0,-14 0 0,-5 1 0,3 4 0,-5 5 0,-38 4 0,7 6 0,11 16 0,-2 4 0,-21-2 0,26-1 0,-1 2 0,-5 6 0,3 4 0,-3 13 0,-3 18 0,11 1 0,25-20 0,-15-4 0</inkml:trace>
  <inkml:trace contextRef="#ctx0" brushRef="#br0" timeOffset="20817">3662 13653 24575,'0'-57'0,"0"1"0,10 11 0,4-2 0,-1 0 0,-3-4 0,-2-1 0,3 2 0,5 2 0,3 2 0,-3 1 0,-3-10 0,-4 7 0,0 3 0,-9 36 0,0 42 0,0 0 0,0 6 0,0 18 0,0 2 0,0-3 0,0 1 0,0-13 0,0 2 0,0-2 0,0 5 0,0-2 0,0-3 0,0-3 0,0 3 0,0-15 0,0-29 0</inkml:trace>
  <inkml:trace contextRef="#ctx0" brushRef="#br0" timeOffset="21717">3979 13526 24575,'0'-12'0,"0"-35"0,0 0 0,0 1 0,0-2 0,5 4 0,0 1 0,-6-1 0,4 3 0,11 7 0,0 4 0,-9-3 0,14 15 0,0 18 0,-15 18 0,34 15 0,-33 12 0,9-10 0,0 1 0,-12 20 0,12-15 0,0 0 0,-12-3 0,1 0 0,16 0 0,0-1 0,-16-5 0,-1-1 0,16 21 0,1-19 0,-14-12 0,14-11 0,-19-10 0</inkml:trace>
  <inkml:trace contextRef="#ctx0" brushRef="#br0" timeOffset="25383">18373 16171 24575,'6'46'0,"0"-1"0,0 1 0,-1 0 0,-2 0 0,4 1 0,3 2 0,4 1 0,2-1-420,0-5 0,2-2 0,-1 1 420,-1 3 0,-1 0 0,1-4 0,11 5 0,-2-5 205,-13-8 1,-3-4-206,1-2 209,-20-56-209,2-1 0,-5-6 0,-7-1 0,-5-3 0,0-3-472,-2-9 0,0-3 0,1-1 472,4 12 0,0 0 0,0 0 0,1 0 0,-1 1 0,0 0 0,2-1 0,4 1 81,4-12 0,5 1 1,0 2-82,-9-6 0,4 4 0,10 5 0,4 4 0,-2-8 0,18 29 0,5 2 0,6 4 0,16 21 0,6 6 0,-9-9 0,2-2 0,0 6 226,3 12 0,0 8 0,-2 4-226,-7 0 0,-3 3 0,0 3 0,2 2 0,-2 3 0,-6 3 0,-12 4 0,-8 2 0,3 1 0,4-4 0,2-1 0,-5 3 0,-11 6 0,-7 3 0,1-2 0,1-3 0,1-2 0,-5 1-199,-5-4 1,-3 1-1,-2-1 1,0-3 198,-5 3 0,-1-3 0,-1-1 0,0 4 0,-1-1 0,-1-5 0,-6 0 0,3-6 0,-4 7 0,12-23 0,12-19 0</inkml:trace>
  <inkml:trace contextRef="#ctx0" brushRef="#br0" timeOffset="26083">19135 16743 24575,'0'-24'0,"0"71"0,0-4 0,0 6 0,0-2 0,0 5 0,0 0-418,-1 0 0,1 2 1,1-3 417,1-6 0,2-3 0,-1 1 0,-3 16 0,2-3 204,13-16 1,-1-5-205,-10 7 207,15-23-207,-19-38 0,0 15 0,0-34 0,0 33 0,0-13 0</inkml:trace>
  <inkml:trace contextRef="#ctx0" brushRef="#br0" timeOffset="26450">19135 16362 24575,'0'0'0</inkml:trace>
  <inkml:trace contextRef="#ctx0" brushRef="#br0" timeOffset="27184">20003 15790 24575,'41'-9'0,"1"0"0,-1-1 0,2 2 0,1-1 0,-1 0 0,-2-1 0,-1-1 0,-2-1 0,13-8 0,-7 3 0,-2 12 0,-23-14 0</inkml:trace>
  <inkml:trace contextRef="#ctx0" brushRef="#br0" timeOffset="28017">20257 16701 24575,'47'0'0,"0"0"0,9-5 0,3 0 0,-17 5 0,2 0 0,-1-2 0,4-7 0,0-2 0,-2 3 0,10 6 0,-2-1 0,1-16 0,-7 0 0,-9 14 0,18-13 0,-51 18 0,14-19 0,-19 14 0,0-14 0,0 19 0,0 0 0</inkml:trace>
  <inkml:trace contextRef="#ctx0" brushRef="#br0" timeOffset="28684">21124 15790 24575,'10'40'0,"-1"0"0,2 17 0,2 4 0,-1-14 0,3 1 0,0 0-270,2 2 1,2 0-1,-3-1 270,-5 12 0,4-7 133,8-24 0,1-4-133,-1 21 134,1-54-134,-5-5 0,-19-2 0,0-4 0</inkml:trace>
  <inkml:trace contextRef="#ctx0" brushRef="#br0" timeOffset="29314">21167 14901 24575,'0'0'0</inkml:trace>
  <inkml:trace contextRef="#ctx0" brushRef="#br0" timeOffset="31748">11748 11557 24575,'42'0'0,"0"0"0,1 0 0,-11 0 0,-10 0 0,-13 0 0,-9 0 0</inkml:trace>
  <inkml:trace contextRef="#ctx0" brushRef="#br0" timeOffset="33281">11875 11875 24575,'-24'0'0,"5"0"0,0 0 0,15 0 0,-15 0 0,0 0 0,14 0 0,-23 0 0,26 0 0,-8 0 0,-8 0 0,13 0 0,-14 0 0,19 0 0,0 0 0</inkml:trace>
  <inkml:trace contextRef="#ctx0" brushRef="#br0" timeOffset="35117">12129 11790 24575,'9'-37'0,"0"1"0,2-6 0,2-1 0,7-10 0,2 0 0,-6 8 0,1 1 0,3 1 0,0 4 0,-3 11 0,-1 4 0,8 0 0,13 6 0,-32 18 0,14 18 0,-19 6 0,0 18 0,18 10 0,-13-7 0,5-15 0,-1 1 0,-9 14 0,4-10 0,1 0 0,-2 12 0,6 5 0,-9-31 0,0 7 0,0-23 0,19 14 0,-14 0 0,14-15 0,-19 15 0,0-19 0</inkml:trace>
  <inkml:trace contextRef="#ctx0" brushRef="#br0" timeOffset="36816">14245 13758 24575,'31'0'0,"-1"0"0,7 0 0,2 0 0,8 0 0,2 0 0,0 0 0,-2 0 0,-7 0 0,-4 0 0,15 0 0,-29 0 0,-13 0 0,-9 0 0</inkml:trace>
  <inkml:trace contextRef="#ctx0" brushRef="#br0" timeOffset="37734">14330 13949 24575,'35'0'0,"0"0"0,3 0 0,2 0 0,8 0 0,0 0 0,-8 0 0,-4 0 0,15 0 0,-11 0 0,-25 0 0,3 0 0,-18 0 0,19 0 0,-14 0 0,14 0 0</inkml:trace>
  <inkml:trace contextRef="#ctx0" brushRef="#br0" timeOffset="39117">15113 13674 24575,'24'0'0,"-6"0"0,1 0 0,-14 0 0,32 0 0,-32 18 0,14 6 0,-17 5 0,-4 3 0,2 6 0,0 1 0,0-1 0,0 0 0,0-3 0,0 1 0,0 8 0,0 8 0,0-10 0,0-9 0,0-12 0,0-11 0,9-10 0,-6-10 0,25 8 0,-4-7 0,18 9 0,0 0 0,-18 0 0,4 0 0,-26 0 0,26 0 0,-23 0 0,14 0 0,-19 0 0</inkml:trace>
  <inkml:trace contextRef="#ctx0" brushRef="#br0" timeOffset="42334">12086 16447 24575,'43'0'0,"-13"0"0,1 0 0,25 0 0,-24 0 0,0 0 0,19 0 0,-27 0 0,-5 0 0</inkml:trace>
  <inkml:trace contextRef="#ctx0" brushRef="#br0" timeOffset="43233">12065 16108 24575,'31'0'0,"20"0"0,-4 0 0,-10 0 0,-3 0 0,-8 0 0,21 0 0,-42 0 0,32 0 0,-32 0 0,14 0 0,-19 0 0,0 0 0,0 0 0</inkml:trace>
  <inkml:trace contextRef="#ctx0" brushRef="#br0" timeOffset="44549">12658 16066 24575,'42'0'0,"0"0"0,-18 0 0,4 18 0,-26 15 0,3-2 0,0 2 0,-5-1 0,0 2 0,0 7 0,0 0 0,0 15 0,0-23 0,0-4 0,0-6 0,19-4 0,4-19 0,7 0 0,1 0 0,7 0 0,21 0 0,-26 9 0,9 31 0,-18-2 0,-13-8 0,-4 1 0,-7 2 0,0 7 0,0-7 0,0 19 0,-37-8 0,8 8 0,-4-29 0,-4-4 0,-8 5 0,-6-5 0,8-19 0,10 0 0,-7-19 0,26-5 0,-5 1 0,19 4 0,0 19 0</inkml:trace>
  <inkml:trace contextRef="#ctx0" brushRef="#br0" timeOffset="48486">9906 13907 24575,'52'0'0,"-21"0"0,1 0 0,10 0 0,1 0 0,1 0 0,-1 0 0,-4 0 0,-3 0 0,16 0 0,-31 18 0,-11 6 0,-10-1 0,0-4 0</inkml:trace>
  <inkml:trace contextRef="#ctx0" brushRef="#br0" timeOffset="55016">9948 14393 24575,'46'0'0,"0"0"0,-2-4 0,1-1 0,9 4 0,-2 0 0,-18-3 0,-2-2 0,-1-4 0,-3 1 0,5 5 0,-10-15 0,-4 19 0</inkml:trace>
  <inkml:trace contextRef="#ctx0" brushRef="#br0" timeOffset="56265">10689 13758 24575,'0'58'0,"0"0"0,0-4 0,0 0 0,0 5 0,0-3 0,0-16 0,0-2 0,-2 0 0,4-6 0,17-8 0,5-24 0,5-10 0,3-4 0,-5-2 0,2-1 0,13-4 0,-2 2 0,7 5 0,-17-6 0,-1 3 0,4 12 0,-9-14 0,-5 0 0,-19 14 0,0-23 0,0 26 0,-19-26 0,-5 23 0,-9-14 0,12 38 0,12-14 0,9 42 0,0-3 0,0-3 0,0 3 0,0 3 0,0 3 0,-1-7 0,1 3 0,1-1 0,3 12 0,1-2 0,-5 4 0,2-2 0,11-9 0,3-5 0,-5-13 0,1-3 0,12 15 0,-5-23 0,-19-19 0</inkml:trace>
  <inkml:trace contextRef="#ctx0" brushRef="#br0" timeOffset="60049">16828 11642 24575,'30'-43'0,"3"17"0,5 1 0,-8 2 0,1 1 0,10-5 0,0 2 0,11 2 0,-29 4 0,-4 19 0,-19 0 0</inkml:trace>
  <inkml:trace contextRef="#ctx0" brushRef="#br0" timeOffset="60984">16933 11938 24575,'26'-15'0,"0"-1"0,19-16 0,-9 11 0,-2-1 0,-5-20 0,1 29 0,-4 2 0,-21-7 0,14 18 0</inkml:trace>
  <inkml:trace contextRef="#ctx0" brushRef="#br0" timeOffset="61783">17314 11155 24575,'0'33'0,"0"26"0,0-28 0,0 3 0,0 17 0,0 4 0,0-13 0,-1 2 0,2-3 0,9 10 0,-1-1 0,-8 8 0,3-5 0,10-23 0,0-4 0,-12 17 0,8-24 0,-10-19 0</inkml:trace>
  <inkml:trace contextRef="#ctx0" brushRef="#br0" timeOffset="63166">17378 10964 24575,'23'0'0,"15"0"0,4 0 0,-13 0 0,18 0 0,-26 29 0,-7-4 0,-3 9 0,-3 3 0,-8 10 0,0 5 0,0-12 0,0-26 0,0 5 0,18-19 0,6 0 0,18 18 0,10-13 0,-7 33 0,7-15 0,-20 10 0,-10 7 0,-13-7 0,-9 19 0,0-21 0,0 1 0,1 6 0,-2 0 0,-8 18 0,-9-16 0,-4-2 0,-16-1 0,11-6 0,2 0 0,4 1 0,-7-10 0,23-13 0,-32-9 0,32 0 0,-14 0 0,0 0 0,14-9 0,-13 6 0,18-6 0</inkml:trace>
  <inkml:trace contextRef="#ctx0" brushRef="#br0" timeOffset="66065">826 2794 24575,'0'56'0,"0"1"0,0-13 0,0 2 0,0 3 0,0-4 0,0 3 0,0 1 0,0-1-729,0-1 0,-1-1 0,1 0 1,1 1 728,-1 5 0,0 2 0,0-2 0,0-3 0,-1-2 0,1-3 0,1-1 461,-1 17 0,0-7-461,0-11 0,0-23 0,0-19 0</inkml:trace>
  <inkml:trace contextRef="#ctx0" brushRef="#br0" timeOffset="67099">339 2836 8191,'-24'0'0,"43"0"5063,37 0-5063,-5 0 0,4 0 0,-13 0 0,1 0 0,-1 0 0,19 0 0,-2 0 0,1 0 0,-5 0 1409,-19 0 0,-6 0-1409,10 0 1719,-12 0-1719,-23 0 1696,14 0 0,-19 0 0,0 0 0</inkml:trace>
  <inkml:trace contextRef="#ctx0" brushRef="#br0" timeOffset="68796">1249 3366 24575,'0'51'0,"0"-20"0,0 2 0,0 16 0,0 5 0,0 5 0,0 2 0,0-15 0,0 2 0,0-3 0,0 10 0,0-2 0,0 1 0,0-7 0,0-9 0,0-38 0,19-57 0,-9 7 0,3-5 0,3 13 0,2-1 0,0 1 0,-3 1 0,-1 0 0,2 3 0,10-12 0,-1 3 0,-13 9 0,0 6 0,16 8 0,-26-4 0,27 35 0,-25 5 0,15 39 0,-8-15 0,-3 4 0,-5 16 0,-1 3 0,7-8 0,1-1 0,-9 3 0,-2-2 0,-1-18 0,4-3 0,16 22 0,-13-29 0,14-4 0,0-56 0,-5-1 0,13-2 0,5-2 0,-14 12 0,1 3 0,15 0 0,3 2 0,-5 3 0,-1 4 0,26 4 0,-21 11 0,-2 6 0,11 30 0,-12 12 0,-23-10 0,-1 0 0,9 3 0,-13 2 0,14-30 0,0-39 0,-13-1 0,2-3 0,11-1 0,2-3 0,-10-2 0,-2-5 0,4 7 0,8 10 0,0 3 0,-10-9 0,2 7 0,24 16 0,-32 10 0,23 10 0,-7-8 0,-6 45 0,22-19 0,-34 3 0,-1 0 0,35 1 0,-32 8 0,14-7 0,-19 10 0,0-1 0,0-18 0,0-6 0,0-18 0,0 0 0</inkml:trace>
  <inkml:trace contextRef="#ctx0" brushRef="#br0" timeOffset="70338">1439 2879 24575,'0'0'0</inkml:trace>
  <inkml:trace contextRef="#ctx0" brushRef="#br0" timeOffset="71416">1439 2985 24575,'0'0'0</inkml:trace>
  <inkml:trace contextRef="#ctx0" brushRef="#br0" timeOffset="71735">3514 3090 24575,'0'47'0,"0"0"0,0 6 0,0 0 0,0 1 0,0 0 0,0 4 0,0 0 0,0-10 0,0 0 0,0 1 0,0-4 0,0 2 0,0 0 0,0-44 0,0 6 0,0-9 0</inkml:trace>
  <inkml:trace contextRef="#ctx0" brushRef="#br0" timeOffset="72699">3895 3175 8191,'42'-19'0,"-9"-4"5063,-12-10-5063,7 12 2818,-23 21-2818,-5 58 0,-14-33 0,-5 2 0,0 10 0,-3 6 0,0-3 0,-10 5 0,-2-1 0,7-8 0,0 1 0,-2-4 0,-9 2 0,1-4 859,8 0 1,2-3-860,-13 5 6784,30-10-6784,10-4 0,0-19 0,10 0 0,11 0 0,31 0 0,-5 19 0,4-14 0,-11 32 0,-7-32 0,10 14 0,-20-19 0,15 0 0,-33 0 0,13 0 0,-18 0 0,0 0 0</inkml:trace>
  <inkml:trace contextRef="#ctx0" brushRef="#br0" timeOffset="74448">4572 3514 24575,'0'-36'0,"0"1"0,0-11 0,0-4 0,0 3 0,0-4 0,0 1-386,0-2 1,0 1 0,0 1 385,1 2 0,0 1 0,-3 3 188,-7-7 1,-1 8-189,5 0 192,-23 43-192,25 26 0,4 10 0,-15 10 0,0 6 0,11-8 0,3 3 0,-2 1-345,-9 7 1,-4 1 0,3 0 344,9-5 0,3 0 0,-1 0 0,-5 5 0,-2 0 0,3-1 0,4-4 0,1-2 0,1-1 278,-1 14 0,0-4-278,-2-8 0,4-6 0,17 8 0,-15-31 0,15-11 0,-19-10 1064,19-10-1064,-5-11 0,13-4 0,5-2 0,-10 3 0,3 1 0,23-1 0,5 6 0,-8 6 0,-1 5 0,1 5 0,-3 4 0,-4 6 0,-5 3 0,9 12 0,-18 20 0,-5-20 0,-10 15 0,-7-33 0,27-5 0,-25-5 0,13-21 0,4-5 0,3 3 0,-1-14 0,-4 23 0,-19 38 0,0 4 0,4 6 0,1 3 0,-2 25 0,9-25 0,4-1 0,7 21 0,1-19 0,13-12 0,-13-11 0,0-10 0,-6 0 0,-18-10 0,0-30 0,0 3 0,0-15 0,-18 12 0,-6 26 0,0-5 0,-13 19 0,32 0 0,-32 0 0,32 0 0,-14 0 0,19 0 0</inkml:trace>
  <inkml:trace contextRef="#ctx0" brushRef="#br0" timeOffset="77049">5630 3810 24575,'-23'19'0,"4"4"0,19 20 0,0-20 0,0 15 0,0-33 0,0 13 0,0-18 0,0-18 0,0 13 0,0-14 0,0 19 0,0 0 0,-9 0 0,6 19 0,-6-14 0,9 23 0,0-7 0,0-7 0,9 24 0,-6-34 0,6 15 0,10-38 0,4-4 0,1-10 0,13 12 0,-32-7 0,14 23 0,-19-33 0,0 15 0,0-1 0,0-13 0,0 32 0,0 5 0,0 5 0,0 32 0,0-13 0,28-7 0,23 2 0,11 0 0,-3-1 0,-14-2 0,-15 2 0,1-1 0,18-4 0,0 1 0,-1-1 0,1 0 0,0 0 0</inkml:trace>
  <inkml:trace contextRef="#ctx0" brushRef="#br0" timeOffset="82899">6265 3852 24575,'0'38'0,"0"0"0,0 11 0,0 3 0,0 2 0,0 0 0,0-3 0,0-1 0,0-1 0,0-6 0,0-10 0,0-14 0,0-19 0,0-19 0,0-14 0,19-12 0,-17 11 0,1-2 0,14-2 0,3 0 0,-7 4 0,-2 0 0,-1-7 0,4 2 0,23-6 0,-32 12 0,14 15 0,-19 18 0</inkml:trace>
  <inkml:trace contextRef="#ctx0" brushRef="#br0" timeOffset="86782">6392 3895 24575,'0'42'0,"0"10"0,0-8 0,0 8 0,19-28 0,-14-5 0,14-10 0,-10-7 0,12-2 0,-7-2 0,24-7 0,-33 9 0,14 0 0,-19 0 0,18 0 0,-13 0 0,14-19 0,-19 14 0,0-14 0,0 19 0,0 0 0,0 0 0</inkml:trace>
  <inkml:trace contextRef="#ctx0" brushRef="#br0" timeOffset="88448">6837 3937 24575,'-33'0'0,"-5"0"0,-2 0 0,-11 0 0,-8-2 0,-2 4 0,24 7 0,3 1 0,-10-6 0,6 6 0,18 17 0,7 5 0,-6 15 0,16-16 0,6 1 0,16 20 0,4-10 0,1-19 0,4-3 0,3-6 0,2-5 0,-1-5 0,1-8 0,18-21 0,0-11 0,-6-2 0,-1-4 0,-14 11 0,-1-2 0,-1 1 0,11-15 0,-7 2 0,-19 16 0,-3 1 0,9-14 0,-19 61 0,0 14 0,0 9 0,0 15 0,0 6-454,1-9 1,-1 2 0,-1 1 453,-5 0 0,-1 0 0,1 1 0,4-11 0,2 2 0,-1-1 0,-1-2 0,-4 7 0,-1-3 0,2 0-57,3 3 1,3-1-1,0-4 57,-1-2 0,0-3 0,2 0 0,-4-3 0,-15-8 0,-4-3 0,-7 16 0,-5-17 0,-5-5 673,6-10 1,1-2-674,-16 8 183,-12-19-183,26-19 0,9-33 0,20 7 0,8-6 0,9 9 0,6-1 0,1-2-460,3-7 0,1-2 0,7 3 460,-1 16 0,5 2 0,1 1 0,-3 0 0,-1-8 0,-3 0 0,4 5 0,7 7 0,4 4 0,-8 3 0,1-12 0,1 14 0</inkml:trace>
  <inkml:trace contextRef="#ctx0" brushRef="#br0" timeOffset="89315">5673 2879 24575,'33'0'0,"25"0"0,-1 0 0,-1 18 0,3-13 0,-45 42 0,5-21 0,-25 3 0,-7 3 0,-1 13 0,-5-19 0,-2 0 0,-12 16 0,10-18 0,4-6 0</inkml:trace>
  <inkml:trace contextRef="#ctx0" brushRef="#br0" timeOffset="90166">7641 3895 24575,'0'-24'0,"0"5"0,-19 19 0,-23 0 0,6-2 0,-3 4 0,-8 15 0,-3 4 0,11-10 0,-1-1 0,4 7 0,-1 22 0,4 4 0,-10-15 0,8 0 0,21 24 0,-5-12 0,47-26 0,1 6 0,6-2 0,16-14 0,6-3 0,-12 6 0,2 2 0,0-7-224,-4-10 1,0-7 0,0 1 223,5 2 0,2 1 0,-5-4 0,8-15 0,-4-3 0,-1 5 0,-2 4 0,-13 7 0,-5 1 0,-5-5 0,-4 11 0</inkml:trace>
  <inkml:trace contextRef="#ctx0" brushRef="#br0" timeOffset="91532">8043 3852 24575,'-49'19'0,"11"5"0,6-5 0,3 4 0,6 29 0,4-8 0,19 8 0,0-19 0,19 7 0,4-26 0,20 5 0,-1-19 0,-9 0 0,-12-19 0,7-14 0,-16 3 0,0-3 0,9 0 0,0 0 0,-8 0 0,-2 2 0,7-2 0,-18 15 0,0 36 0,0 6 0,0 9 0,0 26 0,19-40 0,-14 18 0,14-37 0,-10 0 0,-7 0 0,8 0 0,9-19 0,-15-4 0,34-10 0,-33 12 0,14 11 0,-19 20 0,0 11 0,0 12 0,18 9 0,-13-9 0,23-12 0,-25 7 0,25-23 0,-23 14 0,32-19 0,-32-19 0,32 14 0,-32-23 0,33 7 0,-33 7 0,13-5 0</inkml:trace>
  <inkml:trace contextRef="#ctx0" brushRef="#br0" timeOffset="92848">8742 3366 24575,'0'42'0,"0"10"0,0-17 0,0 2 0,0 2 0,0 0 0,0 8 0,0 0 0,0-8 0,0-3 0,0-2 0,0-4 0,0 3 0,0 4 0,0-32 0,0 14 0,0-38 0,0-4 0,9-20 0,-6 20 0,25-5 0,-5 25 0,1-6 0,13 9 0,-32 0 0,23 0 0,-25 9 0,25 12 0,-23 12 0,13 1 0,1 3 0,-16-3 0,-1 0 0,17 9 0,0-1 0,-18-9 0,2-3 0,16-3 0,0-2 0,-14 17 0,14-18 0,-10-5 0,-7-19 0,26-19 0,-4 14 0,18-32 0,-18 32 0,-5-14 0</inkml:trace>
  <inkml:trace contextRef="#ctx0" brushRef="#br0" timeOffset="93699">8213 2540 24575,'-10'34'0,"1"0"0,-11 9 0,-2 4 0,6-3 0,2 4 0,-4-2-426,-4-2 1,-4-2-1,4 2 426,5 1 0,3 1 0,0-3 0,-3-1 0,1-4 208,5-5 1,4-5-209,7-9 52,0-19 1,0 0 0,0 0 0</inkml:trace>
  <inkml:trace contextRef="#ctx0" brushRef="#br0" timeOffset="95748">9800 3217 24575,'0'46'0,"0"0"0,0 7 0,0 2 0,0 4 0,0 2 0,0-13 0,0 1 0,0-2 0,0 5 0,0-3 0,0-1 0,0-2 0,0-13 0,0-5 0,0-4 0,0-6 0,0-55 0,10 8 0,-2-4 0,5-4 0,11 5 0,3 0 0,0-6 0,3 1 0,11 8 0,0 2 0,-12-5 0,-1 5 0,23 13 0,-11-5 0,-7 19 0,-9 0 0,13 0 0,-32 28 0,33 17 0,-24 11 0,6-20 0,0-1 0,-6 10 0,5 6 0,-19-27 0,0 13 0,0-32 0,19 14 0,-15-19 0,15-19 0,-19-4 0,19-20-1696,-14 20 0,14 4 0,-19 19 0</inkml:trace>
  <inkml:trace contextRef="#ctx0" brushRef="#br0" timeOffset="97515">10626 2942 24575,'0'35'0,"0"1"0,0 6 0,0 3 0,0-5 0,0 3 0,0 1-315,0 2 0,0 0 0,0 1 315,0-4 0,0 0 0,0 0 0,0 3 0,0 0 0,0-4 155,0-1 0,0-2-155,0-1 0,0-6 157,0-10-157,0-13 0,0-9 0,18-9 478,-3-13-478,3-2 0,4-3 0,3 0 0,1-3 0,-3-11 0,1 0 0,11 11 0,1 3 0,-13 5 0,-1 2 0,11 1 0,4 19 0,-32 0 0,14 38 0,-10 0 0,-9 1 0,2 4 0,12-5 0,1-1 0,-11 20 0,15-17 0,0-31 0,-14-9 0,14 0 0,-1 0 0,-13 0 0,33-9 0,-24-31 0,26 2 0,-24 3 0,1-1 0,4 13 0,0 2 0,3-12 0,13 14 0,-32 19 0,14 19 0,-19 14 0,9 11 0,12 8 0,12-28 0,-9-5 0,13-19 0,-23 0 0,8 0 0,-13-19 0,-9-5 0,0-28 0,0 8 0,0-8 0,0 28 0,-9 6 0,-13 18 0,8 0 0,-4 0 0,18 0 0,0 0 0</inkml:trace>
  <inkml:trace contextRef="#ctx0" brushRef="#br0" timeOffset="99016">11409 2561 24575,'30'0'0,"1"0"0,7 19 0,2 5 0,-12 18 0,-23 10 0,5-21 0,-2 1 0,-15 5 0,-4 1 0,5 1 0,-3-2 0,-9-5 0,-4-1 0,7-4 0,-2-2 0,-26 8 0,20-12 0,4-12 0,19-9 0</inkml:trace>
  <inkml:trace contextRef="#ctx0" brushRef="#br0" timeOffset="101615">12213 3069 24575,'0'50'0,"0"-10"0,0 4 0,0 14 0,0 4 0,0-16 0,0 2 0,0-3 0,0 11 0,0-4 0,0-8 0,0-6 0,0-5 0,0-14 0,0-19 0,19-19 0,-5-14 0,13 3 0,5-3 0,-5 0 0,2 0 0,8 0 0,2 3 0,3 3 0,-2 2 0,-15 3 0,-3 2 0,18-4 0,-12 5 0,-23 19 0,32 19 0,-32 5 0,14 18 0,-19-9 0,0 7 0,19-7 0,-14 9 0,13-9 0,1-12 0,-14-11 0,14-10 0</inkml:trace>
  <inkml:trace contextRef="#ctx0" brushRef="#br0" timeOffset="102817">13039 2646 24575,'0'47'0,"0"0"0,0 0 0,0 2 0,0-3 0,0 3 0,0 0-464,0-5 0,0 1 0,0 0 464,0 8 0,0 1 0,0-4 0,0 6 0,0-3 226,0 0 1,0-5-227,0-11 231,18 1-231,-13-38 0,33-38 0,-24 20 354,13-19 0,5-4-354,-4 12 0,0 2 0,0-2 0,1 1 0,12-4 0,-5 5 0,-17 13 0,37-5 0,-51 19 0,14 0 0,0 19 0,-14 14 0,4 6 0,0 4 0,-8-8 0,-2 1 0,6 15 0,0-1 0,-4-16 0,0-2 0,4 1 0,0-3 0,-5 3 0,18 5 0,-13-33 0,33 14 0,-34-38 0,34-24 0,-24 6 0,4-2 0,4 0 0,11 1 0,9-4 0,1 23 0,-20 19 0,-4 0 0</inkml:trace>
  <inkml:trace contextRef="#ctx0" brushRef="#br0" timeOffset="104364">14203 3323 24575,'-31'0'0,"-2"0"0,-9 0 0,18 19 0,-4 5 0,26 18 0,-7 10 0,9-8 0,0 8 0,0-28 0,0 4 0,9-26 0,-7 8 0,26-10 0,-23-10 0,33-30 0,-15-7 0,-6 7 0,-1-2 0,-4 3 0,-3 3 0,1-12 0,-10 11 0,0 37 0,0 56 0,19-23 0,-16 10 0,-2 4 0,8-14 0,1-3 0,9 17 0,5-7 0,-1-12 0,15-23 0,-34 14 0,25-38 0,-8-14 0,3-8 0,3-10 0,-3 5 0,2-4 0,0-2-486,-3 5 0,1-2 0,1-1 0,-1 1 486,1 0 0,-1 0 0,1 0 0,-2 1 0,-3 5 0,0 0 0,-2 1 0,-1 3 0,-1-3 0,-2 3 0,-2 5 0,7-23 0,-19 20 0,0 55 0,0 6 0,0 28 972,0-13 0,0 4-972,0 1 0,0 1 0,0 12 0,0 2 0,0-1 0,0-1 0,0-12 0,0-1 0,0 8 0,0-3 0,0 8 0,0-26 0,0-1 0,0 3 0,0-12 0,19-12 0,-14-9 0,13-9 0,-18 7 0,0-8 0,0 10 0</inkml:trace>
  <inkml:trace contextRef="#ctx0" brushRef="#br0" timeOffset="105326">14626 3133 24575,'35'0'0,"1"0"0,5 0 0,5 0 0,0 0 0,4 0 0,0 0-429,-3 0 1,1 0 0,0 0 428,2 0 0,1 0 0,-4 0 0,4 0 0,-5 0 209,-9 0 1,-4 0-210,0 0 213,-12 0-213,-11 18 0,-10-13 0,0 14 0</inkml:trace>
  <inkml:trace contextRef="#ctx0" brushRef="#br0" timeOffset="106549">13843 3175 24575,'9'-42'0,"-6"-10"0,6 26 0,10-21 0,5 42 0,4-4 0,5 0 0,4 7 0,1 4 0,1-2 0,0 0 0,-2 0 0,-2 0 0,17 0 0,-9 0 0,-20 0 0,-4 0 0,-19 18 0,0 6 0,0 9 0,0-12 0,0-12 0,0 10 0,0-14 0,0 14 0</inkml:trace>
  <inkml:trace contextRef="#ctx0" brushRef="#br0" timeOffset="107232">14372 2159 24575,'0'52'0,"0"-21"0,0 1 0,0 9 0,0 3 0,0 4 0,0 0 0,0-8 0,0-2 0,0 0 0,0-5 0,0-10 0,0-4 0</inkml:trace>
  <inkml:trace contextRef="#ctx0" brushRef="#br0" timeOffset="107982">15769 2731 24575,'0'34'0,"0"0"0,0 17 0,0 6 0,0-11 0,0 1 0,0 3-433,0-4 0,0 1 0,0 0 0,0-1 433,0 7 0,0-2 0,0-2 0,0-4 0,0-2 0,0-2 280,0 8 0,0-6-280,0 9 287,0-29-287,0-23 0,0-23 0</inkml:trace>
  <inkml:trace contextRef="#ctx0" brushRef="#br0" timeOffset="109381">15494 3450 24575,'56'0'0,"1"0"0,1 0 0,4 0 0,-8 0 0,3 0 0,-1 0-404,-11 0 0,-1 0 0,1 0 404,7 0 0,2 0 0,-7 0 198,-11 0 0,-2 0-198,9 0 0,-8 0 201,-21 0-201,5 0 0,-19 10 0,0 30 615,0-3-615,0-3 0,0 3 0,0-5 0,0-1 0,0 2 0,0 0 0,0-1 0,0 0 0,0 19 0,0-27 0,0-5 0,0-19 0,19 0 0,4 0 0,20-38 0,-18 12 0,1-4 0,-4-5 0,-1-6 0,0 1 0,-2 4 0,0-1 0,-1 0 0,0-2 0,-1-1 0,0 4 0,5-4 0,-4 4 0,-4-6 0,5 23 0,-19 38 0,0-14 0,0 32 0,0-4 0,0 12 0,-1-10 0,2 0 0,18 22 0,-18-16 0,2 0 0,16-11 0,0-3 0,-14 15 0,14-14 0,-10-25 0,-7 6 0,8-9 0,8 0 0,-13 0 0,14-9 0,-19 6 0,0-25 0,0 23 0,0-13 0</inkml:trace>
  <inkml:trace contextRef="#ctx0" brushRef="#br0" timeOffset="110397">16828 2794 24575,'11'0'0,"36"0"0,-18 0 0,13 0 0,-23 19 0,-1 4 0,-13 29 0,-4-21 0,-2 2 0,0-1 0,-3 1 0,-13 18 0,-3 0 0,9-15 0,-2-2 0,-12 8 0,-1-2 0,0 12 0,-21-28 0,42-5 0,-14-19 0</inkml:trace>
  <inkml:trace contextRef="#ctx0" brushRef="#br0" timeOffset="111198">16404 2794 24575,'47'-9'0,"0"-1"0,-3 8 0,-1-1 0,9-9 0,0-4 0,-13 5 0,-1 1 0,0 3 0,-3 0 0,17-12 0,-10 19 0,-18 0 0,-5 19 0,-19-14 0,0 14 0</inkml:trace>
  <inkml:trace contextRef="#ctx0" brushRef="#br0" timeOffset="111999">17463 3514 24575,'0'23'0,"0"24"0,0-2 0,0 4 0,0 5 0,0 2 0,0-1 0,0-1 0,0 0 0,0-1 0,0-5 0,0-1 0,0-7 0,0-30 0,0-10 0,0 0 0</inkml:trace>
  <inkml:trace contextRef="#ctx0" brushRef="#br0" timeOffset="112765">17992 3556 24575,'0'36'0,"0"1"0,0 0 0,0 1 0,0 8 0,0 2 0,0 0 0,0 1 0,0 0 0,0-2 0,0-7 0,0-5 0,0 8 0,0-24 0,0-19 0,0 0 0,0 0 0</inkml:trace>
  <inkml:trace contextRef="#ctx0" brushRef="#br0" timeOffset="113512">17357 3937 24575,'34'0'0,"0"0"0,-1 0 0,4 0 0,10 0 0,7 0 0,-2 0-475,-7 0 0,-1 0 0,1 0 475,8 0 0,1 0 0,-3 0 0,5 0 0,-4 0 232,-8 0 0,-6 0-232,-5 0 236,5 0-236,-33 19 0,14-14 0,-19 13 0</inkml:trace>
  <inkml:trace contextRef="#ctx0" brushRef="#br0" timeOffset="115061">18373 3662 24575,'0'30'0,"0"1"0,0 6 0,0 1 0,0 9 0,0 3 0,0 8 0,0-1 0,0-12 0,0-1 0,0 10 0,0-7 0,0-9 0,0-19 0,0-61 0,0 6 0,0-4 0,0-7 0,0-2 0,0-9 0,0 1 0,0 11 0,0 2 0,0 1 0,0 4 0,0 6 0,0 14 0,18 19 0,-13 0 0,23 0 0,-6 19 0,29 5 0,-23 0 0,1 3 0,2-4 0,1-1 0,4 4 0,-1 0 0,-11-5 0,-1 0 0,4-5 0,-2 1 0,-4 23 0,7-26 0,-4 5 0,-1-19 0,-4 0 0,-19 0 0,0-19 0,0 14 0,0-13 0,0 18 0,0-10 0,19 8 0,-15-26 0,15-15 0,-17-1 0,-4-6 0,2-8 0,0-4-253,0 14 1,0-2 0,0 0 252,0 3 0,0 1 0,0 0 0,0 3 0,0 0 0,0 2 0,0-5 0,0 5 0,0-11 0,0 34 0,0 36 0,0-13 0,0 14 0</inkml:trace>
  <inkml:trace contextRef="#ctx0" brushRef="#br0" timeOffset="120469">19685 3598 24575,'12'55'0,"0"-1"0,-1 0 0,1 1 0,0-1 0,0 1 0,-1-1 0,1 0 0,1 4 0,-1 0 0,1 0 0,-1 0 0,1 0 0,-1 1 0</inkml:trace>
  <inkml:trace contextRef="#ctx0" brushRef="#br0" timeOffset="121732">20003 3704 24575,'0'0'0</inkml:trace>
  <inkml:trace contextRef="#ctx0" brushRef="#br0" timeOffset="123080">19812 4149 24575,'-59'3'0,"0"1"0,1 0 0,-1 0 0,0-1 0,1 1 0,-4-2 0,2 0 0,13 4 0,20 4 0,22 14 0,-13 13 0,18-13 0,0 9 0,0 7 0,0-7 0,18 9 0,6-19 0,9-4 0,7-19 0,11 0 0,6 0 0,-16 2 0,0-4 0,16-17 0,-6 15 0,-11-34 0,-25 33 0,22-32 0,-32 32 0,14-14 0</inkml:trace>
  <inkml:trace contextRef="#ctx0" brushRef="#br0" timeOffset="123149">19389 3662 24575,'57'3'0,"0"1"0,0-1 0,0 0 0,0 1 0,0-1 0,0 0 0,-3 0 0,-1 1 0,0-1 0,1 0 0,-1 0 0,0 0 0</inkml:trace>
  <inkml:trace contextRef="#ctx0" brushRef="#br0" timeOffset="125330">20489 4085 24575,'19'-23'0,"-5"-24"0,7 21 0,-14-8 0,-4-3 0,-3-19 0,0 15 0,0-1 0,0-14 0,1 24 0,-2 3 0,-9-4 0,-11 12 0,-12 11 0,10 20 0,-15 11 0,24 12 0,-6-4 0,0 3 0,6 24 0,-6-24 0,2 0 0,14 20 0,-15-10 0,19-9 0,19-12 0,4-11 0,10 0 0,5-2 0,21-3 0,-5 5 0,2-1 0,-21-8 0,1-2 0,24 3 0,0-4 0,-24-7 0,-2-1 0,8 5 0,-2-4 0,-1-17 0,-7-7 0,-13 6 0,0-2 0,12-8 0,-4-2 0,-18-2 0,-3 0 0,12-15 0,1 4 0,-14 31 0,14 11 0,-19 10 0,0 29 0,0 0 0,0 5 0,0 19 0,0 2 0,0-5 0,0 1 0,-2-6 0,1 1 0,4-7 0,15 12 0,-13 8 0,14-49 0,0-10 0,-14-10 0,13-30 0,-12 0 0,-2-4 0,5-5 0,3-4-151,-2 3 1,0-3 0,3 4 150,7 0 0,2 4 0,0-8 0,-1 4 0,2-2 0,5 27 0,-25 5 0,25 19 0,-23 19 451,13 5-451,-18 27 0,9-20 0,1 2 0,-9 5 0,3-1 0,15-8 0,-1-1 0,-13 30 0,14-25 0,-10 10 0,-6-20 0,6-23 0,-9-5 0,0-13 0</inkml:trace>
  <inkml:trace contextRef="#ctx0" brushRef="#br0" timeOffset="129664">20257 3281 24575,'30'-15'0,"1"-1"0,5-9 0,3-1 0,9-3 0,0 1 0,-8 6 0,-2-1 0,0-3 0,-5 5 0,-10 17 0,-4-15 0,-19 38 0,19 14 0,-15 11 0,5-9 0,1 1 0,0 20 0,-1-15 0,3 1 0,3-9 0,3-1 0,2 1 0,2-2 0,0-5 0,-2 0 0,4 16 0,-5-18 0,-19-6 0</inkml:trace>
  <inkml:trace contextRef="#ctx0" brushRef="#br0" timeOffset="130548">21442 2561 24575,'0'31'0,"0"-1"0,0 27 0,-9-7 0,-1 1 0,9-15 0,-3-2 0,-15 8 0,1-1 0,13 11 0,-14-29 0,19-4 0,0-19 0,0 0 0</inkml:trace>
  <inkml:trace contextRef="#ctx0" brushRef="#br0" timeOffset="134948">22225 3620 24575,'-26'21'0,"0"0"0,3 13 0,2 2 0,-7-3 0,4 3 0,10 15 0,4 1 0,0-17 0,2-2 0,4 4 0,8-3 0,33 8 0,1-18 0,10-11 0,5-7 0,-18-15 0,0-1 0,17 9 0,-2-3 0,-20-14 0,-4-2 0,16-3 0,-23-1 0,-19 6 0</inkml:trace>
  <inkml:trace contextRef="#ctx0" brushRef="#br0" timeOffset="136047">23029 3704 8191,'-23'0'0,"4"0"5063,0 0-5063,-23 0 2818,-15 0-2818,16 6 0,0 7 859,7 9 1,2 8-860,-2 10 0,5 7 0,11 6 0,3 2 0,-6-6 0,4-2 3392,13 1 0,3-4-3392,1 13 0,9-25 0,6-3 0,18-6 0,-4-9 0,1-9 0,7-43 0,-1 13 0,-1-6 0,-11-19 0,-3-6 0,6 3 0,-3-2 0,-10-5 0,-4 5 0,0 23 0,-1 5 0,-9-11 0,0 78 0,0 17 0,-2-11 0,4 2 0,7-13 0,0-2 0,-7-1 0,1-3 0,16 11 0,0-26 0,-14 5 0,13-19 0,-8 0 0,11 0 0,12 0 0,9-19 0,-18 14 0,-5-13 0</inkml:trace>
  <inkml:trace contextRef="#ctx0" brushRef="#br0" timeOffset="136798">23432 3895 24575,'-19'-24'0,"5"24"0,-15 16 0,-1 10 0,10 10 0,2 4 0,-14 7 0,3 2 0,15-1 0,4 1 0,0-6 0,2-2 0,5-7 0,6-4 0,15 3 0,25 4 0,-8-32 0,5-5 0,16 11 0,3-3-215,-16-12 1,0-4 0,1 1 214,2 6 0,1 1 0,-2-4 0,-1-7 0,-1-3 0,-3 2 0,6 5 0,-5 0 0,-2-13 0,-7 0 0,-8 5 0,-6-3 0</inkml:trace>
  <inkml:trace contextRef="#ctx0" brushRef="#br0" timeOffset="137698">22987 3027 24575,'0'33'0,"0"26"0,1-18 0,-2 2 0,-8 3 0,-1 0 0,8 7 0,-1-3 0,-6-16 0,0-4 0,9 3 0,0-14 0</inkml:trace>
  <inkml:trace contextRef="#ctx0" brushRef="#br0" timeOffset="138365">23770 3556 24575,'0'0'0</inkml:trace>
  <inkml:trace contextRef="#ctx0" brushRef="#br0" timeOffset="139397">21251 5736 24575,'0'-49'0,"0"11"0,0 2 0,0 2 0,0 8 0,0-21 0,0 80 0,0 4 0,0 1 0,0 10 0,0 0-354,0 2 1,0 1 0,0 1 353,0 5 0,0 1 0,0-1 0,0-6 0,0-2 0,0-1 0,0 12 0,0-5 0,0-10 0,0-5 0,0 5 0,0 2-1609,0-43 1,0 15 0,0-19 0</inkml:trace>
  <inkml:trace contextRef="#ctx0" brushRef="#br0" timeOffset="140930">20828 6011 24575,'52'0'0,"-13"-9"0,4 0 0,-3 6 0,3 4 0,1-4-597,9-8 0,1-4 1,1 3 596,3 6 0,0 3 0,-2-2 0,-11-2 0,-1-1 0,-4 2 289,10 0 0,-8 3-289,-9 3 296,5 0-296,-34 9 0,15 31 0,-19 16 458,0-10 0,0 2-458,0 1 0,0-1 0,0 0 0,0 0 0,0-5 0,0-1 0,0 1 0,0-4 0,0-1 0,0 18 0,0-70 0,0 28 0,0-70 0,19-1 0,-4 15 0,3-3 0,3 3 0,3 0 0,2-1 0,-1 3 0,-1-7 0,13 7 0,-32 31 0,14 9 0,-10 0 0,-6 9 0,6 31 0,10 7 0,-7-7 0,0 3 0,-1 0 0,1-2 0,-2-6 0,-1-1 0,1 3 0,-1-4 0,-5-9 0,15-5 0,-19-19 0,10-19 0,-8-5 0,26-9 0,-23-7 0,32 26 0,-32-23 0,33 32 0,-15-14 0,1 19 0,-5 0 0,-10 0 0,-7 19 0,8-14 0,-10 13 0,0-18 0,0 0 0</inkml:trace>
  <inkml:trace contextRef="#ctx0" brushRef="#br0" timeOffset="142098">22521 5186 24575,'29'50'0,"-1"1"0,0 0 0,0-1 0,0 1 0,1-1 0,-1 1 0,0-1 0,0 1 0,1-1 0,-1 1 0,0 0 0,0-1 0,0 1 0,1-1 0,-1 1 0,0-1 0,0 1 0</inkml:trace>
  <inkml:trace contextRef="#ctx0" brushRef="#br0" timeOffset="143778">22712 5144 8191,'19'-52'0,"-17"20"0,0 0 5063,17-24-5063,-18 24 0,-2 3 2818,1 5-2818,0 24 1719,0 61-1719,0-14 0,0 5 0,0-2 0,0 3 0,0 2 1821,0 1 1,0 1 0,0 1-1822,0-13 0,0 1 0,0-1 0,0 0 0,0 16 0,0-1 0,0-2-155,0-9 1,0-3 0,0 0 154,0 1 0,0-2 0,0-3 0,0-1 0,0-4 0,0 1 0,0-5 0,0-10 0,0-4 1286,0-19-1286,0 0 496,19-19-496,-14-14 0,14-12 0,-10 11 0,0-2 0,5-21 0,5 25 0,2 1 0,-5 4 0,1 2 0,26-17 0,-20 18 0,15 6 0,-24 18 0,26 0 0,-7 0 0,9 0 0,-9 18 0,7-13 0,-26 33 0,24-15 0,-33 10 0,4-4 0,0 1 0,-9 8 0,9-4 0,1 2 0,-5 9 0,14-12 0,-19 4 0,0-32 0,0 14 0,0-19 0</inkml:trace>
  <inkml:trace contextRef="#ctx0" brushRef="#br0" timeOffset="145282">21273 5334 24575,'0'0'0</inkml:trace>
  <inkml:trace contextRef="#ctx0" brushRef="#br0" timeOffset="145311">21696 5525 24575,'0'0'0</inkml:trace>
  <inkml:trace contextRef="#ctx0" brushRef="#br0" timeOffset="146379">22077 4805 24575,'27'47'0,"1"0"0,-1 0 0,-5-9 0,0-1 0,0 1 0</inkml:trace>
  <inkml:trace contextRef="#ctx0" brushRef="#br0" timeOffset="147764">22035 4572 24575,'42'-19'0,"10"14"0,-8-13 0,8 18 0,-28 0 0,13 18 0,-32 6 0,23 18 0,-26-9 0,8 26 0,-10-2 0,0-21 0,0 3 0,-2 11 0,-6 1 0,-8-6 0,-8-1 0,-7 5 0,-3-1 0,1-1 0,-3-3 0,-10-5 0,3-2 0,24-8 0,0-2 0,-11-4 0,2-6 0,13-7 0,-3-10 0</inkml:trace>
  <inkml:trace contextRef="#ctx0" brushRef="#br0" timeOffset="161099">22225 13568 24575,'0'0'0</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11T02:54:44.395"/>
    </inkml:context>
    <inkml:brush xml:id="br0">
      <inkml:brushProperty name="width" value="0.05292" units="cm"/>
      <inkml:brushProperty name="height" value="0.05292" units="cm"/>
      <inkml:brushProperty name="color" value="#FF0000"/>
    </inkml:brush>
  </inkml:definitions>
  <inkml:trace contextRef="#ctx0" brushRef="#br0">16400 1404 14735 0,'-4'-10'640'0,"2"3"160"0,0-1-640 0,0 0-160 0,0-1 0 0,-1 1 0 16,0 0 1104-16,0 1 192 0,0-1 48 0,-2 0 0 15,1 1-528-15,-2 0-112 0,-1 2 0 0,-2 0-16 0,-2 2 32 0,-1 3 16 16,-2-1 0-16,0 2 0 0,-2 2-240 0,-3 3-48 16,-2 1-16-16,-1 4 0 0,-2 3-112 0,-3 1-32 15,0-1 0-15,-1 5 0 0,1 2-288 0,1 2 128 16,-1 1-128-16,3 3 0 0,1-1 0 0,3 3 0 16,1-2 0-16,4 2 0 0,1-1 0 0,3 2 0 15,1 1 0-15,2 3-144 0,1 1 144 0,3 4 0 16,2 0 0-16,2-1 0 0,2-3 0 0,2-4 0 15,4-5 0-15,2-3 0 0,2-5 0 0,4-5 0 16,1-4 0-16,3-4 0 0,2-4 0 0,1-2 0 16,0-3 0-16,0-5 0 0,0-2 0 0,2-6 144 15,0-5-16-15,-1-3-128 0,-2-5 160 0,0 1-160 0,-1 0 128 16,-2 1-128-16,-2-1 144 0,0 1-144 0,-3 2 160 0,0 1-160 16,-2 1 128-16,-1-2-128 0,-3-2 0 15,0-4 0-15,-2-3 208 0,0-3-48 0,-1-3-16 0,0 5 0 16,-1 4 96-16,0 5 16 0,-2 3 0 0,-1 4 0 15,-1 4-32-15,-1 5 0 0,0 4 0 0,1 7 0 16,0 0 16-16,0 0 0 0,0 0 0 0,0 0 0 16,0 0-240-16,0 0 128 0,-5 10-128 0,2 1 0 15,1 1 0-15,1 2 0 0,1 2 0 0,0 2 0 16,0 1 0-16,2 2 0 0,0 0 0 0,1 1 0 16,1 1 0-16,0-1 0 0,0-1-128 0,1-1 128 15,-1 1 0-15,1 1 0 0,-1-1 0 0,-1 0 0 16,0-3 0-16,-1-1 0 0,0 1 0 0,1-2 0 15,2 0 0-15,0-2 128 0,2-1-128 0,0-2 0 0,2-2 128 16,1-1-128-16,0-4 0 0,1 0 144 0,1-4 48 16,1-3 0-16,3-1 0 0,-1-3 0 0,2-3 0 0,1-1 0 15,2-2 0-15,1-2 0 0,-1-1-384 0,1 0-80 16,-1-1-16-16,-1-1-14112 16</inkml:trace>
  <inkml:trace contextRef="#ctx0" brushRef="#br0" timeOffset="2014.13">18158 1023 20671 0,'-14'-1'912'0,"7"3"192"0,7-2-880 0,-9 9-224 16,-2 3 0-16,1 3 0 0,0 3 208 0,1 3 0 16,0 2 0-16,0 3 0 0,-1 3-64 0,1 1-16 15,0 1 0-15,1 2 0 0,0 2-128 0,1 2 0 16,1 3 0-16,2 2 128 0,1 0-128 0,1-3-144 16,3-4 144-16,0-4-208 15,2-5-400-15,0-3-80 0,1-4-16 0,0-3 0 16,0-3 80-16,2-4 16 0,-6-9 0 0,8 5 0 0,-1-2 608 0,-7-3 0 15,10-1 144-15,-1-1-16 0,0-3 384 0,0-3 64 0,-1-2 32 0,2-1 0 16,0-1-48-16,-1-2-16 0,-1-4 0 0,1-2 0 16,0-1 64-16,2-2 16 0,0-4 0 0,2 0 0 15,0 1-160-15,1 2-16 0,1 2-16 0,2 2 0 16,1 3-432-16,0 4 128 0,1 2-128 0,0 2 0 16,-1 2 0-16,0 0 0 0,-2 3 0 0,0 1 0 15,-1 3 0-15,1 2 0 0,-1 0-128 0,0 1 128 16,1 1 0-16,-1 2 0 0,1-1-144 0,-2 2 144 15,1 2 0-15,2 0 0 0,-1-1 0 0,0 3 0 16,-2 2 0-16,-1 1 0 0,-1 1-128 0,-1 1 128 16,-2-1 0-16,-2 0 0 0,-2 1 0 0,-1-1 0 0,-2 0 0 15,-2-2 128-15,-1-1-128 0,0 1 0 16,-2-1 224-16,1 0-48 0,-1-1-16 0,-2 1 0 0,-1-1-32 0,-2 0 0 16,-1 0 0-16,-2-1 0 0,-1 0 0 0,-1-2-128 15,-1-2 192-15,1 1-64 0,-1 0-128 0,1 0 192 16,-1 1-192-16,2-2 192 0,-3-2 0 0,1-1 16 15,-1-1 0-15,-1 1 0 0,1-1 32 0,0-2 0 16,-1-2 0-16,1-1 0 0,-1-2 64 0,2-1 16 16,0 0 0-16,-1-1 0 0,1 0-48 0,2-1 0 15,1-1 0-15,2 0 0 0,2 0-64 0,0 2-16 16,0 0 0-16,3 2 0 0,4 5-192 0,-3-7-256 16,0 2 48-16,3 5-8960 15,0 0-1792-15</inkml:trace>
  <inkml:trace contextRef="#ctx0" brushRef="#br0" timeOffset="3213.86">20113 1322 14735 0,'0'0'640'0,"0"0"160"0,-10-2-640 0,3 0-160 16,-1 0 0-16,1 2 0 0,0 0 1408 0,-2 1 240 0,0 0 48 0,0 1 16 15,1-1-976-15,-1 1-192 0,0 1-32 0,0 1-16 16,-1 1-240-16,0 3-64 0,-1 1 0 0,0 2 0 16,-1 3-192-16,0 2 176 0,-2 0-176 0,2 5 160 15,0 2 48-15,2 1 16 0,-2 1 0 0,2-2 0 16,2-2 0-16,3-3 0 0,0 0 0 0,3-3 0 16,2 1-224-16,3-4 0 0,1-2 0 0,1-2 0 15,3 0 0-15,2-3 0 0,2-5 0 0,3-3 0 16,4-1 0-16,4-2 0 0,2-3 0 0,3-5 0 15,-1-1-400-15,1-3 16 0,-1-1 16 0,0-3 0 32,-4-4-224-32,-5 1-48 0,-2-1-16 0,-2 0 0 0,-1 1 384 0,-2 0 80 0,-2-2 0 0,-1 0 16 15,-3-1 384-15,-1-1 80 0,-3-3 16 0,0-4 0 16,0-2 272-16,-1-2 64 0,-2-1 16 0,1 0 0 0,0 3 48 16,-1 4 16-16,1 5 0 0,0 2 0 0,0 4-112 0,0 2-32 15,-1 5 0-15,-1 4 0 0,-1 1-96 0,2 3-32 16,-1 1 0-16,3 7 0 0,0 0-144 0,0 0-48 15,0 0 0-15,0 0 0 0,-2-6-256 0,2 6 0 16,0 0 0-16,0 0 0 0,2 11 0 0,1 3-192 16,1 3 16-16,2 2 16 0,-1 2 160 0,0 6 0 15,-2 2-144-15,0 9 144 0,1 5 0 0,-2 0 0 16,-3-1 0-16,1 1 0 0,-1-2 0 0,1-2 128 16,-2-2 0-16,-1-1 0 0,-1-2 16 0,1 2 0 15,-1 0 0-15,1-1 0 0,1-3-144 0,1-2 160 16,0-3-160-16,2-2 160 0,-2-3-160 0,2-2 0 15,1-1 144-15,1-4-144 0,3-3 128 0,-1 1-128 0,2-4 128 0,1-2-128 16,0-1 0-16,2-3-240 0,0-3 48 0,2-2-14016 16</inkml:trace>
  <inkml:trace contextRef="#ctx0" brushRef="#br0" timeOffset="4474.42">21756 1353 22111 0,'0'0'1968'0,"6"9"-1584"0,4 1-384 0,3 1 0 0,3-1 128 0,1-2-128 16,3-1 0-16,1 0 128 0,1-3 208 0,1-1 48 15,0-3 0-15,0 0 0 16,1-2 224-16,-1 0 48 0,-1-2 16 0,0-1 0 0,0-1-96 0,0-1-32 16,0-1 0-16,0 1 0 0,-1-2-320 0,1 0-64 15,1 0-16-15,-1 1 0 0,0 1-144 0,-1-1 0 16,-2 0 0-16,0 1 128 0,-2 0-128 0,-3 0 0 16,-2 0 0-16,-2 0 0 0,-2 1 0 0,-2 0 0 15,-6 6 144-15,6-8-144 0,-3 2 144 0,-3 6-144 16,-2-9 192-16,-2 0-192 0,-1 0 256 0,-3 1-64 15,-2 0-16-15,-1 0 0 0,-2-1-32 0,-1 1 0 16,-2-1 0-16,1 1 0 0,0 1-144 0,-2 2 0 16,1 1 0-16,-1-1 128 0,1 2-128 0,0 0 0 0,1 1 0 0,1 2 0 15,-2 2 0-15,1 2 0 0,-2 1 0 0,1 3 0 16,-1 1 0-16,1 1-176 0,0 1 176 0,2 2-128 16,1 2 128-16,2 2-160 0,0-2 160 0,2 3-160 15,0 1 160-15,3 2 0 0,1 1 0 0,3 1 0 16,2 1 0-16,3 1 256 0,2 3-64 0,2-2-16 15,2 0 240-15,3-1 48 0,4-3 16 0,2-3 0 16,3-2-144-16,4-3-16 0,1-2-16 0,4-3 0 16,4-3-304-16,4-2 0 0,4-1 0 0</inkml:trace>
  <inkml:trace contextRef="#ctx0" brushRef="#br0" timeOffset="4969.39">23527 1024 23087 0,'0'0'1024'0,"7"7"208"0,2 2-976 15,1 0-256-15,0 2 0 0,1 0 0 0,0 0 288 0,0-2 16 16,0 0 0-16,0 0 0 0,0-1 48 0,1-2 16 15,0 1 0-15,4-2 0 0,1 0-128 0,4-2-32 16,3-1 0-16,4-1 0 0,4-1-208 0,2 0 0 16,-1-2 128-16,0-1-128 15,-1-2-400-15,-1 0-128 0,-2-2-32 0,-1 2 0 16,-3 0-288-16,-2 0-64 0,-2-1-16 0,-4 0 0 0,-4-1 928 0,-2 1 320 0,-2-2 0 0,-4-1 0 16,-2 1 560-16,0 0 96 0,-3-2 32 0,0 2 0 15,-3 0-32-15,0 1 0 0,0-2 0 0,-2 1 0 16,1 1-400-16,-2 1-64 0,-1-1-32 0,-2 2 0 15,-1-2-480-15,-1 4 0 0,0 1 0 0,-1 2 0 16,-1 0 0-16,1 2-160 0,0 1 0 0,-1 3 0 16,1 0 160-16,1 4-192 0,0 0 192 0,1 4-192 15,1 4 192-15,0 2-128 0,0 2 128 0,1 1-128 16,1 1 128-16,0 2 0 0,1 0 0 0,2 0 0 16,0 3 192-16,-1-1-48 0,1 2 0 0,-1 2 0 15,1 2 0-15,0 5 0 0,-2 3 0 0,1 2 0 16,-1-1 48-16,2 0 0 0,0-4 0 0,1-3 0 0,1-5-192 15,0-1 128-15,0-3-128 0,0-1 128 16,2-1-128-16,2-1 128 0,-2-1-128 0,1 0 128 16,1-1-1392-16,1-2-272 0,0-1-64 0,0-4-11104 15</inkml:trace>
  <inkml:trace contextRef="#ctx0" brushRef="#br0" timeOffset="5151.35">23681 1756 20271 0,'-2'-7'1792'0,"-1"-1"-1424"15,1 2-368-15,2 6 0 0,0-8 2528 0,0 8 432 16,3-8 96-16,3 2 16 0,2 0-1744 0,2 1-352 16,2-1-64-16,4-1-16 0,4-2-336 0,4-1-80 15,3-1-16-15,2-1 0 0,4-1-192 0,4-4-32 16,3-1-16-16,8 2 0 0,4-1-48 0,6 2-16 0,3 0 0 0,0-1 0 16,-3 3-160-16,-1 1 0 0,-1 0 0 0,1 3-11088 15,1 0-2288-15</inkml:trace>
  <inkml:trace contextRef="#ctx0" brushRef="#br0" timeOffset="6452.05">14707 2181 8287 0,'0'0'368'0,"0"0"80"0,0 0-448 0,0 0 0 0,0 0 0 0,0 0 0 15,0 0 2768-15,0 0 480 0,10-1 80 0,0 0 32 16,1 0-2448-16,2 1-480 0,0 0-112 0,2 0 0 15,3 0 0-15,2 0 16 0,2 0 0 0,5-1 0 16,4 0-176-16,7 0-32 0,4-1-128 0,6-1 192 16,3 7-192-16,4-4 128 0,3-3-128 0,2 0 0 15,2-2 0-15,4 1 0 0,3 3 0 0,3 0 0 16,0-1 128-16,0 0-128 0,-1-3 0 0,6 2 0 16,6 1 0-16,-1 0 128 0,0 1-128 0,2-3 0 15,2 0 192-15,3 3-16 0,1 3 0 0,2-1 0 16,0-3-48-16,5 1 0 0,5 1 0 0,-2-1 0 15,-2-2-128-15,7 1 0 0,6 1 0 0,-1-2 128 0,-4-3-128 16,6-1 0-16,2-1 144 0,-5 0-144 0,-5 2 128 0,-1 0-128 16,-2 1 160-16,-1 2-160 0,-2 3 256 0,-1 0-32 15,-6 0-16-15,2 2 0 0,3 0 272 0,-2 2 48 16,-4-1 16-16,6 0 0 0,4-3-208 0,1 2-32 16,-1-2-16-16,3-1 0 0,1-1-288 0,-1-1 128 15,1-1-128-15,-2 0 0 0,-2-1 0 0,0 2 0 16,2 0 0-16,-6-2-144 0,-7 0 144 0,4 0 0 15,2 1-144-15,-2 2 144 0,-5 1 0 0,-1-1 0 16,-2 1 0-16,5 1 0 0,0 1 0 0,-2-1 192 16,-2-2-32-16,3 2 0 0,5 1 144 0,-1 2 16 15,-2-3 16-15,0 0 0 0,-1-2-208 0,3 2-128 0,-2 2 160 16,-3-2-160-16,-3-2 0 0,0 2 0 0,1 2 0 0,-2-2 0 16,-4 0 0-16,-3 0 0 0,-4-2 0 0,3 2 0 15,1 0 0-15,-1 2 0 0,-4-1 0 0,0-1 0 16,-2-3 0-16,3 2 0 0,2-1 0 0,-2 1 0 15,0 0 0-15,-3 0 0 0,-1 0 0 0,0 0 0 16,2 0 0-16,2-1 0 0,0 1 0 0,-4 0 0 16,-3 1 0-16,-3-1 0 0,-3 0 0 0,1 0 0 15,0 0 0-15,-3 1 0 0,-3 0 0 0,-3-1 0 16,-3-1 0-16,-3-1 0 0,-2 1 0 0,-1 0 0 16,0-1 0-16,1 0 128 0,1 0-128 0,1 0 0 15,-3 0 0-15,-3 0 0 0,-2 1 128 0,-3 1-128 16,-1 0 0-16,-2 1 0 0,-3 0 0 0,-2 0 0 15,0 0 0-15,-3 1 0 0,-1 0 0 0,-4 1 0 16,-4 2-1072 0,-4-1-144-16,-3-1-48 0</inkml:trace>
  <inkml:trace contextRef="#ctx0" brushRef="#br0" timeOffset="9449.99">24766 1217 19295 0,'0'-11'848'0,"0"11"176"0,-2-8-816 0,0 1-208 0,-1 1 0 0,3 6 0 16,-6-7 768-16,1 2 96 0,-3 0 32 0,0 2 0 15,2 0-400-15,-2 0-80 0,0 0-16 0,8 3 0 16,-8 0-128-16,8 0-16 0,-8 1-16 0,8-1 0 15,-8 6-240-15,2 0 0 0,-2 1 0 0,2 2 0 16,2 2 0-16,-2 1 0 0,-1 0-160 0,1 2 160 16,-1-1 0-16,1 3 0 0,3-1 0 0,2 0 0 15,1-2 0-15,2-1 0 0,1-2 0 0,4 0-128 16,2-2 128-16,3-1 0 0,1-3 0 0,3-1 0 16,2-3-144-16,1-3 0 0,0-1 0 0,2-3 0 0,1-1-144 15,-1-4-32-15,-2-3 0 0,0 2 0 0,-2 1 80 16,0 0 16-16,-2-1 0 0,-1 2 0 0,0 1 224 0,-2 0 0 15,-3 0 144-15,-2 1-144 0,-1 0 560 0,-2 2 16 16,-4 7 0-16,0 0 0 0,0 0 144 0,0 0 48 16,-8-4 0-16,0 4 0 0,-2 3-512 0,-1 1-112 15,0 3-16-15,0 0 0 0,1 1-128 0,0 1 0 16,1 1 0-16,1 0 0 0,3 1 0 0,-1 0 0 16,2 0-144-16,1 2 144 0,-1 0 0 0,3 2 0 15,0 2 0-15,1-2 0 0,0 2-128 0,2 1 128 16,1 3 0-16,1 1 0 0,2 0 0 0,0 1 0 15,1-1 0-15,0 0 0 0,2-2 160 0,0-1 32 16,-1 1 16-16,1-3 0 0,-1 1-64 0,0 0-16 0,1-1 0 16,-4 0 0-16,1-4-128 0,-2 0 192 0,0 0-192 15,-2 0 192-15,-2 2-16 0,0-3 0 0,-2 0 0 0,-2-1 0 16,0 0 208-16,-2-1 32 0,0-2 16 0,-1-2 0 16,-1 1 96-16,1-1 32 0,-1 0 0 0,1-2 0 15,1-2-208-15,6-2-32 0,-9 4-16 0,1-2 0 16,8-2-304-16,-7 0 128 0,-1-1-128 0,8 1 0 31,-9-3-288-31,1-2-160 0,1 2-48 0,0-3-9376 0,-1 1-1888 0</inkml:trace>
  <inkml:trace contextRef="#ctx0" brushRef="#br0" timeOffset="10388.91">24526 780 17727 0,'0'0'784'0,"0"0"176"0,0 0-768 0,0 0-192 0,0 0 0 0,0 0 0 16,0 0 256-16,0 0 32 0,0 0 0 0,0 0 0 15,0 0 128-15,-4 8 32 0,1-2 0 0,-1 2 0 16,-2-1 0-16,1 1 0 0,-1 2 0 0,1 2 0 15,-1 2-80-15,2 0-16 0,-1 1 0 0,1 1 0 16,-1 1-64-16,2 3-16 0,0 2 0 0,1 3 0 16,-1 3-112-16,2 2-32 0,0 1 0 0,1 4 0 15,0-2-128-15,1 0 0 0,2-2 0 0,-1 4 0 16,0 0 0-16,0 1 0 0,0 1 0 0,-1 3 0 16,-1 3 0-16,2-1 0 0,0-2 0 0,-1 2 128 15,-1 1-128-15,0-2 0 0,1-2-160 0,0 1 160 16,-1 1 0-16,1 2 0 0,0 3 0 0,1 1 0 0,1-3 0 15,0-2 0-15,0-4 0 0,1 2 0 0,-1-3 0 0,1 2 0 16,1 1 0-16,-2 4 0 0,0 2 192 0,-1 0-192 16,0 0 192-16,-4-1-192 0,1-2 192 0,-1-3-64 15,0-2 0-15,-1 3-128 0,-2 3 144 0,-1 2-144 16,-2 5 0-16,0 0 144 0,1 3-144 0,-1 0 0 16,-1-1 144-16,0-2-144 0,0-3 0 0,2-2 0 15,1-1 0-15,1 3 0 0,-1-2 0 0,3 0 0 16,1-2 0-16,1 3 0 0,-2 2 0 0,1-2 144 15,-1-2-144-15,1 1 160 0,0-2 240 0,-1 4 48 16,1 2 16-16,0 1 0 0,-1 1-224 0,-2-2-48 16,-2 0-16-16,0-2 0 0,1 0-176 0,2 3 0 0,0 1 0 0,0 5 0 15,2 2 0-15,0 3 0 0,1-3 0 0,-4 4 0 16,-1 3-256-16,0-1-64 0,1 0-32 16,3-5 0-16,1-2 352 0,-1-3 0 0,0-4 0 0,-1 4 0 15,-3 6 0-15,2-1 0 0,-1 2 0 0,0-5-176 16,1-3 352-16,2-3 64 0,0-1 16 0,1 3 0 15,0 4-256-15,0 5 176 0,0 0-176 0,0 0 160 16,0 0 96-16,1-4 0 0,0-3 16 0,0 4 0 16,-1 2-80-16,0 4 0 0,-2 4-16 0,0-2 0 31,-2-2-528-31,0 0-96 0,1-1-32 0,1 0 0 0,1-1 992 0,-1-1 208 0,1-5 48 0,0 0 0 16,2-2-192-16,0 3-48 0,0 3 0 0,-1 2 0 15,1 2-16-15,0-5-16 0,1-1 0 0,0 0 0 16,-3 1-128-16,2 5-32 0,0 5 0 0,1-4 0 0,-1-5-48 15,0-1-16-15,2-4 0 0,-4 1 0 0,-3 1-144 0,2 2-128 16,-2 0 192-16,-1-2-192 0,-3 0 0 0,0-6 0 16,2-4 0-16,-1-3 0 0,0 0-176 0,3-1-32 15,0 0-16-15,1-2 0 16,0 0-176-16,-1-5-48 0,0-2 0 0,0-4 0 16,2-5-928-16,-1-4-192 0,-1-4-32 0,1-6-12160 0</inkml:trace>
  <inkml:trace contextRef="#ctx0" brushRef="#br0" timeOffset="11469.89">23008 727 2751 0,'0'0'128'0,"0"0"16"0,0 0-144 0,0 0 0 0,0 0 0 0,0 0 0 16,0 0 3520-16,-6 6 656 0,6-6 144 0,-5 8 32 15,0 0-2992-15,2 1-592 0,0 2-112 0,1 0-16 16,1 0-352-16,1 1-64 0,0 1-16 0,1 4 0 16,2 4-208-16,-2 1 0 0,0 1 0 0,-1 4 0 15,-1 6 0-15,0 6 0 0,1 6 0 0,-1 4 0 16,-2 4 0-16,2 1 0 0,-1-1 0 0,-1 5 0 16,-1 4 0-16,1 3 0 0,1 2 0 0,1 0 0 15,2 1 128-15,-1 0-128 0,1 2 0 0,2 2 0 16,2 1 128-16,-1-1-128 0,1 1 0 0,0 1 0 0,-1 3 0 15,1-1 0-15,-1-2 0 0,1 2 0 0,-2-3 0 16,1-1 0-16,1 0 0 0,0-1 0 0,0 3 128 16,-1-5-128-16,0-1 0 0,0 1 0 0,-1 1 0 0,-1 4 0 15,-1 0 0-15,-1-2 0 0,0 2-240 0,0-1 64 16,-1-2 16-16,-1 5 0 0,0 0 160 0,-1-2 176 16,-2-3-48-16,1-4 0 0,-2-2 192 0,2 1 48 15,1 2 0-15,0-2 0 0,4-2 320 0,1-6 64 16,-1-5 16-16,1 0 0 0,0-1-304 0,-1 6-48 15,-1 4-16-15,0-1 0 0,-1-3-144 0,-1-3-16 16,-3-5-16-16,0-2 0 0,-1-1 160 0,0 2 16 16,-2 3 16-16,2 2 0 0,-1 5-288 0,-1-4-128 15,-2-3 0-15,2-2 128 0,0 0 64 0,0-1 0 0,2 2 0 16,0 1 0-16,1-3 64 0,-1 2 0 0,1-2 16 0,-2 2 0 16,4-4-272-16,-1 4 128 0,1 0-128 0,-1 3 0 15,-3 1 304-15,4-2-48 0,1-2-16 0,-2-4 0 16,1-5 336-16,2 1 80 0,-2 1 16 0,0 5 0 15,1 4-96-15,-2 5 0 0,-4 3-16 0,3-5 0 16,-2-8-176-16,0 0-16 0,0-2-16 0,-1 3 0 16,1 5-176-16,0 3-48 0,-1 2 0 0,0-3 0 15,3-2-128-15,-1-3 128 0,0 0-128 0,1 3 128 16,1 3 128-16,-2 3 0 0,2-1 16 0,-3-2 0 16,1-3-272-16,0-1 0 0,2-1 0 0,2 0 0 15,-2 2 0-15,3 2 0 0,1 0 0 0,1-2-144 16,2-3-64-16,0-2-16 0,0-2 0 0,4 1 0 15,-2 5 48-15,1 2 16 0,0 4 0 0,0 1 0 16,-1-2-432-16,-1-1-96 0,-4-1-16 16,0 4 0-16,1-1-2096 0,-2-2-416 0,-5 18-96 0,-2-24-16 0</inkml:trace>
  <inkml:trace contextRef="#ctx0" brushRef="#br0" timeOffset="12420.26">21264 847 17503 0,'0'0'1552'0,"0"0"-1232"16,0 0-320-16,3-8 0 0,0 1 1168 0,-3 7 176 15,3-8 48-15,-3 8 0 0,0 0-704 0,4-7-144 16,-4 7-32-16,0 0 0 0,0 0-128 0,0 0-48 15,0 0 0-15,0 0 0 0,0 0-336 0,0 0 0 16,6 9 0-16,-2 2 0 0,-1 3 0 0,0 4 0 16,-3 1 0-16,0 6 0 0,-1 7 240 0,-2 5 16 15,0 6 16-15,0 6 0 0,-1 3-128 0,2 3-16 16,-1 4-128-16,0 9 192 0,-1 8-192 0,0 2 176 0,-2 2-176 16,2 1 160-16,-1-1-160 0,0 5 0 0,3 0 144 0,0 1-144 15,1-4 0-15,1 2 0 0,0 2 0 16,2-1 0-16,1-2 128 0,0-2-128 0,1-3 128 0,-2 1-128 15,-2 2 656-15,0 3 64 0,-1 1 16 0,-2 6 0 16,-1 7-224-16,-1 4-64 0,-2 6 0 0,2-1 0 16,0-2-240-16,4 1-48 0,-1 1-16 0,2-10 0 15,2-4-144-15,5-4 0 0,2-4 0 0,2-3 0 16,2-5 0-16,2-2 0 0,1-2 0 0,0 4 0 16,1 6 0-16,-4-3 0 0,-2-4 0 0,-5 0 0 15,-1-3 0-15,-4 2 128 0,-3 2-128 0,-4-3 0 16,0-1 192-16,-3-1-32 0,-1-1-16 0,-1 4 0 15,-1 5 352-15,2-5 64 0,1-5 16 0,4-5 0 16,2-4 256-16,2 3 48 0,1 4 16 0,4 1 0 16,2-4-576-16,3-2-96 0,0-5-32 0,-2 2 0 15,0 3-192-15,-3 3 0 0,1 2 0 0,-3-1 0 0,-2-3 128 0,-2 1-128 16,-3 1 0-16,2 8 144 0,-2 8-144 0,-2 1 0 16,-3-4 0-16,0 1-176 0,-2 1 48 0,2-2 0 15,-1-2 0-15,5-10 0 0,1-10 496 0,2-7 96 16,3-7 32-16,2-1 0 0,4 0-96 0,-1 1-16 15,2 0 0-15,0 4 0 0,2 2-384 0,0 0 0 16,0 1 128-16,0-1-128 0,-1 2 0 0,0 4-256 16,-1 6 64-16,0 2 16 0,0 1-16 0,-1 1-16 15,-3-2 0-15,0 3 0 16,-1 4-416-16,1 1-80 0,-1 3 0 0,-1-1-16 0,-2-5 496 0,1 3 224 16,-2 2-192-16,-1 2 192 15,1 3-640-15,1-5 0 0,1-6 0 0,-2-7 0 16,-1-4-480-16,-1-7-96 0,-2-5-32 0,-2-9-8432 0,-1-8-1696 0</inkml:trace>
  <inkml:trace contextRef="#ctx0" brushRef="#br0" timeOffset="13388.12">19584 844 10127 0,'8'-7'896'0,"1"-2"-704"0,-2-1-192 0,1-1 0 16,3-1 688-16,-1 0 96 0,-1 0 32 0,0 0 0 16,-3 0 208-16,0 2 64 0,-2 1 0 0,2 3 0 15,-2-1-304-15,0 2-48 0,0 0-16 0,-2 3 0 16,0 0-128-16,-2 2-16 0,0 0-16 0,0 0 0 16,0 0-304-16,0 0-48 0,0 10-16 0,1 3 0 15,1 1 64-15,0 3 16 0,-5 0 0 0,1 2 0 16,-1 2 128-16,-2 1 32 0,2 3 0 0,-1 2 0 15,0-1 32-15,1 7 16 0,0 4 0 0,2 4 0 16,-1 1-256-16,2 1-48 0,-2 0-16 0,2 1 0 16,-1 0-160-16,1 1 192 0,-2 2-192 0,2 5 192 15,-2 5-192-15,1 0 0 0,1-2 0 0,0 0 128 16,2 0-128-16,0 3 0 0,2 4 0 0,2 2 0 0,1 1 176 16,-1-1-48-16,2-3-128 0,-1 2 192 0,-1-3 112 0,2 5 16 15,-4 6 0-15,1-2 0 0,-1-1-80 0,-2-1-16 16,-1 0 0-16,1 6 0 0,-5 3-224 0,2 3 128 15,-1 4-128-15,2-2 0 0,-2-2 128 0,1 4-128 16,2-2 0-16,2-3 0 0,2-3 0 0,1-6 128 16,3-4-128-16,-1 0 0 0,-2 3 0 0,3-1 128 15,0-1-128-15,0 1 0 0,-3-1 192 0,0 4-48 16,-2 2-16-16,-2 5 0 0,-1 6-128 0,-1-3 128 16,0-1-128-16,-3 3 128 0,-2 4 32 0,-1-4 0 15,1-4 0-15,1-2 0 0,2-6 528 0,3-1 96 16,0 0 32-16,3-1 0 0,0-1-288 0,3 0-48 0,1-1-16 15,1 6 0-15,-2 3-464 0,1 2 0 0,-1 2 0 0,0-3 0 16,-3-1 0-16,0 2-128 0,-3 4 128 0,-1 1 0 16,-3 1 0-16,1-2 0 0,-4 3 0 0,-1 3 0 15,-2 3 144-15,0-3 48 0,-2-5 0 0,2 3 0 16,-4 4 128-16,4-3 48 0,-2-3 0 0,2-4 0 16,1-3-224-16,0 1-144 0,3 3 192 0,-1-2-192 15,2-2 304-15,1 1-48 0,-2 2-16 0,1 8 0 16,1 9-240-16,-2 2 0 0,0-2 128 0,0 10-128 15,0 7 0-15,0 2 0 0,0-1 0 0,0 7 0 16,2 7 0-16,1 0-160 0,0 2 32 0,1-3 0 16,2-5-256-1,1-1-64-15,-1-2 0 0,1-7 0 0,0-6-224 0,1-7-48 16,-1-9-16-16,0-7 0 0,0-7-480 16,-1-10-80-16,-1-9-32 0,0-11 0 0,-1-12-1024 0,0-9-208 0,-3-10-32 15</inkml:trace>
  <inkml:trace contextRef="#ctx0" brushRef="#br0" timeOffset="14540.32">17273 1008 9215 0,'0'0'816'0,"0"0"-656"16,6-7-160-16,-6 7 0 0,5-9 2368 0,0 2 432 16,-1-1 80-16,1 1 32 0,1 2-2464 0,-1-2-448 15,1-1-192-15,3 0 0 0,2-3 192 0,4-3 0 16,3 1 0-16,2 0 0 0,-3 1 0 0,-1 2 0 16,-3-1 0-16,-2 3-128 0,-4 5 128 0,0 1 128 15,-7 2-128-15,9 1 176 0,-3 0 336 0,5 3 80 16,3 2 16-16,-3 3 0 0,-3 2 224 0,0 1 32 15,-3 2 16-15,-2 4 0 0,-2 0-48 0,0 8 0 16,0 3 0-16,1 6 0 0,1 2-240 0,-1 5-48 0,2 5-16 0,-2 5 0 16,1 4-208-16,-1 12-32 0,-3 12-16 0,0 3 0 15,1 2-80-15,-4 5 0 0,-1 3-16 0,0 2 0 16,0-1-176-16,-2 1 0 0,0 2 0 0,-1 2 0 16,0-1 0-16,3-1 0 0,1-8 0 0,0-1 0 15,1-1 0-15,4-7 0 0,2-4 0 0,3-5 0 16,1-5 256-16,3 1-48 0,0 0 0 0,1 2 0 15,0 0 16-15,1-1 0 0,-1 0 0 0,-2 6 0 16,0 5-64-16,-2 4-16 0,1 1 0 0,-2 0 0 16,-3 0 48-16,-1 4 0 0,-2 6 0 0,-1-1 0 15,-1-8 0-15,-3 1 16 0,-1 2 0 0,-1-2 0 16,2-3 144-16,1-8 32 0,1-9 0 0,2 0 0 16,1-2-176-16,2 3-16 0,4 2-16 0,1 0 0 0,1 0-176 15,2 3 0-15,1 0 0 0,1 4 0 0,0 2 0 0,-2-2 0 16,-2-4 0-16,-2 1 0 0,2 4 0 0,-2 6 0 15,-3 3 160-15,0-1-160 0,-2-2 160 0,0 6-160 16,-2 8 128-16,-1-3-128 0,1-1 192 0,-1 4-64 16,1 3 0-16,0 0 0 0,0-3-128 0,3-9 0 15,-1-10 144-15,2-3-144 0,4-2 304 0,-1-6-16 16,3-4 0-16,0-6 0 0,1-3-288 0,1 2 128 16,-1-1-128-16,2 6 0 0,-1 6 0 0,0 1 0 15,2 2-192-15,0 3 48 16,-1 3-272-16,0 5-48 0,-1 7-16 0,-2-2 0 0,-3-2 480 0,-1 2 0 15,0 6 0-15,-3-1 0 0,0 2 0 0,0-4 160 16,-1 0 0-16,2-4 0 0,-2-2-160 0,1-7 128 0,-1-8-128 16,1-6 128-16,0-8-128 0,2-4 128 0,-3-5-128 0,0-1 128 15,1 0-128-15,-1-1 0 0,0 0 0 0,0-1 0 16,0-2 0-16,-1-1 0 0,2 0-176 0,-2 0 176 16,0 5-176-16,-2 4 176 0,2 2-208 0,0 5 80 15,2 4-64-15,-2-3 0 0,-2 0 0 0,4 1 0 16,-2 0 192-16,-2 2-192 0,2-2 192 0,2 0-192 15,-1-2 192-15,0-3 0 0,-1-7 0 0,0-2 0 16,-1-4 0-16,-2-2 0 0,1-2 0 0,0-1 0 16,-1-3 0-16,-2-1 0 0,2 0 0 0,0-3 0 15,-2-2 0-15,0-1 0 0,0-1 0 0,1-3 0 16,-1-1 0-16,0-2 0 0,1-2-144 0,2-2 144 16,0 0-288-16,2-2 16 0,0 1 0 0,2-1 0 15,-1-3-1360 1,1-1-272-16,1 0-48 0,0-1-7248 0,0 0-1440 0</inkml:trace>
  <inkml:trace contextRef="#ctx0" brushRef="#br0" timeOffset="23119.67">18567 843 9215 0,'-12'4'400'0,"3"-3"96"0,-1-1-496 0,1 1 0 0,1 0 0 0,8-1 0 0,-7 0 1712 16,7 0 240-16,0 0 48 0,0 0 16 0,0 0-1088 0,0 0-224 16,-1-7-32-16,3-1-16 0,1-1-352 0,2 0-80 15,-1 2-16-15,-4 7 0 0,5-6-208 0,-5 6 0 16,0 0 128-16,0 0-128 0,0 0 0 0,0 0 128 16,0 0-128-16,0 0 0 0,0 0 352 0,0 0-32 15,0 0 0-15,0 0 0 0,0 0-96 0,0 0-32 16,0 0 0-16,0 0 0 0,0 0 0 0,0 0 0 15,10-1 0-15,0 0 0 0,0-1-16 0,-1 0-16 16,-9 2 0-16,9-4 0 0,-9 4-160 0,7-3 0 16,-7 3 0-16,0 0 128 0,0 0-128 0,0 0 160 15,0 0-160-15,0 0 160 0,0 0 128 0,0 0 32 0,9 4 0 0,-9-4 0 16,0 0 0-16,7 7 0 0,-7-7 0 0,0 0 0 16,6 9-192-16,1-3-128 0,-7-6 144 0,9 6-144 15,-3 0 0-15,-6-6 0 0,9 7 0 16,-2 1 0-16,-2 1 0 0,0 0 0 0,-2 1 0 0,-1 1 0 15,-1 0 128-15,-1 3-128 0,-1 1 0 0,-1 1 0 16,-2 2 208-16,0 2-48 0,1 1-16 0,1 2 0 16,0 1 0-16,2-1 0 0,0-1 0 0,2 0 0 15,2 1-144-15,2-1 0 0,0 0 0 0,1 0 0 16,1-1 0-16,-1 1 0 0,0 0-144 0,0 1 144 16,-2 1 0-16,-1 2 0 0,0-1 0 0,-1 4 0 15,0 3 0-15,-2 2 0 0,-1 1 0 0,2 1 0 16,-1-2-128-16,1 0 128 0,-1 0 0 0,0 2 0 15,2-3 0-15,1 0-128 0,-1 2 128 0,1 1 0 0,1 2 0 16,-1-1 0-16,-1 0 0 0,2-1 0 0,-1-2 0 16,-2 5 0-16,-2 2 0 0,-1 3 0 15,-2 2 0-15,-2 8-128 0,-3 3 128 0,-1 2 0 0,-1 1-160 0,-1-3 32 16,-1-2 0-16,-1-1 0 0,0-2-192 0,-2 2-16 16,2 3-16-16,0 1 0 0,0-3 160 0,2-2 16 15,2-3 16-15,1-3 0 0,-1-3 160 0,1 1 0 16,-1 1 0-16,1 1 0 0,2 1 0 0,-2 2 0 15,0 0 0-15,0-3 0 0,0-2 0 0,-1 1 0 16,0 0 0-16,-1 3 0 0,0 7 0 0,0 1 0 16,2 3 0-16,-1-4 0 0,0-3 0 0,1 1 128 0,1-1-128 15,1 2 0-15,2 4 0 0,0-4 0 16,3 0 0-16,1-5-128 0,0-3 128 0,1-1-160 0,0-3 160 0,1 0-160 16,-2-1 160-16,0 5 0 0,-3-1 0 0,1 1 0 15,-1 3 0-15,0-1 0 0,-2 1 0 0,0 0 0 16,-2-4 0-16,-1 3 128 0,0 1-128 0,0 1 0 15,-2 1 192-15,1-4-16 0,-1-2-16 0,3-4 0 16,-1-6 16-16,2-3 0 0,2-1 0 0,1-1 0 16,-1-1-16-16,3 1 0 0,1-1 0 0,1 6 0 15,-1-1-32-15,1 4-128 0,2 4 192 0,0 0-64 16,-1 0-128-16,1-2-144 0,0-2 144 0,0 1-208 16,-1 0 208-16,3 0 0 0,-2 0 144 0,1-3-144 15,2-1 256-15,-2-2-32 0,2-1-16 0,-1 0 0 16,0 1-208-16,2-1 0 0,2-4 0 0,0 1 0 15,0 0 0-15,1 0 0 0,-2-1-144 0,0 5 144 16,1 0-160-16,-1-1 160 0,-2-1-160 0,0-2 160 0,0-4 0 16,0-1 0-16,-2-4 0 0,2-3 0 0,-1-1 0 0,0-2 0 15,-1 1 176-15,0 1-48 0,2 0-128 0,-2-1 0 16,1 1 0-16,-2 0 0 0,1-1 0 0,1 1 0 16,-2 4 0-16,1-1 0 0,1-1 176 0,-2 2-48 15,0 2 0-15,1 0 0 0,-3-1 32 0,2 2 0 16,-2-2 0-16,1-1 0 0,0-1-160 0,0-3 192 15,-1-2-192-15,1 0 192 0,0 1-192 0,0 0 160 16,1-1-160-16,0 0 160 0,-1-4-160 0,1 1 0 16,-1 1 0-16,0 1 0 0,0 2 0 0,-1 2 0 15,1 2 0-15,-1 3 128 0,0 5-128 0,1 0 0 16,-2 2 0-16,-2 1 0 0,2-3 128 0,2 2-128 16,-2-2 0-16,0-2 128 0,2 0 64 0,0 1 16 0,-1 0 0 15,0-3 0-15,2-2-208 0,2 2 0 0,-1-1-144 16,0 1 144-16,-2 2 0 0,0 3 160 0,0 3 0 0,-1 2 0 15,-1 2-160-15,-1 3 0 0,1-2 144 0,0 4-144 16,0-1 0-16,-1 0 0 0,-1 0 0 0,1 0 128 16,-1 4-128-16,0-2 0 0,0-1 0 0,1 0 128 15,0-3-128-15,0-3 192 0,-1-3-64 0,0-1 0 16,-2-1-128-16,3-1 176 0,-1-1-176 0,0 0 192 16,-2 4-192-16,2 1 0 0,0 5 0 0,0-1 128 15,1 1-128-15,0 1 192 0,0 2-192 0,-1 1 192 16,2-3-64-16,0 1 0 0,0-3 0 0,0 2 0 15,0-2 48-15,0-1 0 0,2 2 0 0,0-4 0 16,0-2-32-16,1-2 0 0,1 0 0 0,-1-1 0 0,1-2-144 16,0 0 0-16,0 0 0 0,1 1 0 0,0 0 0 15,0 3 0-15,1 4 0 0,-1 2-176 0,0 1-16 16,-2 3 0-16,0 4 0 0,0-2 0 0,-2 1 192 0,0-2 0 16,-1 0 0-16,0-4 128 0,0 0-128 0,0-1 192 15,-1 3-64-15,1-2 0 0,0 3-128 0,0-1 176 16,0 2-176-16,1-1 192 0,3 1 0 0,-1-4 0 15,0 0 0-15,0-1 0 0,1 2-64 0,0 2-128 16,-1 1 192-16,0 4-64 0,1-1-128 0,0 2 0 16,-1-2 144-16,1-3-144 0,-1-3 0 0,-1-4 0 15,-2-3-192-15,-1-4 64 16,-1-7-512-16,-2-6-112 0,-2-8-16 0,-5-10-13568 0</inkml:trace>
  <inkml:trace contextRef="#ctx0" brushRef="#br0" timeOffset="24072.62">19132 1269 10127 0,'-4'-3'896'0,"-2"-2"-704"16,0-1-192-16,-1 1 0 0,-1-2 2112 0,4-1 384 0,0 1 64 0,-2-1 32 15,3 0-1328-15,-2 1-272 0,2-2-48 0,0 1-16 16,1 1-352-16,-2 3-80 15,2-1-16-15,1 1 0 0,-2 2-96 0,3 2-32 0,-7-1 0 0,7 1 0 16,-10 9 16-16,-2 2 0 0,0 2 0 0,-1 1 0 16,-2 3-160-16,2 0-16 0,-1 2-16 0,3 0 0 15,1 1 16-15,5-2 16 0,0 0 0 0,4-1 0 16,4-1 128-16,4-1 32 0,4 0 0 0,8 2 0 16,3 2 384-16,4 0 80 0,3-1 0 0,3 0 16 15,2 1-304-15,1-2-64 0,-2-1-16 0,-1-2 0 16,-1-1-288-16,-1-2-176 0,0-1 192 0,0-5-192 31,-1-2-1168-31,4-6-352 0,0-4-64 0</inkml:trace>
  <inkml:trace contextRef="#ctx0" brushRef="#br0" timeOffset="34187.15">14678 2860 2751 0,'0'0'128'0,"0"0"16"0,11 0-144 0,-1-1 0 0,-1-1 0 0,0 0 0 15,1-1 2304-15,1 2 416 0,2-1 96 0,1 0 0 16,0-1-1824-16,2 0-368 0,-1 0-80 0,2 1-16 16,0 0-192-16,3-1-32 0,2 2-16 0,0 0 0 15,0 0-96-15,2 1-32 0,3 1 0 0,0 0 0 16,2 0-16-16,1 1 0 0,1-1 0 0,4-1 0 16,1-1-16-16,1-1-128 0,2-1 192 0,3 1-64 15,0-2-128-15,5 0 128 0,0 0-128 0,1 1 128 16,2-1-128-16,-2 2 0 0,-2 0 0 0,0 1 128 15,-5 1-128-15,3 1 0 0,3 0 144 0,-1 1-144 16,1 0 384-16,0 2 0 0,1 0 0 0,-1 2 0 0,-1-2-192 0,1-1-48 16,1-1 0-16,2 1 0 0,2-1-144 15,2 0 160-15,0 0-160 0,1 0 160 0,-1 1-160 0,0 0 0 16,2-3 0-16,0 0 128 0,1 0-128 0,0 0 0 16,-1 0 0-16,-2 1 0 0,-2 1 320 0,-3 0 0 15,-1 0-16-15,-2 0 0 0,0 0-304 0,0 1 0 16,3-1 0-16,0 2 0 0,0-1 0 0,-2 0 320 15,0-2-64-15,-1 1 0 0,1-1-256 0,0-1 128 16,1 0-128-16,3 0 0 0,3 0 160 0,0 1-160 16,1 1 128-16,-5-1-128 0,-2 0 0 0,-3 1 0 15,-2 1 0-15,1 0 0 0,0-2 0 0,1 1 0 0,0 1 0 16,0 2 0-16,2-1 192 0,-2 0-64 0,-2-2 0 0,0-1 0 16,-1 0-128-16,1-1 160 0,2-1-160 0,2 0 160 15,2 0-16-15,-1 0 0 0,0 1 0 0,1 0 0 16,-3-2 48-16,1 2 0 0,-3 2 0 0,0-2 0 15,3 1-32-15,-2 1 0 0,1 0 0 0,0 2 0 16,1 0-160-16,0-1 192 0,-3-1-192 0,-2 0 192 16,0 0-192-16,2-1 0 0,4 0 144 0,2-1-144 15,4 1 0-15,0-1 128 0,0 0-128 0,-1-1 0 16,-3-1 0-16,2-1 128 0,-3 0-128 0,2 1 0 16,1 0 0-16,1-1 0 0,-2 1 0 0,0 2 0 15,-3-2 0-15,-2 0 0 0,-1 1 0 0,0-1 0 16,0-2 0-16,3 2 0 0,4 1 0 0,0 1 128 15,1-2-128-15,-1 0 176 0,-2-2-176 0,-2 2 192 16,-2 0-192-16,4 0 0 0,3-2 0 0,0 1-176 16,1 1 176-16,-1 0 0 0,0-2 0 0,-2 0 0 0,-2 0 0 0,2-1 0 15,0 0 0-15,3 0 0 0,0 2 0 0,1 0 0 16,-3-1 128-16,-2 1-128 0,0-1 0 0,-2 0 0 16,1 2 0-16,0 0 0 0,3-1 0 0,0-1 0 15,-1 1 0-15,0 0-128 0,-4-1 128 0,1 1 0 16,0 0 0-16,1-2 0 0,3 1 0 0,1 1 0 15,1-1 0-15,0 2 0 0,-1 0 0 0,-3-1 0 16,-3-1 128-16,1 2-128 0,-1 2 0 0,1-2 0 16,3-1-192-16,-1 1 64 0,-2-1 128 0,-1 1 0 15,-2 0 0-15,0 0-128 0,-1 0 128 0,-2 0 144 16,0 0-16-16,1 0-128 0,1 0 0 0,1 1 0 0,-2 0 0 16,1 1-144-16,0-1 144 0,0-1 0 0,0 1 0 15,-1 0-128-15,0 0 128 0,1 0 0 0,1 1 0 0,-1 0 0 16,-1 0 0-16,0 0 0 0,-2-1 0 0,-2 1-128 15,-3 0 128-15,1-1 0 0,-3 0 0 0,1-1 0 16,0 0 0-16,1 0 0 0,1-1 0 0,0 1 0 16,0 1 0-16,2 0 0 0,1-1 0 0,-1 2 0 15,-3-3 0-15,1 0 128 0,-2 0-128 0,0-2 0 16,0 0 128-16,2 1-128 0,0 1 160 0,3 0-160 16,0-1 368-16,0 2-32 0,-2 2 0 0,0 0 0 15,-2-1-64-15,-1-1-16 0,-2 0 0 0,1-2 0 16,-2 0 16-16,0 0 0 0,0 0 0 0,1 3 0 15,0-1 80-15,0 0 16 0,1 0 0 0,-2-1 0 16,0 1-144-16,0 0-32 0,-1-1 0 0,-2 1 0 0,0-2-192 0,-1 1 0 16,-1-1 128-16,2-1-128 0,-2 0 0 0,2 1 0 15,0 2 0-15,1 0 0 0,0 0 0 0,-2 0 128 16,0 0-128-16,-2 1 0 0,2 0 304 0,-4 0-48 16,-3 1 0-16,-2-1 0 0,-2-1 0 0,-1 0-16 15,-4-1 0-15,-1 2 0 0,-1 2-240 0,-10-1 0 16,7 0 128-16,-7 0-128 15,0 0-528-15,0 0-160 0,0 0-16 0,0 0-8768 16,0 0-1728-16</inkml:trace>
  <inkml:trace contextRef="#ctx0" brushRef="#br0" timeOffset="37159.08">15464 1354 11855 0,'7'-1'512'0,"-7"1"128"0,6 1-512 0,0-1-128 0,0 0 0 0,-6 0 0 16,7 1 592-16,-7-1 96 0,0 0 16 0,7 5 0 15,0-1-272-15,-1 2-48 0,-6-6-16 0,5 8 0 16,-1 2-128-16,1 3-32 0,-1 3 0 0,-2 4 0 15,0 3 96-15,0 1 16 0,0 1 0 0,-1 1 0 16,0-1 0-16,0 1 16 0,-1 0 0 0,0 0 0 16,0-2 48-16,1 3 0 0,-2-1 0 0,0 4 0 15,0 2-384-15,-1 3 0 0,-1 3 0 0,2 3 0 16,-1 1 176-16,0-2-48 0,0-3 0 0,1 0 0 16,0-1-128-16,1 2 0 0,1 0 0 0,2 0 0 0,-1-1 0 0,1 3 208 15,2 0-48-15,0-1-16 0,1-1-144 0,0-3 0 16,2-2 0-16,-1 1 0 0,-1-2 128 0,1 3-128 15,-2-1 128-15,1 0-128 0,-2 0 0 0,1 3 0 16,-2 5 0-16,-1 3 0 0,0 4 128 0,1 0-128 16,-2 2 0-16,0-2 128 0,-1-5 32 0,2-1 0 15,1 0 0-15,1 2 0 0,-1 1-16 0,1 1 0 16,1-3 0-16,-1-4 0 0,1-2-144 0,-1 0 0 16,1-1 0-16,-1 0 0 0,-2-1 0 0,0 3 128 15,-1-1-128-15,0 4 128 0,-1 2 128 0,1 1 32 16,1-3 0-16,0-1 0 0,0-1 80 0,-1-2 16 15,-2-2 0-15,0-1 0 0,0 0-192 0,0 4-48 16,-2-2 0-16,2 3 0 0,0 3 0 0,1-4 0 0,2-1 0 0,1 0 0 16,0-2 0-16,2-2 0 0,0 0 0 0,0-2 0 15,1 1-16-15,-1 0-128 0,1 2 192 0,-1-1-64 16,1 0 112-16,0 0 16 0,0-1 0 0,-1 0 0 16,1 0 80-16,-2-3 32 0,1 0 0 0,0 0 0 15,0 0-176-15,-2 2-16 0,-2-1-16 0,-1 3 0 16,0 1-160-16,1 1 0 0,-2 0 0 0,1 0 0 15,0-2 128-15,1-1-128 0,1 0 0 0,1-1 128 16,-3-1-128-16,1 3 0 0,0 3 144 0,-1 3-144 16,-1 2 0-16,1 0 0 0,0 5 0 0,1-3 0 15,0-1 0-15,0-2 128 0,1-3-128 0,-1-2 0 16,-1-1 0-16,0 2 0 0,-1 1 0 0,-1 5 0 0,-1 4 0 16,-2 3 0-16,1 3 0 0,1-4 0 15,-1-4 0-15,1-1 0 0,0-2 0 0,0-1 0 0,1-1 0 0,1 2 0 16,-1-1 0-16,1 2 128 0,1 1 0 0,2-2 16 15,0-4 0-15,0-1 0 0,1-4 16 0,-1-2 0 16,0-1 0-16,0 1 0 0,0 1 80 0,0 2 16 16,-2 1 0-16,1 1 0 0,-1-1 48 0,1 3 16 15,1-3 0-15,-1 0 0 0,-2-1-160 0,1 0-32 16,0-2 0-16,0 1 0 0,1-1-128 0,1 1 128 16,-1 2-128-16,3 0 128 0,0-2-128 0,0 0 0 15,2 0 0-15,-1 0 0 0,0-2 0 0,0-1 0 16,-1-2 0-16,0-2 0 0,0 0 0 0,0 1 128 15,-1 0-128-15,0 2 0 0,-2 1 128 0,1 4-128 0,-2 2 0 16,-2 1 128-16,1 3-128 0,1-3 160 0,-2 1-160 16,2-3 160-16,-2-2-160 0,2 0 128 0,-1 0-128 0,2 1 128 15,0 2-128-15,1 3 0 0,-2 3 0 0,2-2 0 16,0-1 0-16,-1-1 0 0,1 2 0 0,-1-3 0 16,1-4 160-16,-2 2 0 0,-1 1 0 0,0 2 0 15,-1 3 160-15,1 0 16 0,-2-1 16 0,0 1 0 16,0-1-96-16,0-3-32 0,0-1 0 0,1-5 0 15,0-3-224-15,1-4 0 0,2-3 0 0,-1 0 0 16,1 1 0-16,0 0 0 0,0 2 0 0,1 5 0 16,1 0-128-16,0 4 128 0,2 4-192 0,1 2 192 15,1 0-224-15,-1 2 64 0,0 0 16 0,0-1 0 16,0-1 144-16,-2 3 0 0,1 4 0 0,-3 2 0 0,0 0-192 16,-2-2 64-16,0-4 0 0,-2-6 0 15,0-7-1344 1,-1-6-256-16,2-9-48 0,0-7-7984 0,1-7-1600 0</inkml:trace>
  <inkml:trace contextRef="#ctx0" brushRef="#br0" timeOffset="38091.36">15054 2344 15887 0,'3'-19'704'0,"-2"8"144"0,-2 0-672 0,-2 2-176 0,-1-1 0 0,-3 1 0 16,-1 0 1408-16,-3 1 256 0,-4 3 64 0,0-1 0 16,-3 2-448-16,1 1-64 0,1 0-32 0,1 2 0 15,0-1-640-15,2 1-128 0,4 1-32 0,-1 0 0 16,1 1-384-16,1 2 0 0,0 2 128 0,0 4-128 15,-2 4 0-15,0 7 0 0,-1 6 0 0,-1 5 0 16,-3 3 0-16,1 2 0 0,1-1-128 0,3 0 128 16,2-1 0-16,2-4 0 0,2-5 0 0,6-4 0 15,0-4 0-15,3-3 0 0,2-1 0 0,4-5 0 16,2-2 0-16,1-4 0 0,0-3-144 0,1-3 144 16,0-5-192-16,1-1 32 0,0-2 0 0,0-1 0 15,-2-1-48-15,0-1-16 0,-2-3 0 0,0 0 0 16,-1-3 224-16,-1 1 0 0,-2 2 0 0,-1 0-144 0,-2-3 368 0,0 1 80 15,-3-1 16-15,1 1 0 0,-1 3 272 16,-1 2 64-16,-1 3 16 0,0 2 0 0,0 10-112 0,0 0-32 16,-1-6 0-16,1 6 0 0,0 0-336 0,0 0-192 15,0 0 192-15,0 0-192 0,-2 11 0 0,1 0 0 16,0 1 0-16,0 2 0 0,1 4 0 0,0 2 0 16,0 2 0-16,0 3 0 0,0 5 0 0,0 1 0 15,-1 4 192-15,0 1-192 0,-1 1 176 0,2 3-176 16,0 1 160-16,3-2-160 0,0-1 160 0,2-4-160 15,3-5 160-15,2-3-160 0,1-5 0 0,2-4 0 16,0-3 0-16,1-1-160 16,-1-5-336-16,0-1-64 0,-2-4-16 15,-1-3-8640-15,-1-2-1728 0</inkml:trace>
  <inkml:trace contextRef="#ctx0" brushRef="#br0" timeOffset="40109.89">15201 4098 15487 0,'0'0'688'0,"-2"-10"144"0,-2 1-672 0,1 1-160 15,-1 0 0-15,-3 3 0 0,-2 1 992 0,-1 0 160 16,-2 1 48-16,-2 1 0 0,-2 0-192 0,0 2-48 15,-1 0 0-15,2 3 0 0,0 2-256 0,-1 3-48 16,1 2-16-16,2 2 0 0,-1 1-416 0,3 2-96 16,0-2 0-16,3 2-128 0,-1 3 0 0,0 0 0 15,-1 1 0-15,1-1 0 0,2-2 0 0,1 2 0 16,2 1 0-16,0-2 0 0,3 1 192 0,2 0-64 16,2-1 0-16,2-2-128 0,3 1 640 0,2-1 0 15,0 1 16-15,3 0 0 0,1-3 32 0,4-1 0 0,0 0 0 0,4-2 0 16,0-1-288-16,5-2-48 0,1-2-16 0,2-3 0 15,-1-2-192-15,-1-2-144 0,2-3 192 0,-2-2-192 16,-2-1 0-16,-1 1 0 0,-1-3-240 0,0 0 80 31,-2 1-2400-31,-3 1-464 0</inkml:trace>
  <inkml:trace contextRef="#ctx0" brushRef="#br0" timeOffset="41146.1">15263 5238 16575 0,'0'0'1472'0,"0"0"-1168"16,0 0-304-16,0 0 0 0,0 0 608 0,0 0 64 16,0 0 16-16,0 0 0 0,0 0 160 0,0 0 48 15,-11-1 0-15,2 0 0 0,-1 0-352 0,0 1-64 0,1 3-16 0,-1 1 0 16,0-2-128-16,-1 0-16 0,0 0-16 0,0 3 0 15,-1 0-128-15,0 2-32 0,-1 1 0 0,0 2 0 16,-1 0-144-16,1 2 0 0,0 4 0 0,0 0 0 16,1 1 0-16,1 0 0 0,0 2 0 0,1-2 0 15,2-1 0-15,3-1 0 0,0 0 0 0,3-3 0 16,2-1 0-16,2-2 0 0,-2-9 0 0,7 10 0 16,0-4 0-16,3-1 0 0,1-4 0 0,3-2 128 15,0-4-128-15,3-1 0 0,2-4 144 0,0-1-144 16,-2-3 0-16,0 0-256 0,-2 0 32 0,0-2 16 15,-3 1-160-15,1-1-16 0,0-1-16 0,-1-3 0 16,-1-1 32-16,-1 2 16 0,0 0 0 0,-1-3 0 16,-1-1 64-16,-1-1 16 0,0-2 0 0,-1 2 0 15,0 1 272-15,-1-3 0 0,1-3 0 0,-1-1 0 0,0-1 224 16,-1 3 48-16,-2-1 16 0,0 3 0 0,-1-1 400 0,-1 5 80 16,0 2 0-16,0 4 16 0,-1 6 160 0,-1 3 16 15,2 7 16-15,0 0 0 0,0 0-288 0,0 0-64 16,0 0-16-16,0 0 0 0,0 0-416 0,-2 9-192 15,0 4 160-15,0 3-160 0,0 3 192 0,1 3-48 16,-1 2-16-16,0 3 0 0,0 5 192 0,1 2 16 16,0 2 16-16,0 1 0 0,0 2-16 0,0 0 0 15,1 0 0-15,-3 0 0 0,1 2-192 0,-1 0-144 16,-2-1 192-16,2 2-192 0,0 0 0 0,1-1 0 16,-1-4-160-16,1-1 160 15,1 1-2624-15,-1-4-384 0</inkml:trace>
  <inkml:trace contextRef="#ctx0" brushRef="#br0" timeOffset="41793.15">15106 6377 15487 0,'0'0'688'0,"0"0"144"0,0 0-672 0,0 0-160 0,0 0 0 0,6 7 0 0,-6-7 800 0,0 0 128 16,0 0 32-16,8 5 0 0,-8-5 272 0,0 0 64 0,10 1 16 0,-10-1 0 15,9 0-400-15,-9 0-80 0,9-2 0 0,0-2-16 16,0-1-288-16,0-2-48 0,2 0-16 0,3-3 0 16,0-3-464-16,1-1 0 0,3 1 0 0,0 0 0 31,0-2-288-31,-1-2-160 0,-1-2-16 0,0 4-16 0,-1 0 176 0,-2 0 48 0,-1 1 0 0,-2 3 0 16,-3 1 256-16,-3 2-192 0,-4 8 192 0,0 0-160 15,0-10 304-15,0 10 64 0,-5-5 16 0,-4 4 0 16,-2 1 144-16,-2 3 16 0,-3 4 16 0,1 2 0 15,-3 2-272-15,1 1-128 0,-1 1 0 0,1 0 128 16,-2-1 64-16,2 0 16 0,3 1 0 0,0 2 0 16,-1-2-48-16,3 3-16 0,1 2 0 0,0 1 0 15,3-1 32-15,1 1 0 0,4 0 0 0,2-2 0 16,2 0 208-16,2-3 32 0,1 1 16 0,2-1 0 16,2-2-176-16,0 0-16 0,1-1-16 0,2-1 0 0,1-3-224 0,1-1 128 15,3 0-128-15,-1-1 0 16,1 0-1088-16,-1 0-304 0,0-2-64 0</inkml:trace>
  <inkml:trace contextRef="#ctx0" brushRef="#br0" timeOffset="42307.68">15139 7046 13823 0,'0'0'1216'0,"0"0"-960"0,0 0-256 0,9 5 0 15,1-1 2352-15,1 1 416 0,0-1 96 0,2 1 16 16,-1-2-1312-16,1-1-256 0,1-2-48 0,-1-1-16 15,0 0-608-15,-1-2-112 0,1-2-16 0,0 0-16 16,0-2-352-16,1 1-144 0,-1-2 128 0,0-1-128 16,0-2-464-16,0 1-176 0,-2-2-48 15,-2-1 0 1,1-3-624-16,0 2-128 0,0 0-32 0,-2 1 0 16,-2 2 576-16,-1-1 128 0,-3-2 0 0,-1 2 16 0,-2-1 528 0,-2 3 224 0,-2 1-192 0,1 3 192 15,-2 0 464-15,1 3 224 0,5 3 32 0,-9 0 16 0,1 2 160 16,8-2 16-16,-6 6 16 0,0-1 0 0,0 2-480 0,0 0-112 15,2 2-16-15,-1 1 0 0,1 0-128 0,0 1-16 16,-1 0-16-16,2 1 0 0,0 0 224 0,-1 4 32 16,2 0 16-16,-1 3 0 0,0 1 176 0,0 2 32 15,0 1 16-15,2 1 0 0,-1 2-96 0,0 1-32 16,-1-1 0-16,1 2 0 0,1 0-272 0,2 0-64 16,0-2-16-16,1-1 0 0,2 0-176 0,0-1 0 15,2 0 0-15,0-3 128 0,0-2-128 0,1-2-224 16,-1 0 48-16,-2 0 16 15,0 1-1696-15,-4 3-352 0,-3 2-64 0,-1-4-10368 0</inkml:trace>
  <inkml:trace contextRef="#ctx0" brushRef="#br0" timeOffset="42475.39">15263 7431 23951 0,'-4'-9'1056'0,"4"9"224"0,-3-8-1024 0,2 1-256 0,1 7 0 0,3-7 0 16,1-1 2448-16,2 0 432 0,2 2 96 0,0-2 16 15,3 0-1904-15,3 0-368 0,1-3-80 0,3 0 0 16,0-3-208-16,3 1-48 0,1 1 0 0,0 1 0 31,-1 1-1520-31,-2 1-304 0,-1 1-64 0,-1 1-14032 0</inkml:trace>
  <inkml:trace contextRef="#ctx0" brushRef="#br0" timeOffset="44030.08">15580 8276 25791 0,'0'0'2304'0,"-7"-6"-1856"0,0-1-448 0,0 3 0 16,1-1 1600-16,-1 1 208 0,-2 0 48 0,1 0 16 15,-3 1-592-15,0 0-128 0,-3-2-32 0,1 1 0 16,-1 0-288-16,0-1-64 0,-2 1-16 0,3-1 0 0,2 2-432 0,0 2-96 15,-1 2-16-15,1 3 0 0,0 4-208 0,1 4 0 16,0 4-192-16,0 3 192 0,0 5-272 0,1 0 48 16,0 0 16-16,1-1 0 0,1-1 32 0,4 0 16 15,0-4 0-15,0-3 0 0,2-4-112 0,2-2-32 16,3-3 0-16,-4-6 0 16,6 5-272-16,-6-5-64 0,11-1-16 0,1-3 0 0,-1-4 256 0,3-3 48 15,-1 2 16-15,1-4 0 0,-1-4 336 0,-1 2 0 16,1 0-144-16,-2 1 144 0,-2 0 0 0,0 2 0 15,-4 1 0-15,0 1 0 0,0 0 0 0,-5 10 0 16,0 0 0-16,0 0 144 0,0 0 96 0,0 0 16 16,0 0 0-16,0 0 0 0,0 0-128 0,0 0 0 0,-3 11-128 15,1 1 192-15,0 1-192 0,0 3 0 0,0 0 0 0,-1 3 0 16,1 3-144-16,1 3 144 0,0 4 0 0,0 3-144 16,1 2 144-16,0 0-128 0,0-1 128 0,0 1-128 15,1-1 128-15,0-1 0 0,1-2 0 0,-1-3 0 16,0-4 0-16,-1-2 0 0,0-2 0 0,-1-2 0 15,-1 0 0-15,-1-2 0 0,-2 0 0 0,0-2 128 16,-3-1 80-16,1-1 32 0,-2 0 0 0,-1-2 0 16,-2-2 128-16,0 1 16 0,1 0 16 0,-1-1 0 15,-3 1-16-15,2-2 0 0,2-1 0 0,-1 2 0 16,0-3-160-16,-1-1-32 0,-1 1-16 0,2-2 0 16,0 1-336-16,1-2-64 0,0-1-16 0,0 0 0 31,-2-1-2496-31,0-2-496 0</inkml:trace>
  <inkml:trace contextRef="#ctx0" brushRef="#br0" timeOffset="47366.71">14535 4002 10127 0,'0'0'896'0,"7"-5"-704"16,-7 5-192-16,9-4 0 0,-1 1 1456 0,2-1 256 16,1 1 48-16,1 1 16 0,1-1-656 0,2 0-128 15,3 2-32-15,1-1 0 0,4 0-512 0,1 0-128 0,-1 1 0 0,2-2-16 16,-1 0-304-16,3-1 0 0,0 0 128 0,2 1-128 15,1 0 128-15,5 1-128 0,1 1 144 0,2 1-144 16,2 2 416-16,2 1-16 0,2 0 0 0,1 1 0 16,-1-4 112-16,1 0 0 0,0-1 16 0,1 1 0 15,2 1 32-15,1 2 0 0,2 1 0 0,0 1 0 16,1-2-208-16,-1-2-32 0,-2-1-16 0,3 0 0 16,4 1-176-16,3 0-128 0,4 2 144 0,1-1-144 15,1-1 128-15,0-1-128 0,-3-2 0 0,4-1 144 16,0 1-144-16,0 1 0 0,0 1 0 0,-1-2 128 15,-2 0-128-15,0 0 0 0,0-1 0 0,3 3 0 16,3 3 128-16,-2-2-128 0,-2-1 0 0,0 0 128 16,-3 0-128-16,3 1 160 0,1 2-160 0,1 0 160 15,1 2-160-15,-3-1 0 0,-3-2 144 0,2 1-144 16,1-1 0-16,4 1 128 0,4 0-128 0,-2 0 0 0,-2-3 0 16,-2 0 0-16,-2 0 0 0,2 0 0 0,3 1 0 0,0 0 0 15,1 0 0-15,-3-1 128 0,-6-2-128 0,3-1 0 16,4 2 0-16,0 1 0 0,0 0 0 0,-1 0 0 15,-2-1 0-15,1 0 128 0,1 1-128 0,0 2 0 16,2 2 0-16,-2-1 0 0,-2-3 0 0,-1 1 0 16,-2 0 0-16,0 1 0 0,2 2 0 0,1-1 0 15,0 0 0-15,0-1 0 0,-2 0 0 0,1 0 0 16,1 1 0-16,1 3 0 0,2-1 0 0,-3 1 0 16,-3-3 0-16,1 0 0 0,-2-2 0 0,2 0-160 15,2 2 160-15,0 0 0 0,1 0 0 0,-3 2 0 0,-5 1 0 16,-1 1 0-16,0-2 0 0,1 0 0 0,4-2 0 15,-1 0 0-15,-1 1 0 0,-3-1 0 0,0 0 0 0,1-2 0 16,1-1 0-16,3 0 0 0,1 1 0 0,-2 0 0 16,-1-1 0-16,-4 0 0 0,-3 0 0 0,2 0 0 15,1-1 0-15,1 1 0 0,0 3 0 0,-3-1 0 16,-3-2 0-16,0 0 0 0,0 1 0 0,2-2 0 16,2-1 0-16,0-1 0 0,1 3 128 0,-2 0-128 15,-2 0 0-15,-1-2 0 0,0 1 0 0,-1 0 0 16,1 0 0-16,0 0 0 0,0-1 0 0,3-1 0 15,-1 2-128-15,-1-1 128 0,-1-1-192 0,-4 1 192 16,-2 0-128-16,2 1 128 0,-2 0 0 0,0-1 0 16,-1 0 0-16,0 0 0 0,-2 1 0 0,1-1 0 15,-3 0 0-15,-1 1 0 0,-3 0 0 0,0 0 0 0,3-1 0 16,1 0 0-16,-1-2 0 0,2 2 0 0,0 1-256 16,0 0 48-16,-2 0 16 0,-1 0 0 0,-4-2-128 0,-2 0 0 15,-2 0-16-15,0 2 0 0,-3-1 336 0,1-1-144 16,0 2 144-16,-1 0 0 0,0 0 0 0,0 0 0 15,-1 0 0-15,-1 1 0 0,2 3 176 0,-2-2-16 16,1-1 0-16,0 0 0 0,-1-1-160 0,0-1 192 16,-2 0-192-16,0 0 192 0,-2-1-192 0,0 2 0 15,0 0 144-15,0 0-144 0,-1-1 240 0,1 1-32 16,-2 0 0-16,-1 1 0 0,0 0 112 0,0 0 32 16,1 1 0-16,1-1 0 0,1-1 48 0,-2 0 16 15,2 1 0-15,-1-2 0 0,-1 0-128 0,-1-1-32 16,0-3 0-16,-1 2 0 0,1 1-128 0,-1 1-128 15,-3-3 192-15,0 2-192 0,1-2 128 0,-3 2-128 0,-1 0 0 16,0 1 0-16,0-2 0 0,-1 2 0 0,-2 1 0 0,0 0 0 16,-3-1 0-16,-6 2-192 0,0 0 16 0,0 0 16 31,0 0-1936-31,0 0-384 0,0 0-80 0,0 0 0 0</inkml:trace>
  <inkml:trace contextRef="#ctx0" brushRef="#br0" timeOffset="48554.28">14634 4831 10127 0,'0'0'896'0,"0"0"-704"0,0 0-192 0,11 1 0 0,0-3 1536 15,1 2 256-15,0 1 64 0,1-1 16 0,-5-1-512 0,3 0-96 16,4 3-32-16,-1-1 0 0,-2 0-144 0,1 2-48 15,2-2 0-15,1 1 0 0,1 0-496 0,1 0-96 16,2-1-32-16,3 2 0 0,4-1-256 0,2 0-160 16,4 0 192-16,5-1-192 0,1 2 128 0,4 0-128 15,2 1 0-15,1-2 0 0,2-2 128 0,1 0-128 16,2 2 0-16,4-2 0 0,2 0 0 0,4 1 0 16,2 1 0-16,0-1 0 0,-1-2 192 0,4 1-192 15,3 0 192-15,4 1-192 0,2 0 384 0,2-1-16 16,-1-2-16-16,5 0 0 0,2-1-160 0,4 2-16 15,3 0-16-15,-1-1 0 0,-1-3-160 0,4 1 0 0,1 2 0 0,-1 0 0 16,-6-3 0-16,2 2 128 0,4 0-128 16,-3 1 0-16,0 1 128 0,-3-5-128 0,-3-2 0 0,5 3 128 15,6 3 48-15,-1-3 0 0,-4-1 0 0,5-1 0 16,2-2-176-16,0 4 160 0,2-1-160 0,0 1 160 16,-3-2-160-16,2 1 0 0,1 1 0 0,-5 3 0 15,-3 0 0-15,3 2 0 0,0 0 0 0,-2 1 0 16,-3 0 0-16,-1 0 0 0,-1-1 0 0,1 2 0 15,3 0 128-15,-2 1-128 0,-2-2 0 0,2 0 128 16,3-1-128-16,2 0 0 0,-1 0 0 0,-4 0 0 16,-2 2 0-16,2-1 0 0,4 0 0 0,-4-1 0 15,-5 1 0-15,1 2 0 0,-1-1 0 0,2 1 0 16,0 3 0-16,-3-2 0 0,-3-1 0 0,2 2 0 16,1 1 0-16,-2 4 0 0,0 1 0 0,-6-2 0 15,-2-4 0-15,4 0 0 0,3-2 0 0,2 2 0 16,1-3-160-16,-2-2 160 0,-2-1 0 0,1 2-144 0,4 1 144 0,-1 1 0 15,-2 2-144-15,-5-3 144 0,-1-1 0 0,1 2 0 16,-1 3 0-16,-2 0 0 0,0 0 0 0,-5-1 0 16,-2 0 0-16,0-1 0 0,2 2 0 0,1-2 0 15,3 0 0-15,-3 0 128 0,-5-4 0 0,1 0 0 16,0-1 0-16,2 2 0 0,-2 1-128 0,0 1 0 16,-2-1 0-16,-2-2 0 0,-2-1 0 0,-1-1 0 15,0 0 0-15,1 2 0 0,-2 2 0 0,1 1 0 16,-3 0 0-16,-1-2 0 0,-3-2 0 0,0 0 0 15,-2-1 0-15,-1 2 0 0,1 2 128 0,-3 0-128 16,-2 0 0-16,0 0 128 0,-1 0 64 0,-2-1 16 0,-3-1 0 0,-1 0 0 16,-3-1-208-16,2 0 176 0,1 0-176 15,0 1 160-15,2 1-160 0,-2 0 0 0,0 0 0 0,2 2 0 16,-4-2 0-16,-1-1 0 0,-2 0 0 0,-3 0 128 16,-1 0-128-16,-4-1 0 0,-1-2 0 0,-3 1 0 15,-3 0 192-15,-2 1-64 0,-3 0 0 0,-2 0 0 16,-9 1-128-16,0 0 0 0,0 0 0 0,0 0-9792 15,0 0-1856-15</inkml:trace>
  <inkml:trace contextRef="#ctx0" brushRef="#br0" timeOffset="49829.55">14671 5940 20271 0,'0'0'1792'0,"12"2"-1424"15,3 0-368-15,3 1 0 0,4-2 464 0,2-1 32 16,1-1 0-16,2 0 0 0,0-2 208 0,5 1 64 15,2 0 0-15,5-1 0 0,1-2-208 0,3 2-48 16,1-1 0-16,2-1 0 0,1 1-288 0,0-2-64 16,0 0-16-16,4 0 0 0,3-2 32 0,3 1 0 15,3-3 0-15,2 1 0 0,1-1-176 0,-1 0 160 0,1-1-160 16,3 2 160-16,2 2-160 0,3 0 0 0,1 2 0 0,-1-2 0 16,-3-4-144-16,2 2 144 0,2 3 0 0,3 1 0 15,-2 3 0-15,0-2 0 0,-2-4 0 0,3 1 0 16,2 1 0-16,2 1 0 0,1 2 0 0,-2-1 144 15,-2-3 16-15,1 2 0 0,2 1 0 0,1 1 0 16,-1-3-160-16,-3 3 0 0,-2-1 144 0,3 0-144 16,3 1 128-16,1 0-128 0,3 0 160 0,-5-2-160 15,-5-3 128-15,3 2-128 0,4-1 0 0,0 3 144 16,0 1-144-16,-4 0 0 0,-3-2 0 0,3 0 0 16,3 1 0-16,-2 1 128 0,-1 1-128 0,-4-1 0 15,-1 0 192-15,1 2-64 0,5 0 0 0,1 0 0 16,-2-1-128-16,-2-1 128 0,-3 0-128 0,3 1 128 0,3 0-128 0,2-1 0 15,-1 1 144-15,-2 1-144 0,-3-1 0 16,3 1 0-16,2 0 0 0,0 1 0 0,1 0 0 16,-5 2 0-16,-6-2 0 0,4 1 0 0,1 0 0 15,2 1 0-15,0 1 0 0,-3-1 0 0,-5 0 224 0,2-1-32 16,4 0 0-16,1 1 0 0,1 2 0 0,-2-1-16 16,-2-3 0-16,5-1 0 0,1-1-176 0,1 1 128 15,1-1-128-15,-3 0 128 0,-2-1-128 0,0 1 0 16,1 0 0-16,-1 0 0 0,1 0 0 0,-1 0 0 15,-5-1 0-15,0 2 0 0,2 0 0 0,-1 1 128 16,3 0-128-16,-5 0 192 0,-2 0 144 0,-1 0 48 16,0-2 0-16,2 2 0 0,2 2-256 0,1-1-128 0,-2-1 128 15,-3 0-128-15,-3-3 0 0,1 1 0 0,2 1 0 16,0 0 0-16,0 0 0 0,-4 0 0 0,-2-1 0 0,-1-1 0 16,-3 2 0-16,2 0 0 0,1 0 0 0,2 0 0 15,-1 1 0-15,-2 0 0 0,-5 1 0 0,-1-1 0 16,-3-1 0-16,2 0 0 0,0 0 0 0,3 1 128 15,0 0-128-15,-1 0 176 0,-2-1-176 0,-1 0 192 16,-3 0-192-16,-2-1 0 0,-1 1 144 0,0-1-144 16,-1 0 0-16,1 1 0 0,-1 0 0 0,-1 0 0 15,0 0 0-15,-5-1 0 0,-2 0 0 0,-2 1 0 16,-2-1 0-16,-1 1 0 0,-3-1 0 0,-2-1 0 16,-2 0 0-16,-1 0 128 0,0-2-128 0,-2 1 0 15,-1 0 0-15,-2-1 128 0,-1 0-128 0,-2 0 0 16,-1 2 128-16,0 0-128 0,0-1 128 0,-2 2-128 15,-1 1 0-15,0 0-208 0,-9 1 16 0,6 0 16 16,-6 0-1424-16,0 0-304 0,0 0-48 0,0 0-11296 16</inkml:trace>
  <inkml:trace contextRef="#ctx0" brushRef="#br0" timeOffset="51236.03">14767 6772 12895 0,'0'0'1152'0,"0"0"-928"0,0 0-224 0,0 0 0 16,0 0 2816-16,0 0 528 0,10 7 112 0,2-1 0 15,2-2-2592-15,1 0-528 0,1-4-96 0,3 0-32 16,2-2 48-16,3 0 16 0,4-2 0 0,4-1 0 15,2 1-272-15,3 1 0 0,1-2 0 0,3 1 0 16,2 1 0-16,1-1 0 0,1 0 0 0,4 1-144 16,0-2 144-16,5 2-160 0,3 1 160 0,3 1-160 0,0 0 160 0,1-1 0 15,-2 1 0-15,3 1 0 0,3-1 0 0,2-1 0 16,1 3 0-16,1-2 0 0,-1-2 0 0,2-1 0 16,0 1 0-16,3 1 0 15,2-1 0-15,0 0 0 0,0-2 0 0,0-1 0 16,0 0 0-16,3-1 0 0,2 1 0 15,-2 0 0-15,-3 0 0 0,1 0 0 0,1 2 0 0,2-1 0 0,2 2 0 0,-4 0 0 16,-4-3 128-16,1 3-128 16,1-2 0-16,3 3 0 0,3 0 0 0,-3-1 128 15,-2-1-128-15,-1 0 0 0,0-1 0 0,3 1 128 0,1 1-128 0,-2-1 0 16,-2-1 0-16,-1 0 0 0,0-2 0 0,2 2 0 0,2 0 0 16,-3 1 128-16,-2-1-128 0,-1 2 0 0,0-1 0 15,2 0 0-15,0 1 0 0,-1 0 176 0,-4 1-176 0,0-1 192 16,-1 0 144-16,1-1 48 0,5-2 0 0,-3 3 0 15,-3 1-96-15,-2-1-16 0,-1 1 0 0,1-1 0 16,5 1-128-16,-2-2-16 0,0-1-128 0,-3 2 192 16,-4-1-192-16,0 0 0 0,-1 0 0 0,4-1 0 15,2 1 0-15,-1-1 128 0,-3 0-128 0,-3 0 0 16,-1 0 0-16,0-1 0 0,3 1 128 0,2 1-128 16,0-1 0-16,0 0 0 0,-3-1 0 0,-2 2 0 15,1-1 0-15,1 1 0 0,2 0 0 0,0 0 0 16,-1 1 0-16,-1 1 0 0,-4-2 128 0,0 2-128 15,0 0 0-15,1 0 0 0,0-1 0 0,1 0 0 16,2 1 0-16,-4 0 176 0,-2 1-176 0,1-2 160 0,1-1-160 0,2 0 0 16,0-2 144-16,-1 1-144 0,1 0 0 0,-3 1 0 15,-2 0 0-15,-1 0 0 0,2 1 0 0,0 0 0 16,2-1 0-16,-1 3 0 0,0-1 0 16,-1 1 0-16,-4 0 0 0,-1 0 0 0,-2 1 0 0,2 0 128 15,2-1-128-15,0 0 0 0,1 0 256 0,-1-1 0 16,-3 1-16-16,0 1 0 0,-2 0-112 0,0 1 0 15,3-1-128-15,-1-1 192 0,2-1-192 0,-2 0 0 16,1 0 128-16,-3 0-128 0,-2-1 0 0,-2 1 0 16,0-1 128-16,-1 1-128 0,2-2 0 0,1 1 0 15,1 0 0-15,2 2 0 0,-1 0 0 0,-1-1 0 16,-3 1 0-16,-1 0 0 0,-2 0 0 0,1 0 0 16,0 0 0-16,0 0 0 0,-1 1 224 0,1 0 48 0,-1 0 16 15,-3 0 0-15,-1-1 160 0,-2 0 48 0,-2 0 0 0,-2 1 0 16,-1-3-192-16,-4 1-48 0,-2-1 0 0,-1 0 0 15,-2-1-128-15,0 1-128 0,-2 1 144 0,0 0-144 16,-1-1 0-16,0 1-128 0,-3 2-16 0,1-1 0 31,-4 1-320-31,-3 0-64 0,-8 0-16 0,0 0 0 16,0 0-1872-16,0 0-368 0,0 0-80 0</inkml:trace>
  <inkml:trace contextRef="#ctx0" brushRef="#br0" timeOffset="52824.59">15004 7634 20207 0,'0'0'896'0,"0"0"192"0,11 0-880 0,0 0-208 0,2 1 0 0,-1 0 0 16,-1-1 784-16,1 0 112 0,1-1 32 0,2 1 0 16,-1 2-336-16,1-1-64 0,2-1-16 0,2 0 0 0,-1 0-336 15,4-1-176-15,1-1 160 0,4 0-160 16,-1-1 0-16,3-1 0 0,2 1 0 0,4 0 0 0,2-1 0 0,3 2 0 16,1 1 0-16,0 1 0 0,1-1 128 0,2 0-128 15,-2-2 0-15,2 0 0 0,1 1 400 0,2 2-16 16,3 0 0-16,3 0 0 0,3 0 32 0,0-1 0 15,0 0 0-15,1-2 0 0,0-1-80 0,3 0-16 16,2-1 0-16,2-2 0 0,1-1-64 0,0-1 0 16,-1 0-16-16,2-1 0 0,2 1-64 0,4 2-16 15,1 2 0-15,0-2 0 0,-4-2 32 0,2 1 16 16,1 0 0-16,3 0 0 0,1 2-16 0,-2-1-16 16,-4-1 0-16,1 2 0 0,-1-2-16 0,3 0 0 15,6-1 0-15,-4 2 0 0,0-2-160 0,-1 0 128 16,0-1-128-16,3 3 128 0,4-3-128 0,-3 0 0 0,-2 0 0 0,-1 0 128 15,1 0-128-15,1 1 0 0,2-1 0 0,-1 0 0 16,-2 2 128-16,-2 0-128 0,-2 1 0 0,5 0 128 16,2 0-128-16,-2 0 192 0,-2 0-192 0,-2-1 192 15,-1 1-192-15,4 2 0 0,5-3 144 0,-3 1-144 16,-3-1 0-16,-1 0 0 0,1 2 0 0,1 0 128 16,3 1-128-16,-1 0 0 0,-2 1 0 0,-3-2 0 15,-4 1 0-15,4 0 0 0,3 2 0 0,0 1 0 16,-5-1 0-16,-4-1 0 0,-5 0 0 0,4 1 0 15,3 0 0-15,2 2 128 0,-2-1-128 0,-1 0 0 16,-3-3 128-16,1 0-128 0,2-1 128 0,1 3-128 16,1 0 128-16,-4 0-128 0,-2-2 128 0,-2 0-128 15,0-2 0-15,1 2 128 0,3 0-128 0,-2 2 0 16,0 1 0-16,-2-2 0 0,-4 1 0 0,0 0 0 0,1-3 0 16,-1 3 0-16,1 0 0 0,0 0 0 0,-2 2 0 0,-3 0 0 15,-4-1 0-15,2 0 128 0,-1 0-128 0,0-1 0 16,2 1 0-16,1 1 0 0,0 0 0 0,-3 0 0 15,-4 0 0-15,0 0 0 0,-3-1 0 0,1-1 0 16,3 1 0-16,1 0 128 0,3 0-128 0,-3 1 0 16,0-2 0-16,-3 2 0 0,-1 0 0 0,-2 1 0 15,0 0 0-15,0 0 0 0,0-2 0 0,1 0 0 16,0 0 0-16,0 1 0 0,-1-1 0 0,-3 1 0 16,-2 0 0-16,-2 1 0 0,-1-1 0 0,0 0 0 15,-2 0 0-15,1 1 0 0,3 1 0 0,1-1 128 16,1 0-128-16,1 0 128 0,0-2-128 0,-1 2 0 0,-3-1 128 15,0 1-128-15,-2-1 0 0,0 1 0 0,-1 0 0 0,1 0 128 16,-2 0-128-16,1 0 176 0,0 0-176 0,0 0 192 16,-1 0 32-16,0 0 16 0,-3 0 0 0,-3 0 0 15,-2-3-48-15,-1 2-16 16,-1 0 0-16,-1 1 0 0,-2 0-32 0,1 0 0 0,-3-1 0 0,1 0 0 16,0-1-144-16,-1 1 0 0,1 0 0 0,-1 0 0 15,1 1 0-15,1 0 0 0,-3-2 0 0,0 2 0 16,-1-1 0-16,-2 1 0 0,2 1 0 0,-3-1 0 15,-1-1-336-15,-3 0-48 0,-8 1-16 0,0 0 0 16,8 0-1648-16,-8 0-320 16,0 0-64-16</inkml:trace>
  <inkml:trace contextRef="#ctx0" brushRef="#br0" timeOffset="54654.14">15138 9095 4607 0,'0'0'400'0,"11"2"-400"16,-1-1 0-16,2 1 0 0,0-1 3616 0,4 1 640 16,0-1 128-16,2-1 32 0,-2-1-2832 0,2-1-560 15,3 0-128-15,1-1 0 0,1 0-464 0,4-2-96 16,2 1-16-16,1-1 0 0,3 1-32 0,1 0-16 16,0 0 0-16,1 0 0 0,1 0 32 0,1-1 0 15,-1 1 0-15,1-1 0 0,2 0 16 0,1 0 16 16,3 2 0-16,2-1 0 0,3-2-32 0,0 1-16 15,1-1 0-15,0 1 0 0,-1-2-48 0,2-1-16 0,-1 1 0 16,4-1 0-16,1 1 160 0,3 1 48 0,1-1 0 0,0 1 0 16,-2-2-32-16,2-1 0 0,3-1 0 15,1 3 0-15,3 0-112 0,0 1-32 0,-1 0 0 0,0-1 0 16,-4 0-80-16,3-1-32 0,0 0 0 0,3 2 0 16,3 0 16-16,-4 1 0 0,-3-2 0 0,-2-1 0 15,2 1-32-15,4-1 0 0,4-1 0 0,0 0 0 16,2-1 32-16,-4 2 0 0,-4-3 0 0,3 0 0 15,5 1 48-15,-1-1 16 0,1 0 0 0,-3 1 0 16,-4 3-32-16,1-1-16 0,1 0 0 0,3 1 0 16,0 0 0-16,-3 2 0 0,-1 2 0 0,0-2 0 15,-4 2-176-15,3-1 160 0,5-2-160 0,-2 1 160 16,-1-2-160-16,-2 1 0 0,-1 2 144 0,0 0-144 16,2 0 0-16,2 1 128 0,1-1-128 0,-3-1 0 15,-3 0 128-15,-1-1-128 0,-1 2 128 0,1-1-128 0,4-2 208 16,-1-1-16-16,-1 0-16 0,-2 2 0 0,-6-2-48 0,-1 0-128 15,1 0 192-15,2-1-64 0,4-1-128 0,0 1 0 16,-1 0 0-16,-4 0 128 0,-4 2-128 0,1-1 0 16,0 0 0-16,1 2 0 0,3-1 128 0,-1 2-128 15,-2-1 128-15,-1 2-128 0,-1-1 0 0,-2 2 0 16,-1-1 0-16,2-1 0 0,2 1 0 0,1 1 0 16,-1-1 0-16,-2 3 0 0,-4-1 0 0,-1 0 0 15,1 0 0-15,-1-2 0 0,1 1 0 0,3 0 0 16,1-1 0-16,-1 1 0 0,-2 0 0 0,-2 1 0 15,-1-1 0-15,0 1 0 0,-2 0 0 0,1 0 0 16,4 0 0-16,-1-1 128 0,2 1-128 0,-3 1 0 16,-1-1 0-16,-1 0-176 0,-1-1 176 0,0 2 0 0,-1 0 0 0,2 0 0 15,3-1 0-15,0 0 0 0,2 0 0 0,-1-2 0 16,-1 1 0-16,-2 1 0 0,-4 0 0 0,0 0 0 16,0 0 0-16,0 0 0 0,3 0 0 0,2-1 0 15,1-1 0-15,-2 1 0 0,-1 0 128 0,-2-1-128 16,-1 2 0-16,-2 0 0 0,-1 0 0 0,0 1-128 15,3-2 128-15,-1 2 0 0,1 0 0 0,1 0 0 16,-4 0 0-16,0 0 0 0,-3-1 0 0,-1 1 0 16,-1 0 0-16,-2 1 0 0,-1-2 0 0,0 1 0 15,0 0 0-15,0 0 0 0,4 0 0 0,-1 1 0 16,-1-1 0-16,1 0 0 0,1 0 0 0,-3 0-128 16,-4 0 128-16,-1-2 0 0,-1 2 0 0,1 0 0 15,-1 0 0-15,2 0 0 0,-2 0 0 0,0 1 0 16,0 0 0-16,-1 0 0 0,0 1 0 0,2-1 0 0,-3 0 0 0,-1 0 0 15,-1-1 0-15,-1 1 0 0,1 0 0 0,-2 0 176 16,-1 0-48-16,0 0 0 0,-1 0-128 0,-1 0 0 16,0-1 0-16,-1 0 0 0,2 0 0 0,-2-1 0 15,1 2-192-15,1 0 192 0,-1-1 0 0,0 0 0 16,-1 0 0-16,1 1 0 0,1 0 0 0,-1 0 0 16,-1 0 0-16,1 0 0 0,-2 0 0 0,2 0 0 15,-3 1 0-15,0-1 128 0,0-1-128 0,-1 1 128 16,0 0-128-16,0 0 128 0,0 0-128 0,3 0 160 15,-1 0-160-15,1 0 160 0,-3 0-160 0,1 0 0 16,-1-1 0-16,-1 1 128 0,-2 0-128 0,0 0 0 0,0 1 0 0,-2-1 128 16,-8 0-128-16,11 0 0 0,-1 0 0 0,-2 0 0 15,1 1 0-15,-9-1 0 0,10 4 0 0,-1-3 0 16,-9-1 0-16,9 0-272 0,-9 0 32 0,0 0 16 31,9-1-1504-31,-9 1-288 0,7-4-64 0,-7 4-13792 0</inkml:trace>
  <inkml:trace contextRef="#ctx0" brushRef="#br0" timeOffset="70798.19">16635 2176 21471 0,'-13'-1'960'0,"4"1"192"0,-1 1-928 0,1 0-224 0,2 0 0 0,7-1 0 0,0 0 432 0,0 0 32 16,-8 2 16-16,8-2 0 0,0 0-160 0,-8 2-16 15,8-2-16-15,-6 5 0 0,6-5 32 0,-7 8 0 16,1 0 0-16,-1 3 0 0,-1 1-48 0,1 4 0 16,-2 1 0-16,-1 4 0 0,-1 1-144 0,1 3-128 15,0 0 192-15,2-1-192 0,2-1 128 0,2-3-128 16,3-4 0-16,5-2 0 0,2-3 0 0,4-3 0 16,2 0 0-16,4-1-144 0,0-2 144 0,2 0-160 15,-1-2 160-15,1-2-160 0,0-1 160 0,-2-1 0 16,-2-1 0-16,0 1-128 0,-2 0 128 0,-1-1 0 15,0 0 0-15,-1 0 0 0,-2 0 0 0,0-1 144 16,0-3-16-16,-2-2-128 0,2 0 560 0,1-3 0 0,1-2 0 0,-1-2 0 16,-2-3 144-16,1-1 48 0,-1-6 0 0,-2 3 0 15,-2 2 16-15,-2 0 0 0,-2 0 0 0,-2 2 0 16,-2 2 0-16,-2 0 0 0,-2 1 0 0,-1 2 0 16,-1 3-272-16,-1 2-48 0,-2 3-16 0,0 3 0 15,-2 0-432-15,0 4 0 0,-3 0 0 0,1 1 0 31,2 0-2256-31,2 2-336 0,-1-2-64 0</inkml:trace>
  <inkml:trace contextRef="#ctx0" brushRef="#br0" timeOffset="71756.89">18112 3035 19295 0,'0'0'848'0,"0"0"176"0,-2-7-816 0,2 7-208 0,-2-6 0 0,2 6 0 15,-3-10 672-15,1 3 96 0,-2 1 0 0,4 6 16 16,0 0 432-16,-3-7 96 0,3 7 16 0,-4-5 0 16,-1 0-304-16,5 5-48 0,0 0-16 0,-8-1 0 15,2 1-400-15,-1 2-96 0,0 2-16 0,0 2 0 16,-1 3-448-16,3 1 128 0,-1 1-128 0,1 1 0 15,-1 0 0-15,3 1 0 0,1 0 0 0,1 2 0 16,1-1-144-16,1 1 144 0,1-1 0 0,1 0-144 16,2 0 144-16,0 1 0 0,1-2-144 0,1-1 144 15,2-2 0-15,1-1 0 0,0-3 0 0,1 1 0 16,1-3 0-16,0-1 0 0,0-3 0 0,1-1 0 16,1-1 0-16,1-2 0 0,0-2 0 0,1-1 0 15,-2-3 160-15,-1-1-160 0,-1-1 192 0,-1-1-192 16,-2 1 192-16,-1 0-192 0,-3-1 192 0,0 0-192 15,-3 0 304-15,-1-1-48 0,-2 0-16 0,-2 0 0 0,-3 2 272 16,-1-1 48-16,-2-3 16 0,-1 4 0 0,-1 0-64 0,0 2-16 16,-1 1 0-16,0 4 0 0,0 0-288 0,-2 4-48 15,2 1-16-15,0 1 0 0,-2 2-400 0,2 0-64 16,1 0-32-16,2 3 0 16,1 0-2720-16,3 1-560 0</inkml:trace>
  <inkml:trace contextRef="#ctx0" brushRef="#br0" timeOffset="82791.7">14896 2901 21423 0,'0'0'944'0,"0"0"208"0,0 0-928 0,0 0-224 0,0 0 0 0,0 0 0 16,0 0 1088-16,0 0 160 0,0 0 32 0,0 0 16 0,0 0-688 0,0 0-144 15,9 6-16-15,-3 3-16 0,1 2-288 0,-1 0-144 16,-2 2 160-16,-1 4-160 0,-2 2 0 0,0 3 0 16,-1 3 0-16,-1 1 0 0,-1 2 128 0,0 1-128 15,0 4 0-15,-2 0 0 0,0 0 128 0,1 0-128 16,1 2 0-16,2-7 144 0,0-3-144 0,3-4 0 16,1-3 0-16,2-3 0 0,0 0 0 0,1-5-176 15,-2-5 48-15,2-1 0 0,-7-4 128 0,10 3 0 16,-10-3 0-16,9-4-128 0,-3 0 128 0,1-4 0 15,-2-2 0-15,0-1 128 0,-1-2-128 0,1-1 128 16,-2 0-128-16,0-2 128 0,2-1-128 0,-1 0 0 16,-2-2 0-16,3 3 0 0,0-1 0 0,1 2 144 0,-1 1-144 0,2-1 0 15,0 3 160-15,1 2-160 0,0 2 128 0,0 2-128 16,0 2 0-16,2 0 0 0,0 1 0 0,0 2 0 16,0 1 0-16,1 1 0 0,1 1 0 0,1 0 0 15,-1 2 0-15,0 0 0 0,1 2 0 0,0 2 0 16,0 3-128-16,-1 4 128 0,-1 0 0 0,-1 3 0 15,-1 2 0-15,-2-1 0 0,-1 0 0 0,-2 2 0 16,2-1 0-16,-4-2 0 0,-1-1 0 0,-1 1 0 16,-1-1 0-16,-1 0 0 0,0-4 128 0,-3 0-128 15,-1-1 336-15,-2 0-16 0,-1 0 0 0,-1-2 0 16,-2-2 224-16,0-1 32 0,-1-2 16 0,-1 1 0 16,0-1-16-16,-1-2 0 0,0-2 0 0,-2 1 0 15,-2-2-256-15,-2 0-64 0,1-2-16 0,-5 0 0 0,-1-2-432 16,-2-1-64-16,-1 1-32 0</inkml:trace>
  <inkml:trace contextRef="#ctx0" brushRef="#br0" timeOffset="88641.74">19303 4248 17503 0,'0'0'1552'0,"0"-9"-1232"15,-3 1-320-15,2-1 0 0,1 0 752 0,0 0 80 16,0 0 32-16,-1 0 0 0,0 0 208 0,0 0 32 16,-1-1 16-16,-3 1 0 0,2-1-560 0,-1 0-112 0,-2 1-32 0,1 0 0 15,-2 0 32-15,-1 2 0 0,1 2 0 0,-3 3 0 16,-1 1 0-16,-2 3 16 0,-4 2 0 0,1 4 0 16,-1 3-464-16,0 2 0 0,0 0 0 0,2 2-160 15,0 0 160-15,3 0 0 0,2 1 0 0,2 0-128 16,1 2 128-16,3 1 0 0,0 0 0 0,3 1-128 15,1-1 128-15,2 0 0 0,3 0 0 0,1-1 0 16,3 0 0-16,1 1 0 0,1 2 128 0,2-2-128 16,2-3 0-16,1 0 0 0,4-3 0 0,0-1 128 15,1-2-128-15,-1-3 0 0,1-3 0 0,0-2 0 16,0-1 0-16,0-2-128 0,0-2 128 0,-1-3-192 16,-3-2 192-16,1-2 0 0,-2-2-144 0,0 0 144 15,0-3 0-15,-1 0 160 0,-2-2-16 0,-1 2 0 16,-1-2 176-16,-2 2 16 0,-4 1 16 0,-1-2 0 0,-2-1 112 15,-2-1 32-15,-1 1 0 0,-4-2 0 0,-2-1 256 0,-3-1 48 16,-1-2 16-16,-3-2 0 0,-1 1-192 0,0 0-48 16,-2 1 0-16,1 2 0 0,-2 1-224 0,0 3-48 15,1 3-16-15,0 2 0 0,1 0-288 0,-2 3 0 16,-2 2 0-16,1 5-144 16,-2 1-1616-16,-1 4-320 0,-1 2-64 0,0 2-12624 0</inkml:trace>
  <inkml:trace contextRef="#ctx0" brushRef="#br0" timeOffset="89975.15">20378 5025 24879 0,'0'0'1088'0,"0"0"256"0,-5-7-1088 0,-2 0-256 0,0 0 0 0,0 3 0 16,1 1 1120-16,6 3 160 0,-8 0 48 0,8 0 0 0,-8 5-624 0,0 0-128 16,1 3-32-16,0 1 0 0,2 0-256 0,-1 3-48 15,1 1-16-15,0 2 0 0,1 3-224 0,1 1 0 16,0 0 0-16,1 2 0 16,0 1 0-16,0 2 0 0,1 4-160 0,-1-1 160 0,1 1-192 0,2 2 64 15,1-2 0-15,0 1 0 16,1 1 0-16,2-4 0 0,0-1 0 0,3-2 0 0,1-3 128 0,1-3-192 15,5-4 192-15,0-4-192 0,3-3 192 0,3-4-192 16,1-3 192-16,3-3-192 0,1-4 320 0,2-3 48 16,-2-1 16-16,1-3 0 0,-2-4 112 0,-1 0 16 15,-2 1 16-15,-1-2 0 0,-2-3 0 0,-2 1 0 16,0-1 0-16,-3 2 0 0,-2 2-48 0,0 0-16 0,-4 0 0 16,-1-1 0-16,-3 0 48 0,-2 0 0 0,-3-1 0 15,-1 1 0-15,-2 1 32 0,-3-2 16 0,-1 0 0 0,0 1 0 16,-5 0-16-16,0 2 0 0,-2 1 0 0,-2 4 0 15,0 3-224-15,-3 3-128 0,-3 4 160 0,0 3-160 16,-3 2-176-16,1 3-128 0,0 2-16 0,1 3-16 31,1 1-1328-31,-2 0-272 0,3 2-48 0,2 1-12672 0</inkml:trace>
  <inkml:trace contextRef="#ctx0" brushRef="#br0" timeOffset="91208.53">21950 5874 22111 0,'-8'0'1968'0,"-2"0"-1584"16,0-1-384-16,0 1 0 0,0-1 1520 0,0 1 208 15,1 0 64-15,2 0 0 0,0 0-1216 0,7 0-256 16,-7 1-32-16,7-1-16 0,-6 4-272 0,0 3 0 16,2 3 128-16,0 4-128 0,-1 5 0 0,0 4-176 15,-2 4 32-15,0 5 0 0,0 4 144 0,-1 0-160 16,3 0 160-16,-1-3-160 0,2-3 32 0,0-2 0 16,3 1 0-16,3-3 0 0,2-1 128 0,2-6 0 15,3-3-144-15,2-5 144 0,2-3-368 0,3-3 0 16,0-3 0-16,2-2 0 0,-1-4 0 0,0-3 0 0,-1-3 0 0,0-1 0 15,-1-1 368-15,0-1 0 0,-3-1 128 0,0-1-128 16,0-2 544-16,0-1 32 0,-1 0 0 0,-2-2 0 16,-2-3 64-16,-1 0 32 0,-1-3 0 0,0 1 0 15,-3-1-240-15,0-3-48 0,-2-1-16 0,-1 2 0 16,-2 0-32-16,-2 1 0 0,0 0 0 0,-2 2 0 16,0 0 32-16,-2 0 0 0,-3 1 0 0,-1 2 0 15,-3 1-80-15,2 3-16 0,-2-1 0 0,0 5 0 16,-1 0-272-16,1 3 0 0,-2 2 0 0,0-1 0 31,0 2-704-31,3 4-64 0,0 1 0 0,3 3-14016 0</inkml:trace>
  <inkml:trace contextRef="#ctx0" brushRef="#br0" timeOffset="91825.37">23461 6608 29311 0,'0'0'1296'0,"-8"-2"272"0,0-1-1248 0,8 3-320 0,-7-5 0 0,1 2 0 16,6 3 368-16,-8-4 16 0,3 0 0 0,5 4 0 15,-8-3-32-15,3 0 0 0,5 3 0 0,-7-2 0 16,7 2-352-16,-6 1 0 0,6-1 0 0,-7 7 0 0,1 4 0 0,1 4-192 16,-2 2 32-16,2 3 0 0,2 2-112 0,0 2-32 15,1 2 0-15,2 2 0 0,1 1-80 0,3 0 0 16,-1-5-16-16,2-2 0 0,1-3 192 0,2-3 32 15,1-2 16-15,2-3 0 0,2-3 160 0,0-2 0 16,0-4 0-16,1-2 0 0,1-2 0 0,-1-3 0 16,1-2 0-16,0-3 0 0,1-3 0 0,1-2 128 15,-1 0 0-15,1-4 0 0,-1-2 112 0,-1-1 16 16,0-1 16-16,-1-1 0 0,-2 0-16 0,-2 1 0 16,0 0 0-16,-2-3 0 0,-2-1-64 0,-1-2-32 0,-3-2 0 15,-2 0 0-15,-1-4 0 0,-3 0 0 16,-2 0 0-16,-3 3 0 0,-1 1-160 0,-1 5 0 0,-4 3 0 0,-1 4 0 31,-1 4-528-31,-2 6-144 0,-1 6-32 0,-1 5-12688 0</inkml:trace>
  <inkml:trace contextRef="#ctx0" brushRef="#br0" timeOffset="92618.61">24782 7553 24815 0,'0'0'1088'0,"-9"3"256"0,9-3-1088 0,-9 3-256 0,-2-1 0 0,2 1 0 0,1-2 672 0,-1 0 80 15,-1 0 16-15,0 2 0 0,0 1-48 0,1 0 0 16,-1-1 0-16,2 2 0 0,-1 1-240 0,3 3-48 15,2 2-16-15,0 1 0 0,-1 0-416 0,2 4 0 16,0 1 0-16,-1 4 0 0,2 2-176 0,-1 4-64 16,2-1-16-16,1 2 0 0,1-2 256 0,1-1-144 15,0-1 144-15,4-3-128 0,1-3 128 0,2-3 128 16,-1-3-128-16,4-1 176 0,2-1 0 0,2-2 0 16,-2-2 0-16,1-4 0 0,2-3-48 0,-1-4-128 15,2-2 192-15,0-3-64 0,-2-1-128 0,1-3 160 16,-2-1-160-16,3-3 160 0,-3-1-160 0,1-4 0 15,1-3 0-15,-2-2 0 0,1-3 0 0,-4-1 0 16,0-2-144-16,-3 1 144 0,-2-1-192 0,-2 1 192 0,-4 2-192 0,-1 3 192 16,-3 4 0-16,-3 1-128 0,-2 0 128 0,0 3 0 15,-4 3-192-15,-2 1 0 0,-1 2 16 0,-2 2-9040 16,1 2-1792-16</inkml:trace>
  <inkml:trace contextRef="#ctx0" brushRef="#br0" timeOffset="96836.43">12567 2441 11967 0,'0'0'528'0,"0"0"112"0,0 0-512 0,0 0-128 0,0 0 0 0,0 0 0 16,0 0 2048-16,0 0 384 0,0 0 80 0,0 0 16 15,0 0-1184-15,0 0-256 0,0 0-32 0,0 0-16 16,0 0-656-16,0 0-144 0,0 0-32 0,0 0 0 16,0 0-208-16,3 9 0 0,-3-9 128 0,4 7-128 15,-4-7 0-15,9 6 176 0,1-2-176 0,0 0 160 16,1-2 32-16,1-1 16 0,2-1 0 0,1 0 0 16,1 0 176-16,0 0 16 0,0 0 16 0,-2 0 0 15,1 0 32-15,1 0 16 0,-2 0 0 0,0 1 0 16,0 1 48-16,0 2 16 0,0-1 0 0,2 0 0 15,0 0-128-15,1 2-16 0,-1-2-16 0,2 0 0 16,-1 0-368-16,3-1 0 0,2-1 0 0,0 1 0 16,-1-3 0-16,0 0 0 0,-1-1 0 0,1 1 0 15,1 1 128-15,-2 0 16 0,-1-3 0 0,-1 2 0 0,-1 1 160 0,1 3 16 16,-2-3 16-16,1 1 0 0,-1 0-48 0,1 0-16 16,1 1 0-16,-1 0 0 0,2 0-272 0,0 0 128 15,-1-1-128-15,2 0 0 0,1-1 128 0,0 0-128 16,-1-1 0-16,-1-2 0 0,0 0 0 0,0 0 0 15,-2 0 128-15,0-1-128 0,-2 2 0 0,2 0 0 16,-1-1 128-16,0 0-128 0,-3 1 144 0,-1 1-16 16,-1 0-128-16,0 1 192 0,-1 0-16 0,-1 0-16 15,-9 0 0-15,11 1 0 0,-2 0-160 0,-2 1 0 16,-7-2 144-16,10 3-144 0,0 0 144 0,-1-1-144 16,0-1 192-16,-9-1-192 0,10 1 0 0,-1 1 0 0,0 1 0 15,-9-3-192-15,10 0 192 0,-1 0 0 0,-9 0 0 0,10 0 0 16,-1 1 0-16,-9-1 0 0,0 0 0 0,8 1 0 15,-8-1 0-15,0 0 0 0,0 0 0 0,0 0 0 16,0 0 0-16,9 0 0 0,-9 0 0 0,0 0 0 16,0 0 0-16,0 0 0 0,0 0 0 0,0 0 0 15,0 0-128-15,0 0 128 0,0 0-208 0,0 0 80 16,0 0-128-16,0 0-32 0,0 0 0 0,0 0 0 16,0 0-32-16,0 0 0 0,0 0 0 0,0 0 0 15,0 0 0-15,0 0 0 0,0 0 0 0,0 0 0 16,0 0-16-16,0 0-16 0,0 0 0 0,0 0 0 15,0 0-32-15,4-7 0 0,-4 7 0 0,0 0 0 16,1-6 160-16,-1 6 32 0,0 0 0 0,0 0 0 16,0-7 0-16,0 7 16 0,0 0 0 0,0 0 0 0,0 0 0 0,1-8 0 15,-1 8 0-15,0 0 0 0,0 0 176 0,0 0 0 16,-1-6 0-16,1 6-128 0,0 0 128 0,0 0 0 16,0 0 0-16,0 0 0 0,-3-7 0 0,3 7-128 15,0 0 128-15,0 0 0 0,0 0 0 0,0 0 0 16,0 0 0-16,0 0 0 0,0 0 0 0,0 0 0 15,0 0 0-15,0 0-128 0,0 0 128 0,0 0 0 16,0 0 0-16,0 0 0 0,0 0 0 0,0 0 0 16,0 0 0-16,0 0 0 0,0 0 0 0,0 0 0 15,0 0 0-15,0 0 0 0,-7 3 0 0,7-3 0 16,0 0 128-16,0 0-128 0,0 0 128 0,0 0-128 16,0 0 128-16,0 0-128 0,-8 4 0 0,8-4-128 15,0 0 0-15,0 0 0 16,0 0-336-16,0 0-64 0,0 0-16 0,0 0 0 0,0 0 144 0,0 0 16 0,0 0 16 0,0 0 0 15,0 0 224-15,3-7 144 0,-3 7-192 0,5-5 192 32,-5 5-672-32,3-6-32 0,-1 0 0 0,-2 6-9728 0</inkml:trace>
  <inkml:trace contextRef="#ctx0" brushRef="#br0" timeOffset="97328.43">13701 2294 5519 0,'-5'-6'496'0,"5"6"-496"0,-7-4 0 0,2 0 0 16,-2 0 2400-16,1 0 384 0,0-2 80 0,1 3 16 16,5 3-976-16,-7-5-192 0,2 0-48 0,5 5 0 15,-4-5-320-15,4 5-64 0,0 0 0 0,-4-4-16 0,-1 0-288 0,5 4-48 16,0 0-16-16,0 0 0 0,0 0-400 0,0 0-96 16,0 0-16-16,0 0 0 0,0 0-400 0,0 0 0 15,0 0 0-15,0 0 0 0,0 0 0 0,-3 10 0 16,1-3 0-16,2 2 0 0,0-9 0 0,4 11 0 15,1-1 0-15,1-1 0 0,1-3 0 0,1 2 0 16,-1 0 176-16,2 1-176 0,0-1 400 0,0-1-16 16,0-2 0-16,-1 2 0 0,1 0 80 0,0 0 16 15,0 2 0-15,0 1 0 0,-2-1-128 0,2 0-32 16,0-1 0-16,0 1 0 0,-2-2-160 0,1 1-32 16,0-1-128-16,2 0 192 0,0-2-192 0,-2 0 0 15,0 0 128-15,2 1-128 0,1-1 0 0,0 0 0 0,0-2 0 16,-1 1 0-16,-1 1 128 0,1-1-128 0,-3-2 0 0,0 2 144 15,-7-4-144-15,8 4 0 0,-8-4 0 0,6 6 0 16,-6-6 176-16,0 0-48 0,0 0-128 0,0 0 192 16,0 0-48-16,5 5-16 0,-5-5 0 0,0 0 0 15,0 0 0-15,0 7 0 0,0-7 0 0,-4 7 0 16,4-7 32-16,-5 7 0 0,0 0 0 0,-1-1 0 16,-2 0-160-16,-1 0 160 0,-1 3-160 0,-2 0 160 15,-1 1-16-15,-2 1 0 0,-3 2 0 0,-3 2 0 16,-3 3-144-16,-4 2 160 0,-3 2-160 0,-7 6 160 15,-5 8-160-15,-4 4 0 0,-5 4 0 0,-4 4 0 16,-3 3-1456 0,-11 1-272-16,-8 0-48 0</inkml:trace>
  <inkml:trace contextRef="#ctx0" brushRef="#br0" timeOffset="107857.86">17894 2492 36863 0,'0'0'3264'0,"0"0"-2608"0,-9-5-528 0,9 5-128 31,0 0-512-31,0 0-128 0,0 0-16 0,0 0-16 0,0 0 368 0,1-8 80 0,1-1 16 0,1-2 0 15,1 0-48-15,1-3 0 0,1-1 0 0,1-2 0 16,1-2-80-16,1-2-32 0,1 1 0 0,1 1 0 16,1 1 80-16,0 2 16 0,0 3 0 0,-1 2 0 0,-1 1 80 0,0 1 0 15,-1 0 16-15,-2 5 0 0,-7 4 176 0,0 0 0 16,9-1 0-16,-9 1-128 0,7 5 272 0,-7-5 64 16,0 0 16-16,5 8 0 0,0 1 208 0,-5-9 32 15,3 10 16-15,0 0 0 0,-3-10 32 0,4 13 16 16,-2 1 0-16,1 3 0 0,-1 1-144 0,2 3-16 15,-2 4-16-15,1 0 0 0,1 0-96 0,2 2-32 16,2-1 0-16,0 0 0 0,0 2-224 0,2-4 0 16,-2 0 128-16,1 0-128 0,-1-2-256 0,2 0-80 15,0 0-32-15,2 0-15424 0</inkml:trace>
  <inkml:trace contextRef="#ctx0" brushRef="#br0" timeOffset="111259.4">19197 2415 18431 0,'-10'2'1632'0,"-1"0"-1312"0,0 1-320 0,1 3 0 15,1 0 1168-15,1 0 176 0,0-2 16 0,8-4 16 16,0 0-608-16,0 0-128 0,0 0-32 0,0 0 0 15,0 0-32-15,0 0-16 0,0 0 0 0,10 0 0 16,0-2 80-16,0-2 0 0,1-2 16 0,1-3 0 16,0-2-208-16,0-1-64 0,0-2 0 0,0-3 0 15,0 1-240-15,0-1-144 0,-1 1 160 0,1 1-160 16,1 0 0-16,-1 3 0 0,-1 0 0 0,0 2 0 16,-1 2 0-16,-1 1-160 0,0 1 160 0,0 3-128 15,-9 3 128-15,11-1 0 0,-2 0 0 0,-9 1 0 16,9 4 0-16,-3 3 128 0,-1 3 0 0,-2 1 0 0,-1 1 112 15,-1 3 16-15,-1 3 16 0,-1 3 0 0,0 2 0 0,0 1 0 16,-1 1 0-16,1-1 0 0,1 0-128 0,1-2-16 16,1-2-128-16,0 1 192 0,0-1-192 0,2-1 0 15,-1-2 0-15,2 0-10080 16,-1-1-1984-16</inkml:trace>
  <inkml:trace contextRef="#ctx0" brushRef="#br0" timeOffset="113846.38">20384 2451 23663 0,'0'0'1040'0,"0"0"240"0,0 0-1024 0,0 0-256 16,0 0 0-16,0 0 0 0,0 0 192 0,0 0 0 0,-1-8 0 0,3-1 0 16,0-1 240-16,3 1 32 15,1-1 16-15,0-1 0 0,-2-4-80 0,2 0-16 0,0-3 0 0,2 3 0 16,0-3-96-16,1 1-32 15,-1-3 0-15,1 1 0 0,-1-1-128 0,1 2-128 0,-1-4 144 0,1 2-144 16,-1 2 208-16,0 2-48 0,-1-2-16 0,1 3 0 16,0 2-16-16,-1 1 0 0,1 1 0 0,1 1 0 15,0 1 64-15,-3 1 0 0,-6 8 0 0,0 0 0 16,9-3 64-16,-9 3 0 0,9-1 16 0,-9 1 0 16,0 0-16-16,8 6-16 0,-2 3 0 0,0 2 0 15,-2 2-240-15,-1 3 0 0,1 1 0 0,-2 5 0 16,0 5 128-16,-1 1-128 0,0 2 0 0,0 2 144 15,-1 2-144-15,0 1 0 0,0 0 144 0,-1 1-144 16,0-4 0-16,0-4 144 0,-1-4-144 0,1 1 0 16,-1-2-752-1,1 0-256-15,-2-2-48 0</inkml:trace>
  <inkml:trace contextRef="#ctx0" brushRef="#br0" timeOffset="115479.64">22106 2532 26719 0,'0'0'2368'0,"0"-10"-1888"0,-2-1-480 0,2 0 0 15,2-1 0-15,0 0-192 0,0 0 16 0,1-2 0 16,2-4 176-16,0 1 0 0,0-3 0 0,0-1 0 15,2-3-192-15,0 1 0 0,0 1 0 0,0 1 0 16,-2 1 16-16,2 0 0 0,-2 1 0 0,2 1 0 16,-1-1 176-16,2 4 0 0,-1 0 0 0,-1 2 0 15,1-1 0-15,-1 2 176 0,0 2-48 0,-1 2 0 16,0 3 112-16,-5 5 16 0,0 0 0 0,8-4 0 16,-8 4 0-16,0 0 0 0,0 0 0 0,8 1 0 15,-8-1-256-15,8 6 176 0,-2 0-176 0,-1 2 160 16,-1 0 64-16,0 1 16 0,-2 1 0 0,0 2 0 0,0 1 64 0,-1 3 16 15,1 4 0-15,-2 2 0 0,0 0-96 0,0 5-16 16,-2 2 0-16,0 3 0 0,-1 1-208 0,0 0 0 16,-2-3 0-16,0 0 0 0,-1-2 0 0,1-1-208 15,-1-2 16-15</inkml:trace>
  <inkml:trace contextRef="#ctx0" brushRef="#br0" timeOffset="117734.74">23505 2409 12895 0,'0'0'576'0,"0"-10"112"0,0-2-560 0,0-1-128 16,1-1 0-16,2-1 0 0,0 0 2384 0,2-1 448 15,0 1 96-15,1 0 16 0,-1-4-1920 0,1 1-368 16,-1 1-80-16,0 1 0 0,-2 2 432 0,-1 3 80 15,0 2 32-15,0 2 0 0,-2 0-256 0,0 7-48 16,0 0-16-16,0 0 0 0,0 0-496 0,0 0-112 16,0 0 0-16,-8 9-16 0,2 2-176 0,2 5 0 15,1 5-192-15,2 3 192 0,-1 4-160 0,2 5 160 16,3 3 0-16,0-1-144 0,0-1 144 0,2-3-192 0,1-2 192 16,2-3-192-16,1-2 192 0,1-2 0 0,1-3-144 0,1-5 144 15,1-3 0-15,3-2 0 0,1-1 0 0,1-1 0 16,-1-3 0-16,3-1 0 0,1-3 0 0,0-1 0 15,0-2-144-15,-3-2 144 0,0-2-192 0,-2-3 192 16,0-3 0-16,-3-2 0 0,-2 0 0 0,0 0 0 16,-1-2 0-16,-2-1 144 0,-4 1-144 0,-1-2 192 15,0-1 0-15,-2-1 16 0,-1 1 0 0,-3-2 0 16,0-4 96-16,-1 4 16 0,-3 0 0 0,-1 1 0 16,1 0-96-16,-3 2-16 0,-3-1 0 0,-1 1 0 15,0 2-80-15,-2 0-128 0,-2 2 176 0,0 0-176 16,0 1 0-16,0 2 0 0,1 2 0 0,-1 2 0 15,0 2 0-15,2 1-272 0,0 2 16 0,2 2 16 16,1 2-1216-16,1 1-240 0,1 2-48 16,2 1-7344-16,2 3-1472 0</inkml:trace>
  <inkml:trace contextRef="#ctx0" brushRef="#br0" timeOffset="118586.92">24859 2101 11055 0,'0'0'976'0,"0"0"-784"0,-7-3-192 0,7 3 0 16,-7-4 3776-16,0 3 704 0,-1 2 128 0,8-1 48 15,-9 6-3632-15,1 3-704 0,-1 2-160 0,1 3-32 16,0 3-128-16,2 1 0 0,-1 3 0 0,2 2 128 16,0 3-128-16,3 0 0 0,2 3 0 0,0-1 0 15,1 2 0-15,1-4 0 0,2 0 0 0,1-4 0 16,1-2 0-16,1-3 0 0,3-4 0 0,1-2 128 15,1-1-128-15,2-3 0 0,-1-3 0 0,1-3 0 16,2-3 256-16,0-2-16 0,1-3-16 0,1-2 0 0,1-2 256 16,1-2 48-16,-2-1 16 0,1-3 0 0,-1 0-48 15,-2-2-16-15,-3-2 0 0,-2 1 0 0,-1-1 48 0,-1 3 16 16,-1 1 0-16,-3-2 0 0,0 0 0 0,-2 1 0 16,-1 1 0-16,-3 1 0 0,-2-2-160 0,-2 1-48 15,-1 0 0-15,-4 3 0 0,-3 3-336 0,-3 1 144 16,-1 2-144-16,-3 4 0 15,-2 3-240-15,-1 4-144 0,-4 4-48 0,1 4 0 16,-1 3-2352-16,-3 5-480 0</inkml:trace>
  <inkml:trace contextRef="#ctx0" brushRef="#br0" timeOffset="125723.17">16487 3241 15023 0,'0'0'656'0,"0"0"160"15,0 0-656-15,-9-1-160 0,1-1 0 0,2 1 0 0,0 0 0 0,-1 0 0 16,0-1 0-16,-1 0 0 0,-2-3 0 0,1 2 128 15,2 0-128-15,-1 1 128 0,1-2 192 0,1 2 16 16,-1 0 16-16,2 0 0 0,5 2 464 0,-7-3 80 16,7 3 32-16,-8-1 0 0,8 1 288 0,-8 1 48 15,0 3 16-15,-1 1 0 0,0 3-400 0,0 3-80 16,1 2-16-16,-2 5 0 0,-3 3-272 0,-1 1-48 16,1 0-16-16,2 1 0 0,0 2-192 0,3 1-32 15,2-1-16-15,1-2 0 0,2-2-208 0,3 0 0 16,5-1 0-16,0 1 0 0,3-4 0 0,2-1 0 0,3 0 0 15,1-1 0-15,0-2 0 0,3-2 0 0,-1-1 0 16,2-2 0-16,-1-1 128 0,-1-3-128 0,-3-1 0 0,2-2 0 16,-1 0 128-16,0-1-128 0,-3-1 0 0,0-2 144 15,0-2-16-15,1-2 0 0,-1-2 0 0,1-1 0 16,0-2 208-16,1-3 48 0,0-3 0 0,0-1 0 16,1 0-80-16,-1-1-16 0,-2 0 0 0,-2 1 0 15,-1-2 48-15,-3 1 16 0,0-1 0 0,-4 0 0 16,-3 0 160-16,-3 1 16 0,-1-2 16 0,-2 2 0 15,-1 3-128-15,-1 0-32 0,-1 2 0 0,-2 3 0 16,-1 2-256-16,-3 1-128 0,-1 2 0 0,-2 3 128 16,-1 1-704-16,0 2-128 15,2-1-48-15,2 4-9952 0,0 0-2000 0</inkml:trace>
  <inkml:trace contextRef="#ctx0" brushRef="#br0" timeOffset="130118.61">19286 3267 8287 0,'0'0'736'0,"0"0"-592"0,6-9-144 0,-3 0 0 16,0 1 1696-16,-3 8 304 15,4-10 64-15,-2 1 16 0,-2 9-1392 0,2-9-288 0,-2 9-48 0,2-8-16 16,-2 8-176-16,2-8-32 16,-2 0-128-16,0 8 192 0,0 0-192 0,0 0 144 15,0 0-144-15,1-9 128 0,-1 9 128 0,0 0 32 0,-2-8 0 0,2 8 0 16,0 0 176-16,0 0 48 0,-2-7 0 0,2 7 0 15,0 0-112-15,0 0-16 0,0 0 0 0,0 0 0 16,-3-8-128-16,3 8-16 0,0 0-16 0,0 0 0 16,-4-8 32-16,4 8 16 0,0 0 0 0,0 0 0 0,0 0-80 0,0 0-32 15,0 0 0-15,0 0 0 0,0 0-160 0,0 0 128 16,-4-6-128-16,4 6 128 0,0 0-128 0,0 0 0 16,0 0 0-16,0 0 0 0,0 0 176 0,0 0-48 15,0 0-128-15,0 0 192 0,-5-5-64 0,5 5 0 16,0 0-128-16,0 0 192 0,0 0 0 0,0 0-16 15,-6-5 0-15,6 5 0 0,0 0-16 0,0 0 0 16,0 0 0-16,0 0 0 0,-5-3-160 0,5 3 160 16,0 0-160-16,0 0 160 0,0 0-160 0,0 0 0 15,0 0 0-15,0 0 0 0,-7-4 0 0,7 4 0 16,0 0 0-16,0 0 0 0,0 0 0 0,0 0 0 16,-7 0 0-16,7 0 0 0,0 0 0 0,0 0 0 15,0 0 0-15,0 0 0 0,-7 0 0 0,7 0 0 0,0 0 0 16,0 0 0-16,0 0 0 0,0 0 0 0,0 0 0 0,0 0 0 15,0 0 0-15,0 0 128 16,-8-2-128-16,8 2 0 0,0 0 128 0,0 0-128 16,0 0 0-16,0 0 128 0,0 0-128 0,0 0 160 0,0 0-160 0,0 0 160 15,0 0-160-15,0 0 0 16,0 0 0-16,0 0 128 0,0 0-128 0,0 0 0 0,0 0 0 0,0 0 0 16,0 0 0-16,0 0 0 0,-7 0 0 0,7 0 0 15,0 0 0-15,0 0 128 0,0 0-128 0,0 0 0 16,0 0 144-16,0 0-144 0,0 0 160 0,0 0-160 15,0 0 0-15,0 0 128 0,0 0-128 0,0 0 0 16,0 0 0-16,0 0 0 0,0 0 128 0,0 0-128 16,0 0 0-16,0 0 0 0,0 0 0 0,0 0 0 15,0 0 0-15,0 0 0 0,0 0 0 0,0 0 0 16,0 0 0-16,0 0 128 0,0 0-128 0,0 0 0 0,0 0 160 0,0 0-160 16,0 0 160-16,0 0-160 0,0 0 0 0,0 0 0 15,0 0 0-15,0 0 0 0,0 0 0 0,0 0 0 16,0 0 0-16,0 0 0 0,0 0 0 0,0 0 0 15,0 0 0-15,0 0 0 0,0 0 0 0,0 0 0 16,0 0 0-16,0 0 0 0,0 0 0 0,0 0 0 16,-7 0 0-16,7 0 0 0,0 0 0 0,0 0 0 15,0 0 0-15,-8 1 0 0,8-1 0 0,0 0 0 16,-8 0 0-16,8 0 0 0,-7 2 0 0,0 1 0 16,-1 0 0-16,2 0 0 0,-1 0 0 0,0 3 0 15,1-1 0-15,0 1 0 0,6-6 0 0,-6 9 128 16,-1 1-128-16,2 1 0 0,0 0 128 0,1 1 0 0,-2-1-128 0,2 1 192 15,1 1-192-15,-1 4 128 0,2 0-128 16,0 2 0-16,1 1 0 0,1 2 128 0,0 1-128 0,0 0 0 16,1-2 0-16,1 0 0 0,0-2 0 0,3-1 0 15,-1-1 0-15,2 0 128 16,0 0-128-16,1-2 0 0,1-1 160 0,1 0-160 16,0-3 160-16,2 1-160 0,0-2 160 0,0-1-160 0,0-1 160 0,1 0-160 15,-1-3 144-15,0 0-144 0,-1-1 128 0,0-1-128 16,0 1 272-16,1-3-16 0,-1-1-16 0,0 0 0 15,0-1 96-15,-1 1 32 0,-1-2 0 0,1-1 0 16,-1-1-48-16,1-2-16 0,-2 0 0 0,1-2 0 16,0 0-96-16,-1 0-16 0,1-2 0 0,1-1 0 15,0-2-64-15,0-2 0 0,-2 1-128 0,1 1 192 0,0 1-64 16,-1-3-128-16,1 1 176 0,0-1-176 0,-1-3 160 0,-1-1-160 16,-3 0 128-16,1 0-128 0,-2 1 128 0,-1 1-128 15,-1-1 128-15,-1 0-128 0,0 2 272 0,-3-2-16 16,-1 2-16-16,-2 2 0 0,-2 0 144 0,2 2 16 15,-1 0 16-15,-1 2 0 0,-2 1-144 0,0 2-16 16,-1-1-16-16,0 1 0 0,0 2-240 0,0 1 0 16,-1-1 0-16,-2 2 0 0,1 1 0 0,1-1-288 15,1 1 32-15,1 0 16 16,1-1-2272-16,2-1-464 0</inkml:trace>
  <inkml:trace contextRef="#ctx0" brushRef="#br0" timeOffset="132073.97">20493 3604 24527 0,'0'0'1088'0,"0"0"224"0,0 0-1056 0,0 0-256 0,0 0 0 0,0 0 0 15,0 0 384-15,0 0 0 0,-4-6 16 0,4 6 0 16,0-9 336-16,1 2 64 0,1-1 16 0,1-1 0 16,-1-2-352-16,2 0-64 15,-1-1-16-15,0 1 0 0,1-1-128 0,0 0-48 16,0-4 0-16,2 0 0 0,-2-1 48 0,4-1 0 0,1-3 0 0,0-2 0 16,-2 0-256-16,2-2 0 0,1 0 0 0,0 0 0 15,-2 0 0-15,0 1 0 0,0 4 0 0,0 3 0 16,-2 4 0-16,1 3 0 0,-2 2 0 0,0 2 0 0,-5 6 208 0,0 0 112 15,0 0 0-15,0 0 16 0,0 0-64 0,0 0-16 16,0 0 0-16,5 8 0 0,0 3-256 0,-1 3 0 16,-1 2 0-16,2 2 0 0,-3-1 128 0,0 3-128 15,2 2 0-15,-1 0 0 0,-1 0 128 0,0 2-128 16,2 1 0-16,0 0 0 0,-1-3 0 0,-1 1 160 16,0-1-160-16,-2 1 128 0,0-1 0 0,0 0 0 15,-2-1 0-15,0 1 0 0,0-1-128 0,0-1 0 16,1-2 0-16,-1 0 128 0,-1 0-320 0,1-3-64 15,0-3 0-15,3 0-15040 0</inkml:trace>
  <inkml:trace contextRef="#ctx0" brushRef="#br0" timeOffset="134972.97">22132 3190 6447 0,'0'0'272'0,"0"0"80"0,0 0-352 0,-3-7 0 16,-2 2 0-16,2 1 0 0,3 4 1520 0,-3-7 224 16,-1 1 48-16,1 2 16 0,3 4-1264 0,-3-7-256 15,-2 2-48-15,2-1-16 0,3 6 128 0,0 0 32 16,0 0 0-16,-4-7 0 0,-1-1 0 0,2 1 0 16,1 2 0-16,2 5 0 0,0 0 256 0,-5-6 48 15,2 2 16-15,3 4 0 0,-3-5 64 0,3 5 32 16,-4-5 0-16,4 5 0 0,0 0-96 0,-5-4-32 15,5 4 0-15,0 0 0 0,-3-6-240 0,3 6-48 0,0 0-16 0,0 0 0 16,0 0-192-16,0 0-48 0,0 0 0 0,0 0 0 16,0 0 0-16,0 0-128 15,0 0 192-15,0 0-64 0,0 0 48 0,0 0 0 16,-4-4 0-16,4 4 0 0,0 0 16 0,0 0 16 0,0 0 0 0,0 0 0 16,0 0 112-16,0 0 0 0,-5 6 16 0,5-6 0 15,0 0-80-15,-3 8-32 0,3-8 0 0,-4 9 0 16,1 1-224-16,0 0 144 0,3-10-144 0,-3 11 128 15,1-2-128-15,2-1 0 0,0-8 0 0,-1 12 128 16,0 1-128-16,0 0 0 0,-1 0 0 16,1 0 0-16,-2 1 160 0,1 1-160 0,0-1 192 0,0 3-192 0,0 0 176 15,-1 1-176-15,2-1 160 0,0 2-160 0,-1 0 0 16,1-2 128-16,0 0-128 0,0 0 0 0,-1 2 0 0,0 0 0 16,2-2 128-16,2 1-128 0,-2 0 0 0,1-1 0 15,1 0 0-15,0-2 0 0,-1 1 0 0,1-2 0 16,-1-1 0-16,3 1 0 0,0 3 0 0,2-2 0 15,-3-2 0-15,0 1 0 0,2-2 128 0,0 0-128 16,1-4 0-16,-1-1 0 0,1 2 128 0,0-1-128 16,0-2 0-16,0 0 144 0,2-1 0 0,-8-5 0 15,9 4 0-15,-1-1 0 0,-8-3 48 0,9 2 16 16,-1-1 0-16,-8-1 0 0,10-2-16 0,0 0-16 16,-1-1 0-16,0-2 0 0,-1 0-48 0,1-2 0 15,0 0 0-15,1 0 0 0,1-3 0 0,0 0-128 16,-1-1 192-16,0-1-64 0,-2-2-128 0,1 0 0 15,-1 1 0-15,-1 0 128 0,-1-1-128 0,0-1 192 16,-1 1-192-16,0 0 192 0,-1-1-192 0,-1 1 160 16,1 1-160-16,-1-1 160 0,0-3 48 0,0 1 16 0,0-2 0 0,-1-1 0 15,0 1 48-15,-1-2 16 16,-1 1 0-16,0-1 0 0,-1-1 96 0,-1 2 0 0,-1 0 16 0,-1 1 0 16,-1 1-32-16,0-1-16 0,0 1 0 0,-1 0 0 15,0 2-32-15,-2 0-16 0,0 0 0 0,1 3 0 16,-2 2-128-16,0 1-32 0,-1 1 0 15,0 1 0-15,0-1-144 0,-1 1 0 0,0 1 0 0,0 3 0 16,1 3-192-16,1 1-64 0,0 1 0 0,0 0-16 16,-1-1-592-16,3 2-112 0,1 3-32 15,0 2-10304-15,2 0-2064 0</inkml:trace>
  <inkml:trace contextRef="#ctx0" brushRef="#br0" timeOffset="136292.51">23567 3275 13823 0,'-4'-6'1216'0,"-3"0"-960"16,1-1-256-16,0 0 0 0,1 1 1216 0,-1 0 192 16,1 1 32-16,5 5 16 0,-7-6-512 0,2 2-112 15,5 4 0-15,-7-3-16 0,2-2-288 0,5 5-48 16,-7-3-16-16,7 3 0 0,0 0 16 0,-8 0 0 16,1 1 0-16,0 3 0 0,0 2-128 0,1 3-32 15,-2 1 0-15,0 1 0 0,1 0-176 0,-1 3-144 16,0 2 192-16,2 2-192 0,1 1 128 0,1 2-128 0,0 2 0 0,0 0 0 15,2-1 192-15,0 2-192 16,0 1 192-16,-1 2-192 0,1 0 192 0,1 1-64 16,0 0 0-16,1 0-128 0,1-2 176 0,1 0-176 15,1-2 160-15,0-2-160 0,-1-2 144 0,2-3-144 0,4-1 128 0,0-3-128 16,1-2 192-16,1-1-64 0,-1-2 0 16,2-2 0-16,2-2 256 0,-1-1 32 0,-1-3 16 0,1 0 0 15,0-3 16-15,1 0 16 0,0-1 0 0,3-3 0 16,-1-2-64-16,0-1-16 0,1-1 0 0,0-1 0 15,1-1-96-15,-2-1-32 0,0-3 0 0,-1 0 0 16,-2-4-64-16,1 1 0 0,-3-1-16 0,0 0 0 16,-2 0-32-16,-1 0 0 0,1 0 0 0,-2 1 0 15,-2-2 48-15,-1 0 16 0,1 0 0 0,-2 0 0 16,-2-3 112-16,0 1 0 0,0 1 16 0,-1 0 0 16,-3 1 112-16,1 1 32 0,1 0 0 0,0 4 0 0,-2-1-208 0,1 3-32 15,0 0-16-15,-1 2 0 0,1 0-32 0,0 1 0 16,0 1 0-16,-1 2 0 0,1 1-192 0,0-1 0 15,-2 1 0-15,1 0 0 0,1 2 0 0,-2 2 0 16,0-1 0-16,-1 0 0 0,2 0 0 0,-1-1 0 16,5 6 0-16,-5-4 0 0,-1-1-192 0,1 2 192 15,5 3-192-15,-6-3 192 0,6 3-224 0,-5-4 64 16,5 4 16-16,-6-3 0 0,6 3 0 0,-5-3 0 16,-1 0 0-16,6 3 0 15,0 0-256-15,0 0-48 0,-8 0-16 0,0-2 0 16,1-1-1408-16,1 2-288 0,-2 0-48 0,0 2-12192 0</inkml:trace>
  <inkml:trace contextRef="#ctx0" brushRef="#br0" timeOffset="140186.15">24670 3199 11055 0,'0'0'976'0,"0"0"-784"0,-5-6-192 0,2 0 0 16,3 6 1472-16,-2-9 240 15,0 1 48-15,0 2 16 0,2 6-816 0,0-9-144 16,-1 1-48-16,1 8 0 0,0 0-256 0,0 0-48 16,1-8-16-16,-1 8 0 0,3-7 0 0,-3 7 0 15,0 0 0-15,0 0 0 0,0 0-80 0,0 0-32 16,0 0 0-16,2 11 0 0,-2 2 0 0,-1 3 0 0,1 3 0 0,-1 3 0 16,0 1-208-16,-1 3-128 0,1 2 128 0,0 0-128 15,0-2 0-15,1-1 0 0,-1 0 0 0,1-2 0 16,2-2 0-16,0-3 0 0,1 1 0 0,1-4 128 15,2-3-128-15,-1-1 0 0,-1-1 0 0,2 0 128 16,-1 0-128-16,3-1 0 0,0 0 128 0,2-3-128 16,0-1 336-16,0-2 0 0,1 0 0 0,2 0 0 0,1-1-16 15,1-2-16-15,1-1 0 0,-1-2 0 0,1 0-80 0,-1-1-16 16,-1-2 0-16,14-5 160 0,-14 5-224 16,-1-2 0-16,2 0 0 0,-2 3 80 0,-1-2 16 15,-1-1 0-15,-1 1 0 0,0 0 80 0,-1 1 32 16,-3-2 0-16,0 0 0 0,-2-1-64 0,0 1-16 15,0-3 0-15,-2 0 0 0,-1 0 32 0,-1-2 0 16,-1 1 0-16,-1-1 0 0,0-2-32 0,-2-1 0 16,1-1 0-16,-3 0 0 0,1 2 16 0,-1-2 0 15,0-1 0-15,-2 0 0 0,0 2 96 0,1-1 0 16,-2 2 16-16,0-1 0 0,0 1-144 0,-2 1-48 16,1-2 0-16,2 4 0 0,-1 1-208 0,0 2 0 15,1 2 0-15,1-1 0 0,-1 0-320 0,1 4-16 16,1-1 0-16,-1 2 0 15,1 2-1040-15,-2 2-208 0,0 2-32 0,-2 1-8400 16,-2 1-1680-16</inkml:trace>
  <inkml:trace contextRef="#ctx0" brushRef="#br0" timeOffset="144436">16821 4305 10127 0,'-8'-3'896'0,"-2"-1"-704"16,-1-1-192-16,0 2 0 0,-1 1 1920 0,1 0 368 15,1-1 64-15,1 1 16 0,-2 0-1040 0,1 1-208 16,0 1-32-16,1-1-16 0,0-1-352 0,0-1-64 15,3 1-16-15,6 2 0 0,0 0-160 0,-9-3-32 0,0 0-16 0,3-1 0 16,6 4-48-16,-7-3 0 0,7 3 0 0,-9 0 0 16,9 0-96-16,-10 3-32 0,0 2 0 0,0 0 0 15,1 3-256-15,1 2 0 0,-1 1 0 0,0 2 0 16,-1 4 0-16,3-1 0 0,0 1 0 0,2 0 0 16,-1 1 0-16,2-1 0 0,0 1 0 0,3-2 0 15,0 1 0-15,2-1-144 0,1 1 144 0,1 1 0 16,-2 0 0-16,1 1 0 0,1 0 0 0,1-1 0 15,0 1 0-15,1-1 0 0,2-3 0 0,0-1 0 16,1-2 0-16,1-1 0 0,0-3 0 0,1 0 0 16,-1-2 0-16,1 0 0 0,0-2 128 0,1-1-128 0,-3-1 144 0,2-1-144 15,0-1 192-15,0-2-192 0,0-3 368 0,1 0-48 16,-1-3 0-16,-1-1 0 0,1 0 64 0,-3 1 16 16,-1-2 0-16,-1 0 0 0,0-1 80 0,-2 1 16 15,-2-1 0-15,0-1 0 0,-1 0 0 0,-1 0 0 16,0 0 0-16,0 1 0 0,-1-2-112 0,-2 1 0 15,1-2-16-15,-1 0 0 0,-1-1-176 0,1 1-48 16,-1 0 0-16,1 0 0 0,0-2-144 0,-1 2 128 16,1 0-128-16,-2-1 128 0,1 2-128 0,-2 1 0 15,3 0 0-15,-3-1 128 0,1-1-128 0,-1 0 128 16,0 1-128-16,0 1 128 0,-1 2-128 0,0 0 192 16,2 1-192-16,-1 0 192 0,-2 2-192 0,2 1 0 0,0 1 0 0,2 0 128 15,-2 1-384-15,7 4-64 16,0 0-32-16,0 0 0 15,0 0-1408-15,0 0-288 0,-4-6-48 0,4 6-7536 16,0 0-1504-16</inkml:trace>
  <inkml:trace contextRef="#ctx0" brushRef="#br0" timeOffset="148148.37">18005 4244 15135 0,'0'0'672'0,"0"0"144"0,-6-6-656 0,2 2-160 15,4 4 0-15,-5-6 0 0,0 1 240 0,0 1 16 16,5 4 0-16,-6-5 0 0,-1 1 80 0,2-1 32 15,5 5 0-15,-9-4 0 0,-1 0 240 0,1 0 48 16,0 2 16-16,2 1 0 0,-1 0 96 0,0 1 32 16,1 1 0-16,-1 2 0 0,1 2-160 0,1 1-48 15,-1 3 0-15,1 2 0 0,-2 2-352 0,0 4-80 0,0 0-16 0,1 4 0 16,1 0-144-16,1 1 128 16,-1 0-128-16,2 0 128 0,-1 0 64 0,1 1 0 0,0-1 0 15,0 2 0-15,2 1-192 0,1 0 0 0,0 0 144 0,2-3-144 16,1-3 0-16,2 0 128 15,1-3-128-15,1-2 0 0,0-3 0 0,3-1 0 0,1-3 0 0,1 0 128 16,0-3-128-16,0-2 128 0,1-2-128 0,0-2 128 16,1-1 32-16,-1-2 16 0,-1-4 0 0,1 1 0 15,-1-2 32-15,0 0 16 0,-1-1 0 0,0-1 0 16,-1 0 48-16,-1 0 16 0,-1-3 0 0,0 0 0 16,-1-1 32-16,-1 0 0 0,-1-2 0 0,1 0 0 0,-1-2-48 15,0 1 0-15,-1 0 0 0,-1 1 0 0,0-4-144 0,-2 0-128 16,1 0 192-16,-1 0-192 0,-1 0 128 0,0 1-128 15,-2 1 0-15,0-1 0 0,-1 0 224 0,0 4-16 16,-2 1 0-16,1 2 0 0,-2 0 192 0,1 2 48 16,-2 2 0-16,0 2 0 0,-1-1-160 0,0 4-32 15,-1 0 0-15,0 3 0 0,-1 2-256 0,1 1-176 16,-1 0 32-16,1 3 0 16,1 0-1200-16,3 1-224 0,0 3-48 0,3 1-7664 15,1 1-1520-15</inkml:trace>
  <inkml:trace contextRef="#ctx0" brushRef="#br0" timeOffset="150299.47">20534 4220 21183 0,'-8'-1'1888'0,"-1"-1"-1504"0,-2 0-384 0,1 0 0 0,1-1 288 0,1-1-16 16,-1 2 0-16,1 1 0 16,-1 0-80-16,1 0 0 0,-2 0-16 0,1 1 0 0,0 0 48 0,0 1 16 15,-1 1 0-15,-1 1 0 16,0 2 176-16,3 1 32 0,0 1 16 0,0 2 0 0,0 1-80 0,2 3-32 16,-1 2 0-16,3 3 0 0,-1 1-224 0,3 0-128 15,-2 2 128-15,0 0-128 0,1 1 0 0,1 1 144 16,1 3-144-16,1-1 0 0,0-1 192 0,1 0-192 15,2-2 192-15,1-1-192 0,-1-2 192 0,2-1-64 16,2-2 0-16,2-3-128 0,0-2 368 0,2 0-48 16,1-2 0-16,1-2 0 0,1-2-64 0,2 1 0 15,1-2-16-15,2-2 0 0,0-3-64 0,0-1-16 16,0-1 0-16,2-3 0 0,0-2 96 0,0 0 0 0,-1-3 16 0,-1-1 0 16,0-1 48-16,0-1 16 15,-2-3 0-15,1-1 0 0,0 0-80 0,-4 2 0 0,-2-3-16 0,-1 0 0 16,-1 1-240-16,-1 1 176 0,-3 1-176 0,0 0 160 15,-3 1 32-15,-1 0 0 16,-1-1 0-16,-1 2 0 0,-2 0 64 0,0 0 32 0,-2 2 0 0,-1-2 0 16,-2-1-16-16,0 0 0 0,-1 1 0 0,-1 1 0 15,0 2-128-15,-2 1-16 0,-3 1-128 0,2-1 192 16,0 0-192-16,0 0 0 0,-1 3 0 0,0 0 0 16,-1 2 0-16,1 0-208 0,-1 1 32 0,0-1 16 15,-1 2-48-15,2 1-16 0,0 1 0 0,2 1 0 16,1-1-1616-16,2 2-320 0,2 1-64 0,6-2-16 15</inkml:trace>
  <inkml:trace contextRef="#ctx0" brushRef="#br0" timeOffset="152968.07">21933 4345 2751 0,'-11'3'256'0,"1"-2"-256"0,-2-1 0 0,-1-1 0 15,-2 0 5600-15,2 0 1072 0,1 0 224 0,0 1 32 16,0-1-5728-16,1 0-1200 0,1 0-144 0,-1 1-80 16,-2 0 384-16,1 1 80 0,1 1 16 0,1-1 0 0,0 0 32 0,1 1 16 15,0 3 0-15,2-1 0 0,-2 2-304 0,1 1 160 16,-1 2-160-16,3 3 128 0,-2 3-128 0,1 1 0 15,1 3 0-15,-1 1-176 0,1 1 176 0,1 1 0 16,2 2 0-16,1-1 0 0,1-1 0 0,2 0 0 16,0 0 0-16,1 0 0 0,1-1 0 0,1-3 0 15,0 0 0-15,1-3 0 0,1 0 0 0,3-2 224 16,0-1-48-16,0-1-16 0,2-4 32 0,2-3 0 16,1-1 0-16,2 0 0 0,1-1-16 0,2-3 0 15,0-2 0-15,2 0 0 0,0-1-48 0,0-2-128 16,0-3 192-16,0 0-64 0,-1-4-128 0,1-1 0 15,-2-3 0-15,1-1 0 0,-2-1 0 0,-2 2 0 16,0-1 0-16,-2 0 0 0,-3-1 0 0,-1 0 0 16,-2 1 0-16,-3 1 0 0,-2-1 192 0,0 2 16 15,-3 0 0-15,-2 1 0 0,-1-2 80 0,-1 2 16 16,-2 1 0-16,-1 0 0 0,0 3 0 0,-1 0 0 16,-2 0 0-16,-1 2 0 0,-1 0-32 0,0 0 0 0,-1 0 0 0,0 1 0 15,0 1-80-15,-2 0-32 0,1 2 0 0,-1 0 0 16,0 1-160-16,1 2 0 0,-1 1 0 15,-1 1 0-15,1 0 0 0,0 3 0 0,1 1-144 0,1 2 144 32,2 0-640-32,0 1 0 0,1 2-16 0,2 0 0 0,2-1-2448 15,1 2-480-15</inkml:trace>
  <inkml:trace contextRef="#ctx0" brushRef="#br0" timeOffset="155573.72">23396 4421 11055 0,'-11'7'480'0,"5"-2"112"0,-1 1-464 0,-1-1-128 0,0 2 0 0,2-1 0 15,0 1 3936-15,2 1 768 0,-1-2 160 0,5-6 16 16,-4 9-4096-16,2-1-784 0,2-8-224 0,-2 11-16 15,-1 1 48-15,6-2 0 0,0-2 0 0,1 2 0 16,2 0-144-16,0-1-32 0,1 0 0 0,1 0 0 0,0-2 368 0,1 0-176 16,-1-2 176-16,1-1-128 0,0-3 256 0,-1 1 48 15,1 1 16-15,1-2 0 0,1-2 240 0,0 0 48 16,0-3 16-16,1-2 0 0,0-1 80 0,-1-2 0 16,0 0 16-16,0 0 0 0,-1-1-128 0,0 2-16 15,-2-2-16-15,1 1 0 0,-2-1 64 0,0 1 16 16,-2 0 0-16,1-1 0 0,-2-1-128 0,0 0 0 15,-1-1-16-15,0 1 0 0,-1 1-144 0,-1-1-32 16,-1-2 0-16,0 0 0 0,2-1 0 0,-1-2-16 16,-1-1 0-16,0-3 0 0,-1-3-176 0,-1 0 0 15,1 0 144-15,1 1-144 0,-2 1 128 0,-1 3-128 16,-2 2 128-16,1 1-128 0,-3 2 368 0,2 3 0 16,-3 1 0-16,1 3 0 0,-2 0-48 0,-1 3-16 15,-1 1 0-15,-1 1 0 0,-1 0-304 0,-1 3 0 0,0 2-128 0,-1 3 128 31,0 3-480-31,2 0 0 0,1 0 0 0,0 3 0 16,-1 3-1936-16,2 3-384 0,0 1-80 0,1 0-10688 0</inkml:trace>
  <inkml:trace contextRef="#ctx0" brushRef="#br0" timeOffset="157245.15">24751 4586 26719 0,'0'0'2368'0,"0"0"-1888"16,0 0-480-16,0 0 0 0,0 0 576 0,-2-6 0 0,2-1 16 0,2-2 0 15,2-1-464-15,1-1-128 16,0 0 0-16,1-1 0 0,-1 0 384 0,3-1 16 0,0-3 0 0,-1 4 0 15,2 0-256-15,-1 0-144 0,0 0 160 0,-1-2-160 16,1-1 0-16,-1 1 0 0,0-1 0 0,2 0-160 16,-1 3 160-16,1-2-128 0,1-2 128 0,-1 2-128 15,1 0 128-15,-1 1 0 0,0 2-144 0,-1 1 144 16,-2 1 0-16,1 3 0 0,-7 6 0 0,0 0 0 16,0 0 320-16,0 0 0 0,0 0-16 0,0 0 0 15,0 0 16-15,0 0 0 0,0 0 0 0,0 0 0 16,0 0-144-16,4 14-32 0,-2-1 0 0,1 1 0 15,-2 2-144-15,-1-1 0 0,-1 1 0 0,0 1 0 0,-2-1 0 0,1 1 0 16,0-3 0-16,0 4 0 0,-2 2 0 0,1-2 0 16,0 1 0-16,0 0 0 0,-1-1 0 0,2 1 128 15,-2 0-128-15,0-2 0 0,0 0-192 0,1-3-128 16,-2-2-32-16,1 0 0 16,1-1-304-16,-2-1-64 0,1-2-16 0,-1 0 0 15,2-2 96-15,-2 0 0 0,-1-1 16 0,6-5 0 0,-8 6 272 0,1-1 48 16,-1-1 16-16,8-4 0 0,-10 3 288 0,0-2 0 15,-1-1 128-15,0 0-128 0,1 1 432 0,0-1-16 16,-1-1 0-16,1 0 0 0,2 0 112 0,-2 1 32 16,0 0 0-16,1 0 0 0,9 0 0 0,-10-1 0 0,2 0 0 15,8 1 0-15,0 0-96 0,0 0-16 16,0 0 0-16,0 0 0 0,0 0-32 0,0 0-16 16,0 0 0-16,0 0 0 0,0 0-16 0,13-4 0 15,-1 1 0-15,0-1 0 0,1-1-48 0,0 1-16 0,-1-1 0 0,1 2 0 16,0 0-64-16,1 1 0 0,0-1-16 0,0 2 0 15,2 0 32-15,1 0 16 16,2 1 0-16,2 0 0 0,0 1-128 0,1-1-32 0,-1 0 0 16,1 0 0-16,-2 1-336 0,-2 0-80 0,-1 1-16 0,-2 0 0 31,-2 0-1264-31,2 2-256 0,-3 0-48 0,-2-1-8416 0,-3 0-1680 0</inkml:trace>
  <inkml:trace contextRef="#ctx0" brushRef="#br0" timeOffset="164442.31">16619 5223 21183 0,'-1'-17'1888'0,"1"5"-1504"0,1-3-384 0,0 1 0 16,1-1 0-16,-2 1 0 0,-1-1-192 0,0 0 64 16,0 2 1184-16,-3 1 240 0,-1 1 48 0,-1 1 16 15,0 0 320-15,-2 2 64 0,0 2 16 0,1 0 0 0,-2 1-768 0,1 3-160 16,-1 2-16-16,1 1-16 0,-1 3-544 0,0 4-96 15,-1 3-32-15,0 3 0 0,0 5-128 0,1 2 0 16,1 0-192-16,-1 1 192 0,0 2-144 0,2 1 144 16,3 0 0-16,1 0 0 0,-1 0-128 0,2 0 128 15,2-1 0-15,0 3 0 0,1-1 0 0,2 1 0 16,0-2 0-16,0-1 0 0,2-1 0 0,-1-1 144 16,0-1-144-16,3-4 128 0,2-4-128 0,0-2 0 15,0-2 144-15,0-3-144 0,1 0 0 0,1-4 144 16,0-3-144-16,1-2 0 0,1-2 160 0,1-3-160 0,-2-1 128 15,0-5-128-15,0-1 192 0,-2 0-64 0,-1-1 0 0,-2-1 0 16,0-2 48-16,-3 0 0 0,0-1 0 0,-2 2 0 16,-2-4 128-16,-1 0 16 0,0-1 16 0,-2-2 0 15,0 1 0-15,-1-1 0 0,-3-2 0 0,-1 1 0 16,0 0 48-16,-1-2 0 0,-2 0 0 0,-1 1 0 16,1 1 64-16,0 3 32 0,0 1 0 0,0 2 0 15,-1 3-176-15,-2 4-48 0,1 2 0 0,0 3 0 16,-1 3-256-16,1 1-192 0,0 1 16 0,1 3 16 15,2 1-1504 1,3 4-320-16,0 0-48 0,7-5-14912 0</inkml:trace>
  <inkml:trace contextRef="#ctx0" brushRef="#br0" timeOffset="169203.02">17807 5379 9375 0,'0'0'416'0,"-4"-7"96"0,2 0-512 0</inkml:trace>
  <inkml:trace contextRef="#ctx0" brushRef="#br0" timeOffset="169596.64">17804 5193 3679 0,'0'0'320'0,"-7"-3"-320"0,-2 1 0 0,1-2 0 15,1 0 4048-15,-2 1 752 0,1 2 128 16,8 1 48-16,-9 2-3056 0,3 2-592 0,6-4-128 0,-6 9-32 15,2 2-416-15,0 2-96 0,2 0-16 0,1 2 0 16,1-1-272-16,1 4-64 0,1 0-16 0,2 3 0 16,0 0 32-16,1 2 0 0,-1 4 0 0,0 0 0 15,2 2-64-15,0-2 0 0,1-2 0 0,1-1 0 16,1-2 0-16,-1-3 0 0,1-3 0 0,2-2 0 16,0-1-32-16,1-1-16 0,-1-2 0 0,2-3 0 15,3-2 48-15,-1-1 16 0,0-2 0 0,0-2 0 16,-1-3 16-16,3-2 0 0,-2 0 0 0,-1-1 0 15,0-2 16-15,-2-1 0 0,0-4 0 0,0 0 0 16,-1 0 32-16,-1-1 16 0,-1-4 0 0,-2-1 0 16,-1 0 32-16,-2-2 0 0,0-2 0 0,-1 1 0 15,-4 0-32-15,-1 1 0 0,-1 0 0 0,0 0 0 16,-1 0 32-16,-3 2 16 0,-1 3 0 0,1-1 0 0,-1 0-64 0,0 1-16 16,-1 2 0-16,0 0 0 0,-2 1-320 0,0 2 128 15,-3 0-128-15,1 2 0 0,-1 2 0 0,0 2 0 16,-3-2 0-16,1 2-128 0,-4 1-112 0,1 2-16 15,-1 1 0-15,0 1 0 0,2 0 80 0,0 3 16 16,1 2 0-16,-1 0 0 16,3 2-224-16,1 3-64 0,2 1 0 0,2 3-11392 15,2 2-2304-15</inkml:trace>
  <inkml:trace contextRef="#ctx0" brushRef="#br0" timeOffset="174669.56">19256 5106 10127 0,'0'0'896'0,"0"0"-704"15,-5-4-192-15,5 4 0 0,0 0 1392 0,-6-6 240 16,2 0 48-16,4 6 16 0,-4-9-992 0,0 0-208 0,0 3-48 16,4 6 0-16,-4-8 352 0,0 0 64 15,1 0 16-15,0 1 0 0,-2-1 64 0,2 0 16 0,0 2 0 0,3 6 0 16,-7-8-352-16,3 3-64 0,4 5-16 0,-6-6 0 15,6 6-96-15,0 0-32 0,-4-5 0 0,4 5 0 16,-6-5 160-16,6 5 16 0,0 0 16 0,0 0 0 16,0 0-48-16,0 0-16 0,0 0 0 0,0 0 0 15,-5 9-176-15,0 2-32 0,2 2-16 0,0 4 0 16,-1 1-80-16,1 4-16 0,-2 1 0 0,1 4 0 16,1-1-208-16,0 2 176 0,-1-1-176 0,2 1 160 15,0-3-160-15,1 3 0 0,2-1 0 0,1 2 0 16,0-1 0-16,2 0 0 0,0-3 0 0,3-1 0 15,0-3 0-15,2-2 128 0,2-3-128 0,1-1 0 16,2-1 0-16,-2-3 0 0,0-2 128 0,0-3-128 16,-1-1 0-16,0-1 0 0,0-4 0 0,-1 0 128 0,0-1 48 15,0 0 0-15,-2-3 0 0,1-2 0 0,-1-2 80 0,-2 0 32 16,0-2 0-16,1 0 0 0,0-2 32 0,-1-2 16 16,-2-1 0-16,-1-3 0 0,0 0-80 0,-1-1 0 15,0-2-16-15,0 0 0 0,-1-1-80 0,0 0-16 16,1-1 0-16,-4 2 0 0,2 1-144 0,0 1 160 15,-2-1-160-15,0 0 160 0,0 0-160 0,0 2 128 16,-2 1-128-16,0 2 128 0,-3 0 80 0,1 2 16 16,-2 1 0-16,0 1 0 0,0 0 16 0,-2 2 0 15,0 3 0-15,0 0 0 0,-1 2-80 0,-1-1-16 16,0 1 0-16,0 3 0 0,-1 1-144 0,1 1 0 16,0 0 0-16,1 0-176 15,0-1-224-15,2 2-48 0,0 1-16 0,2 0 0 16,7-3-2240-16,-8 5-448 0,8-5-96 0</inkml:trace>
  <inkml:trace contextRef="#ctx0" brushRef="#br0" timeOffset="177323.52">22344 5061 26719 0,'0'0'2368'0,"-9"-1"-1888"0,0-1-480 0,-1 0 0 16,1-1 448-16,1 2-16 0,0 0 0 0,2 0 0 16,6 1-432-16,-9-2-144 0,1 1 0 0,1 0 0 15,-1 0 144-15,8 1 0 0,-8 0 0 0,1 2 0 16,-2 0 208-16,0 2 32 0,-1 1 0 0,0 4 0 15,-1 2-48-15,0 3 0 0,0 4 0 0,0 4 0 16,1 3-192-16,1 1 0 0,1 2 128 0,0-1-128 16,1 1 0-16,3 0 0 0,1 2 0 0,0 0 0 15,2-2 0-15,1 2 0 0,1 1 0 0,2-3 0 16,-1-1 0-16,2-3 0 0,2-1 0 0,0-2 0 16,2-2 0-16,1-3 0 0,0 0 0 0,1-4 0 0,1-3 0 15,3-3 144-15,0 0-144 0,2-3 128 0,-2-3-128 16,1-1 160-16,2-2-160 0,-1-3 160 0,0-3 16 0,-1 2 0 15,-1-4 0-15,0-2 0 0,-2 0 144 0,0-2 48 16,0-4 0-16,-1-1 0 0,-1 1 80 0,-3-2 32 16,-1-1 0-16,-1-3 0 0,0 1-144 0,-2 1-16 15,-2 0-16-15,-1 0 0 0,-1 0-80 0,-2 0-16 16,-3 0 0-16,1 0 0 0,-2-1 32 0,0 1 0 16,-3-1 0-16,0 1 0 0,-1 2 16 0,-1 1 16 15,0 2 0-15,-1 2 0 0,0 3-144 0,-1 2-128 16,0 1 192-16,2 2-192 0,-1 2-128 0,1 1-144 15,-1 3-32-15,1 2 0 16,2 2-1680-16,1 3-352 0,2 0-64 0,1 2-11472 0</inkml:trace>
  <inkml:trace contextRef="#ctx0" brushRef="#br0" timeOffset="177819.6">23379 5234 35759 0,'0'0'1584'0,"0"0"336"0,-10-3-1536 0,3-1-384 0,7 4 0 0,-7-3 0 0,-2-1-144 0,3 1-112 15,-1 1 0-15,-1 1-16 0,1-1 48 0,-1 1 16 16,-1 1 0-16,0 2 0 0,3 2-96 0,-3 4-16 16,-1 2 0-16,0 2 0 0,0 1 112 0,0 4 16 15,-1 1 0-15,0 4 0 0,2 5 192 0,-1 1-192 16,2 1 192-16,0-1-192 0,3 0 16 0,1-4 16 16,3-3 0-16,2-3 0 0,3-2 160 0,0-2-128 15,3-2 128-15,2-1-128 0,-1-5 128 0,3 0 0 16,3-3 0-16,-1-3 0 0,-1-2 224 0,1-3 80 15,1-1 16-15,2-4 0 0,0-1-16 0,0-1 0 16,-3-1 0-16,-1-2 0 0,0-2 128 0,-1-1 16 16,-2-2 16-16,-1 1 0 0,-1 0-16 0,0 0 0 0,-2 0 0 0,1 1 0 15,-3-2-16-15,0 0-16 0,0-1 0 0,-1 1 0 16,-2 2 0-16,0-3 0 0,0-1 0 0,-1-1 0 16,-1-3-224-16,-1 2-64 0,1 2 0 0,0 2 0 15,0 2-128-15,0 2 0 0,-2 3 0 0,1 2 0 16,0 2-368-16,-2 4 48 0,5 5 16 0,-4-3 0 31,4 3-1216-31,0 0-240 0,-7 3-48 0,3 3-8576 0,-1 4-1712 0</inkml:trace>
  <inkml:trace contextRef="#ctx0" brushRef="#br0" timeOffset="178361.33">24750 5198 34095 0,'0'0'3024'0,"0"0"-2416"16,0 0-480-16,0 0-128 16,-7-7-320-16,2 1-96 0,-1 1-16 0,0-1 0 0,0 2 224 0,-1 0 32 0,-2 0 16 0,-1 2 0 15,-1 3 416-15,0 0 64 0,0 2 32 0,0 0 0 16,0 1-352-16,-1 2 0 16,0 0 0-16,0 3-192 0,-1 1 0 0,2 0-16 0,0 2 0 0,0-1 0 15,2 0-96-15,1 0-16 0,0 1 0 0,3 0 0 16,0 1 176-16,2 2 144 0,1-1-208 0,0 0 80 15,2 0 256-15,0-2 48 0,1-1 16 0,-1-11 0 16,4 12-16-16,0-1 0 0,2-1 0 0,1-3 0 16,1-1 0-16,1-1 0 0,-9-5 0 0,11 4 0 15,0-4-32-15,0-1 0 0,0-3 0 0,0-1 0 16,-1-3 48-16,1-2 0 0,1-2 0 0,1 0 0 16,2-1 128-16,-1-2 48 0,-3 0 0 0,1-3 0 15,0-1-240-15,0-1-128 0,-1-1 160 0,0 0-160 0,-2-1 176 16,-1 1-176-16,-2 0 192 0,0 3-192 0,-3 0 464 15,-1 3-16-15,-3 1 0 0,1 3 0 0,1 1 240 0,-2 3 32 16,-2 0 16-16,0 2 0 0,3 5-336 0,-6-6-64 16,-2 2-16-16,1 2 0 0,-2 0-528 0,0 5-112 15,-1 0-32-15,-4 5-11632 16,-5 4-2336-16</inkml:trace>
  <inkml:trace contextRef="#ctx0" brushRef="#br0" timeOffset="188232.59">16651 6101 6383 0,'0'0'272'0,"0"0"80"0,0 0-352 0,0 0 0 0,0 0 0 0,0 0 0 15,0 0 0-15,0 0 0 0</inkml:trace>
  <inkml:trace contextRef="#ctx0" brushRef="#br0" timeOffset="188763.37">16713 6026 9215 0,'0'0'816'0,"0"0"-656"0,0 0-160 0,0 0 0 0,0 0 1488 0,0 0 272 16,0 0 48-16,0 0 16 0,0 0-608 0,0 0-128 16,0 0-32-16,0 0 0 0,0 0-224 0,0 0-32 15,0 0-16-15,0 0 0 0,0 0-64 0,0 0-16 16,0 0 0-16,0 0 0 0,0 0-96 0,0 0-32 15,0 0 0-15,-6 8 0 0,-1-1-192 0,2 4-32 16,-1 2-16-16,1 1 0 0,-1-1-64 0,2-1-16 0,0 0 0 16,2 0 0-16,1 1-256 0,-1 1 160 0,1-1-160 0,1 0 128 15,0 2-128-15,2 0 0 0,0-2 0 0,1 0 0 16,2 0 0-16,1-1 0 0,1 0 0 16,2 1 0-16,0-1 0 0,1-1 0 0,2-3 0 0,0 1 0 15,0-1 0-15,1-3 0 0,4 0 0 0,-1-2 0 16,1-1 0-16,-1-2 0 0,1 0 128 0,-2-1-128 15,0 0 128-15,0-1-128 0,-2 0 0 0,0-2 128 16,-1 1 32-16,0-1 0 0,0-2 0 0,-1 0 0 16,-1-2 160-16,0 0 48 0,-1-1 0 0,0 1 0 15,0-1 96-15,-4-1 32 0,-2 1 0 0,2-1 0 16,1-2 0-16,-1-1 0 0,-2-1 0 0,-2 2 0 16,0 2-48-16,-1-1-16 0,-2-1 0 0,-1-1 0 15,-1 0 0-15,0 0 0 0,-1 0 0 0,-2 1 0 16,-1 0-80-16,1-2-16 0,-1 0 0 0,-1 1 0 0,-2-1-144 0,1 3-16 15,1 0-16-15,-1 0 0 0,1 0-160 0,-2 1 128 16,0 0-128-16,0 1 128 0,-2 0-128 0,1 4 0 16,0 0 0-16,-1 1 0 0,0 0 0 0,0-1-272 15,-3 2 64-15,2-2 16 16,1 0-480-16,1-2-96 0,1 1 0 0,1-1-16 16,0 1-1552-16,2-3-304 0,3-1-64 0,0-1-10928 0</inkml:trace>
  <inkml:trace contextRef="#ctx0" brushRef="#br0" timeOffset="191854.9">18022 6027 13823 0,'0'0'1216'0,"0"0"-960"0,-4-9-256 0,1 1 0 16,3 8 1408-16,-3-7 256 0,0 0 32 0,3 7 16 15,0 0-656-15,0 0-128 0,-3-6-32 0,3 6 0 16,0 0-240-16,0 0-48 0,0 0-16 0,0 0 0 16,0 0-192-16,0 0-32 0,0 0-16 0,0 0 0 15,-6 8-352-15,3 3 128 0,1 5-128 0,0 1 0 16,-1 2 0-16,1 1 0 0,-1 0 0 0,1 3 0 16,-1 1 0-16,3 0 0 0,2-1 0 0,0-1 0 15,0 0 0-15,2-3 0 0,1-1 0 0,1-2 0 16,0-2 0-16,0 0 0 0,1-2 0 0,2-2 0 15,0-2 0-15,1-1 144 0,-1-3-144 0,1 1 0 16,-1-5 368-16,1-1-48 0,1-3 0 0,-1 0 0 16,-1-4 256-16,1-1 64 0,-2 0 0 0,0-4 0 0,1-1 0 15,-2 0 16-15,-1-2 0 0,0 2 0 0,-2-1-160 0,-1 0-48 16,0 1 0-16,-3 0 0 0,-3-2-16 0,2 1-16 16,-2 1 0-16,0-3 0 0,-2 1-32 0,1-1 0 15,-2 0 0-15,0-1 0 0,-1 0-64 0,2 2 0 16,-2 1-16-16,2 0 0 0,-3 1-64 0,1 1-16 15,1 1 0-15,-1 2 0 0,-2 1-224 0,2 1 144 16,-2 1-144-16,1 1 128 0,-1 2-128 0,2 0-272 16,-1 1 64-16,8 3 16 15,0 0-1216-15,-8-2-224 0,8 2-48 0,0 0-13808 0</inkml:trace>
  <inkml:trace contextRef="#ctx0" brushRef="#br0" timeOffset="195664.18">19512 5785 3679 0,'0'0'320'0,"-5"-7"-320"16,0 0 0-16,-1 1 0 0,1 2 5152 0,0-1 960 16,2 0 192-16,3 5 32 0,0 0-4896 0,-4-6-992 15,4 6-192-15,-5-7-32 0,2-1-16 0,0 1 0 16,0 1 0-16,1-1 0 0,-1-1-80 0,2 1-128 15,-1-1 176-15,1 3-176 0,-2-1 256 0,1 1-64 16,-1 0-16-16,3 5 0 0,0 0 112 0,-7-3 32 16,0 0 0-16,0 3 0 0,-1 0-80 0,2 2-16 15,-2 2 0-15,0 5 0 0,-1 3-80 0,3 2-16 0,0 2 0 0,0 4 0 16,-1 3 16-16,3 2 0 0,-1 1 0 0,2 4 0 16,0 3-16-16,2 1-128 0,1-1 192 0,2-1-64 15,1-2-128-15,2-4 0 0,0-3 0 0,1-1 0 16,-1 0 0-16,3-4 0 0,-2-5 0 0,3 0 0 15,0-1 0-15,1 0 0 0,0-3 0 0,2-2 0 16,2-2 0-16,-1 0 0 0,2-1 0 0,0-2 0 16,-1-3 176-16,2 0-48 0,0-1-128 0,1-1 192 15,0-1-48-15,0-1-16 0,-1-3 0 0,1 2 0 16,-1-1 0-16,0-1-128 0,-3-1 192 0,-1 0-64 16,0-2 64-16,-2 0 0 0,-2 0 0 0,-1-3 0 15,0-1 112-15,-1-2 16 0,-2 0 16 0,0-2 0 16,0-1 48-16,-1-1 16 0,-1 1 0 0,0-2 0 15,-1-2-80-15,-1 1-32 0,-1 1 0 0,0 1 0 0,0 1-112 0,-1 0-32 16,-1 0 0-16,-2 3 0 0,1 3 0 0,-2 0 0 16,0 0 0-16,-2 3 0 0,-1 2 96 0,-1-1 16 15,-1 2 0-15,-1 2 0 0,-2 0-256 0,0 3-160 16,-2 1 32-16,2-1 0 16,0-1-272-16,-1 2-48 0,1 0-16 0,1-1 0 15,1 1-1776-15,1-1-368 0,2-2-64 0,1 2-11472 0</inkml:trace>
  <inkml:trace contextRef="#ctx0" brushRef="#br0" timeOffset="199138.37">20368 6013 17903 0,'0'0'784'0,"0"0"176"0,0 0-768 0,0 0-192 0,0 0 0 0,0 0 0 0,0 0 0 0,0 0 0 16,0 0-144-16,0 0 144 0,0 0 0 0,3-8 0 16,0 0 0-16,3 2 160 0,-1-2 32 0,2 0 16 15,-1 1 0-15,1-2 0 0,0-1 48 0,0-1 0 16,2-1 0-16,1-3 0 0,1-2-32 0,1-1 0 16,0 1 0-16,0 0 0 0,0 1-16 0,0-1 0 15,1 1 0-15,-2-1 0 0,0 3-64 0,0 2-16 16,-2 0 0-16,0 0 0 0,-2-1 128 0,1 1 0 0,-2 0 16 15,2 2 0-15,-2 2 176 0,0-1 48 0,-1 0 0 16,1 1 0-16,-6 8-112 0,5-7-32 0,1-1 0 0,-6 8 0 16,4-7-16-16,-4 7 0 0,4-6 0 0,-4 6 0 15,4-7 0-15,-4 7 0 0,0 0 0 0,0 0 0 16,0 0-208-16,0 0-128 0,0 0 128 0,0 0-128 16,0 0 208-16,0 0-16 0,0 0-16 0,0 0 0 15,0 0-32-15,0 0 0 0,9 8 0 0,-3-1 0 16,-6-7-144-16,6 11 0 0,-3 0 0 0,1 3 0 15,-1 1 0-15,-1 2 0 0,0-1 0 0,-1 2 0 16,2 3 0-16,-2-2 0 0,-1 0 0 0,0 0 0 16,0-1 0-16,0 1 0 0,-1 0 128 0,1 0-128 15,1-1 0-15,-1-2 0 0,-1-3 0 0,1 1 0 16,0 2 0-16,1-2 0 0,-2 0 0 0,-1-2 128 0,1-2-128 16,0 0 0-16,0 0 0 0,0 0 0 0,0-1-144 15,1 1 144-15,-1-1-192 0,1 0 192 0,0-9-224 16,-1 8 64-16,1-8 16 0,0 0 0 0,-4 10-160 0,4-10-16 15,-3 8-16-15,3-8 0 16,-3 8-176-16,3-8-16 0,-6 6-16 0,6-6 0 16,0 0-192-16,-8 4-32 0,-1 0-16 0,0 0 0 15,1 1 16-15,1 1 0 0,-1-2 0 0,-1 0 0 16,0-3 256-16,-1 1 64 0,0 0 16 0,-1 1 0 0,0 2 240 0,0-1 64 16,2 0 0-16,-2 0 0 0,0-1 128 0,-2 2 144 15,1-2-16-15,1-1-128 0,0-1 416 0,0 0-32 16,0 0 0-16,1 1 0 0,2-1 0 0,-1 0 0 15,0-1 0-15,1 1 0 0,1 0 0 0,7-1-16 0,-8 2 0 16,8-2 0-16,0 0-16 0,-8-1 0 0,8 1 0 0,0 0 0 16,-7-1-64-16,7 1-16 0,0 0 0 0,0 0 0 15,0 0-16-15,0 0-16 0,0 0 0 0,0 0 0 16,0 0-96-16,0 0-16 0,0 0 0 0,0 0 0 16,0 0-128-16,0 0 160 0,0 0-160 0,10-2 160 15,2 0-160-15,-3-1 192 0,1 0-192 0,0 1 192 16,1 0-64-16,0-1-128 0,1 0 192 0,0 2-64 15,2 1-128-15,-2 0 192 0,-1-2-192 0,1 1 192 16,0-1-192-16,1 0 0 0,0 0 0 0,1 0 128 16,-1 0-128-16,2 1 0 0,-2 0 0 0,3 0 128 15,-1-1 0-15,-2 0 0 0,-1 0 0 0,1 0 0 16,-1-1-128-16,0-1 0 0,-1 1 0 0,0 1 0 16,-1 1 240-16,0-2 16 0,-1 0 0 0,0 1 0 0,-9 2-128 0,11-1-128 15,-1 0 176-15,-1 0-176 0,0 0 256 0,-2-1-48 16,-7 2-16-16,10-2 0 0,-1 1 0 0,-1-1-16 15,-8 2 0-15,11-2 0 0,-1 0-16 0,-10 2 0 16,0 0 0-16,9-2 0 0,-2-1 48 0,-7 3 16 16,9-1 0-16,-9 1 0 0,9-2 48 0,-9 2 16 15,0 0 0-15,9-1 0 0,-9 1-96 0,0 0 0 16,0 0-16-16,0 0 0 0,0 0-176 0,0 0-144 16,0 0 144-16,0 0-10016 15,0 0-1888-15</inkml:trace>
  <inkml:trace contextRef="#ctx0" brushRef="#br0" timeOffset="204468.44">23292 5928 29487 0,'0'0'2624'0,"0"0"-2112"0,0 0-512 0,0 0 0 16,0 0 576-16,0 0 16 0,0-4 0 0,4-3 0 15,0 0-592-15,2 0 0 0,-1-3 0 0,3 0 0 16,4-1-128-16,-1 0 0 0,-1-1 0 0,1-3 0 15,1-1-16-15,0-2 0 0,-1 0 0 0,1-1 0 16,2 0 144-16,1 1-160 0,-1-2 160 0,0 0-160 16,0 2 160-16,-2 1 0 0,-1-3 0 0,0 6 0 15,0 3 0-15,-1 1 0 0,-3 1 0 0,0 3 0 16,-1 2 0-16,-6 4 0 0,0 0 0 0,0 0 0 0,9-1 160 0,-9 1-32 16,9 1-128-16,-9-1 192 0,7 8 32 0,-2 1 0 15,0 0 0-15,-1 2 0 16,-2 2-224-16,0 1 128 0,1 2-128 0,-2 2 0 0,0 0 0 0,-1 1 128 15,1 3-128-15,-1 0 0 0,0 0 816 0,1 0 112 16,-1 0 32-16,0-1 0 16,0 0-1728-16,1-2-320 0,-1 0-80 0,0-2-16 15,0 2 480-15,0-2 112 0,0-1 16 0,0-2 0 16,-1-2-656-16,-1-1-128 0,0-1-32 0,-2-1 0 16,1 0-112-16,-1-2-32 0,4-7 0 0,-8 7 0 15,0-1-1264-15,0-1-256 0,0 1-48 0,-1-3-16 16,-1-3 2000-16,0 1 400 0,0 0 80 0,-1 1 0 0,-1 0 960 0,0 1 192 0,-1-1 48 15,1 0 0-15,-2-1 976 0,2 1 208 0,0 2 48 0,1-3 0 16,1-2-208-16,2 0-48 0,0-1 0 0,0 2 0 16,0-1-96-16,8 1-32 0,-7-2 0 0,7 2 0 15,0 0-368-15,0 0-80 0,-7-2 0 0,7 2-16 16,0 0-336-16,0 0-64 0,0 0-16 0,0 0 0 16,0 0-128-16,0 0-16 0,0 0-16 0,0 0 0 15,10-3-80-15,0-1-16 0,-1 0 0 0,1 1 0 16,2 0-112-16,2 1-32 0,1 0 0 0,1-1 0 15,-2-1-128-15,2 1 160 0,-1 1-160 0,1 0 160 16,1-3-160-16,1 3 192 0,-1 1-192 0,1 1 192 16,-1-2 0-16,1 2 16 0,-2 0 0 0,2 1 0 15,-1 0-80-15,-1 0-128 0,-1 0 176 0,-1-1-176 16,-1 0 272-16,-1 0-48 0,0 0-16 0,0 1 0 16,-2 0-48-16,-1 1-16 0,-9-2 0 0,10 1 0 0,0-1 16 15,-10 0 0-15,0 0 0 0,8 0 0 0,-8 0 16 16,0 0 0-16,0 0 0 0,9-3 0 0,-9 3-176 0,0 0 192 15,0 0-192-15,0 0 192 0,0 0-192 0,0 0 0 16,0 0 0-16,0 0 0 16,0 0-704-16,0 0-32 0,0 0 0 0,0 0-9584 15,0 0-1920-15</inkml:trace>
  <inkml:trace contextRef="#ctx0" brushRef="#br0" timeOffset="205202.29">24937 5906 24767 0,'0'0'1088'0,"0"0"240"0,-10-2-1072 0,2 0-256 0,8 2 0 0,-6-2 0 15,6 2 448-15,0 0 48 0,-8-1 0 0,8 1 0 16,0 0 368-16,0 0 80 0,0 0 16 0,0 0 0 16,-4-4-256-16,4 4-32 0,0 0-16 0,0-9 0 15,2-2-272-15,1 0-64 0,3-1-16 0,0-1 0 16,3-1-304-16,1-2 128 0,1 0-128 0,0 1 0 15,0 0 0-15,0 2 0 0,-1 1 0 0,-1 2-192 16,-3 2 192-16,1 1 0 0,-7 7 0 0,5-6 0 16,-5 6 0-16,0 0 0 0,5-6 0 0,-5 6 0 15,0 0 0-15,0 0 0 0,0 0 144 0,5 9-144 16,0 1 160-16,-1 1-160 0,-2 1 160 0,2 4-160 16,-1 3 224-16,0 2-48 0,-1 0-16 0,1 3 0 15,-1 2 0-15,-1 1 0 0,-1 2 0 0,-1-1 0 0,0 0 32 16,-2-1 0-16,1 2 0 0,-1-4 0 0,0-4-192 0,0-2 0 15,1-2 0-15,2 1-10528 16,-1-3-2176-16</inkml:trace>
  <inkml:trace contextRef="#ctx0" brushRef="#br0" timeOffset="212065.48">16479 7278 27647 0,'0'0'1216'0,"0"0"256"0,0 0-1168 0,0 0-304 0,0 0 0 0,0 0 0 15,1-8 288-15,1-1 0 0,0 0 0 0,1 1 0 16,-2-2 96-16,0 0 32 0,0-1 0 0,-1 0 0 16,1 3 32-16,0-1 0 0,-1 0 0 0,2 0 0 15,1-4-320-15,-1 1-128 0,-1 1 0 0,0 1 128 16,1-2-128-16,0 0 0 0,2 0 0 0,-1 1 0 16,-1-1 0-16,1 1-144 0,2-1 144 0,-1 0 0 15,0-2 0-15,-1-1-128 0,0 3 128 0,-1 2 0 16,-2 10 0-16,0 0 0 0,4-7-128 0,-4 7 128 15,0 0 0-15,0 0 176 0,0 0-32 0,0 0 0 16,0 0 48-16,0 0 16 0,0 0 0 0,0 0 0 16,4 11-64-16,-2 0-16 0,-1 1 0 0,0 0 0 0,1 1-128 0,-1 2 0 15,0 2 0-15,1 0 0 0,-1 1 0 0,1 0 0 16,0-2 0-16,1 3 0 0,-2-2 0 0,1 1 0 16,0 1 0-16,-2-3 0 0,0 1 0 0,1-2 0 15,1 1 0-15,0-2 0 0,0-1-240 0,-1-1-80 16,-1-1 0-16,0-2-16 15,0-9-288-15,0 8-48 0,0-8-16 0,-1 8 0 16,1-8-400-16,-4 10-96 0,-1-2-16 0,-1-1 0 16,1-2-16-16,-3 0-16 0,-1-2 0 0,1 1 0 0,0 0 800 0,0-2 176 15,1 0 16-15,-1 0 16 0,0-1 432 0,0 0 96 0,1 0 16 16,-1-1 0-16,8 0 176 0,-9 0 32 0,9 0 16 0,-7 3 0 16,7-3 80-16,-8 4 16 15,8-4 0-15,-7 3 0 0,7-3-160 0,0 0-32 0,-7 5 0 0,7-5 0 16,0 0-224-16,0 0-48 0,0 0-16 0,0 0 0 15,0 0-32-15,0 0 0 0,-3 6 0 0,3-6 0 16,0 0 160-16,10 0 32 0,2-1 0 0,2 0 0 16,1-1 64-16,1 1 32 0,1-2 0 0,1-2 0 15,-1 1 128-15,1-1 32 0,-1 1 0 0,2 0 0 16,0-1-16-16,-1 1 0 0,0-2 0 0,1 3 0 16,-2 0-48-16,1 0 0 0,0 1 0 0,0-1 0 15,0 0-224-15,-1-1-48 0,0 2-16 0,-2 0 0 16,0 1-224-16,-1 0 128 0,-3-1-128 0,-1 0 0 31,-10 2-1344-31,10-1-352 0,-1-1-80 0</inkml:trace>
  <inkml:trace contextRef="#ctx0" brushRef="#br0" timeOffset="214511.23">18108 6846 11967 0,'-1'-8'1072'0,"-1"-2"-864"16,-2-2-208-16,1 1 0 0,-1 0 2672 0,0 1 480 0,1 1 112 0,0 1 0 15,0 1-1664-15,3 7-320 0,-5-8-80 0,1 2-16 16,4 6-480-16,-6-4-80 0,6 4-32 0,-7-2 0 15,-1 1-336-15,0 4-64 0,0 1 0 0,1 3-16 16,-1 1-176-16,-1 4 0 0,0 3-192 0,2 5 192 16,-1 2-336-16,1 3 48 0,1 2 16 0,1-1 0 15,2 0 80-15,1 2 32 0,0-1 0 0,1 1 0 16,0 1 160-16,1-2 0 0,1-1 0 0,1-2 0 16,0-2 0-16,1-3 0 0,2-3 0 0,0-2 0 15,1-2 0-15,-1-1-128 0,1-2 128 0,0-2 0 16,-6-7 0-16,9 3 0 0,-9-3 0 0,11 2 0 15,-2-3 208-15,0-1 32 0,0-3 0 0,-1 0 0 16,0-3 16-16,0 0 0 0,-1 1 0 0,1-2 0 16,-1-1-64-16,-1 0 0 0,0-1 0 0,-2 0 0 15,1-3-48-15,-1 0-16 0,-1-1 0 0,1 1 0 0,-2 2-128 16,-1 0 192-16,0-1-192 0,-1-3 192 0,0 1 0 0,-1-4 16 16,0-1 0-16,0 0 0 0,-1 3 16 0,-1-1 0 15,0 0 0-15,0-1 0 0,-1-2 48 0,1 4 16 16,0 4 0-16,0 0 0 0,-2-1-80 0,1 2-16 15,-1 3 0-15,1 2 0 0,-3 2-192 0,2 0 0 16,-1 2 0-16,0 0 0 0,-2-1 0 0,0 2-160 16,1-1 160-16,-1 1-192 0,0 1 192 0,-1 1-160 15,0-1 160-15,0 1-160 0,0 0-80 0,1 1-16 16,-1 1 0-16,1 2 0 16,-1 3-2144-16,0-1-432 0,-5 4-96 0,1 0-16 0</inkml:trace>
  <inkml:trace contextRef="#ctx0" brushRef="#br0" timeOffset="-212913.2">19093 6752 21183 0,'0'0'1888'0,"0"0"-1504"16,-4-10-384-16,1 0 0 0,0 1 1136 0,3 9 144 0,-4-7 48 0,4 7 0 16,0 0-864-16,0 0-160 0,0 0-48 0,-4-8 0 15,4 8 96-15,-6-7 16 0,6 7 0 0,-5-4 0 16,5 4-112-16,-8-2-32 0,8 2 0 0,-7 0 0 16,7 0-224-16,-9 3 0 0,9-3 0 0,-9 5 0 15,1 1 0-15,3 2 0 0,0 0 0 0,2 2 0 16,-1 1 0-16,0 1 0 0,1 1 0 0,0 3 0 15,1 3 0-15,-1 1 0 0,2 0 0 0,0 0 0 16,1-2 0-16,0-2 0 0,1 0 0 0,1-1 0 16,1 1 0-16,0-2 0 0,0-1 128 0,2-3-128 15,0-1 224-15,2-2 0 0,-1 1 0 0,3 0 0 16,0 1 16-16,1-2 0 0,0 1 0 0,0 0 0 16,1-3-112-16,0 1-128 0,-1-1 176 0,1 2-176 15,0-1 176-15,0 0-176 0,0-2 160 0,0 3-160 0,-2 0 0 0,1-2 128 16,1-1-128-16,-1 0 0 0,0-4 256 15,1-1 0-15,0 0 0 0,-1-1 0 0,0 1 48 0,0-1 16 16,-1-2 0-16,-1-1 0 0,1 2 0 0,1-4 16 16,-1-1 0-16,-1-1 0 0,-2 1 0 0,1-1 0 15,-1 1 0-15,0-2 0 0,-1-2 0 0,1-2 0 16,-2 0 0-16,1 1 0 0,-2 1-16 0,-1-1-16 16,0-3 0-16,0 2 0 0,-1-2-32 0,0 0 0 15,-1-2 0-15,0 0 0 0,0 1-48 0,0 1-16 16,0-2 0-16,-1 2 0 0,0-1-64 0,-1 3-16 15,0-1 0-15,0 3 0 0,-1 1-128 0,-1 0 0 0,0 0 144 16,0 0-144-16,-1 0 0 0,0 0 0 0,-3 1 0 0,0 2 128 16,1 0-128-16,-1 0 0 15,-2 1 0-15,1 0 0 0,0 1 0 0,0 2 0 0,-2 0-144 0,0 0 144 16,-2 0 0-16,2 2-144 0,0 1 144 0,2 1 0 16,-1-1-368-16,0 1 48 0,0 0 0 0,1 0 0 31,0 0-128-31,0 2 0 0,2 1-16 0,-1-2 0 0,0-2 112 0,1 1 32 0,0 2 0 0,7-2 0 31,-8 2-112-31,8-2-16 0,-8 3 0 0,0 1 0 16,2 3-1552-16,2 0-320 0,0 3-64 0,0-2-16 0</inkml:trace>
  <inkml:trace contextRef="#ctx0" brushRef="#br0" timeOffset="-211534.68">20800 6597 25791 0,'1'-11'1152'16,"-1"11"224"-16,0 0-1104 0,0 0-272 0,0 0 0 0,-2-8 0 0,2 8 592 0,-2-7 64 16,-2 2 16-16,4 5 0 0,0 0-480 0,0 0-192 15,-6-4 176-15,6 4-176 0,-8-4 128 0,1 3-128 16,0 2 0-16,-1 0 144 0,0-1-144 0,8 0 0 15,-9 5 0-15,1 0 0 0,-1 1 0 0,1 1 0 16,0 2 0-16,2-1 0 0,0-3 0 0,0 2 192 16,0 2-192-16,1 1 192 0,-2-1-64 0,2-1 0 15,0 1 0-15,2 1 0 0,0 0-128 0,0 0 192 0,2 1-192 16,0-1 192-16,0 0-192 0,1-2 0 0,2 1 144 0,2 1-144 16,-2 0 0-16,1 0 144 0,0 0-144 0,2 2 0 15,0 0 224-15,1 0-64 0,-1-1-16 0,1 1 0 16,-1-1 0-16,1 0 0 0,-1-1 0 0,2-1 0 15,1 0 32-15,-1-2 0 0,0-1 0 0,0-1 0 16,-7-5 16-16,9 6 16 0,1-2 0 0,-1 0 0 16,-9-4 32-16,11 1 0 0,-1-2 0 0,0 1 0 15,0 0-80-15,-1-3-16 0,-1 0 0 0,0 0 0 16,0 1 16-16,0-2 0 0,-2 0 0 0,1 0 0 16,0-4 96-16,0 1 0 0,-3 1 16 0,1-2 0 15,0 0 64-15,1-1 16 0,-1 0 0 0,1-1 0 16,-2-1 16-16,1-1 0 0,-2-2 0 0,0 2 0 15,1 0-48-15,-1 0 0 0,0-1 0 0,0 0 0 0,0-1-64 0,-1 1 0 16,0 0-16-16,0-1 0 16,-1-2-64-16,0 1-16 0,1 1 0 0,-2 0 0 0,1 2 16 0,-1-1 0 15,-1 0 0-15,-1 1 0 0,0 0 0 0,0 0 0 16,-1 1 0-16,-1 0 0 0,0 1-176 0,0 1 0 16,-3 1 0-16,0 1 128 0,1-2-128 0,-3 0 0 15,-2 2 0-15,-1 1-176 0,-2-1 16 0,-2 1 0 16,-1 1 0-16,-2 0 0 15,-1 0-320-15,0 2-64 0,1 0-16 0,0 0 0 16,1 3-336-16,2 3-80 0,0-1-16 0,1 2 0 16,0 2-1312-16,-2 1-272 0,-1 1-48 0</inkml:trace>
  <inkml:trace contextRef="#ctx0" brushRef="#br0" timeOffset="-209546.05">22166 6599 7359 0,'2'-12'656'0,"-1"3"-528"0,0-2-128 0,1 0 0 16,-1 0 3696-16,0 0 704 0,-1-2 144 0,0 1 16 16,0 0-3552-16,0 0-720 0,0 2-144 0,-1 2-16 15,-2 1 576-15,0 1 128 0,0 0 32 0,3 6 0 16,-6-3-288-16,6 3-48 0,-8 0-16 0,-1 2 0 16,0 3-384-16,0-1-128 0,-1 3 0 0,-1 2 0 15,-2 6 0-15,1 0 0 0,1 1 0 0,1 0-144 16,0-1 144-16,2 2 0 0,1-1 0 0,0 3-128 15,1 2 128-15,0 1 0 0,1 1-144 0,0-1 144 16,1-1 0-16,0 2 0 0,1 1 0 0,1 1 0 16,0-1 0-16,1-2 0 0,1 0 0 0,1-4 128 0,1-1-128 15,1-5 0-15,2-2 0 0,0-1 0 0,2-2 144 16,2-1 48-16,-1-2 16 0,2-1 0 0,0-5 96 0,1 0 16 16,0-1 0-16,1 0 0 0,1-2-64 0,1 0-16 15,-2-2 0-15,0-1 0 0,-1-1-32 0,0-1 0 16,0-1 0-16,-1 1 0 0,-1-1 176 0,-2 0 48 15,0-1 0-15,-1-2 0 0,0 1-48 0,-1 0-16 16,0-1 0-16,-2-1 0 0,-1 1-112 0,1 0-32 16,-2 0 0-16,-1 1 0 0,0 1-96 0,-1-1 0 15,-2 0-128-15,1 0 192 0,-1-2-192 0,-2 1 0 16,1 0 128-16,0 2-128 0,-2 1 0 0,1 1 144 16,-2-1-144-16,0 0 128 0,-1 1-128 0,-1 0 128 15,1 0-128-15,-2 1 128 0,-1 4-128 0,0 0 0 0,-2 1 0 16,0-1-176-16,-1-1-176 0,-1 2-32 0,1 0-16 15,0 2 0 1,-2 0-1872-16,0 2-368 0,-2 1-80 0</inkml:trace>
  <inkml:trace contextRef="#ctx0" brushRef="#br0" timeOffset="-204944.96">24725 6676 35007 0,'0'0'3120'0,"0"0"-2496"16,0 0-496-16,0 0-128 15,10-4-320-15,-2-1-96 0,0 1-16 0,-1-1 0 0,-2 0 432 0,2-1-160 16,0 0 160-16,1-2 0 0,-1-2 0 0,-1-1 272 0,3-4-16 0,0 2-16 16,1 0-240-16,1-2 0 0,-2-4 0 0,-1 2 0 15,1-1 0-15,1-1-192 0,0 0 48 16,-1-1 0-16,-1 0 144 0,-1 0 0 0,0 3 0 0,-2 0 128 15,0 3 0-15,-2 2 16 0,-1 2 0 0,0 2 0 16,-2 8 48-16,0 0 0 0,0 0 0 0,0 0 0 16,0 0-192-16,0 0 0 0,0 0 144 0,-4 9-144 15,-3 1 0-15,2 3 0 0,-2 2 0 0,2 4-192 16,-3 2 192-16,2 1 0 0,-1-1-144 0,0 1 144 16,1 1 0-16,-1-1 0 0,-1-2 0 0,1-3 0 15,-1 2-128-15,0 0 128 0,1-3-160 0,-1 0 160 16,2-3-320-16,0 0 16 0,-2-1 16 0,0 0 0 15,3-1-416-15,-2-1-96 16,1 0-16-16,0-1 0 0,1-2-80 0,-1-1 0 16,1 0-16-16,5-6 0 0,-6 6 256 0,1 0 48 0,-3-2 16 0,-1 1 0 15,0-1-48-15,2-1-16 0,-1-1 0 0,0 1 0 16,1-1 432-16,-1 1 96 0,0 0 128 0,8-3-208 0,-7 4 656 0,7-4 128 16,0 0 16-16,0 0 16 0,-7 4 144 0,7-4 16 15,0 0 16-15,0 0 0 0,0 0 0 0,0 0 0 16,0 0 0-16,0 0 0 0,0 0-32 0,9 6-16 15,1-3 0-15,2-1 0 0,1-2-16 0,1 1 0 16,-1-1 0-16,3 1 0 0,-1 2-240 0,1-1-48 16,-2-1-16-16,2 0 0 0,2 0-16 0,0-1 0 15,-2 0 0-15,1-1 0 0,0 0-144 0,1 1-48 16,-1-1 0-16,1 0 0 0,1 1-208 0,-2-1 176 16,1-2-176-16,0 2 160 0,-2 0-160 0,1 2 0 0,-2-3 0 0,0 2 0 15,1-1-176-15,-3 2-16 0,-1 2 0 16,-1 1 0-1,-2-1-1344-15,-3 2-256 0,-6-5-64 0</inkml:trace>
  <inkml:trace contextRef="#ctx0" brushRef="#br0" timeOffset="-200139.23">16812 8081 22575 0,'-13'0'992'0,"3"2"224"0,-1-3-976 0,0 3-240 16,-1 0 0-16,1 0 0 0,1 2 160 0,1-1-16 15,2 1 0-15,-1 0 0 0,0-1-16 0,1 0 0 16,-2 1 0-16,2 2 0 0,2 3-128 0,-1 2 160 15,1 2-160-15,0 4 160 0,1 4 96 0,1 3 0 16,0 2 16-16,1 3 0 0,0 3 80 0,1 2 16 16,2 2 0-16,1 0 0 0,0 2-80 0,3 0-16 15,0 1 0-15,3-1 0 0,-3-3-272 0,3-3 160 16,1-4-160-16,0-5 128 0,1-2 0 0,0-5-128 16,-1-2 192-16,2-3-64 0,0-5 224 0,2-1 32 15,0-3 16-15,0-3 0 0,1-3 368 0,2-1 64 16,-2-4 0-16,0-2 16 0,2-2-192 0,-2-4-32 15,0 0-16-15,-1-4 0 0,0-2-192 0,0-1-32 16,-2-3-16-16,0 2 0 0,-2 1-64 0,-1-1-16 16,-1 0 0-16,-3 2 0 0,0 0 16 0,-2-1 0 15,0-2 0-15,-2 3 0 0,-1 0 16 0,0-1 0 16,0 1 0-16,-1 0 0 0,-3 0-64 0,2 1-16 0,-3 0 0 0,2 0 0 16,-2 0-96-16,0 2-16 0,-2 2 0 15,-1 3 0-15,-1 1 48 0,1 0 0 0,-2 2 0 16,-2 1 0-16,1 1-176 0,0 2 160 0,0-1-160 15,0 1 160-15,0 0-160 0,1 1 0 0,0 1 0 0,1 2 0 16,1-1 0-16,2 2-224 0,7 3 48 0,-8-3 16 16,1 0-352-16,7 3-80 15,0 0-16-15,-6-3 0 0,6 3-1552 16,0 0-304-16,0 0-64 0</inkml:trace>
  <inkml:trace contextRef="#ctx0" brushRef="#br0" timeOffset="-198622.25">18101 7950 31327 0,'0'0'2784'0,"0"0"-2224"0,0 0-560 0,0 0 0 0,0 0 672 0,0 0 32 16,0 0 0-16,0 0 0 16,0 0-544-16,0 0-160 0,0 0 0 0,0 0 0 0,0 0 0 0,0 0 0 15,0 11 0-15,0 1 0 0,2 3 0 0,0 3-192 16,-1 3 192-16,0 3-192 0,0 3 32 0,0 4 16 16,-1 2 0-16,1 1 0 0,0 2 0 0,-1-1 0 15,0 1 0-15,1-3 0 0,1-5 16 0,0-5 0 16,2-5 0-16,-1-1 0 0,2-5 128 0,0-1 0 15,2-3 0-15,-2-2 0 0,-5-6 144 0,8 1 16 16,-8-1 0-16,10-3 0 0,0 0 192 0,-1-2 32 16,-2-2 16-16,1-2 0 0,1 0 64 0,-2-1 16 15,-2-1 0-15,1-2 0 0,-2-1-160 0,-1-3-48 0,-1 1 0 16,0-2 0-16,-2-2-16 0,-2 0-16 16,0 1 0-16,-1-1 0 0,-1-1-48 0,-1 0 0 15,-1 0 0-15,-1-1 0 0,0 0-192 0,0 2 144 16,-1 2-144-16,1 0 128 0,0 0-128 0,0 3 160 15,2 2-160-15,-2 1 160 0,-1 0-160 0,2 1 0 0,-2 2 0 16,1 2 128-16,1 3-128 0,0 1 0 0,1 0 0 16,5 3 0-16,-9-1-192 0,1 1-80 0,8 0-16 0,-9 4 0 31,2 1-512-31,1 2-96 0,6-7-32 0,-4 10 0 16,1-2-2960-16,3-8-592 0</inkml:trace>
  <inkml:trace contextRef="#ctx0" brushRef="#br0" timeOffset="-198171.85">18953 8120 26719 0,'0'0'1184'0,"0"-6"240"0,0 6-1136 0,0 0-288 16,-1-8 0-16,1 8 0 0,-1-7 1472 0,1 7 256 15,0 0 32-15,0 0 16 0,0 0-1472 0,0 0-304 16,-8 6 0-16,0 4 0 0,-1 3-240 0,2 3 48 16,0 4 16-16,1 2 0 0,-1 0 176 0,1 0-208 15,2-1 80-15,1 0 128 0,-1 2-256 0,1-2 64 16,0-3 0-16,0-3 16 0,0 0 176 0,2-4-192 16,1-2 192-16,0-9-192 0,-1 7 192 0,1-7 128 15,0 0-128-15,0 0 176 0,0 0 304 0,0 0 64 16,0 0 16-16,0 0 0 0,6-8-160 0,-1-1-16 15,1-1-16-15,-1-1 0 0,1-1-176 0,-1-2-16 0,0-2-16 0,-1-1 0 16,-2-1-32-16,0-1-128 16,1-2 192-16,-2-1-64 0,-1 0 64 0,0 0 0 0,0 1 0 15,0 1 0-15,-1 1 112 0,-2 2 16 0,0 1 16 16,0 3 0-16,-2 2-128 0,0 1-16 0,-2 1-16 16,1 2 0-16,0-2-176 0,0 2-224 0,-1 2 48 0,-1 2 16 31,1-1-352-31,0 3-80 0,7 1-16 0,-8-1 0 0,8 1-2400 15,0 0-496-15,0 0-80 0,0 0-32 0</inkml:trace>
  <inkml:trace contextRef="#ctx0" brushRef="#br0" timeOffset="-197709.9">20221 7723 23951 0,'11'-13'1056'0,"-4"3"224"0,-2-1-1024 0,0 1-256 16,-2 0 0-16,0 3 0 0,-3 7 2752 0,0 0 512 16,3-10 80-16,-3 10 32 0,0 0-2608 0,0 0-512 0,0 0-96 0,-8-3-32 15,-1 3-128-15,0 5 0 16,0 1 144-16,1 5-144 0,-1 5 0 0,1 5 0 15,0 3-192-15,2 3 64 0,-1 2-64 0,1 3-16 16,0 1 0-16,2 2 0 0,1 0 64 0,1 2 16 16,0-3 0-16,2-1 0 0,2-2-16 0,2-4 0 0,-1-3 0 0,1-2 0 15,2-5 144-15,0-3-208 0,1-3 80 16,2-1 128-16,1-3 0 0,0-4 0 0,1-2 0 16,1-2 0-16,2-4 256 0,0-2-48 0,1-2 0 0,0-1 0 15,0-4-16-15,1-2-16 0,-1 1 0 0,-1-3 0 16,-1-1 16-16,-1 0 0 0,-1 0 0 0,0 0 0 15,-1 0 192-15,-2-1 32 0,-1 1 16 0,-3-1 0 16,-1-2-80-16,-1-1-16 0,-2-2 0 0,0-1 0 16,-1-1-192-16,-1 0-144 0,-3 0 192 0,-1 1-192 0,-2-1 0 0,-2 2 0 15,-3 1 0-15,-1 3 0 0,0 3 0 0,-1 1 0 16,-1-1 0-16,1 3-144 0,0 4-160 0,-1 1-16 16,1 1-16-16,1 3 0 15,1-1-1104-15,2 3-224 0,0-1-32 0,3 3-8576 16,-1 1-1712-16</inkml:trace>
  <inkml:trace contextRef="#ctx0" brushRef="#br0" timeOffset="-197192.05">21980 7431 35007 0,'0'0'1552'0,"0"0"320"0,0 0-1488 0,0 0-384 0,0 0 0 0,0 0 0 16,-10 2 464-16,1 2 32 0,0 2 0 0,-2 2 0 15,-2 2-496-15,0 1-256 0,-2 0 16 0,-1 5 16 16,-1 2 224-16,0 2 0 0,1 2-160 0,0 6 160 16,1 5-240-16,1 4 32 0,1 2 0 0,3 1 0 15,1 2-304-15,2-1-64 0,4-3-16 16,3 0 0-16,2-5 16 0,5-2 0 0,2-3 0 0,4-5 0 0,2-5 288 0,3-3 64 16,3-3 16-16,1-4 0 0,0-2 208 0,0-5 256 15,0-4-48-15,0-1-16 0,1-4 368 0,-2-3 64 16,0-4 16-16,-1 0 0 0,1 0-240 0,-1-1-32 15,0-3-16-15,-2-1 0 0,-1-1-192 0,-3-2-32 16,-1-3-128-16,-4 1 192 0,-1-3 64 0,-1-1 16 16,-3-1 0-16,-1 0 0 0,-3-1-16 0,-2 1-16 15,-2 2 0-15,-4 0 0 0,-2 1-64 0,-2 0-16 16,-1 1 0-16,0 4 0 0,-2 2-160 0,1 4 0 16,1 0 0-16,0 3 0 0,0 2-256 0,-1 0 64 15,1 1 0-15,-1 4 16 16,-3 0-656-16,1 4-144 0,-1 0-32 0,3 2 0 15,0-1-1360-15,2 3-288 0,1 0-48 0</inkml:trace>
  <inkml:trace contextRef="#ctx0" brushRef="#br0" timeOffset="-196705.11">23512 7461 33119 0,'0'0'1472'0,"0"0"288"0,-11 3-1408 0,-2 1-352 16,-1 1 0-16,1 1 0 0,1 1 0 0,0 1-192 16,-3 1 32-16,3 2 0 0,0 2 160 0,-1 3 0 15,-1 0 0-15,0 2 0 0,2-2 0 0,1 3 0 16,1 2 0-16,2 1-192 0,0 1 192 0,2 0 0 16,2-1-144-16,2 0 144 0,1 0 0 0,3-2-176 15,1-2 176-15,3-2-128 0,-1-1 128 0,5-1 0 16,2-2 128-16,1-1-128 0,3-2 400 0,0-3 16 15,1-1 0-15,1-3 0 0,3-1-16 0,0-1 0 16,0-3 0-16,0-2 0 0,-1 0-96 0,-1-3-32 16,0-2 0-16,1-1 0 0,-1-1 112 0,-3-1 32 15,-1-2 0-15,-2 0 0 0,-2-1 32 0,-2-1 16 16,-2-1 0-16,-1 1 0 0,-3-1-16 0,-3-2 0 0,-2 0 0 0,-2-1 0 16,-4-1-192-16,-2 1-64 15,-2 1 0-15,-2 2 0 0,-4 2-320 0,-2 3-80 0,-3 2-16 0,-4 2-11968 16,-8-1-2400-16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39.890"/>
    </inkml:context>
    <inkml:brush xml:id="br0">
      <inkml:brushProperty name="width" value="0.05" units="cm"/>
      <inkml:brushProperty name="height" value="0.05" units="cm"/>
    </inkml:brush>
  </inkml:definitions>
  <inkml:trace contextRef="#ctx0" brushRef="#br0">1 0 3679 0 0,'0'0'715'0'0,"3"1"1329"0"0,42 11 4174 0 0,4-3-3522 0 0,22 4-2291 0 0,-7 4-164 0 0,14 3-292 0 0,88 11 1 0 0,-113-22-1240 0 0,-51-8 617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0.306"/>
    </inkml:context>
    <inkml:brush xml:id="br0">
      <inkml:brushProperty name="width" value="0.05" units="cm"/>
      <inkml:brushProperty name="height" value="0.05" units="cm"/>
    </inkml:brush>
  </inkml:definitions>
  <inkml:trace contextRef="#ctx0" brushRef="#br0">161 82 9271 0 0,'-18'10'546'0'0,"-14"6"597"0"0,1 2 0 0 0,-41 32 0 0 0,70-48 145 0 0,-4 11-71 0 0,9-11-966 0 0,2 2-199 0 0,0 1 0 0 0,1-2 0 0 0,0 1 0 0 0,0-1 1 0 0,0 1-1 0 0,0-2 0 0 0,0 1 0 0 0,0-1 0 0 0,1 0 0 0 0,-1 0 0 0 0,1 0 1 0 0,0-1-1 0 0,0 0 0 0 0,-1-1 0 0 0,13 0 0 0 0,5-1 95 0 0,-1 0 0 0 0,0-2-1 0 0,33-9 1 0 0,-12 1-94 0 0,-1-3-1 0 0,78-36 1 0 0,71-59-3719 0 0,-145 80-1506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0.649"/>
    </inkml:context>
    <inkml:brush xml:id="br0">
      <inkml:brushProperty name="width" value="0.05" units="cm"/>
      <inkml:brushProperty name="height" value="0.05" units="cm"/>
    </inkml:brush>
  </inkml:definitions>
  <inkml:trace contextRef="#ctx0" brushRef="#br0">192 8 7831 0 0,'-3'-1'603'0'0,"0"0"-504"0"0,0-1-1 0 0,0 1 1 0 0,-1 1 0 0 0,1-1 0 0 0,0 0-1 0 0,-1 1 1 0 0,1-1 0 0 0,-1 1-1 0 0,1 0 1 0 0,-1 1 0 0 0,1-1-1 0 0,-1 0 1 0 0,-4 2 0 0 0,3 0 122 0 0,-1 0 0 0 0,1 0 1 0 0,0 0-1 0 0,0 1 0 0 0,1-1 0 0 0,-1 1 0 0 0,-8 7 1 0 0,4-2-26 0 0,0 1 1 0 0,1 0 0 0 0,0 0-1 0 0,1 1 1 0 0,0 0 0 0 0,0 0 0 0 0,-7 17-1 0 0,11-19-177 0 0,0 0 0 0 0,0 0-1 0 0,0 0 1 0 0,1 1 0 0 0,0-1-1 0 0,1 1 1 0 0,0 0 0 0 0,0-1-1 0 0,1 1 1 0 0,0 0 0 0 0,0-1-1 0 0,1 1 1 0 0,0 0 0 0 0,1-1-1 0 0,4 13 1 0 0,-2-8 5 0 0,2 0-1 0 0,0 1 1 0 0,1-2 0 0 0,0 1-1 0 0,0-1 1 0 0,2 0 0 0 0,-1-1 0 0 0,17 17-1 0 0,50 48 219 0 0,57 61 138 0 0,-120-123-361 0 0,0 0 0 0 0,-1 1 0 0 0,0 1 1 0 0,-2 0-1 0 0,0 0 0 0 0,0 1 0 0 0,-2 0 1 0 0,0 1-1 0 0,-1 0 0 0 0,5 20 0 0 0,-9-27 41 0 0,-1-1 0 0 0,0 1-1 0 0,0 0 1 0 0,-1 0-1 0 0,0-1 1 0 0,-1 1-1 0 0,0 0 1 0 0,0-1-1 0 0,-1 1 1 0 0,-1-1-1 0 0,0 1 1 0 0,0-1-1 0 0,-1 0 1 0 0,-1 0 0 0 0,1-1-1 0 0,-2 1 1 0 0,1-1-1 0 0,-1 0 1 0 0,-9 9-1 0 0,-23 24 316 0 0,-77 64-1 0 0,44-47-2655 0 0,33-28-888 0 0,17-14-1570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1.151"/>
    </inkml:context>
    <inkml:brush xml:id="br0">
      <inkml:brushProperty name="width" value="0.05" units="cm"/>
      <inkml:brushProperty name="height" value="0.05" units="cm"/>
    </inkml:brush>
  </inkml:definitions>
  <inkml:trace contextRef="#ctx0" brushRef="#br0">140 240 5527 0 0,'-67'-170'3585'0'0,"45"110"2138"0"0,21 57-4111 0 0,1-4-392 0 0,0 9-352 0 0,2 14-620 0 0,3 20-239 0 0,-2-1 0 0 0,-1 1 0 0 0,-2 41 0 0 0,-17 108-133 0 0,16-174 122 0 0,-19 114-153 0 0,12-81-385 0 0,1 1 0 0 0,-2 87 0 0 0,10-124 299 0 0,-1 0 1 0 0,1 0-1 0 0,1 0 0 0 0,0 0 1 0 0,2 8-1 0 0,-3-14-379 0 0,2-1-11 0 0,-3 0 552 0 0,1-1 1 0 0,-1 0-1 0 0,1 1 0 0 0,-1-1 0 0 0,1 0 0 0 0,-1 1 0 0 0,1-1 1 0 0,-1 0-1 0 0,1 0 0 0 0,0 1 0 0 0,-1-1 0 0 0,1 0 0 0 0,-1 0 1 0 0,1 0-1 0 0,0 0 0 0 0,-1 0 0 0 0,1 0 0 0 0,0 0 0 0 0,-1 0 1 0 0,1 0-1 0 0,-1 0 0 0 0,1 0 0 0 0,1-1 0 0 0,12-6-1261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1.543"/>
    </inkml:context>
    <inkml:brush xml:id="br0">
      <inkml:brushProperty name="width" value="0.05" units="cm"/>
      <inkml:brushProperty name="height" value="0.05" units="cm"/>
    </inkml:brush>
  </inkml:definitions>
  <inkml:trace contextRef="#ctx0" brushRef="#br0">97 610 11055 0 0,'-3'-74'597'0'0,"8"-100"-1"0"0,-1 139-214 0 0,1 0-1 0 0,1 1 0 0 0,3 0 1 0 0,0 0-1 0 0,15-33 1 0 0,-17 54-224 0 0,0 0 0 0 0,0 1 0 0 0,2-1 0 0 0,-1 1 0 0 0,2 1 0 0 0,11-13 0 0 0,-19 22-152 0 0,0 0 0 0 0,0 0 0 0 0,0 0 0 0 0,0 0 0 0 0,0 1 0 0 0,0-1 0 0 0,1 0 0 0 0,-1 1 0 0 0,0 0 0 0 0,1 0 0 0 0,-1-1 0 0 0,1 1 0 0 0,0 1 0 0 0,-1-1 0 0 0,1 0 0 0 0,0 1 0 0 0,0-1 0 0 0,-1 1-1 0 0,1 0 1 0 0,0 0 0 0 0,0 0 0 0 0,0 0 0 0 0,-1 0 0 0 0,1 1 0 0 0,0-1 0 0 0,0 1 0 0 0,-1 0 0 0 0,1 0 0 0 0,0 0 0 0 0,-1 0 0 0 0,1 0 0 0 0,-1 1 0 0 0,0-1 0 0 0,1 1 0 0 0,-1-1 0 0 0,0 1 0 0 0,0 0 0 0 0,0 0 0 0 0,0 0 0 0 0,0 0 0 0 0,0 0 0 0 0,-1 0-1 0 0,1 1 1 0 0,-1-1 0 0 0,1 1 0 0 0,-1-1 0 0 0,0 1 0 0 0,1 2 0 0 0,1 5-20 0 0,-1-1-1 0 0,1 1 1 0 0,-2 0-1 0 0,1 0 1 0 0,-1-1-1 0 0,-1 1 1 0 0,0 0-1 0 0,0 0 1 0 0,-1 0-1 0 0,-3 12 1 0 0,-3 12-94 0 0,-20 52 1 0 0,19-62 92 0 0,-49 124-23 0 0,-16 53 1 0 0,70-191 37 0 0,1 0 0 0 0,0 0 0 0 0,-1 16 0 0 0,3-22 0 0 0,0 1 0 0 0,1-1 0 0 0,-1 1 0 0 0,1-1 0 0 0,0 0 0 0 0,0 1 0 0 0,0-1 0 0 0,0 0 0 0 0,1 0 0 0 0,3 8 0 0 0,5 1 0 0 0,-5-9 8 0 0,0 0 0 0 0,0-1 0 0 0,1 1 0 0 0,-1-1 0 0 0,1 0-1 0 0,10 4 1 0 0,40 9 104 0 0,-10-3-31 0 0,-32-8-62 0 0,-1-1 17 0 0,0 0 1 0 0,-1 1-1 0 0,1 1 0 0 0,-1 0 0 0 0,13 9 0 0 0,-22-13-31 0 0,-1 0-1 0 0,0-1 1 0 0,0 1-1 0 0,0 0 1 0 0,0 0-1 0 0,0 0 1 0 0,-1 0-1 0 0,1 0 1 0 0,-1 1-1 0 0,1-1 1 0 0,-1 0-1 0 0,0 1 1 0 0,0-1-1 0 0,0 1 1 0 0,0-1-1 0 0,0 1 1 0 0,0 0-1 0 0,-1-1 1 0 0,1 1-1 0 0,-1 0 0 0 0,0-1 1 0 0,0 1-1 0 0,0 0 1 0 0,0-1-1 0 0,-1 1 1 0 0,1 0-1 0 0,-1-1 1 0 0,1 1-1 0 0,-1 0 1 0 0,0-1-1 0 0,0 1 1 0 0,-2 3-1 0 0,0 1 37 0 0,-2 0 0 0 0,1 0-1 0 0,-1 0 1 0 0,0-1 0 0 0,0 1-1 0 0,-11 8 1 0 0,-41 33 419 0 0,47-41-401 0 0,-10 9 223 0 0,-1-1-1 0 0,-1-2 1 0 0,-27 13-1 0 0,36-20-184 0 0,0 0 0 0 0,-1-1 0 0 0,0-1 0 0 0,0 0 0 0 0,0-1-1 0 0,-29 3 1 0 0,34-6-147 0 0,0 0-1 0 0,0 0 1 0 0,1-1-1 0 0,-1 0 0 0 0,1-1 1 0 0,-1 1-1 0 0,1-2 1 0 0,-1 1-1 0 0,1-1 1 0 0,-8-5-1 0 0,15 7-180 0 0,0 0 0 0 0,0 0-1 0 0,0-1 1 0 0,1 1 0 0 0,-1 0 0 0 0,0-1-1 0 0,1 1 1 0 0,-1-1 0 0 0,1 1 0 0 0,-1-1-1 0 0,1 1 1 0 0,0-1 0 0 0,-1 1 0 0 0,1-1-1 0 0,0 1 1 0 0,0-1 0 0 0,1-2 0 0 0,1-9-5019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2.147"/>
    </inkml:context>
    <inkml:brush xml:id="br0">
      <inkml:brushProperty name="width" value="0.05" units="cm"/>
      <inkml:brushProperty name="height" value="0.05" units="cm"/>
    </inkml:brush>
  </inkml:definitions>
  <inkml:trace contextRef="#ctx0" brushRef="#br0">775 168 12407 0 0,'-1'-2'566'0'0,"-2"-3"-410"0"0,-1-1 0 0 0,0 1 0 0 0,0-1 0 0 0,0 1 0 0 0,-1 0 0 0 0,-7-6 1 0 0,-36-26 1593 0 0,47 36-1651 0 0,-14-8-4 0 0,1 0 0 0 0,-1 1 0 0 0,-1 1 0 0 0,-19-7 0 0 0,-66-16 178 0 0,86 27-277 0 0,0 1-1 0 0,0 0 1 0 0,-1 1-1 0 0,1 1 1 0 0,0 0-1 0 0,0 1 1 0 0,-1 1-1 0 0,1 0 0 0 0,0 1 1 0 0,0 1-1 0 0,1 0 1 0 0,-1 1-1 0 0,1 1 1 0 0,-20 10-1 0 0,15-6-2 0 0,0 2 1 0 0,1-1-1 0 0,1 2 0 0 0,0 0 0 0 0,1 1 0 0 0,1 1 1 0 0,0 1-1 0 0,0 0 0 0 0,-21 32 0 0 0,27-30 7 0 0,0 0 0 0 0,1 0 0 0 0,0 1 0 0 0,2 0 0 0 0,0 0 0 0 0,1 0 0 0 0,1 1 0 0 0,1-1 0 0 0,1 1 0 0 0,1 0 0 0 0,1 35 0 0 0,1-46-7 0 0,0 0 0 0 0,0 0 0 0 0,1 0 0 0 0,0 0 0 0 0,0-1 0 0 0,1 1 0 0 0,0-1 0 0 0,9 17 0 0 0,-8-20 5 0 0,-1 0 1 0 0,1 0-1 0 0,0-1 1 0 0,0 1-1 0 0,1-1 1 0 0,-1 0-1 0 0,1 0 0 0 0,0 0 1 0 0,0-1-1 0 0,0 1 1 0 0,1-1-1 0 0,-1-1 0 0 0,12 5 1 0 0,-12-5-9 0 0,1 0 0 0 0,-1-1 1 0 0,1 0-1 0 0,0 0 0 0 0,-1 0 0 0 0,1-1 1 0 0,-1 0-1 0 0,1 0 0 0 0,0 0 0 0 0,-1-1 0 0 0,12-2 1 0 0,-9 1-17 0 0,0-1 1 0 0,0 0-1 0 0,-1-1 1 0 0,1 0-1 0 0,-1 0 1 0 0,0 0-1 0 0,9-8 1 0 0,1-3-97 0 0,0-1 0 0 0,-2 0 0 0 0,0-1 1 0 0,0-1-1 0 0,12-21 0 0 0,13-28-445 0 0,51-116 0 0 0,-14 23 1468 0 0,-74 155-742 0 0,0-1 0 0 0,1 1 1 0 0,0 0-1 0 0,0 0 1 0 0,0 0-1 0 0,7-6 1 0 0,-10 11-145 0 0,-1-1 0 0 0,1 1 1 0 0,-1-1-1 0 0,1 1 0 0 0,-1 0 1 0 0,1-1-1 0 0,0 1 0 0 0,-1 0 1 0 0,1-1-1 0 0,0 1 1 0 0,-1 0-1 0 0,1 0 0 0 0,0 0 1 0 0,-1 0-1 0 0,1 0 0 0 0,0-1 1 0 0,0 2-1 0 0,1-2 25 0 0,-1 1-33 0 0,0 0 1 0 0,0 0 0 0 0,-1 0 0 0 0,1 0 0 0 0,0 1 0 0 0,-1-1 0 0 0,1 0 0 0 0,0 0 0 0 0,0 0 0 0 0,-1 0 0 0 0,1 1-1 0 0,0-1 1 0 0,-1 0 0 0 0,1 1 0 0 0,0-1 0 0 0,-1 1 0 0 0,1-1 0 0 0,-1 0 0 0 0,1 1 0 0 0,-1-1 0 0 0,2 2 0 0 0,-1-1 11 0 0,2 2-12 0 0,1 1 0 0 0,-1-1 0 0 0,0 1 0 0 0,0 0 0 0 0,-1 0 0 0 0,1 0 0 0 0,-1 0 0 0 0,0 0 0 0 0,0 1 0 0 0,0-1 0 0 0,-1 1 1 0 0,0-1-1 0 0,2 10 0 0 0,0 5 73 0 0,1 38 0 0 0,-4-56-75 0 0,-2 102 261 0 0,1 14 153 0 0,2-96-364 0 0,1-1 0 0 0,1 1 0 0 0,9 32 0 0 0,-6-36-55 0 0,4-3-21 0 0,-9-12 0 0 0,0-1 1 0 0,0 0-1 0 0,0 0 1 0 0,1 0-1 0 0,-1 0 1 0 0,1 0-1 0 0,-1 0 0 0 0,1 0 1 0 0,-1-1-1 0 0,1 1 1 0 0,-1 0-1 0 0,1-1 1 0 0,0 0-1 0 0,-1 1 0 0 0,1-1 1 0 0,0 0-1 0 0,-1 1 1 0 0,1-1-1 0 0,0 0 1 0 0,-1 0-1 0 0,1-1 1 0 0,0 1-1 0 0,-1 0 0 0 0,1 0 1 0 0,0-1-1 0 0,-1 1 1 0 0,1-1-1 0 0,-1 0 1 0 0,1 1-1 0 0,-1-1 0 0 0,1 0 1 0 0,-1 0-1 0 0,1 0 1 0 0,-1 0-1 0 0,2-1 1 0 0,2-3-76 0 0,-1 1 1 0 0,1-1 0 0 0,-1 1-1 0 0,0-1 1 0 0,-1-1-1 0 0,1 1 1 0 0,-1 0 0 0 0,3-8-1 0 0,17-41-620 0 0,20-79-1 0 0,-42 130 1490 0 0,0 6-573 0 0,2 4-120 0 0,-1 0-1 0 0,0 0 1 0 0,-1 0-1 0 0,1 1 1 0 0,-1-1 0 0 0,0 9-1 0 0,-3 50 200 0 0,1-33-65 0 0,2 71 462 0 0,0-88-643 0 0,1-1-1 0 0,0 1 1 0 0,2-1 0 0 0,7 25 0 0 0,-10-38-147 0 0,0 0 1 0 0,0 1 0 0 0,0-1 0 0 0,0 0-1 0 0,1 1 1 0 0,-1-1 0 0 0,1 0 0 0 0,-1 0 0 0 0,1 0-1 0 0,0 0 1 0 0,2 2 0 0 0,9 4-730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2.557"/>
    </inkml:context>
    <inkml:brush xml:id="br0">
      <inkml:brushProperty name="width" value="0.05" units="cm"/>
      <inkml:brushProperty name="height" value="0.05" units="cm"/>
    </inkml:brush>
  </inkml:definitions>
  <inkml:trace contextRef="#ctx0" brushRef="#br0">808 297 14279 0 0,'0'0'1272'0'0,"-9"-11"-1016"0"0,0-2-256 0 0,0 2 0 0 0,-1 0 296 0 0,-1 0 16 0 0,-2-2 0 0 0,-1 0-6976 0 0</inkml:trace>
  <inkml:trace contextRef="#ctx0" brushRef="#br0" timeOffset="1">2 2 12439 0 0,'-2'-1'566'0'0,"7"3"615"0"0,0 0 1 0 0,0 0-1 0 0,0-1 1 0 0,0 1 0 0 0,6 0-1 0 0,43 5-308 0 0,60 0-2435 0 0,142-5-2683 0 0,-81-2 183 0 0,-107 1 2627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2.920"/>
    </inkml:context>
    <inkml:brush xml:id="br0">
      <inkml:brushProperty name="width" value="0.05" units="cm"/>
      <inkml:brushProperty name="height" value="0.05" units="cm"/>
    </inkml:brush>
  </inkml:definitions>
  <inkml:trace contextRef="#ctx0" brushRef="#br0">249 94 12439 0 0,'-9'-13'635'0'0,"-1"1"-1"0"0,-1 0 1 0 0,0 0-1 0 0,0 1 1 0 0,-1 1-1 0 0,-14-10 1 0 0,25 20-529 0 0,-1-1 1 0 0,1 1 0 0 0,-1-1 0 0 0,1 1 0 0 0,-1-1 0 0 0,1 1 0 0 0,-1 0 0 0 0,0-1-1 0 0,1 1 1 0 0,-1 0 0 0 0,1 0 0 0 0,-1 0 0 0 0,0 1 0 0 0,1-1 0 0 0,-1 0-1 0 0,1 1 1 0 0,-1-1 0 0 0,1 0 0 0 0,-1 1 0 0 0,1 0 0 0 0,-1-1 0 0 0,1 1 0 0 0,0 0-1 0 0,-1 0 1 0 0,1 0 0 0 0,-2 1 0 0 0,-1 2-76 0 0,0-1 0 0 0,0 1 0 0 0,1 0 0 0 0,-1 0 0 0 0,1 0 0 0 0,-3 6 0 0 0,-2 3-3 0 0,2 1 1 0 0,0 0-1 0 0,0 0 0 0 0,1 1 0 0 0,1 0 0 0 0,-3 17 1 0 0,-8 96-56 0 0,13-99 40 0 0,-22 294-468 0 0,18-108-6574 0 0,6-154 1553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3.520"/>
    </inkml:context>
    <inkml:brush xml:id="br0">
      <inkml:brushProperty name="width" value="0.05" units="cm"/>
      <inkml:brushProperty name="height" value="0.05" units="cm"/>
    </inkml:brush>
  </inkml:definitions>
  <inkml:trace contextRef="#ctx0" brushRef="#br0">49 328 1839 0 0,'-8'-19'106'0'0,"-4"-6"143"0"0,-15-52 0 0 0,26 75 293 0 0,1-1-1 0 0,0 1 1 0 0,0-1-1 0 0,0 1 1 0 0,0-1-1 0 0,0 1 1 0 0,1-1-1 0 0,-1 1 1 0 0,1 0-1 0 0,0-1 1 0 0,-1 1-1 0 0,1-1 1 0 0,0 1-1 0 0,0 0 0 0 0,1 0 1 0 0,-1 0-1 0 0,0-1 1 0 0,3-1-1 0 0,1-2-65 0 0,1 0 0 0 0,-1 0 0 0 0,14-9 0 0 0,-8 7-556 0 0,1 0 0 0 0,0 1 1 0 0,1 0-1 0 0,0 1 0 0 0,19-6 0 0 0,72-16-1009 0 0,-82 23 909 0 0,6-2 19 0 0,122-25-291 0 0,-128 29 603 0 0,-1 1 0 0 0,1 1 0 0 0,0 1 0 0 0,42 5 0 0 0,-59-5-45 0 0,1 1 1 0 0,-1 1-1 0 0,0-1 1 0 0,1 1-1 0 0,-1 0 1 0 0,0 0 0 0 0,0 1-1 0 0,0-1 1 0 0,7 6-1 0 0,-10-6-44 0 0,0 0-1 0 0,0 0 1 0 0,0 0-1 0 0,-1-1 1 0 0,1 1-1 0 0,-1 1 1 0 0,1-1-1 0 0,-1 0 1 0 0,0 0-1 0 0,0 1 1 0 0,0-1-1 0 0,0 0 1 0 0,0 1-1 0 0,0-1 1 0 0,-1 1-1 0 0,1-1 1 0 0,-1 1-1 0 0,0-1 1 0 0,0 1-1 0 0,0-1 0 0 0,0 1 1 0 0,0 0-1 0 0,-1 4 1 0 0,-7 26 613 0 0,-1 0 1 0 0,-27 61 0 0 0,10-28-194 0 0,23-61-464 0 0,-5 25 48 0 0,5-16-7 0 0,2-11 34 0 0,4-3-426 0 0,1 0 293 0 0,-1 0 0 0 0,1 0 1 0 0,-1 0-1 0 0,1-1 0 0 0,-1 1 1 0 0,1-1-1 0 0,-1 0 0 0 0,1 0 0 0 0,-1-1 1 0 0,0 1-1 0 0,0 0 0 0 0,1-1 0 0 0,-1 0 1 0 0,0 0-1 0 0,3-3 0 0 0,6-5-17 0 0,0 0-1 0 0,13-16 0 0 0,-8 8 20 0 0,3-3 57 0 0,19-28 0 0 0,-31 42 148 0 0,-8 7-148 0 0,1-1 1 0 0,-1 1-1 0 0,0 0 1 0 0,0 0 0 0 0,1 0-1 0 0,-1 0 1 0 0,0-1 0 0 0,0 1-1 0 0,1 0 1 0 0,-1 0 0 0 0,0-1-1 0 0,0 1 1 0 0,0 0-1 0 0,1 0 1 0 0,-1-1 0 0 0,0 1-1 0 0,0 0 1 0 0,0-1 0 0 0,0 1-1 0 0,0 0 1 0 0,0-1 0 0 0,1 1-1 0 0,1 2 52 0 0,2 2-59 0 0,0 0 0 0 0,0 0 0 0 0,-1 1 0 0 0,1-1 0 0 0,-1 1 0 0 0,0 0 0 0 0,-1 0 1 0 0,1 0-1 0 0,-1 0 0 0 0,0 1 0 0 0,2 5 0 0 0,1 11 55 0 0,4 35 1 0 0,-7-40-55 0 0,0 0 0 0 0,1-1 0 0 0,10 29 0 0 0,-10-37-22 0 0,0-1 1 0 0,1 0-1 0 0,0 0 1 0 0,0 0 0 0 0,0-1-1 0 0,1 1 1 0 0,0-1-1 0 0,1 0 1 0 0,-1 0-1 0 0,1-1 1 0 0,9 7-1 0 0,-11-9-49 0 0,0-1-1 0 0,0 0 1 0 0,0 0-1 0 0,1 0 1 0 0,-1 0 0 0 0,0-1-1 0 0,1 0 1 0 0,-1 0-1 0 0,1 0 1 0 0,-1 0-1 0 0,1-1 1 0 0,0 1-1 0 0,-1-1 1 0 0,1 0-1 0 0,0-1 1 0 0,-1 1-1 0 0,1-1 1 0 0,-1 0 0 0 0,1 0-1 0 0,8-4 1 0 0,-3 1-35 0 0,1-1 0 0 0,-1-1-1 0 0,0 1 1 0 0,0-2 0 0 0,-1 1 0 0 0,0-2 0 0 0,15-13 0 0 0,-12 7 58 0 0,0 0-1 0 0,-1 0 1 0 0,-1-1-1 0 0,12-22 1 0 0,-2-5 1056 0 0,-2 0 0 0 0,25-88 0 0 0,-43 128-100 0 0,0 7-867 0 0,-4 64-20 0 0,-12 71 0 0 0,8-86-28 0 0,-6 42-30 0 0,-12 116-148 0 0,23-168 98 0 0,2 1 1 0 0,9 79 0 0 0,0-82-457 0 0,-7-39 26 0 0,0-1-96 0 0,1 3-1515 0 0,0-8 796 0 0,0-16 328 0 0,-4-32 429 0 0,-15-150 116 0 0,-4-91 2784 0 0,24 133-1274 0 0,0 130-778 0 0,0-1 0 0 0,2 1 1 0 0,12-39-1 0 0,-15 62-198 0 0,0-1 0 0 0,1 1 0 0 0,-1 0 0 0 0,1 0 0 0 0,0 0 0 0 0,1 0 0 0 0,-1 0 0 0 0,1 1 0 0 0,0 0 0 0 0,1 0 0 0 0,-1 0 0 0 0,1 0 0 0 0,0 1 0 0 0,0-1 0 0 0,1 1 0 0 0,-1 1 0 0 0,11-6 0 0 0,-14 8-60 0 0,-1 1 0 0 0,1-1-1 0 0,0 1 1 0 0,0-1 0 0 0,0 1-1 0 0,0 0 1 0 0,0 0 0 0 0,0 0-1 0 0,0 0 1 0 0,0 0 0 0 0,-1 1-1 0 0,1-1 1 0 0,0 1 0 0 0,0-1 0 0 0,0 1-1 0 0,0-1 1 0 0,1 2 0 0 0,1 0-2 0 0,-1 0-1 0 0,1 0 1 0 0,-1 0 0 0 0,0 0 0 0 0,0 1 0 0 0,5 4 0 0 0,-4-2-20 0 0,1 1 0 0 0,-1 0-1 0 0,0 1 1 0 0,-1-1 0 0 0,1 1-1 0 0,-1 0 1 0 0,0-1 0 0 0,-1 1-1 0 0,0 1 1 0 0,0-1 0 0 0,-1 0 0 0 0,1 0-1 0 0,-1 1 1 0 0,-1-1 0 0 0,0 1-1 0 0,0-1 1 0 0,-1 11 0 0 0,-2 1-57 0 0,0 1 0 0 0,-1 0 0 0 0,-2-1 0 0 0,1 0 0 0 0,-12 23 1 0 0,9-23-336 0 0,-2 0 0 0 0,-21 31 0 0 0,23-38-1381 0 0,-1-1 0 0 0,-17 17 0 0 0,-5-2-3716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3.925"/>
    </inkml:context>
    <inkml:brush xml:id="br0">
      <inkml:brushProperty name="width" value="0.05" units="cm"/>
      <inkml:brushProperty name="height" value="0.05" units="cm"/>
    </inkml:brush>
  </inkml:definitions>
  <inkml:trace contextRef="#ctx0" brushRef="#br0">15 279 16271 0 0,'-8'-33'720'0'0,"5"12"144"0"0,-1-3-688 0 0,4-2-176 0 0,0 2 0 0 0,4 4 0 0 0,1 0 456 0 0,3 3 56 0 0,1 1 16 0 0,6 1 0 0 0,3 2-432 0 0,2 0-96 0 0,4 0 0 0 0,2 2 0 0 0,2 4-704 0 0,1 3-112 0 0,1 2-24 0 0,-1 8-8 0 0</inkml:trace>
  <inkml:trace contextRef="#ctx0" brushRef="#br0" timeOffset="0.04">399 1417 13359 0 0,'0'0'2368'0'0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4.377"/>
    </inkml:context>
    <inkml:brush xml:id="br0">
      <inkml:brushProperty name="width" value="0.05" units="cm"/>
      <inkml:brushProperty name="height" value="0.05" units="cm"/>
    </inkml:brush>
  </inkml:definitions>
  <inkml:trace contextRef="#ctx0" brushRef="#br0">479 0 17047 0 0,'0'0'1543'0'0,"-2"2"-1204"0"0,-37 34 139 0 0,2 2 0 0 0,-49 66 0 0 0,52-62-555 0 0,-10 15-533 0 0,2 1-1 0 0,-64 118 1 0 0,103-169 548 0 0,-49 101-758 0 0,45-89 597 0 0,0 0-1 0 0,1 1 0 0 0,-7 37 0 0 0,13-52 112 0 0,-1-1 0 0 0,1 0 0 0 0,0 1 0 0 0,0-1 0 0 0,1 0 1 0 0,-1 1-1 0 0,1-1 0 0 0,0 0 0 0 0,0 0 0 0 0,3 7 0 0 0,-3-9-245 0 0,0 1 1 0 0,0-1-1 0 0,1 0 1 0 0,-1 0-1 0 0,1 0 0 0 0,-1 0 1 0 0,1 0-1 0 0,0 0 1 0 0,0 0-1 0 0,0-1 1 0 0,0 1-1 0 0,3 1 0 0 0,17 7-4311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4.793"/>
    </inkml:context>
    <inkml:brush xml:id="br0">
      <inkml:brushProperty name="width" value="0.05" units="cm"/>
      <inkml:brushProperty name="height" value="0.05" units="cm"/>
    </inkml:brush>
  </inkml:definitions>
  <inkml:trace contextRef="#ctx0" brushRef="#br0">152 666 3223 0 0,'29'-35'954'0'0,"42"-69"-1"0"0,-19 6 8966 0 0,-52 97-9837 0 0,1 1 0 0 0,-1-1 0 0 0,1 0 0 0 0,-1 0 0 0 0,0 1 0 0 0,1-1 0 0 0,-1 0 0 0 0,0 0 0 0 0,0 0 0 0 0,0 0 0 0 0,0 1 0 0 0,0-1 0 0 0,0 0 0 0 0,0 0 0 0 0,0 0 0 0 0,0 0 0 0 0,0 1 0 0 0,0-1 0 0 0,0 0 0 0 0,0 0 0 0 0,-1 0 0 0 0,1 0 0 0 0,0 1 0 0 0,-1-1 0 0 0,1 0 0 0 0,-1 0 0 0 0,1 1 0 0 0,-1-1 0 0 0,1 0 0 0 0,-1 1 0 0 0,1-1 0 0 0,-1 1 0 0 0,0-1 0 0 0,1 1 0 0 0,-1-1 0 0 0,0 1 0 0 0,1-1 0 0 0,-1 1 0 0 0,0-1 0 0 0,0 1 0 0 0,-1-1 0 0 0,-1 0 22 0 0,-1 0 1 0 0,1 1-1 0 0,-1-1 1 0 0,0 0-1 0 0,1 1 1 0 0,-8 0 0 0 0,5 1-73 0 0,0 0 1 0 0,-1 0 0 0 0,1 1 0 0 0,0 0 0 0 0,1 0 0 0 0,-1 0 0 0 0,0 1 0 0 0,1 0 0 0 0,-1 0 0 0 0,1 0-1 0 0,0 1 1 0 0,0-1 0 0 0,0 1 0 0 0,0 1 0 0 0,-6 6 0 0 0,-4 7-2 0 0,0 1 0 0 0,-20 35 1 0 0,18-28-79 0 0,2 2 1 0 0,0 0-1 0 0,2 1 1 0 0,2 0-1 0 0,-16 56 1 0 0,26-77-30 0 0,0 0-1 0 0,0-1 1 0 0,1 1 0 0 0,0 0-1 0 0,1 0 1 0 0,-1-1 0 0 0,1 1 0 0 0,3 8-1 0 0,-4-16 45 0 0,0 1 1 0 0,1 0-1 0 0,-1-1 0 0 0,0 1 0 0 0,1-1 1 0 0,-1 1-1 0 0,1-1 0 0 0,-1 1 0 0 0,1-1 1 0 0,-1 1-1 0 0,1-1 0 0 0,-1 0 0 0 0,1 1 0 0 0,-1-1 1 0 0,1 0-1 0 0,-1 1 0 0 0,1-1 0 0 0,0 0 1 0 0,-1 0-1 0 0,1 0 0 0 0,0 0 0 0 0,0 1 1 0 0,1-1-79 0 0,0 1 49 0 0,1 0 0 0 0,0-1-1 0 0,0 1 1 0 0,-1-1 0 0 0,1 0-1 0 0,0 1 1 0 0,0-1 0 0 0,0-1-1 0 0,-1 1 1 0 0,1 0 0 0 0,0-1-1 0 0,0 1 1 0 0,0-1 0 0 0,-1 0-1 0 0,1 0 1 0 0,0 0 0 0 0,-1 0-1 0 0,1 0 1 0 0,-1-1 0 0 0,0 1-1 0 0,1-1 1 0 0,2-3-1 0 0,6-4-56 0 0,-1-1 0 0 0,0 0 0 0 0,11-15 0 0 0,-12 14 123 0 0,7-9 155 0 0,-1-1-1 0 0,-1-1 1 0 0,21-42 0 0 0,-15 18 915 0 0,14-49 0 0 0,-13 43 148 0 0,-19 50-1105 0 0,2 14-52 0 0,0-5-76 0 0,-1 2-1 0 0,-1 0 0 0 0,0 0 0 0 0,-1 0 0 0 0,0 1-1 0 0,0 9 1 0 0,-3 49 45 0 0,0-47-7 0 0,-1 18-31 0 0,-1 53 32 0 0,4-82-50 0 0,1 0 0 0 0,0 0-1 0 0,0 0 1 0 0,1 0 0 0 0,1 0 0 0 0,5 15 0 0 0,-7-23-246 0 0,1-2-387 0 0,0 1 572 0 0,0-1 0 0 0,0 0 0 0 0,0 0 0 0 0,0 0 0 0 0,0 0-1 0 0,0 0 1 0 0,0 0 0 0 0,0 0 0 0 0,0-1 0 0 0,0 1 0 0 0,0-1 0 0 0,-1 1-1 0 0,1-1 1 0 0,3-1 0 0 0,-1-1-56 0 0,1 0 1 0 0,-1 0-1 0 0,0 0 0 0 0,0 0 1 0 0,5-6-1 0 0,2-3-251 0 0,-1 0 1 0 0,15-25-1 0 0,-13 14 65 0 0,0-1-1 0 0,15-44 0 0 0,-10 22 1161 0 0,-17 45 339 0 0,0 16-686 0 0,-1 40 75 0 0,-1 24 540 0 0,3-69-1033 0 0,0 1 0 0 0,0-1-1 0 0,1 0 1 0 0,0 1 0 0 0,5 10-1 0 0,-6-18-567 0 0,9 5-1624 0 0,-5-7-2156 0 0,9 1-1220 0 0</inkml:trace>
  <inkml:trace contextRef="#ctx0" brushRef="#br0" timeOffset="1">910 531 12439 0 0,'0'0'3184'0'0,"-5"-11"-2168"0"0,-3-3-7576 0 0</inkml:trace>
  <inkml:trace contextRef="#ctx0" brushRef="#br0" timeOffset="2">392 9 15199 0 0,'0'0'5984'0'0,"15"-5"-4424"0"0,-1 1-1288 0 0,3 4-272 0 0,2 2 0 0 0,3 2 0 0 0,3-1-1664 0 0,7 3-280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5.241"/>
    </inkml:context>
    <inkml:brush xml:id="br0">
      <inkml:brushProperty name="width" value="0.05" units="cm"/>
      <inkml:brushProperty name="height" value="0.05" units="cm"/>
    </inkml:brush>
  </inkml:definitions>
  <inkml:trace contextRef="#ctx0" brushRef="#br0">551 691 6447 0 0,'-15'-7'452'0'0,"-25"-18"-1"0"0,25 16 1078 0 0,-21-11 1 0 0,17 11-741 0 0,1 1 1 0 0,-2 1 0 0 0,1 1 0 0 0,-1 1-1 0 0,0 0 1 0 0,-28-2 0 0 0,38 7-778 0 0,0 0 1 0 0,0 0-1 0 0,0 0 1 0 0,0 2-1 0 0,0-1 0 0 0,1 1 1 0 0,-1 0-1 0 0,0 1 1 0 0,1 1-1 0 0,0-1 0 0 0,-1 1 1 0 0,1 1-1 0 0,1-1 0 0 0,-1 2 1 0 0,-8 6-1 0 0,5-2-24 0 0,0 1-1 0 0,1 1 0 0 0,1 0 0 0 0,0 0 1 0 0,0 1-1 0 0,1 1 0 0 0,1-1 0 0 0,0 1 1 0 0,1 1-1 0 0,-10 29 0 0 0,17-44 8 0 0,-6 25 21 0 0,6-24-18 0 0,0 0 1 0 0,0 0-1 0 0,0 0 1 0 0,-1 0 0 0 0,2 0-1 0 0,-1-1 1 0 0,0 1-1 0 0,0 0 1 0 0,0 0-1 0 0,0 0 1 0 0,1 0-1 0 0,-1 0 1 0 0,0 0-1 0 0,1 0 1 0 0,-1-1-1 0 0,1 1 1 0 0,-1 0-1 0 0,1 0 1 0 0,-1 0-1 0 0,1-1 1 0 0,-1 1-1 0 0,1 0 1 0 0,0-1-1 0 0,-1 1 1 0 0,1-1-1 0 0,1 2 1 0 0,0-1-21 0 0,0-1-1 0 0,0 1 1 0 0,1 0-1 0 0,-1 0 1 0 0,0-1 0 0 0,1 0-1 0 0,-1 1 1 0 0,1-1 0 0 0,-1 0-1 0 0,0 0 1 0 0,1 0 0 0 0,-1 0-1 0 0,4-1 1 0 0,-1-1-17 0 0,0 1-1 0 0,0-1 1 0 0,0 0 0 0 0,0 0 0 0 0,8-5 0 0 0,3-4-77 0 0,0-1 1 0 0,20-19-1 0 0,-29 25 75 0 0,25-28-207 0 0,-1 0 1 0 0,-2-2-1 0 0,26-41 0 0 0,-37 51 146 0 0,10-15 301 0 0,-3-1-1 0 0,-1-2 1 0 0,-2 0 0 0 0,-2-2 0 0 0,24-84 0 0 0,-34 97 158 0 0,42-129 1771 0 0,-47 147-2037 0 0,1 3 1423 0 0,-6 12-1472 0 0,1 1-1 0 0,-1-1 1 0 0,1 1 0 0 0,-1 0-1 0 0,0-1 1 0 0,1 1 0 0 0,-1-1-1 0 0,0 1 1 0 0,1 0 0 0 0,-1-1-1 0 0,0 1 1 0 0,0 0 0 0 0,0-1-1 0 0,1 1 1 0 0,-1 0 0 0 0,0-1-1 0 0,0 1 1 0 0,0 0 0 0 0,0-1 0 0 0,-1 2-1 0 0,5 36 46 0 0,-2 0-1 0 0,-4 42 0 0 0,2-59-70 0 0,-48 388-103 0 0,36-342-1013 0 0,-35 113 0 0 0,31-135-832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5.807"/>
    </inkml:context>
    <inkml:brush xml:id="br0">
      <inkml:brushProperty name="width" value="0.05" units="cm"/>
      <inkml:brushProperty name="height" value="0.05" units="cm"/>
    </inkml:brush>
  </inkml:definitions>
  <inkml:trace contextRef="#ctx0" brushRef="#br0">1 845 2303 0 0,'5'-153'-3'0'0,"4"76"2478"0"0,8 4 6473 0 0,-14 64-8094 0 0,0 1-1 0 0,0 0 1 0 0,1 0 0 0 0,0 0-1 0 0,9-13 1 0 0,-8 14-894 0 0,1 1 0 0 0,0 0-1 0 0,0 0 1 0 0,0 1 0 0 0,0 0 0 0 0,1 0 0 0 0,0 0 0 0 0,0 1 0 0 0,0 0 0 0 0,0 0 0 0 0,1 1 0 0 0,0 0 0 0 0,0 0 0 0 0,0 1-1 0 0,0 0 1 0 0,13-2 0 0 0,-4 2-177 0 0,1 0-1 0 0,0 1 0 0 0,0 1 1 0 0,23 3-1 0 0,-32-2 229 0 0,-1 0-1 0 0,1 1 1 0 0,-1 0-1 0 0,0 0 1 0 0,0 1-1 0 0,0 0 1 0 0,0 1 0 0 0,-1-1-1 0 0,1 2 1 0 0,13 9-1 0 0,-20-13 5 0 0,1 1 0 0 0,-1 0-1 0 0,0 0 1 0 0,0 0 0 0 0,1 0-1 0 0,-1 0 1 0 0,-1 1-1 0 0,1-1 1 0 0,0 0 0 0 0,0 0-1 0 0,-1 1 1 0 0,1 1 0 0 0,0 0 10 0 0,0 1 13 0 0,-1 1-1 0 0,1 0 0 0 0,-1 0 0 0 0,0 0 1 0 0,0-1-1 0 0,-1 1 0 0 0,-2 11 0 0 0,-14 42 262 0 0,5-21-128 0 0,5-18-93 0 0,4-11-55 0 0,0 1 0 0 0,1 0 1 0 0,-3 15-1 0 0,3-8 20 0 0,0-5-50 0 0,2-9-74 0 0,2-3-245 0 0,0-1 294 0 0,1 1 0 0 0,-1 0-1 0 0,0-1 1 0 0,0 1 0 0 0,0-1 0 0 0,0 0-1 0 0,0 1 1 0 0,0-1 0 0 0,0 0 0 0 0,0 0 0 0 0,0-1-1 0 0,0 1 1 0 0,0 0 0 0 0,0 0 0 0 0,-1-1-1 0 0,4-3 1 0 0,0-1-28 0 0,0-1-1 0 0,0 0 1 0 0,5-11-1 0 0,-6 10 61 0 0,0 1-1 0 0,9-12 0 0 0,6 0 16 0 0,-18 18 58 0 0,1 0 15 0 0,7-1-4 0 0,-4 3-26 0 0,-1 2-34 0 0,0 0 1 0 0,0 1-1 0 0,0 0 1 0 0,-1 0-1 0 0,1 0 1 0 0,-1 0-1 0 0,0 1 0 0 0,0-1 1 0 0,0 1-1 0 0,0-1 1 0 0,-1 1-1 0 0,0 0 1 0 0,2 9-1 0 0,3 10 154 0 0,6 42-1 0 0,-10-47-112 0 0,1 8-9 0 0,-3-14-25 0 0,1-1 0 0 0,0 1 0 0 0,1-1 0 0 0,0 0 0 0 0,1 1-1 0 0,8 16 1 0 0,-5-20-57 0 0,-7-8 9 0 0,1-1 0 0 0,-1 1 0 0 0,1-1 0 0 0,-1 1 1 0 0,1-1-1 0 0,0 0 0 0 0,-1 1 0 0 0,1-1 0 0 0,0 0 1 0 0,0 1-1 0 0,-1-1 0 0 0,1 0 0 0 0,0 0 0 0 0,0 0 1 0 0,-1 0-1 0 0,1 0 0 0 0,0 0 0 0 0,0 0 0 0 0,1 0 1 0 0,3-1-198 0 0,0-3 0 0 0,-1 0 1 0 0,0 0-1 0 0,1 0 0 0 0,-2-1 0 0 0,1 0 0 0 0,0 0 1 0 0,-1 0-1 0 0,5-9 0 0 0,19-49-1775 0 0,0-12 673 0 0,20-97 1 0 0,-2-83 4645 0 0,-36 176-2030 0 0,0-3 437 0 0,21-82 0 0 0,-31 164-1711 0 0,1 0-1 0 0,0 0 1 0 0,0 0 0 0 0,0 0-1 0 0,0 0 1 0 0,0-1-1 0 0,0 1 1 0 0,0 0 0 0 0,0 0-1 0 0,0 0 1 0 0,0 0-1 0 0,0 0 1 0 0,0-1 0 0 0,0 1-1 0 0,0 0 1 0 0,0 0-1 0 0,0 0 1 0 0,0 0 0 0 0,0 0-1 0 0,0 0 1 0 0,0-1-1 0 0,0 1 1 0 0,1 0-1 0 0,-1 0 1 0 0,0 0 0 0 0,0 0-1 0 0,0 0 1 0 0,0 0-1 0 0,0 0 1 0 0,0-1 0 0 0,0 1-1 0 0,0 0 1 0 0,0 0-1 0 0,1 0 1 0 0,-1 0 0 0 0,0 0-1 0 0,0 0 1 0 0,0 0-1 0 0,0 0 1 0 0,0 0 0 0 0,0 0-1 0 0,1 0 1 0 0,-1 0-1 0 0,0 0 1 0 0,0 0 0 0 0,0 0-1 0 0,0 0 1 0 0,0 0-1 0 0,1 0 1 0 0,-1 0 0 0 0,0 0-1 0 0,0 0 1 0 0,0 0-1 0 0,0 0 1 0 0,0 0 0 0 0,1 0-1 0 0,-1 0 1 0 0,0 0-1 0 0,0 0 1 0 0,0 0-1 0 0,0 0 1 0 0,0 0 0 0 0,6 14 281 0 0,4 22-339 0 0,-4 5 85 0 0,2 65 0 0 0,-9 43-71 0 0,0-108 26 0 0,-15 333-1725 0 0,12-339-240 0 0,1-12-2249 0 0,-1-3-1674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6.232"/>
    </inkml:context>
    <inkml:brush xml:id="br0">
      <inkml:brushProperty name="width" value="0.05" units="cm"/>
      <inkml:brushProperty name="height" value="0.05" units="cm"/>
    </inkml:brush>
  </inkml:definitions>
  <inkml:trace contextRef="#ctx0" brushRef="#br0">314 323 16847 0 0,'0'0'1522'0'0,"3"1"-1250"0"0,22 7 21 0 0,2 2 75 0 0,1-1 1 0 0,56 9-1 0 0,-72-17-600 0 0,1 0 0 0 0,-1-1-1 0 0,1 0 1 0 0,0-1 0 0 0,-1 0 0 0 0,1-1-1 0 0,-1-1 1 0 0,0 0 0 0 0,17-6 0 0 0,-24 7-393 0 0,-1 0 1 0 0,1-1-1 0 0,-1 0 1 0 0,0 1-1 0 0,1-1 1 0 0,-1-1-1 0 0,-1 1 1 0 0,1-1-1 0 0,0 1 1 0 0,3-6-1 0 0,3-8-4079 0 0</inkml:trace>
  <inkml:trace contextRef="#ctx0" brushRef="#br0" timeOffset="1">6 0 11919 0 0,'0'0'1296'0'0,"-4"17"-1296"0"0,3-2 0 0 0,1-1 0 0 0,0 1 960 0 0,5 0-440 0 0,2-2 8 0 0,3-2-304 0 0,3 0-56 0 0,3-6-8 0 0,5-5-6464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6.665"/>
    </inkml:context>
    <inkml:brush xml:id="br0">
      <inkml:brushProperty name="width" value="0.05" units="cm"/>
      <inkml:brushProperty name="height" value="0.05" units="cm"/>
    </inkml:brush>
  </inkml:definitions>
  <inkml:trace contextRef="#ctx0" brushRef="#br0">1 9 21655 0 0,'0'0'2344'0'0,"14"-9"-14864"0"0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7.041"/>
    </inkml:context>
    <inkml:brush xml:id="br0">
      <inkml:brushProperty name="width" value="0.05" units="cm"/>
      <inkml:brushProperty name="height" value="0.05" units="cm"/>
    </inkml:brush>
  </inkml:definitions>
  <inkml:trace contextRef="#ctx0" brushRef="#br0">351 549 18167 0 0,'0'0'1646'0'0,"-2"-1"-1329"0"0,-1 1-280 0 0,0-1-1 0 0,-1 1 1 0 0,1 0 0 0 0,-1 0-1 0 0,1 0 1 0 0,-1 0 0 0 0,1 1 0 0 0,0-1-1 0 0,-1 1 1 0 0,1 0 0 0 0,0 0 0 0 0,-1 0-1 0 0,1 0 1 0 0,-4 3 0 0 0,-3 1-30 0 0,-1 1 0 0 0,2 0 1 0 0,-12 9-1 0 0,-3 6-45 0 0,1 2-1 0 0,1 0 1 0 0,1 1 0 0 0,1 1-1 0 0,1 1 1 0 0,-25 46 0 0 0,-2 20 13 0 0,41-80 16 0 0,1 0 1 0 0,0 0 0 0 0,1 1 0 0 0,0-1-1 0 0,-2 25 1 0 0,5-34-8 0 0,0 1 0 0 0,0 0 0 0 0,1-1 0 0 0,-1 1 0 0 0,1-1 0 0 0,0 1 0 0 0,0-1 0 0 0,0 0 0 0 0,0 1 0 0 0,1-1 0 0 0,1 3 0 0 0,-2-5-2 0 0,-1 0-1 0 0,1-1 1 0 0,-1 1-1 0 0,1-1 1 0 0,0 1 0 0 0,-1-1-1 0 0,1 1 1 0 0,0-1-1 0 0,-1 1 1 0 0,1-1 0 0 0,0 0-1 0 0,-1 1 1 0 0,1-1-1 0 0,0 0 1 0 0,0 0-1 0 0,-1 0 1 0 0,1 1 0 0 0,0-1-1 0 0,0 0 1 0 0,0 0-1 0 0,1 0 1 0 0,14-2-153 0 0,-11 0 119 0 0,0 0 0 0 0,0 0 0 0 0,0 0 0 0 0,-1 0 0 0 0,1-1 0 0 0,-1 0-1 0 0,1 0 1 0 0,-1 0 0 0 0,0 0 0 0 0,6-6 0 0 0,3-6-108 0 0,17-21 0 0 0,-28 32 144 0 0,24-32-97 0 0,-1-2 0 0 0,-3 0 0 0 0,35-82 0 0 0,31-131 1029 0 0,-86 246-877 0 0,46-179 996 0 0,-33 116-378 0 0,3 1-1 0 0,28-69 1 0 0,-41 127-448 0 0,-4 8 187 0 0,1 3-292 0 0,6 7-90 0 0,-1 0 1 0 0,0 0-1 0 0,-1 1 0 0 0,0 0 0 0 0,-1 0 0 0 0,0 0 1 0 0,0 1-1 0 0,-1 0 0 0 0,4 17 0 0 0,-1-1-60 0 0,-2 1-1 0 0,4 52 1 0 0,-8-32-45 0 0,-2-1 0 0 0,-13 82 0 0 0,-34 88-931 0 0,9-101-1202 0 0,19-65 184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7.491"/>
    </inkml:context>
    <inkml:brush xml:id="br0">
      <inkml:brushProperty name="width" value="0.05" units="cm"/>
      <inkml:brushProperty name="height" value="0.05" units="cm"/>
    </inkml:brush>
  </inkml:definitions>
  <inkml:trace contextRef="#ctx0" brushRef="#br0">1 656 8751 0 0,'0'-16'-308'0'0,"0"-3"1742"0"0,0-1-1 0 0,5-27 1 0 0,-4 41-1083 0 0,0 0 1 0 0,1 0 0 0 0,0 1 0 0 0,0-1 0 0 0,0 0 0 0 0,1 1 0 0 0,0-1 0 0 0,0 1-1 0 0,0 0 1 0 0,1 0 0 0 0,-1 0 0 0 0,6-4 0 0 0,4-3-294 0 0,0 1 0 0 0,1 1 1 0 0,0 0-1 0 0,1 0 0 0 0,0 2 0 0 0,0 0 1 0 0,24-9-1 0 0,-10 7-62 0 0,1 1 0 0 0,0 1-1 0 0,39-5 1 0 0,-52 11 125 0 0,-1 0 0 0 0,1 1 1 0 0,0 1-1 0 0,-1 0 0 0 0,29 5 0 0 0,-40-4-63 0 0,0 0 1 0 0,0 0-1 0 0,0 1 1 0 0,0-1-1 0 0,-1 1 0 0 0,1 0 1 0 0,-1 1-1 0 0,1-1 1 0 0,-1 1-1 0 0,0 0 1 0 0,1 0-1 0 0,-2 0 0 0 0,1 1 1 0 0,0-1-1 0 0,-1 1 1 0 0,1 0-1 0 0,-1 0 1 0 0,0 0-1 0 0,0 0 1 0 0,-1 1-1 0 0,1-1 0 0 0,2 9 1 0 0,-2-4 1 0 0,0 1-1 0 0,-1-1 1 0 0,0 1 0 0 0,0 18 0 0 0,1 4-114 0 0,1-15-342 0 0,-4-14 154 0 0,1-1-113 0 0,3 8-49 0 0,-3-7-11 0 0,-3-17-793 0 0,-2-1 1324 0 0,-1 0-1 0 0,-11-24 0 0 0,9 22 465 0 0,-7-24 0 0 0,7 15-603 0 0,1-1 1 0 0,1 0 0 0 0,1 0 0 0 0,0-51 0 0 0,5 70 86 0 0,0 0 0 0 0,1 0-1 0 0,0 0 1 0 0,0 1 0 0 0,1-1 0 0 0,0 1 0 0 0,0-1 0 0 0,0 1-1 0 0,1 0 1 0 0,0 0 0 0 0,1 1 0 0 0,0-1 0 0 0,0 1 0 0 0,0 0-1 0 0,6-5 1 0 0,-7 8-118 0 0,-1 1-1 0 0,1-1 1 0 0,0 1-1 0 0,0 0 1 0 0,0 0-1 0 0,7-2 1 0 0,-10 4 29 0 0,1 0-274 0 0</inkml:trace>
  <inkml:trace contextRef="#ctx0" brushRef="#br0" timeOffset="1">494 3 12439 0 0,'0'0'1328'0'0,"12"-2"1536"0"0,5 4-1272 0 0,1 1 8 0 0,1-1-1192 0 0,1 4-240 0 0,1-1-40 0 0,1 1-16 0 0,0-3-336 0 0,2 3-64 0 0,0-2-8 0 0,2 1-5032 0 0,1 1-1008 0 0</inkml:trace>
  <inkml:trace contextRef="#ctx0" brushRef="#br0" timeOffset="2">1552 128 3679 0 0,'4'0'-492'0'0,"31"1"573"0"0,-27-1 2043 0 0,1 1-1 0 0,0 0 1 0 0,16 4-1 0 0,-22-4-1474 0 0,0 0 0 0 0,0 1 0 0 0,0-1-1 0 0,0 0 1 0 0,0 1 0 0 0,0 0 0 0 0,-1-1 0 0 0,1 1 0 0 0,0 1 0 0 0,-1-1 0 0 0,0 0-1 0 0,4 4 1 0 0,-4-3-651 0 0,-1-1 0 0 0,1 1 0 0 0,-1 0-1 0 0,0-1 1 0 0,1 1 0 0 0,-1 0 0 0 0,-1 0 0 0 0,1 0-1 0 0,1 5 1 0 0,-1 2 7 0 0,-1 0 0 0 0,0 0-1 0 0,0 0 1 0 0,-1 0 0 0 0,-3 14-1 0 0,-14 49-179 0 0,13-56 94 0 0,-63 280-1174 0 0,38-154-432 0 0,14-62-744 0 0,10-51 1184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8.014"/>
    </inkml:context>
    <inkml:brush xml:id="br0">
      <inkml:brushProperty name="width" value="0.05" units="cm"/>
      <inkml:brushProperty name="height" value="0.05" units="cm"/>
    </inkml:brush>
  </inkml:definitions>
  <inkml:trace contextRef="#ctx0" brushRef="#br0">1 361 8287 0 0,'1'-2'382'0'0,"7"-9"126"0"0,-6 9-412 0 0,0 0 0 0 0,0 0 1 0 0,0 0-1 0 0,0 0 1 0 0,0 0-1 0 0,0 1 1 0 0,0-1-1 0 0,1 1 0 0 0,-1-1 1 0 0,0 1-1 0 0,1 0 1 0 0,0 0-1 0 0,3-1 0 0 0,2 0 939 0 0,0 0 348 0 0,1 0 0 0 0,-1 1 0 0 0,1 0 1 0 0,0 0-1 0 0,11 1 0 0 0,17-1-1108 0 0,245-51-2326 0 0,-6-27 1529 0 0,-157 36 1269 0 0,-106 37-745 0 0,0 0 0 0 0,-1-1 0 0 0,0 0-1 0 0,0-1 1 0 0,-1-1 0 0 0,20-18 0 0 0,-26 21-138 0 0,1-1 0 0 0,-1 0 0 0 0,-1-1 0 0 0,0 1 0 0 0,0-1 0 0 0,5-12 0 0 0,-9 19 416 0 0,0-1-17 0 0,0 2-253 0 0,0 0 0 0 0,0-1 1 0 0,0 1-1 0 0,0 0 0 0 0,0 0 0 0 0,0 0 0 0 0,0 0 1 0 0,0 0-1 0 0,0 0 0 0 0,0-1 0 0 0,0 1 1 0 0,0 0-1 0 0,0 0 0 0 0,0 0 0 0 0,0 0 1 0 0,0 0-1 0 0,0 0 0 0 0,0-1 0 0 0,0 1 1 0 0,0 0-1 0 0,0 0 0 0 0,0 0 0 0 0,0 0 1 0 0,0 0-1 0 0,0 0 0 0 0,0-1 0 0 0,0 1 1 0 0,0 0-1 0 0,0 0 0 0 0,0 0 0 0 0,0 0 0 0 0,0 0 1 0 0,-1 0-1 0 0,1 0 0 0 0,0 0 0 0 0,0 0 1 0 0,0-1-1 0 0,0 1 0 0 0,0 0 0 0 0,0 0 1 0 0,0 0-1 0 0,-1 0 0 0 0,1 0 0 0 0,0 0 1 0 0,0 0-1 0 0,0 0 0 0 0,0 0 0 0 0,0 0 1 0 0,0 0-1 0 0,-1 0 0 0 0,1 0 0 0 0,0 0 1 0 0,0 0-1 0 0,0 0 0 0 0,0 0 0 0 0,0 0 0 0 0,0 0 1 0 0,-1 0-1 0 0,1 0 0 0 0,-19 25 65 0 0,0 0-1 0 0,2 1 0 0 0,1 1 1 0 0,2 0-1 0 0,0 1 1 0 0,2 1-1 0 0,0 0 0 0 0,3 1 1 0 0,-9 41-1 0 0,16-63-115 0 0,1 0-1 0 0,0 1 0 0 0,0-1 1 0 0,1 1-1 0 0,0-1 1 0 0,1 0-1 0 0,0 1 0 0 0,0-1 1 0 0,5 17-1 0 0,-5-22 22 0 0,1 1 0 0 0,-1-1 0 0 0,1 0 0 0 0,-1 0 0 0 0,1 1 0 0 0,0-1 0 0 0,0-1 0 0 0,1 1 0 0 0,-1 0 0 0 0,0 0 0 0 0,1-1 0 0 0,0 1 0 0 0,0-1 0 0 0,0 0 0 0 0,0 0 0 0 0,0 0 0 0 0,0 0 0 0 0,0-1 0 0 0,0 1 0 0 0,1-1 0 0 0,-1 0 0 0 0,1 0 0 0 0,-1 0 0 0 0,1 0 0 0 0,6 0 0 0 0,-4-1-39 0 0,1 0-1 0 0,-1 0 0 0 0,1-1 1 0 0,-1 1-1 0 0,0-2 1 0 0,1 1-1 0 0,10-4 1 0 0,2-3-106 0 0,19-11 1 0 0,-10 6-33 0 0,-5 0 94 0 0,-1-1 1 0 0,0 0-1 0 0,-1-2 1 0 0,-1 0 0 0 0,25-26-1 0 0,11-8 928 0 0,-56 49-780 0 0,1 0 0 0 0,0 1 0 0 0,-1-1 1 0 0,1 1-1 0 0,0-1 0 0 0,0 1 0 0 0,-1-1 0 0 0,1 1 0 0 0,0 0 0 0 0,0-1 0 0 0,0 1 0 0 0,0 0 0 0 0,0 0 0 0 0,-1-1 0 0 0,1 1 1 0 0,0 0-1 0 0,0 0 0 0 0,0 0 0 0 0,0 0 0 0 0,0 0 0 0 0,0 0 0 0 0,0 1 0 0 0,0-1 0 0 0,-1 0 0 0 0,1 0 0 0 0,0 1 0 0 0,0-1 1 0 0,0 0-1 0 0,0 1 0 0 0,-1-1 0 0 0,1 1 0 0 0,0-1 0 0 0,0 1 0 0 0,-1-1 0 0 0,1 1 0 0 0,0 0 0 0 0,-1-1 0 0 0,1 1 0 0 0,0 1 1 0 0,1 1-34 0 0,0-1 1 0 0,0 1 0 0 0,-1 0-1 0 0,1 0 1 0 0,-1 0 0 0 0,0 0-1 0 0,0 0 1 0 0,0 0 0 0 0,0 0-1 0 0,0 5 1 0 0,1 25 106 0 0,-3 1 0 0 0,-3 34 0 0 0,-1 45 185 0 0,5-100-302 0 0,1 0 0 0 0,1 0-1 0 0,0 1 1 0 0,1-1 0 0 0,0-1 0 0 0,8 19-1 0 0,4-5-102 0 0,-15-25 82 0 0,1-1 1 0 0,0 1-1 0 0,0-1 0 0 0,-1 1 1 0 0,1-1-1 0 0,0 0 0 0 0,0 1 1 0 0,-1-1-1 0 0,1 0 0 0 0,0 1 1 0 0,0-1-1 0 0,0 0 1 0 0,0 0-1 0 0,-1 0 0 0 0,1 0 1 0 0,0 0-1 0 0,0 0 0 0 0,1 0 1 0 0,1 0-48 0 0,2 1 6 0 0,0-1 0 0 0,-1 0 0 0 0,1-1 0 0 0,0 1 0 0 0,-1-1 0 0 0,1 1-1 0 0,0-1 1 0 0,-1-1 0 0 0,0 1 0 0 0,1-1 0 0 0,6-3 0 0 0,5-3-143 0 0,24-18 1 0 0,-28 18 107 0 0,49-39-217 0 0,-26 19 169 0 0,-16 11 124 0 0,-1-1 1 0 0,0 0 0 0 0,-1-2-1 0 0,25-39 1 0 0,-12 19 31 0 0,-21 31 102 0 0,-7 7-90 0 0,0 1 55 0 0,0 3-13 0 0,3 2-54 0 0,-1 0 0 0 0,1 0 0 0 0,-1 1-1 0 0,0 0 1 0 0,-1-1 0 0 0,1 1 0 0 0,-1 1 0 0 0,4 8 0 0 0,19 51 260 0 0,-17-38-137 0 0,-8-25-56 0 0,0 1-34 0 0,2 6-11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8.362"/>
    </inkml:context>
    <inkml:brush xml:id="br0">
      <inkml:brushProperty name="width" value="0.05" units="cm"/>
      <inkml:brushProperty name="height" value="0.05" units="cm"/>
    </inkml:brush>
  </inkml:definitions>
  <inkml:trace contextRef="#ctx0" brushRef="#br0">111 26 9671 0 0,'0'0'1032'0'0,"7"-11"2360"0"0,-3-3-1504 0 0</inkml:trace>
  <inkml:trace contextRef="#ctx0" brushRef="#br0" timeOffset="1">0 1012 13823 0 0,'0'0'1472'0'0,"13"3"-5520"0"0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8.736"/>
    </inkml:context>
    <inkml:brush xml:id="br0">
      <inkml:brushProperty name="width" value="0.05" units="cm"/>
      <inkml:brushProperty name="height" value="0.05" units="cm"/>
    </inkml:brush>
  </inkml:definitions>
  <inkml:trace contextRef="#ctx0" brushRef="#br0">200 1 13359 0 0,'0'0'612'0'0,"2"0"-14"0"0,10 2-384 0 0,-11 0-206 0 0,1 0 0 0 0,-1-1 1 0 0,0 1-1 0 0,1 0 0 0 0,-1 0 0 0 0,0 0 0 0 0,0 0 0 0 0,0 0 0 0 0,0 0 0 0 0,-1 0 0 0 0,1 1 0 0 0,0-1 0 0 0,0 3 0 0 0,2 33 725 0 0,-3-22-275 0 0,-1 1 0 0 0,0-1 1 0 0,-2 1-1 0 0,-6 23 0 0 0,-25 64-227 0 0,11-39-848 0 0,-4 19-133 0 0,0-6-1154 0 0,-33 162 1 0 0,58-208 1871 0 0,5-32 220 0 0,1-1-142 0 0,0 0 1 0 0,0 0-1 0 0,0-1 1 0 0,1 1-1 0 0,-2-1 1 0 0,1 0-1 0 0,0 0 1 0 0,0 0-1 0 0,0 0 1 0 0,-1-1-1 0 0,0 1 1 0 0,1-1-1 0 0,4-5 1 0 0,4-6 30 0 0,22-31 0 0 0,-6 7 172 0 0,-18 26-183 0 0,3-4 196 0 0,0 1 0 0 0,0 1 0 0 0,23-18 0 0 0,-31 28-207 0 0,0 0 0 0 0,1 1 0 0 0,-1 0 0 0 0,1 0 1 0 0,-1 1-1 0 0,1-1 0 0 0,0 1 0 0 0,0 0 0 0 0,0 1 0 0 0,0-1 0 0 0,0 1 1 0 0,1 1-1 0 0,-1-1 0 0 0,0 1 0 0 0,8 0 0 0 0,-3 2-40 0 0,0 0 0 0 0,-1 0-1 0 0,1 0 1 0 0,-1 2 0 0 0,0-1-1 0 0,0 1 1 0 0,0 1 0 0 0,0 0-1 0 0,-1 0 1 0 0,0 1 0 0 0,10 7-1 0 0,-8 0 65 0 0,-10-11-70 0 0,0 0 0 0 0,0 0 0 0 0,-1 0 0 0 0,1 1 0 0 0,-1-1 0 0 0,1 0 0 0 0,-1 1 0 0 0,0-1 0 0 0,1 0-1 0 0,-1 1 1 0 0,-1-1 0 0 0,1 0 0 0 0,0 1 0 0 0,0-1 0 0 0,-1 0 0 0 0,0 0 0 0 0,1 1 0 0 0,-1-1 0 0 0,0 0 0 0 0,0 0 0 0 0,0 0 0 0 0,0 0 0 0 0,0 0 0 0 0,-1 0 0 0 0,1 0 0 0 0,-1 0 0 0 0,1 0 0 0 0,-1-1 0 0 0,0 1 0 0 0,1-1 0 0 0,-4 3 0 0 0,-3 2 52 0 0,-1 0 1 0 0,0 0 0 0 0,0-1 0 0 0,-1 0-1 0 0,-16 5 1 0 0,-19 5 226 0 0,0-2-1 0 0,-60 8 1 0 0,79-17-506 0 0,0-2 0 0 0,0 0 0 0 0,0-1-1 0 0,-45-6 1 0 0,46 0-930 0 0,4-2-292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9.331"/>
    </inkml:context>
    <inkml:brush xml:id="br0">
      <inkml:brushProperty name="width" value="0.05" units="cm"/>
      <inkml:brushProperty name="height" value="0.05" units="cm"/>
    </inkml:brush>
  </inkml:definitions>
  <inkml:trace contextRef="#ctx0" brushRef="#br0">372 31 15199 0 0,'2'-2'1172'0'0,"4"-4"-668"0"0,-4 5 679 0 0,-12-8 32 0 0,7 7-1222 0 0,0 0 0 0 0,0 1 1 0 0,-1-1-1 0 0,1 1 1 0 0,0 0-1 0 0,-1 0 0 0 0,1 0 1 0 0,0 0-1 0 0,-1 1 1 0 0,1-1-1 0 0,-1 1 0 0 0,1 0 1 0 0,-1 0-1 0 0,1 0 1 0 0,-1 1-1 0 0,1-1 0 0 0,-1 1 1 0 0,-4 1-1 0 0,-3 2-122 0 0,0-1 0 0 0,0 2 0 0 0,1-1 0 0 0,-15 9 0 0 0,0 3-46 0 0,0 1 1 0 0,2 1-1 0 0,-1 1 0 0 0,2 1 1 0 0,1 1-1 0 0,-35 44 0 0 0,48-54 174 0 0,4-6 3 0 0,0 0-1 0 0,1 0 1 0 0,0 1 0 0 0,0-1-1 0 0,0 1 1 0 0,-2 7 0 0 0,0 0 57 0 0,5-13-58 0 0,0 0 0 0 0,0 0 0 0 0,0 0 0 0 0,-1 0 0 0 0,1 0 0 0 0,0 0 1 0 0,0 0-1 0 0,0 0 0 0 0,0 0 0 0 0,0 0 0 0 0,0 0 0 0 0,0 1 1 0 0,0-1-1 0 0,0 0 0 0 0,0 0 0 0 0,0 0 0 0 0,0 0 0 0 0,0 0 0 0 0,0 0 1 0 0,0 0-1 0 0,0 0 0 0 0,0 0 0 0 0,0 0 0 0 0,0 1 0 0 0,0-1 0 0 0,0 0 1 0 0,0 0-1 0 0,0 0 0 0 0,0 0 0 0 0,0 0 0 0 0,1 0 0 0 0,-1 0 0 0 0,0 0 1 0 0,0 0-1 0 0,0 0 0 0 0,0 0 0 0 0,0 0 0 0 0,0 0 0 0 0,0 1 1 0 0,0-1-1 0 0,0 0 0 0 0,0 0 0 0 0,0 0 0 0 0,0 0 0 0 0,0 0 0 0 0,1 0 1 0 0,-1 0-1 0 0,0 0 0 0 0,0 0 0 0 0,0 0 0 0 0,0 0 0 0 0,0 0 0 0 0,0 0 1 0 0,0 0-1 0 0,0 0 0 0 0,0 0 0 0 0,0 0 0 0 0,1 0 0 0 0,-1 0 0 0 0,0 0 1 0 0,0 0-1 0 0,0 0 0 0 0,0 0 0 0 0,0 0 0 0 0,8 0-32 0 0,-1 0 0 0 0,0 0 0 0 0,1 0 0 0 0,-1-1 0 0 0,1 0-1 0 0,-1 0 1 0 0,0-1 0 0 0,0 0 0 0 0,0-1 0 0 0,0 1 0 0 0,0-1 0 0 0,0 0 0 0 0,7-6-1 0 0,10-5-175 0 0,0-2 0 0 0,25-22 0 0 0,-34 24 391 0 0,21-24 1 0 0,-24 24 387 0 0,25-22 0 0 0,-35 35 36 0 0,4 6-536 0 0,1 3-62 0 0,4 20-12 0 0,-8-15 30 0 0,1 1 0 0 0,-2 0 0 0 0,2 22 0 0 0,1 14 4 0 0,-1-36-32 0 0,-4-13-2 0 0,1-1-1 0 0,0 1 1 0 0,0-1 0 0 0,-1 1-1 0 0,1-1 1 0 0,0 1 0 0 0,0-1-1 0 0,-1 1 1 0 0,1-1-1 0 0,0 0 1 0 0,0 1 0 0 0,0-1-1 0 0,0 0 1 0 0,0 0 0 0 0,-1 0-1 0 0,1 0 1 0 0,0 0-1 0 0,0 0 1 0 0,0 0 0 0 0,0 0-1 0 0,0 0 1 0 0,0 0 0 0 0,0 0-1 0 0,-1 0 1 0 0,1-1-1 0 0,0 1 1 0 0,0 0 0 0 0,0-1-1 0 0,0 1 1 0 0,-1 0 0 0 0,1-1-1 0 0,1 0 1 0 0,4-3-33 0 0,1 0-1 0 0,10-9 1 0 0,-12 8 27 0 0,92-77 0 0 0,-18 13 96 0 0,-58 47 127 0 0,-19 20-23 0 0,-1 1-7 0 0,0 1-167 0 0,-1-1 1 0 0,0 1-1 0 0,0 0 0 0 0,0 0 0 0 0,0 0 1 0 0,1-1-1 0 0,-1 1 0 0 0,0 0 0 0 0,0 0 1 0 0,0 0-1 0 0,1 0 0 0 0,-1 0 0 0 0,0 0 1 0 0,0-1-1 0 0,0 1 0 0 0,1 0 0 0 0,-1 0 1 0 0,0 0-1 0 0,0 0 0 0 0,1 0 0 0 0,-1 0 1 0 0,0 0-1 0 0,0 0 0 0 0,1 0 0 0 0,-1 0 1 0 0,0 0-1 0 0,0 0 0 0 0,1 0 0 0 0,-1 0 1 0 0,0 0-1 0 0,0 0 0 0 0,1 1 0 0 0,-1-1 1 0 0,0 0-1 0 0,0 0 0 0 0,0 0 0 0 0,1 0 1 0 0,3 12 183 0 0,-2 3-244 0 0,0-1-1 0 0,-1 1 1 0 0,-1 0-1 0 0,0-1 1 0 0,-4 19-1 0 0,3-17 15 0 0,-1 1 0 0 0,2-1-1 0 0,3 31 1 0 0,8 10-22 0 0,3-1-1 0 0,1-1 0 0 0,33 73 1 0 0,-35-99 11 0 0,-2 0 1 0 0,-1 1 0 0 0,11 58-1 0 0,-19-78 40 0 0,-1-1 0 0 0,0 1 0 0 0,-1-1 0 0 0,0 1 0 0 0,-1-1 0 0 0,0 1 0 0 0,0-1 0 0 0,-1 1 1 0 0,-1-1-1 0 0,1 0 0 0 0,-1 0 0 0 0,-1 0 0 0 0,0 0 0 0 0,0 0 0 0 0,0-1 0 0 0,-1 0 0 0 0,-7 9 0 0 0,5-9 17 0 0,0 0 0 0 0,0 0 1 0 0,-1-1-1 0 0,0 0 0 0 0,-1 0 0 0 0,1-1 1 0 0,-1 0-1 0 0,0-1 0 0 0,0 0 0 0 0,-1 0 1 0 0,0-1-1 0 0,0 0 0 0 0,0-1 0 0 0,0 0 1 0 0,0 0-1 0 0,-1-1 0 0 0,1-1 0 0 0,-1 1 1 0 0,-19-2-1 0 0,20-1-733 0 0,-1 0 1 0 0,0 0-1 0 0,0-2 0 0 0,1 1 1 0 0,-1-1-1 0 0,1-1 1 0 0,-14-6-1 0 0,-14-11-5324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49.679"/>
    </inkml:context>
    <inkml:brush xml:id="br0">
      <inkml:brushProperty name="width" value="0.05" units="cm"/>
      <inkml:brushProperty name="height" value="0.05" units="cm"/>
    </inkml:brush>
  </inkml:definitions>
  <inkml:trace contextRef="#ctx0" brushRef="#br0">1 0 15199 0 0,'0'0'1352'0'0,"18"10"-1080"0"0,-1 3-272 0 0,-1 3 0 0 0,1 4 432 0 0,0-1 32 0 0,-5-2 8 0 0,1-1 0 0 0,-2 1-1376 0 0,-1-4-280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0.044"/>
    </inkml:context>
    <inkml:brush xml:id="br0">
      <inkml:brushProperty name="width" value="0.05" units="cm"/>
      <inkml:brushProperty name="height" value="0.05" units="cm"/>
    </inkml:brush>
  </inkml:definitions>
  <inkml:trace contextRef="#ctx0" brushRef="#br0">1 72 17303 0 0,'18'-15'768'0'0,"-7"8"160"0"0,-3-2-744 0 0,1 1-184 0 0,0 1 0 0 0,6 2 0 0 0,2-3 96 0 0,3 4-8 0 0,4 3-8 0 0,3-1 0 0 0,7 0-552 0 0,1-2-104 0 0,2 4-32 0 0,3 2 0 0 0,4 0-704 0 0,3 0-136 0 0,-1 0-32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0.706"/>
    </inkml:context>
    <inkml:brush xml:id="br0">
      <inkml:brushProperty name="width" value="0.05" units="cm"/>
      <inkml:brushProperty name="height" value="0.05" units="cm"/>
    </inkml:brush>
  </inkml:definitions>
  <inkml:trace contextRef="#ctx0" brushRef="#br0">142 0 14655 0 0,'1'3'671'0'0,"2"8"-568"0"0,-1-1 0 0 0,-1 1 0 0 0,0-1 0 0 0,0 1 0 0 0,-1 0 0 0 0,0 0 0 0 0,-1-1 0 0 0,0 1 0 0 0,-3 10 0 0 0,-6 19-53 0 0,-15 39 0 0 0,15-49 149 0 0,-60 163-63 0 0,64-174-189 0 0,-7 36 1 0 0,3-9 11 0 0,10-41-2 0 0,11 6 60 0 0,-4-10 2 0 0,-5-1-12 0 0,1 0-7 0 0,-1-1 1 0 0,1 1 0 0 0,0 0 0 0 0,-1-1 0 0 0,1 0 0 0 0,0 1 0 0 0,-1-1 0 0 0,1 0 0 0 0,-1-1-1 0 0,0 1 1 0 0,1 0 0 0 0,-1-1 0 0 0,0 1 0 0 0,3-3 0 0 0,5-4-2 0 0,14-16-1 0 0,-19 19 2 0 0,12-14 110 0 0,-2 0 0 0 0,21-34-1 0 0,22-48 524 0 0,-5 7-235 0 0,-28 52-136 0 0,34-51-31 0 0,-48 77-229 0 0,1 1 0 0 0,1 0 0 0 0,23-21-1 0 0,-34 34-16 0 0,0 0 0 0 0,1 0-1 0 0,-1 1 1 0 0,1-1 0 0 0,-1 1 0 0 0,1-1-1 0 0,0 1 1 0 0,-1 0 0 0 0,1 0-1 0 0,4-1 1 0 0,-6 2 8 0 0,-1 0-1 0 0,1 1 1 0 0,0-1-1 0 0,0 0 0 0 0,-1 0 1 0 0,1 0-1 0 0,0 1 1 0 0,-1-1-1 0 0,1 0 1 0 0,0 1-1 0 0,-1-1 1 0 0,1 1-1 0 0,-1-1 0 0 0,1 1 1 0 0,-1-1-1 0 0,1 1 1 0 0,-1-1-1 0 0,1 1 1 0 0,0 0-1 0 0,0 1-13 0 0,2 1-1 0 0,0 1 1 0 0,0 0-1 0 0,0 0 0 0 0,0 0 0 0 0,-1 0 0 0 0,0 1 0 0 0,0-1 1 0 0,0 1-1 0 0,-1-1 0 0 0,1 1 0 0 0,1 8 0 0 0,-2-3-2 0 0,0 1-1 0 0,0-1 0 0 0,-1 1 1 0 0,-1 13-1 0 0,-2 18-85 0 0,-4 28-11 0 0,-13 81-88 0 0,20-149 434 0 0,2-2-129 0 0,6-3-48 0 0,0 1-1 0 0,0-1 1 0 0,-1-1 0 0 0,1 1-1 0 0,-1-1 1 0 0,0-1-1 0 0,0 1 1 0 0,8-8-1 0 0,52-51 390 0 0,-32 28-110 0 0,-16 18-127 0 0,0 1 0 0 0,26-17-1 0 0,-37 28-126 0 0,1 0 0 0 0,-1 0 0 0 0,1 1 0 0 0,0 0 0 0 0,1 1 0 0 0,-1 0 0 0 0,0 0 0 0 0,17-2 0 0 0,-21 5-59 0 0,-1 0 0 0 0,1 0 0 0 0,-1 0 0 0 0,1 0 0 0 0,-1 1-1 0 0,1 0 1 0 0,-1 0 0 0 0,0 0 0 0 0,1 1 0 0 0,-1-1 0 0 0,0 1 0 0 0,0 0 0 0 0,0 0-1 0 0,0 0 1 0 0,0 1 0 0 0,-1 0 0 0 0,1-1 0 0 0,4 6 0 0 0,2 3-62 0 0,-1-1 0 0 0,-1 2 0 0 0,0-1 0 0 0,10 20 0 0 0,-11-19-60 0 0,0-1 0 0 0,0 0-1 0 0,1 0 1 0 0,1-1 0 0 0,0 0 0 0 0,0-1-1 0 0,1 0 1 0 0,13 10 0 0 0,-17-15-31 0 0,1 1 0 0 0,0-2 1 0 0,0 1-1 0 0,0-1 0 0 0,1 0 0 0 0,-1 0 0 0 0,1-1 1 0 0,-1 0-1 0 0,1 0 0 0 0,0-1 0 0 0,0 0 1 0 0,0 0-1 0 0,0-1 0 0 0,15-1 0 0 0,-11-1 84 0 0,1 0-1 0 0,-1-1 1 0 0,0 0-1 0 0,1-1 1 0 0,-2 0-1 0 0,1-1 1 0 0,0-1-1 0 0,-1 0 0 0 0,0 0 1 0 0,0-1-1 0 0,-1 0 1 0 0,0-1-1 0 0,0 0 1 0 0,-1-1-1 0 0,0 0 1 0 0,10-13-1 0 0,-15 16 171 0 0,0 0-1 0 0,-1 0 0 0 0,0 0 1 0 0,0-1-1 0 0,0 1 1 0 0,-1-1-1 0 0,0 0 1 0 0,0 0-1 0 0,0 0 0 0 0,-1 0 1 0 0,0 0-1 0 0,-1 0 1 0 0,0 0-1 0 0,0 0 0 0 0,-2-14 1 0 0,1 17 102 0 0,0 4-209 0 0,1-1 0 0 0,0 0 0 0 0,-1 0 0 0 0,1 1-1 0 0,-1-1 1 0 0,1 1 0 0 0,-1-1 0 0 0,1 0 0 0 0,-1 1-1 0 0,0-1 1 0 0,1 1 0 0 0,-1-1 0 0 0,0 1 0 0 0,1-1 0 0 0,-1 1-1 0 0,0 0 1 0 0,0-1 0 0 0,1 1 0 0 0,-1 0 0 0 0,0 0-1 0 0,0-1 1 0 0,0 1 0 0 0,1 0 0 0 0,-1 0 0 0 0,-1 0 0 0 0,-2 0 4 0 0,2 0-12 0 0,-1-1 0 0 0,0 1-1 0 0,0 0 1 0 0,1 0-1 0 0,-1 0 1 0 0,0 1 0 0 0,0-1-1 0 0,1 1 1 0 0,-1-1 0 0 0,0 1-1 0 0,0 0 1 0 0,1 0 0 0 0,-1 0-1 0 0,1 0 1 0 0,-1 1 0 0 0,-2 1-1 0 0,-5 4-20 0 0,0 1 0 0 0,-12 12 0 0 0,10-9 2 0 0,1-1 12 0 0,0 0 0 0 0,1 0 0 0 0,1 1 0 0 0,0 1 0 0 0,0 0 0 0 0,-7 14 0 0 0,15-25 32 0 0,4 0-537 0 0,3-1 434 0 0,-1 0 0 0 0,1 0 0 0 0,0-1 0 0 0,0 0-1 0 0,-1 0 1 0 0,1 0 0 0 0,0-1 0 0 0,-1 1 0 0 0,10-6 0 0 0,-5 3-33 0 0,0-2 0 0 0,-1 1 0 0 0,0-2 0 0 0,13-9 0 0 0,23-16 222 0 0,-45 31-99 0 0,1 1 0 0 0,-1-1 0 0 0,1 1 0 0 0,0-1 0 0 0,-1 1 0 0 0,1-1-1 0 0,0 1 1 0 0,0-1 0 0 0,-1 1 0 0 0,1-1 0 0 0,0 1 0 0 0,0 0 0 0 0,1-1 0 0 0,0 0 24 0 0,1 0 313 0 0,8 11-276 0 0,-8-7-73 0 0,-1 0 0 0 0,1 1 0 0 0,0 0 0 0 0,-1-1 0 0 0,0 1 0 0 0,0 0 0 0 0,0 0 0 0 0,2 6 0 0 0,7 37 2 0 0,-9-37-6 0 0,0 1 0 0 0,1-1 0 0 0,0 0 0 0 0,5 10 0 0 0,-2-10-400 0 0,0 0 0 0 0,0 0 0 0 0,13 13 0 0 0,-19-22 265 0 0,1 0 1 0 0,0 0-1 0 0,0-1 1 0 0,-1 1-1 0 0,1 0 1 0 0,0-1-1 0 0,0 1 1 0 0,0-1-1 0 0,0 1 1 0 0,-1-1-1 0 0,1 1 1 0 0,0-1-1 0 0,0 0 1 0 0,0 1-1 0 0,0-1 0 0 0,2 0 1 0 0,-1 1-290 0 0,2 1-1011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1.096"/>
    </inkml:context>
    <inkml:brush xml:id="br0">
      <inkml:brushProperty name="width" value="0.05" units="cm"/>
      <inkml:brushProperty name="height" value="0.05" units="cm"/>
    </inkml:brush>
  </inkml:definitions>
  <inkml:trace contextRef="#ctx0" brushRef="#br0">211 13 2303 0 0,'16'-8'167'0'0,"-1"4"457"0"0,-14 4-300 0 0,-1 0 0 0 0,1 0 0 0 0,-1 0 0 0 0,1 0 0 0 0,-1 0 0 0 0,1 0-1 0 0,-1 0 1 0 0,1 0 0 0 0,0 0 0 0 0,-1 0 0 0 0,1 0 0 0 0,-1 0 0 0 0,1 1 0 0 0,-1-1 0 0 0,1 0 0 0 0,-1 0 0 0 0,1 1 0 0 0,-1-1-1 0 0,1 0 1 0 0,-1 1 0 0 0,1 0 0 0 0,4 11 3477 0 0,-5-6-2902 0 0,0-1 0 0 0,0 1 0 0 0,-2 8 1 0 0,1-9-143 0 0,-8 41-79 0 0,-27 82 0 0 0,17-69-748 0 0,-53 176-504 0 0,-37 126-4668 0 0,99-319 68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1.620"/>
    </inkml:context>
    <inkml:brush xml:id="br0">
      <inkml:brushProperty name="width" value="0.05" units="cm"/>
      <inkml:brushProperty name="height" value="0.05" units="cm"/>
    </inkml:brush>
  </inkml:definitions>
  <inkml:trace contextRef="#ctx0" brushRef="#br0">1 70 16439 0 0,'10'-9'383'0'0,"0"0"-1"0"0,1 1 1 0 0,1 0 0 0 0,17-8-1 0 0,-22 12-372 0 0,1 1 0 0 0,0 0-1 0 0,0 1 1 0 0,0 0 0 0 0,0 0-1 0 0,0 1 1 0 0,1 0 0 0 0,12 0-1 0 0,-8 1-27 0 0,1 1 0 0 0,0 1 0 0 0,-1 0 0 0 0,1 1 0 0 0,-1 1-1 0 0,0 0 1 0 0,0 0 0 0 0,0 2 0 0 0,-1-1 0 0 0,0 2 0 0 0,0-1 0 0 0,18 15 0 0 0,5 7-26 0 0,-1 2 0 0 0,44 50 1 0 0,-45-45 17 0 0,45 55-33 0 0,-57-65 37 0 0,-20-23-59 0 0,2 2-17 0 0,-2-4 72 0 0,-1 0-1 0 0,0 1 1 0 0,0-1-1 0 0,0 0 1 0 0,0 0-1 0 0,0 1 1 0 0,1-1-1 0 0,-1 0 1 0 0,0 1-1 0 0,0-1 1 0 0,0 0-1 0 0,1 0 1 0 0,-1 0-1 0 0,0 1 1 0 0,1-1-1 0 0,-1 0 1 0 0,0 0-1 0 0,0 0 0 0 0,1 1 1 0 0,-1-1-1 0 0,0 0 1 0 0,1 0-1 0 0,-1 0 1 0 0,0 0-1 0 0,1 0 1 0 0,0 0-1 0 0,36-61 121 0 0,17-25 124 0 0,-47 77-262 0 0,1 1-1 0 0,0-1 1 0 0,0 1 0 0 0,1 1-1 0 0,-1 0 1 0 0,2 0-1 0 0,-1 1 1 0 0,1 0 0 0 0,0 1-1 0 0,0 0 1 0 0,19-7 0 0 0,8 1-146 0 0,1 1 0 0 0,41-5 1 0 0,-61 12 192 0 0,-6 1 94 0 0,-7 2 3 0 0,1-1-1 0 0,-1 0 1 0 0,-1 0-1 0 0,11-4 0 0 0,-14 4 1013 0 0,-3 4-1058 0 0,-72 72-68 0 0,49-53-18 0 0,1 2 0 0 0,2 1 0 0 0,-28 37 0 0 0,36-41 32 0 0,13-19-1 0 0,-5 16 13 0 0,6-17-10 0 0,0 0 0 0 0,1-1-1 0 0,-1 1 1 0 0,0-1 0 0 0,1 1 0 0 0,-1-1 0 0 0,1 1-1 0 0,-1-1 1 0 0,1 1 0 0 0,-1-1 0 0 0,1 1 0 0 0,-1-1 0 0 0,1 0-1 0 0,-1 1 1 0 0,1-1 0 0 0,-1 0 0 0 0,1 0 0 0 0,-1 1 0 0 0,1-1-1 0 0,0 0 1 0 0,-1 0 0 0 0,2 1 0 0 0,-2-1-1 0 0,4 1-21 0 0,0 0 0 0 0,0 0 0 0 0,0 0 1 0 0,0-1-1 0 0,1 0 0 0 0,-1 1 1 0 0,0-1-1 0 0,0-1 0 0 0,0 1 0 0 0,8-2 1 0 0,4-2-168 0 0,21-7 1 0 0,-21 5 102 0 0,-3 2 83 0 0,1-1-1 0 0,-1-1 1 0 0,0 0 0 0 0,-1-1-1 0 0,1-1 1 0 0,-1 0-1 0 0,-1 0 1 0 0,0-1-1 0 0,0 0 1 0 0,0-1 0 0 0,-1-1-1 0 0,-1 1 1 0 0,15-23-1 0 0,-22 31 426 0 0,-4 40-258 0 0,-9 49 0 0 0,7-54-130 0 0,-8 16-32 0 0,6-29-56 0 0,4 4-508 0 0,2-22 240 0 0,13 4-9064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1.997"/>
    </inkml:context>
    <inkml:brush xml:id="br0">
      <inkml:brushProperty name="width" value="0.05" units="cm"/>
      <inkml:brushProperty name="height" value="0.05" units="cm"/>
    </inkml:brush>
  </inkml:definitions>
  <inkml:trace contextRef="#ctx0" brushRef="#br0">1 69 7367 0 0,'38'-19'877'0'0,"-36"17"-568"0"0,0 2 0 0 0,1-1 1 0 0,0 0-1 0 0,-1 0 1 0 0,1 1-1 0 0,-1 0 0 0 0,1-1 1 0 0,-1 1-1 0 0,1 0 1 0 0,0 0-1 0 0,-1 1 0 0 0,1-1 1 0 0,3 1-1 0 0,-5 0-222 0 0,0 0 0 0 0,0-1-1 0 0,0 1 1 0 0,0 0 0 0 0,0 0 0 0 0,0 0-1 0 0,0 0 1 0 0,0 0 0 0 0,0 0 0 0 0,0 0-1 0 0,-1 0 1 0 0,1 0 0 0 0,-1 0 0 0 0,1 0-1 0 0,-1 0 1 0 0,1 1 0 0 0,0 1-1 0 0,4 20 333 0 0,-5-15-240 0 0,1 0 0 0 0,-2 0 0 0 0,-1 16 0 0 0,-1 7-8 0 0,3-29-140 0 0,2-3-406 0 0,69-41-1 0 0,59-33 1091 0 0,-110 65-374 0 0,1 1 0 0 0,1 1-1 0 0,0 0 1 0 0,33-6 0 0 0,-44 13-217 0 0,0 0 1 0 0,0 0-1 0 0,-1 1 1 0 0,1 1 0 0 0,0 0-1 0 0,0 0 1 0 0,-1 1-1 0 0,1 0 1 0 0,0 1 0 0 0,13 5-1 0 0,-13-3-43 0 0,0 0 1 0 0,1 1-1 0 0,-2 0 0 0 0,1 1 1 0 0,-1 0-1 0 0,0 0 1 0 0,0 1-1 0 0,14 16 0 0 0,-20-19-94 0 0,0 0 0 0 0,0 0 0 0 0,-1 0 0 0 0,0 1 0 0 0,0-1 1 0 0,0 1-1 0 0,-1 0 0 0 0,0 0 0 0 0,0 0 0 0 0,-1 0 0 0 0,1 0 0 0 0,-1 0 0 0 0,0 1 0 0 0,-1-1 0 0 0,0 0 0 0 0,0 1 0 0 0,-1 10 0 0 0,-1-7-182 0 0,0 0 0 0 0,0-1 0 0 0,-1 1 0 0 0,0-1 0 0 0,-1 1 0 0 0,0-1 0 0 0,-1-1 0 0 0,1 1 0 0 0,-2 0 0 0 0,-9 12 0 0 0,10-16-103 0 0,0 0 0 0 0,0-1 0 0 0,0 0 0 0 0,0 0 1 0 0,-1 0-1 0 0,1-1 0 0 0,-1 0 0 0 0,0 0 0 0 0,0 0 0 0 0,-11 3 1 0 0,-2-2-1277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2.376"/>
    </inkml:context>
    <inkml:brush xml:id="br0">
      <inkml:brushProperty name="width" value="0.05" units="cm"/>
      <inkml:brushProperty name="height" value="0.05" units="cm"/>
    </inkml:brush>
  </inkml:definitions>
  <inkml:trace contextRef="#ctx0" brushRef="#br0">16 54 9215 0 0,'22'-12'816'0'0,"-6"5"-656"0"0,1-2-160 0 0,1 1 0 0 0,1 1 1624 0 0,1 3 288 0 0,-1 1 56 0 0,1 1 16 0 0,-2 0-1624 0 0,3 2-360 0 0,-1 2 0 0 0,0 2 0 0 0,-1 1-296 0 0,-3 2-40 0 0,-1 1-8 0 0,-2 3-4256 0 0,-2 4-848 0 0</inkml:trace>
  <inkml:trace contextRef="#ctx0" brushRef="#br0" timeOffset="1">1 1256 13823 0 0,'0'0'2456'0'0,"13"0"-1928"0"0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3:00:52.766"/>
    </inkml:context>
    <inkml:brush xml:id="br0">
      <inkml:brushProperty name="width" value="0.05" units="cm"/>
      <inkml:brushProperty name="height" value="0.05" units="cm"/>
    </inkml:brush>
  </inkml:definitions>
  <inkml:trace contextRef="#ctx0" brushRef="#br0">1 4 18887 0 0,'22'-4'2016'0'0,"-8"4"-1952"0"0,-41 8-64 0 0</inkml:trace>
</inkml:ink>
</file>

<file path=ppt/ink/ink3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11T03:15:40.789"/>
    </inkml:context>
    <inkml:brush xml:id="br0">
      <inkml:brushProperty name="width" value="0.05292" units="cm"/>
      <inkml:brushProperty name="height" value="0.05292" units="cm"/>
      <inkml:brushProperty name="color" value="#FF0000"/>
    </inkml:brush>
  </inkml:definitions>
  <inkml:trace contextRef="#ctx0" brushRef="#br0">740 16827 27647 0,'-21'-1'1216'0,"8"3"256"0,0 2-1168 0,1 1-304 0,2-1 0 0,2-1 0 0,8-3 2736 0,0 0 480 16,0 0 112-16,0 10 0 0,0-10-2752 0,7 10-576 16,1-1 0-16,3-2-144 0,0-3 144 0,4 0 0 15,1 1 0-15,4-2-128 0,2-1 128 0,2-1 0 16,1-1 0-16,3-1-128 0,1-1-112 0,-1 0-16 16,2 0 0-16,0 0 0 15,-2-1-640-15,1 1-128 0,-1-2-16 0,0-1-16 16,-2 2-640-16,-3-1-128 0,-3-4-32 0,-2 2 0 15,-3 4 128-15,-4 0 0 0,-4-1 16 0,-7 3 0 16,0 0 240-16,0 0 32 0,-9 5 16 0,-4 4 0 16,-7 2-720-16,0 3-144 0,-1 2-16 0,3-1-16 0,-1-1 1648 0,0-1 336 15,2-2 64-15,1 0 16 0,2-3 2048 0,2 1 400 0,0 0 96 0,2-2 16 16,1-1-704-16,0 0-144 0,4-1-32 0,5-5 0 16,0 0 624-16,0 0 112 0,0 0 16 0,0 0 16 15,-4 8-624-15,4-8-128 0,0 0-32 0,7 9 0 16,3-2-608-16,2 0-128 0,1-3-32 0,3 0 0 15,1-1-368-15,3 0-80 0,2-3 0 0,1-1-16 16,0-2-176-16,2-2 192 0,0 1-192 0,0-3 192 16,1 0-192-16,1-2 128 0,-2-2-128 0,-1-1 128 15,0-1-128-15,0-1-256 0,-5 1 64 0,-1 0 16 16,-3 0-544 0,-2 0-112-16,-5-2-32 0,-2 1 0 0,-4 0-624 0,-3-3-128 15,-4-3-32-15,-4 0 0 0,-4-1-48 0,-3-1-16 0,-4-4 0 0,-2 1 0 16,-2-1 1232-16,-1-1 240 0,-2 0 48 0,0 1 16 15,1 1 1328-15,1 3 272 0,1 3 48 0,2 4 16 0,0 1-128 16,2 2-16-16,4 4-16 0,1 2 0 0,4 2-368 0,3 1-64 16,0 1 0-16,2-1-16 0,1 1-304 0,5 2-64 15,0 0-16-15,0 0 0 0,0 0-288 0,0 0-48 16,0 0-16-16,12-3 0 0,2-2-144 0,3 2-192 16,1 0 32-16,4 1 16 0,4 1 144 0,0-2-128 15,1 0 128-15,1 2-128 0,1 1 128 0,2 3 0 16,-1 3 0-16,2 0 0 0,0 1 0 0,-1 2 176 15,-2 1-48-15,-2 1 0 0,-3 1 128 0,1 2 32 16,-3 1 0-16,-3 3 0 0,-2 1-16 0,-2 4 0 16,1 3 0-16,-3 5 0 0,-3 1-80 0,-3 1-32 15,0 1 0-15,-4 0 0 0,0 1-160 0,-6 3 0 0,0 0 144 16,-5 7-144-16,-3 5 0 0,-1 3-128 0,-2 3 0 16,1-2 0-1,0-4-2112-15,0 0-400 0,-2-5-96 0</inkml:trace>
  <inkml:trace contextRef="#ctx0" brushRef="#br0" timeOffset="1491.16">7859 16926 35759 0,'0'0'1584'0,"0"0"336"0,10 4-1536 0,3 1-384 0,3-2 0 0,2 0 0 15,3-1 0-15,2 1 0 0,3 0 0 0,3-1-128 16,2-2 128-16,4 0 0 0,5 0-144 0,5 1 144 15,4 1-192-15,0 1 16 0,1-2 16 0,1 1 0 16,4-1 32-16,5 0 0 0,5 0 0 0,1 4 0 16,0-1 128-16,-2 0 256 0,-1 0-64 0,1 0-16 0,1 3 80 15,0 0 0-15,0-2 16 0,-4 0 0 0,-4 0 112 0,0-1 0 16,-2 3 16-16,2-3 0 0,-1-1 16 0,-1 1 0 16,0-1 0-16,-3 0 0 0,-3 0-48 0,-2 0-16 15,1 0 0-15,-2-1 0 0,0 1-32 0,1 1-16 16,0-1 0-16,-2 2 0 0,0-1 48 0,-3 0 16 15,-4-4 0-15,-2 3 0 0,-3 0-48 0,-4 1 0 16,-4 0 0-16,-1 0 0 0,2 0-64 0,-4 2 0 16,-4-2-16-16,-1 0 0 0,-2 0-64 0,0-2-16 15,-4-1 0-15,-1-1 0 0,-3 0-160 0,1-1-256 16,-8 1 64-16,0 0 16 16,5-7-1728-16,0-1-336 0,-2-2-80 0,-1-2-15136 0</inkml:trace>
  <inkml:trace contextRef="#ctx0" brushRef="#br0" timeOffset="2437.94">11598 16126 9215 0,'0'0'816'0,"0"0"-656"0,0 0-160 0,0 0 0 0,0 0 7200 0,0 0 1408 16,0 0 288-16,1 11 48 0,0-1-7088 0,1 1-1408 15,0 1-272-15,-2 5-176 0,0 2 0 0,0 5-176 16,-1 1 0-16,1 2 0 15,-1 1-208-15,1-1-64 0,0 0 0 0,0 1 0 0,-2 1 64 0,0-2 0 16,0-1 0-16,1-1 0 0,1-1 128 0,0-1 16 16,0-1 16-16,0-3 0 0,-1-1 224 0,1-3 0 15,0-1 0-15,0 1 0 0,0-4 144 0,0 0-16 16,3-1-128-16,-2-4 192 0,-2 1-192 0,1-7 176 16,0 0-176-16,0 0 160 0,0 5-160 0,0-5 128 15,0 0-128-15,0 0 128 0,0 0 96 0,0 0 16 16,0 0 0-16,0 0 0 0,0 0 32 0,0 0 16 0,0 0 0 0,0 0 0 15,0 0-96-15,0 0 0 0,0 0-16 16,0 0 0-16,0 0-48 0,0 0-128 0,0 0 192 0,0 0-64 16,0 0 16-16,0 0 0 0,0 0 0 0,0 0 0 15,0 0-16-15,0 0 0 0,0 0 0 0,0 0 0 16,0 0-128-16,0 0-192 0,0 0 32 0,0 0 16 16,0 0 144-16,0 0 0 0,0 0-144 0,0 0 144 15,0-9 0-15,0 9 0 0,0 0 0 0,0 0 0 16,0-8 0-16,0 1 0 0,0 7 0 0,0 0 0 15,-1-11 128-15,1 11-128 0,0-10 0 0,0 10 128 16,0 0 0-16,0 0 0 0,-2-12 0 0,1 3 0 16,0 0 80-16,1 9 16 0,-3-9 0 0,0 1 0 15,-1 1-224-15,-2 2 0 0,0-1 0 0,-2 1 0 16,-2-1 128-16,-1 2-128 0,-2-1 176 0,-1 2-176 0,-2 0 0 0,1 2 0 16,-2 3 0-16,2 1-192 0,-1 2 192 0,0 2 0 15,-2 3 0-15,1 5-144 0,-1 1 144 0,2 6 0 16,-2 7 0-16,3 5-128 0,0 4 128 0,2 0 0 15,2-4 128-15,2-1-128 0,3 0 144 0,2-1-144 16,2-3 192-16,2 2-192 0,0 0 144 0,2-1-144 16,3-2 0-16,0 0 144 0,2-3-144 0,2-3 128 15,-2-2-128-15,2-5 128 0,0-2-128 0,0-4 0 16,0-2 0-16,1-4 0 0,1-2 0 0,0-4 0 16,0-3 128-16,1-3-128 0,0-4 0 0,0-4 0 0,-1-4 0 15,0-2 0-15,-1-2 0 0,0-2 0 0,0-1-192 16,-1 0 192-16,0 3-128 0,0 1 128 0,0 0 0 15,0 2 0-15,-3 0 0 0,0 2 0 0,-1-1 0 0,0 2 0 16,-2 0-176-16,0 1 48 0,1-1 0 0,-2 1 0 16,-1 2 0-16,-1 1 0 0,1 3 0 0,0 2 0 15,-1 3 128-15,0 7-208 0,0 0 80 0,0 0 128 16,0 0-176-16,0 0 176 0,0 0-128 0,0 0 128 16,3 12-176-16,0 4 176 0,-2 2-208 0,0 4 80 15,0 0-128-15,-1-1-32 0,2-4 0 0,0 4 0 31,0 0-352-31,1-3-80 0,-3-5-16 0,0 0 0 0,1-1-2384 16,-1-2-464-16,0-10-112 0,0 0-16 0</inkml:trace>
  <inkml:trace contextRef="#ctx0" brushRef="#br0" timeOffset="2902.59">11151 16578 34607 0,'11'2'1536'0,"-3"1"320"0,2-1-1488 0,3 1-368 0,5 0 0 0,5 0 0 0,5-1 192 0,4 1-48 16,3 2 0-16,2-1 0 0,1 1-144 0,-1 1 0 15,0-3 0-15,2 5 0 0,-3 1 0 0,0 2 160 16,1 2-160-16,-3 3 160 0,-2 1-32 0,-3-1 0 16,0 2 0-16,-4 1 0 0,-2-1 128 0,-2 1 32 15,-2-2 0-15,-4-2 0 0,-1-1 160 0,-3 0 16 0,-3-2 16 16,-1-1 0-16,-3 0-176 0,0-1-48 15,-4-10 0-15,2 9 0 0,-2-9-400 0,0 10-96 0,0-10-16 0,0 0 0 32,-2 9-208-32,2-9-48 0,0 0-16 0,0 0 0 15,0 0-16-15,0 0 0 0,-8 5 0 0,8-5 0 0,0 0 272 0,-5-6 48 0,5 6 16 0,-7-10 0 16,1-1 208-16,2-1 0 0,-1 0 0 0,1-2 0 16,-1-1 0-16,-1 0 0 0,0-3 0 0,-1 1 0 15,-1-3 0-15,0 1 128 0,-1-1-128 0,0 4 0 16,1 1 128-16,2 1-128 0,0 1 0 0,2 3 0 15,0 3 240-15,1-1-64 0,0 0-16 0,2 0 0 16,1 0 224-16,1 0 64 0,1 1 0 0,1 0 0 16,3-3 80-16,0 0 32 0,2-2 0 0,2 1 0 15,1-1-128-15,1 1-32 0,0 0 0 0,1 3 0 16,1-1-208-16,-1 4-32 0,-1 1-16 0,1 0 0 0,0 1-144 16,1 0 0-16,-2 2-160 0,0 1 160 15,-2 1-624-15,0 1-16 0,-2-4-16 0,-8 2 0 16,9 0-2192-16,-9 0-432 0,14-7-96 0,-5-2-16 0</inkml:trace>
  <inkml:trace contextRef="#ctx0" brushRef="#br0" timeOffset="3031.94">11889 16201 35007 0,'0'0'1552'0,"3"11"320"0,0-2-1488 0,2 0-384 15,0-1 0-15,3 2 0 0,1 0 880 0,3-1 96 16,3-2 32-16,3-2 0 15,0-2-3376-15,4-3-656 0</inkml:trace>
  <inkml:trace contextRef="#ctx0" brushRef="#br0" timeOffset="3204.02">12611 16386 36863 0,'3'11'3264'0,"-1"2"-2608"0,-2 1-528 0,0 8-128 15,0 7 1216-15,0 4 192 0,-2 4 64 0,-2 7 0 16,-1 7-1104-16,-1-1-224 0,1 1-144 0,-2-6 192 31,-2-3-512-31,2-5-80 0,-2 0-32 0,0-3 0 16,0-1-896-16,0 0-176 0,1-5-32 0,0 2-16 0,-1 1-2128 0,1-4-416 15</inkml:trace>
  <inkml:trace contextRef="#ctx0" brushRef="#br0" timeOffset="3818.95">12369 16923 30399 0,'0'0'2704'0,"0"0"-2160"0,9 3-544 0,1 1 0 0,0 1 832 0,2-2 64 16,2-1 16-16,3-1 0 0,0-2-912 0,4-2 0 15,2 1-240-15,3-4 48 0,2-2-16 0,3 0-16 16,2-2 0-16,2-1 0 0,2 0 0 0,-2-2 0 16,0-3 0-16,-1 2 0 0,-1-4 224 0,-2-2 0 15,-4-4 0-15,-1 0 0 0,-3-2 0 0,-2-1 0 16,-4 1 0-16,-2 2 0 0,-5 1 0 0,-3 2 0 0,-2 2 144 15,-3 1-144-15,-2 5 400 0,-2 2-16 16,-2 1 0-16,0 3 0 0,-4 0 112 0,-1 4 16 0,0-1 0 0,-2 3 0 16,-2 0-64-16,1 4-16 0,-2 3 0 0,1 3 0 15,0 2-240-15,-1 4-32 0,0 4-16 0,0 5 0 16,1 6-144-16,1 6 0 0,2 6 144 0,2 0-144 16,2-2 0-16,4-3-192 0,1-7 32 0,4 0 0 15,3-2-64-15,2-4-16 0,2-2 0 0,2-2 0 16,3-2 0-16,2-2 0 0,0-4 0 0,2-1 0 15,0-5 48-15,1-2 0 0,1-3 0 0,0-4 0 16,-1-3-64-16,0-2-16 0,-1-3 0 0,-1-2 0 16,0-1-48-16,-1 0-16 0,-1 0 0 0,-2-1 0 15,-2 0 336-15,-1-1 160 0,0 3-16 0,-1 1 0 16,0 0 128-16,-1 1 32 0,-3 2 0 0,-6 9 0 16,0 0-64-16,7-7-16 0,-3 2 0 0,-4 5 0 15,0 0 208-15,0 0 32 0,0 0 16 0,0 0 0 0,0 0-96 0,2 14 0 16,-4-2-16-16,1 0 0 0,1-12-240 0,-1 12-128 15,0-1 128-15,1-11-128 16,0 0-288-16,0 13-128 0,1-5-32 0,-1-8 0 16,0 0-336-16,0 0-80 0,0 0-16 0,9 4 0 0,-9-4 416 0,10-3 80 15,-1 0 0-15,0 0 16 0,-2 0 368 0,2-2 288 16,-1 0-48-16,1 0-16 0,0 2 336 0,1 1 64 16,1-2 16-16,0 4 0 0,-1 3-64 0,0 1-16 15,0-1 0-15,0 4 0 0,0 2-144 0,-1 2-32 16,-3 0 0-16,1 2 0 0,-2 0-192 0,1 0-32 15,-1 1-16-15,0-2 0 0,-1 0-384 0,1-2-80 0,0-3 0 16,-5-7-16 0,6 5-1712-16,-6-5-320 0,12-6-80 0</inkml:trace>
  <inkml:trace contextRef="#ctx0" brushRef="#br0" timeOffset="3955">13357 16644 40031 0,'0'0'1776'0,"0"0"352"0,0 0-1696 0,-1 11-432 0,-1-2 0 0,2-9 0 31,0 0-1328-31,-3 9-336 0,3-9-80 0,0 0-14288 0</inkml:trace>
  <inkml:trace contextRef="#ctx0" brushRef="#br0" timeOffset="4059.38">13484 17386 25215 0,'0'0'1120'0,"0"0"224"0,0 0-1072 0,11-6-272 0,0-5 0 0,2-10 0 0</inkml:trace>
  <inkml:trace contextRef="#ctx0" brushRef="#br0" timeOffset="4444.13">14155 16155 35007 0,'3'13'3120'0,"0"5"-2496"16,-1 4-496-16,0 7-128 0,-2 5 1280 0,0 3 256 0,-3-2 32 0,0 2 16 16,-1 1-1328-16,-3 2-256 0,-2 2 0 0,0 2 0 31,-2 3-848-31,0 3-80 0,0 2-16 0,2-5 0 16,0-5 64-16,0-8 16 0,2-7 0 0,3-2 0 0,1-6 608 0,0-2 112 0,2-4 144 0,1-3-208 15,0-10 208-15,0 0 208 0,4 8-32 0,-4-8-16 16,0 0 224-16,10 3 32 0,-2-5 16 0,3-3 0 15,3-2-48-15,1-2 0 0,0-2 0 0,2 0 0 16,-1-3-112-16,2-1-16 0,0 2-16 0,0 2 0 16,1 1-112-16,-1 2 0 0,-2 0-128 0,2 3 192 15,0 3 16-15,2 2 0 0,1-1 0 0,-1 3 0 16,0 3 48-16,-2 1 0 0,0 0 0 0,-2-1 0 16,-1 1 96-16,-3 0 32 0,-2 3 0 0,-4-1 0 15,-1-1-128-15,-4 2-32 0,-1-9 0 0,-7 12 0 0,-3-1-64 16,-3 1-16-16,-3 1 0 0,-4-1 0 0,-3-1-144 15,0 0 0-15,-2 0 0 0,1 0 0 16,0-1-1024-16,-1-1-272 0,-2 1-64 0,1-1-16 16,1-2-2048-16,-1-3-416 0</inkml:trace>
  <inkml:trace contextRef="#ctx0" brushRef="#br0" timeOffset="5058.2">14636 16901 24879 0,'21'-4'2208'16,"4"1"-1760"-16,-1 1-448 0,-1-2 0 0,-2-3 2288 0,-4 0 368 15,-1 2 80-15,-4-1 16 0,-3 0-1744 0,-4-2-352 16,-2 0-64-16,-3 0-16 0,-1 1-576 0,-2-1 0 16,-2 0 0-16,-1 2 0 0,-3-1 0 0,-1 4-128 0,-2 1 0 0,-1 4 0 31,-5 4-336-31,1 4-64 0,-3 1-16 0,4 5 0 0,-2 2 160 0,1 2 16 0,2-1 16 0,2 0 0 16,1-1 352-16,3 0-144 0,2-3 144 0,3-1 0 15,2-2 0-15,2-2-128 0,0-10 128 0,6 6 0 31,3-3-672-31,2-4-80 0,3-4-16 0,3-4 0 16,2-4-448-16,2-3-112 0,-1-1-16 0,2-2 0 16,0 0 656-16,-1 0 128 0,-1-2 32 0,-2 2 0 0,-2 3 1040 0,-3 0 192 0,0 0 64 0,-2 2 0 15,-3 3 496-15,0 5 96 0,-2-1 32 0,-6 7 0 16,0 0-368-16,0 0-64 0,0 0 0 0,0 0-16 16,-2 13-304-16,-1 1-64 0,0-2-16 0,-2 1 0 15,0 0-192-15,-1-1-48 0,1 0 0 0,-1-1 0 0,1 0-192 16,2-1-128-16,-1 0 128 0,1 0-128 0,1-1 128 0,2 0-128 15,0-1 128-15,2 2-128 0,1-1 0 0,2 0 144 16,-5-9-144-16,9 9 0 0,-1-2 0 0,2-1 0 16,-1-2-240-16,2-1 80 15,0-2-208-15,2-1-32 0,2-4-16 0,0-1 0 16,0-3 0-16,0-2 0 0,-1-2 0 0,1-1 0 0,0 0 240 0,0-2 176 16,0-1-208-16,0-2 80 0,-1 0 128 0,-1-3-128 15,-1-3 128-15,-1-2-128 0,-2 1 128 0,0 4 0 16,-1 5 0-16,-2 3 0 0,1 5 0 0,-2 1 192 15,1 3-32-15,-6 4-16 0,5 0 384 0,-5 0 80 16,6 10 16-16,-2 5 0 0,2 5-64 0,-3 2-16 0,-1 0 0 16,2 2 0-16,-1 1 0 0,2 3 0 0,1-2 0 15,0 2 0-15,1 1-112 0,1 4-32 0,2 3 0 16,-2 1 0-16,2 3 0 0,0 0 0 0,0 2 0 0,0-5 0 16,-1-4 80-16,-1-3 16 0,-3-2 0 0,-1-4 0 15,-4-1-240-15,-1-2-64 0,0-5 0 0,-2-1 0 16,-4-3-192-16,-1-2-256 0,-1-5 48 0,-4-3 16 31,-4-3-1344-31,-3-5-272 0,-3-8-48 0,-2-4-16 16,-3-8-960-16,1-2-192 0,-2-7-48 0</inkml:trace>
  <inkml:trace contextRef="#ctx0" brushRef="#br0" timeOffset="5230.75">14697 16260 42335 0,'7'22'1872'0,"-2"-4"384"0,1 2-1808 0,1 3-448 16,2-1 0-16,2-1 0 0,0-3 192 0,0-2-48 16,0-5-16-16,1-5 0 15,-1-1-1200-15,1-4-240 0,1-3-48 0,2-5-16 16,0-3-1504-16,1-4-320 0,-2-6-48 0,0-4-10304 16</inkml:trace>
  <inkml:trace contextRef="#ctx0" brushRef="#br0" timeOffset="5334.11">14994 16124 35935 0,'7'12'1600'0,"-1"-4"320"0,3 1-1536 0,1-1-384 16,1 2 0-16,1-1 0 0,2-2 1472 0,1-2 240 16,-1 0 32-16,-1-3 16 15,-1-3-2176-15,0 0-432 0,1-3-96 0</inkml:trace>
  <inkml:trace contextRef="#ctx0" brushRef="#br0" timeOffset="8428.33">16740 16890 19343 0,'0'0'1728'0,"-8"-3"-1392"0,1 1-336 0,0 0 0 15,7 2 3232-15,-11-4 576 0,1-2 112 0,0 1 32 16,0-1-2912-16,0 1-576 0,-1-1-112 0,0 2-32 16,0 1-16-16,-1 1-16 0,0 0 0 0,0 1 0 15,1 1-288-15,0 3 160 0,-1 3-160 0,0 0 128 16,-3 0-128-16,2 4-176 0,3 3 48 0,1 2 0 15,2 3-208-15,1 1-48 0,2 2 0 0,2 2 0 16,2 1 0-16,3 1 0 0,2 2 0 0,4-1 0 16,1 1 176-16,2-2 16 0,2-3 16 0,2-5 0 15,0-2 176-15,3-7-192 0,1-4 192 0,2-7-192 32,3-4-272-32,2-9-64 0,2-6-16 0,2-6 0 0,0-5-400 0,-1-4-80 0,-2-2 0 0,0-2-16 15,-4 0-176-15,-3-3-16 0,-1 2-16 0,-4-8 0 0,-4-6 896 0,-3 3 176 16,-5 1 48-16,1 4 0 0,-3 2 1632 0,-1 0 336 15,0-1 64-15,-1 2 16 0,-1 0-80 0,1 1-16 16,0 2 0-16,0 8 0 0,2 8-720 0,0 5-144 16,1 6-16-16,-1 4-16 0,-1 2-384 0,-1 9-80 15,0 0-16-15,0 0 0 0,9 12-208 0,0 6-48 16,0 5-16-16,1 9 0 0,0 5-176 0,1 5 0 16,-2 1 0-16,0 2 0 0,0 1-160 0,-2 3 160 15,1 4 0-15,1 3-144 0,-1 5 16 0,1-6 0 0,0-7 0 16,1-6 0-1,-2-7-240-15,1-3-32 0,-1-2-16 0,1-2 0 16,1-1-2400-16,0-3-496 0,0-2-80 0</inkml:trace>
  <inkml:trace contextRef="#ctx0" brushRef="#br0" timeOffset="9201.44">17560 16877 27647 0,'0'0'2448'0,"0"0"-1952"0,0 0-496 0,7-6 0 16,-3-2 1760-16,-4 8 256 0,0 0 48 0,0-9 16 15,0 9-1056-15,0 0-224 0,-9-8-32 0,1 2-16 16,-2 3-320-16,-3 2-64 0,-4 1-16 0,1 4 0 16,-2 6-352-16,-1-1-240 0,-1-2 48 0,2 4 0 15,0 3-112-15,2 1-16 0,-1 2 0 0,2-1 0 16,2 2-128 0,2-1-16-16,4 2-16 0,3-3 0 0,0-1 128 0,4-4 32 0,2-1 0 0,5-2 0 0,2-2 320 0,2-2 0 15,2-1 0-15,2-5 0 0,3-2-144 0,1-3 144 16,-2-2-192-16,1-2 192 0,0-3-256 0,0 0 64 15,0-1 16-15,-1 0 0 0,1 2 176 0,-3 0 0 16,0-2 0-16,-3 1-128 0,0 3 304 0,-2 0 64 16,-2 0 16-16,-3 0 0 0,-1-1 368 0,1 2 80 15,-3 2 0-15,0 0 16 0,-2 8-128 0,0 0-16 16,0 0-16-16,0 0 0 0,2-7-288 0,-2 7-48 16,0 0-16-16,0 0 0 0,0 0-64 0,0 0-16 15,4 13 0-15,-2 1 0 0,0-1-128 0,-2 3 0 16,1 2 0-16,-1 0 0 0,0-3 0 0,1 0-144 15,0 1 144-15,1-3-208 0,0-1-64 0,0-2-16 0,0-3 0 16,-2-7 0-16,6 6-80 0,0-3-16 0,-6-3 0 0,10-4 0 16,0-4 384-16,0-2-144 0,1-2 144 0,2-2 0 15,-1-1 0-15,1-2 0 0,1 0 192 0,-2-1-48 16,0 0 192-16,-1 0 48 0,1-1 0 0,-1-1 0 16,0 0 64-16,1 4 32 0,-2-1 0 0,1 3 0 15,-1 2-304-15,0 4-176 0,-1 5 192 0,-9 3-192 16,11 3 128-16,0 4-128 0,0 3 0 0,1 4 0 15,-1 3 0-15,1 1 0 0,1 2 0 0,-1 1 0 16,0-1 0-16,0-2 0 0,0 0 0 0,0-1 0 16,1-3 0-16,-1-2 0 0,1-1 0 0,1-2 0 15,2-2 0-15,0-1-176 0,2-4 176 0,1-3-160 16,1-2 160-16,2-3 0 0,1 0-144 0,2-5 144 0,0-5 0 16,1 0 0-16,1-2 0 0,-3-3 0 0,-1-5 128 15,-2-2-128-15,-2-4 0 0,-3-4 128 0,-1-3 64 16,-1-1 0-16,-4 0 0 0,-2 3 0 0,-2 1 96 0,-3 3 32 15,-4 2 0-15,-1 8 0 0,-3 5-320 0,-3 4-304 16,-4 3 64-16,-3 4 16 0,-1 5-64 0,-1 3-16 16,-3 4 0-16,2 2 0 0,-2 4 304 0,1 1 0 15,2 3 0-15,1 1 0 0,3 3 0 0,3 1 0 16,2 1 0-16,5-1 0 0,4 0 0 0,4 4 0 16,3 5 0-16,3 3 0 0,4 1-160 0,0 0 160 15,2 0-128-15,0-2 128 0,1-3 0 0,-2 0 0 16,0 2 0-16,-1-3 0 0,2 1-192 0,-4-2 0 15,-2 0 0-15,-2 2 0 0,-1-3-144 0,-2 0-48 0,-1 0 0 16,-2-3 0 0,-2-5-320-16,0-1-80 0,-1-6-16 0,-1-4 0 15,1 0-2144-15,0-6-448 0,0 0-64 0</inkml:trace>
  <inkml:trace contextRef="#ctx0" brushRef="#br0" timeOffset="9871.7">19013 16426 31327 0,'0'0'2784'0,"0"0"-2224"0,0 0-560 0,0 0 0 15,-8 11 1856-15,-3 3 256 0,-4 0 48 0,-1 1 16 16,-5 2-1760-16,-1 0-416 0,0 2 0 0,0 0 0 16,1 0-128-16,1-3-80 0,1-1-16 0,4 0 0 15,3 0-608-15,3-3-112 0,3-1-16 0,2 0-16 16,4 1 48-1,4-2 16-15,1 0 0 0,4 1 0 0,1 2 576 0,2-1 112 0,3 1 32 0,1-4 0 0,0 1 192 0,2 1 128 16,0-1 0-16,1 0-128 0,0 1 272 0,-2 0-48 16,0 1-16-16,-3-1 0 0,-2 0 48 0,-2-1 16 15,-2-1 0-15,-3 0 0 0,-2 2 96 0,-3 2 16 16,-4 0 0-16,0-2 0 0,-2 1-80 0,1 0-16 16,-2-1 0-16,1 0 0 0,-1-2-96 0,1-1 0 15,-1-2-16-15,1 1 0 16,6-7-544-16,0 0-96 0,0 0-32 0,0 0 0 15,0 0-416-15,0 0-96 0,0 0-16 0,0 0 0 16,6-11 144-16,3-2 32 0,2-3 0 0,4 2 0 16,3-1 240-16,3-1 48 0,1 1 16 0,0 1 0 0,1-3 416 0,-1 2 128 0,-2-1 0 0,-2 3 0 15,-1 1 720-15,-3 2 256 0,-2 1 48 0,-2 1 16 16,-2 0 256-16,-3 2 48 0,-5 6 16 0,0 0 0 16,0 0-176-16,0 0-32 0,0 0-16 0,-6-1 0 15,-3 2-432-15,-1 4-64 0,-1 0-32 0,-1 2 0 16,-1 2-608-16,-1 1 0 0,2-2 0 0,1 4-128 15,1 2-224-15,3-2-32 0,1-2-16 0,6-10 0 32,-3 10-208-32,3-10-32 0,0 0-16 0,3 9 0 0,-3-9-368 15,10 7-80-15,1-4-16 0,0-3 0 16,1-2 128-16,0-1 32 0,0-2 0 0,1-1 0 0,-1-3 704 0,0 1 256 0,-1 2-192 0,-1-2 192 16,-2-1 512-16,1 2 208 0,-2 0 48 0,-7 7 0 15,6-10 576-15,0 1 128 0,-6 9 32 0,0 0 0 16,5-7-480-16,-5 7-112 0,0 0-16 0,0 0 0 0,0 0-576 15,0 0-112-15,0 0-16 0,0 0-16 0,2 12-320 0,-2-1-64 16,-2 1-16-16,2-1 0 0,0 1 0 0,3 0 0 16,-3-12 0-16,3 10 0 15,0-1-432-15,-3-9-96 0,6 8-16 0,0-1 0 16,-6-7-1808-16,12 3-368 0,-1-2-80 0,2-2-16 16,-1-3 176-16,0-2 48 0,0-1 0 0,2-3 0 0</inkml:trace>
  <inkml:trace contextRef="#ctx0" brushRef="#br0" timeOffset="10277.57">19542 16686 8287 0,'18'-14'736'0,"1"-4"-592"15,-2-1-144-15,1 3 0 0,-2 3 3712 0,0 2 704 0,-3 1 128 0,-2 4 48 16,-2 2-2192-16,-9 4-432 16,0 0-96-16,0 0-16 0,0 0-448 0,0 0-112 0,0 0-16 0,-2 15 0 15,-3 3-400-15,0 1-96 0,-3-3-16 0,0 5 0 16,1 2-352-16,0 0-80 0,-1 3-16 0,3-2 0 16,2 0-320-16,0-1 144 0,3-1-144 0,3-2 0 15,0 1 144-15,2-3-144 0,3 0 0 0,1-1 144 16,1-2-144-16,2-1 0 0,1-3-160 0,1-1 160 15,0-2-304-15,1-4 48 0,1 0 0 0,2-6 0 16,1-1 80-16,1-3 32 0,0-3 0 0,1-3 0 16,1-4 144-16,0 0-160 0,1-2 160 0,-1-3-160 15,0-3 160-15,-2-1 0 0,-1-3-144 0,-4-5 144 16,0-3-144-16,-5-1 144 0,-3 0-192 0,-2 4 192 16,-3 0 0-16,-2 5 0 0,-2 2 0 0,-2 7 0 15,0 2 0-15,0 2 0 0,-1 4-160 0,1 3 160 16,-1 2 0-16,5 6 0 0,-6-2 0 0,6 2 128 0,-9 7 48 0,1 2 16 15,2 2 0-15,0 3 0 0,0 6-16 0,0 2 0 16,2 1 0-16,0 1 0 0,1 2 48 0,1 3 16 16,1 4 0-16,1 0 0 0,-1 2-96 0,0-3-16 15,-1-2 0-15,0-3 0 0,-1 0-128 0,-1 0 160 16,-1 1-160-16,-1 0 160 0,-2 1-160 0,0 1 0 16,-2-4 0-16,0-2 128 0,-1-5-128 0,-1 0 0 15,-2-5-192-15,-1-2 192 16,-4-4-1792-16,-2-6-256 0,-2-8-32 0,-4-6-13904 0</inkml:trace>
  <inkml:trace contextRef="#ctx0" brushRef="#br0" timeOffset="10418.73">19522 16030 41295 0,'0'14'1824'0,"0"-3"384"0,-2 4-1760 0,0 6-448 0,-2 5 0 0,-2 6 0 16,-1 5 368-16,-1 2-16 0,-1 2 0 0,1-2 0 31,1-1-1840-31,3 0-368 0,3 2-80 0</inkml:trace>
  <inkml:trace contextRef="#ctx0" brushRef="#br0" timeOffset="10953.52">20550 16912 32255 0,'13'2'1424'0,"-3"-3"304"0,2-4-1392 0,3 0-336 16,0-3 0-16,3-3 0 0,1-3 1792 0,2-5 304 16,1-3 48-16,-1-8 16 0,1-6-2016 0,1-5-400 15,-1-4-64-15,0-2-32 16,0 0-192-16,0-2-32 15,0 3-16-15,-2 0 0 0,-1-3 208 0,-2 0 32 0,-2-4 16 0,-2 3 0 0,-3 2 336 0,-1 9 0 16,-4 5 0-16,1 8 0 0,-3 5 0 0,-1 8 0 0,-3 4-144 16,0 6 144-16,1 3 0 0,0 0 0 15,-13 8 128-15,-2 6-128 0,-1 6 208 0,-1 4-48 0,0 7-16 16,1 5 0-16,-1 4 128 0,0 0 32 0,3 3 0 0,2 0 0 16,1-1-160-16,2 0-16 0,1 1-128 0,4 0 192 15,2 0-192-15,2 1 0 0,2 1 0 0,2-4 0 16,2-3 0-16,2-7 0 0,0-6 0 0,3-5 0 15,2-5-128-15,1-4-80 0,0-3-16 0,3-3 0 32,0-1-224-32,3-4-32 0,0-4-16 0,1-3 0 0,1-4 176 0,0-1 48 0,3-5 0 0,0-3 0 15,-2-2 272-15,1-2 0 0,-1 0 128 0,0-1-128 16,-1-1 832-16,-1 4 64 0,-4 1 0 0,0 4 16 16,-2 1 0-16,-1 5 0 0,-1 3 0 0,-1 3 0 15,0 5-688-15,-1 6-224 0,-1 2 128 0,-2 6-128 16,1 2 208-16,-1 6-16 0,-3 3 0 0,1 6 0 15,-3 1-192-15,-1-2 0 0,1-2 128 0,-1-4-128 0,-1-6-144 0,1-2-80 16,0-4-16-16,2-3 0 16,-4-9-2256-16,0 0-448 0,6 4-80 0,3-5-12144 15</inkml:trace>
  <inkml:trace contextRef="#ctx0" brushRef="#br0" timeOffset="11559.1">21392 16376 17503 0,'0'0'1552'0,"0"10"-1232"15,0-10-320-15,1 14 0 0,0-1 3232 0,2 3 592 16,2-1 112-16,0 0 32 0,2 0-2688 0,3-1-544 16,-1 0-96-16,4-3-32 0,-1-1-608 0,3-2 0 0,3-3-144 0,3-2 144 31,2-3-720-31,1-3-32 0,-1 0 0 0,2-5 0 0,1-1 304 0,-2-2 64 0,-1-4 16 0,0 3 0 16,-2 1 512-16,-2 0 112 0,-3 2 0 0,-2 1 16 15,-3-1 496-15,-2 1 80 0,-2 0 32 0,-3 2 0 16,-4 6 32-16,0 0 16 0,0 0 0 0,0 0 0 15,0 0-240-15,0 0-48 0,0 0-16 0,-6 6 0 16,-2 1-496-16,3 3-128 0,0 2 0 0,1 2 0 16,-1 1 0-16,2 1-256 0,1 1 64 0,2 0 0 15,0 1 192-15,2-2-192 0,0 0 192 0,2-3-192 32,0-2-192-32,2-1-32 0,2-1-16 0,1-2 0 0,0-2-96 15,3-3-32-15,2-1 0 0,1-1 0 0,1-4 192 0,1-3 48 0,1-2 0 0,2-1 0 16,1-1 320-16,-1 0 0 0,-4 0 0 0,1-1 0 15,-3-2 400-15,0 3 48 0,-2 1 16 0,0-1 0 16,-1-1 48-16,1 1 0 0,-2 0 0 0,-1 1 0 0,-2 2-304 0,-2 3-48 16,1-1-16-16,-3 3 0 0,-3 3-144 0,0 0-192 15,0 0 32-15,0 0 16 0,0 0-112 0,0 14 0 16,-2 3-16-16,1 0 0 0,-1 3 112 0,-2-1 32 16,1 0 0-16,1-1 0 0,0 1 128 0,0-3 0 15,4-2 128-15,0-1-128 0,0 1 192 0,0-3-16 16,0-2-16-16,-2-9 0 0,0 0-32 0,6 7-128 15,-6-7 192-15,0 0-64 0,0 0-128 0,0 0 0 16,10-6 0-16,-3 2-176 0,0-5 176 0,0 0 192 16,0 0-32-16,2 0-16 0,-1-3 464 0,2-2 96 15,0-1 0-15,1-2 16 0,0 2 64 0,1-2 16 0,1 2 0 16,0 2 0-16,-1 3-576 0,1 1-224 0,4-1 176 0,-1 5-176 16,1 1 0-16,-1 3 0 0,0 1 0 15,0 3 0-15,2 3 0 0,-2 1 0 0,1 1 0 0,-2 3 0 16,0 3 0-16,-2 0 0 0,-2 1 0 15,-2 1-160 1,-4-1-960-16,0-1-192 0,-3-2-32 0,-3 1-16 16,-2 0-1648-16,-4-2-336 0,-4-2-64 0</inkml:trace>
  <inkml:trace contextRef="#ctx0" brushRef="#br0" timeOffset="11728.1">21656 16124 33167 0,'0'0'1472'0,"7"-8"304"0,1-1-1424 0,1 1-352 0,1-2 0 0,1 2 0 0,1-3 2096 0,1 2 336 16,2 0 80-16,3 3 16 15,2 0-2656-15,2 2-544 0,2 1-96 0,2-1-32 16,2 4-2256-16,4 4-448 16</inkml:trace>
  <inkml:trace contextRef="#ctx0" brushRef="#br0" timeOffset="12070.49">22933 15868 42335 0,'0'0'1872'0,"4"8"384"0,3 1-1808 0,-2 4-448 0,0 4 0 0,-1 4 0 16,-1 3 400-16,1 5-16 0,-2 3 0 0,0 3 0 15,0 3-384-15,-1 3 0 0,0 1-224 0,1 3 80 16,-2-1-976-16,0 0-192 16,0-2-32-16,2-1-16 0,0-1-1712 0,0-1-352 0,-1-1-64 0</inkml:trace>
  <inkml:trace contextRef="#ctx0" brushRef="#br0" timeOffset="12979.55">23443 16110 34431 0,'0'0'1536'0,"0"0"304"0,0 0-1472 0,-9-1-368 16,-2 1 0-16,-1 2 0 0,-3 1 608 0,-3 3 48 15,-4 2 16-15,-1 4 0 0,-1 4-368 0,-2 4-80 16,-3 1-16-16,-1 4 0 0,3 3-208 0,3 2-128 16,3-2 128-16,3-1-208 0,3 1-64 0,3-3-16 0,2-2 0 0,2-1 0 15,4-1 32-15,1-2 16 16,3-2 0-16,1-1 0 15,4-3-336-15,3-1-80 0,0-1-16 0,3-1 0 16,5-5-160-16,1-1-48 0,2-4 0 0,2-1 0 0,2-5 496 0,1-2 80 0,-1 0 32 0,2-1 0 16,-1-1 272-16,0-1 0 0,-1-2 0 0,-1 1 0 15,0-2 0-15,-1 1 0 0,-2-2 0 0,-2-1 144 32,1 2-528-32,-2 0-96 0,-1 1-32 0,-3 2 0 15,-1 1-112-15,-1 1-16 0,-2 1-16 0,0 3 0 0,-1-2 848 0,-7 7 160 0,7-7 32 0,0 2 16 16,-7 5-16-16,6-6 0 0,-6 6 0 0,0 0 0 15,0 0-16-15,0 0-16 0,6-5 0 0,-6 5 0 16,0 0 0-16,0 0 0 0,0 0 0 0,0 0 0 16,0 0 64-16,0 0 16 0,0 0 0 0,0 0 0 0,0 0 208 0,0 0 64 15,0 0 0-15,0 0 0 0,0 0-48 0,0 0 0 16,8-2 0-16,-8 2 0 0,0 0-160 0,0 0-48 16,0 0 0-16,0 0 0 0,0 0-224 0,0 0-48 15,8 1-16-15,-8-1 0 0,0 0-160 0,0 0 0 16,0 0 0-16,0 0 0 0,0 0 0 0,0 0 0 15,0 0 0-15,0 0-176 0,0 0 176 0,0 0 0 16,0 0 0-16,0 0 0 0,0 0 0 0,0 0 0 16,0 0 0-16,0 0-128 0,0 0 128 0,0 0 0 15,0 0 0-15,0 0-128 0,0 0 128 0,0 0 0 16,0 0-144-16,0 0 144 0,0 0 0 0,0 0 0 16,0 0 0-16,0 0 0 0,0 0-144 0,0 0 144 15,0 0 0-15,5-6 0 0,-5 6-160 0,1-8 160 0,-1 8-128 0,-1-8 128 16,-1 0 0-16,2 8-128 0,-3-8 128 0,-2 2 0 15,0 0 0-15,-1 1-128 0,0-2 128 0,-2 2 0 16,0 1-128-16,-1 1 128 0,1 1-128 0,-1 2 128 16,-1 2-128-16,1 4 128 0,1 0-128 0,-2 5 128 15,1 6 0-15,-1 1 0 0,1 3 0 0,1 0-128 16,2 0 128-16,2 0 0 0,3-1 160 0,0-1-160 16,1-2 192-16,2 0-48 0,3-2-16 0,1-2 0 15,2-3-128-15,2-1 0 0,1-1 0 0,2-3 0 16,0-2 0-16,4 0 0 0,0-3 0 0,4-3-176 15,1-1 176-15,2-5-208 0,3-2 80 0,-1-2 128 16,1-1-432-16,-2-3 48 0,-2-3 0 0,0 0 0 16,0-5-352-16,-1-4-64 15,-2-7-16-15,-2-1 0 0,-3-4 80 0,-1 1 16 0,0-2 0 16,-1 0 0-16,-2 2 528 0,0 3 192 0,0 1-144 0,-1 1 144 0,-3 2 976 0,0 1 288 16,-3 2 48-16,0 5 16 0,-1 4-416 0,-2 5-80 15,-1 6 0-15,0 5-16 0,0 5-416 0,0 0-80 16,0 0 0-16,-3 13-16 0,-4 6-112 0,1 6-32 15,-2 5 0-15,0 4 0 0,-1 2 32 0,1 5 0 16,0 4 0-16,0 5 0 0,3 2-64 0,-1 2 0 16,1-1 0-16,1-3 0 0,1-8 0 0,0-3 0 15,-1-6 0-15,1-3 0 16,-2-3-1328-16,1-3-272 0,1-3-48 0,-1-1-9680 16,-1-3-1952-16</inkml:trace>
  <inkml:trace contextRef="#ctx0" brushRef="#br0" timeOffset="13138.17">22264 16298 21183 0</inkml:trace>
  <inkml:trace contextRef="#ctx0" brushRef="#br0" timeOffset="13333.1">23299 15817 42159 0,'0'0'1856'16,"0"0"400"-16,9-5-1808 0,0 0-448 0,-1 0 0 0,3 0 0 0,2 1 688 0,0-1 32 15,0 2 16-15,1 1 0 0,2 0-528 0,0 1-208 16,2 0 176-16,-1 1-176 16,1 0-320-16,0 1-176 0,-2 0-16 0,-1 0-16 15,1 0-2512-15,-2-1-496 0,-1 0-112 0</inkml:trace>
  <inkml:trace contextRef="#ctx0" brushRef="#br0" timeOffset="13502.54">23712 15231 35935 0,'0'0'3200'0,"0"0"-2560"0,0 0-512 0,-9-4-128 16,-2 2 1728-16,-4 2 320 0,0 2 64 0,-1 2 0 15,-2-2-1584-15,0 2-320 0,1 3-64 0,-1 4-16 16,-1 4-304-16,0 5-64 0,-2 4-16 0,0 7 0 31,-2 5-3056-31,0 3-608 0</inkml:trace>
  <inkml:trace contextRef="#ctx0" brushRef="#br0" timeOffset="13661.2">24972 16195 37775 0,'0'0'3360'0,"0"0"-2688"0,-9-6-544 0</inkml:trace>
  <inkml:trace contextRef="#ctx0" brushRef="#br0" timeOffset="14432.75">24406 14628 36863 0,'-4'-13'1632'0,"3"3"336"0,0-3-1584 0,0 1-384 0,0-1 0 0,0 4 0 0,-2 0 128 0,3 9-128 16,0-7 128-16,0 7-128 0,0 0 272 0,0 0-16 15,0 0-16-15,0 0 0 0,0 0-112 0,7 11-128 16,1 2 176-16,3 5-176 0,2 3 0 0,3 5 0 16,0 6-160-16,3 8 160 0,1 5-176 0,0 7 176 15,2 6-128-15,0 2 128 0,2 2 0 0,-4 4-160 16,0 3 160-16,-1 4 0 0,-1 3 0 0,-1 0 0 0,0-3 0 15,-3-1 0-15,-1-2 160 0,-3 2-16 0,-2 3 0 16,-4-4 0-16,-2-4-16 0,-3-5-128 0,-2-5 192 0,-4-1-64 16,-3 0-128-16,-3 1 0 0,-2-1 0 0,-4-2 0 15,-3-3 192-15,-2-5-32 0,-4-4-16 16,-1-2 0-16,-2-2 48 0,-1 1 16 0,-1-1 0 16,0 1 0-16,0-2 80 0,0-1 16 0,1 1 0 0,1-4 0 15,1-3 80-15,0-4 0 0,0-5 16 0,2-3 0 16,-1-2-128-16,3-4-16 0,0-2-16 0,3-3 0 15,0-1-48-15,2-2 0 0,2 0 0 0,2-2 0 16,-1 0-32-16,3 0-16 0,-1-1 0 0,3 0 0 16,1-2-144-16,1 1 0 0,0 0 0 0,2 0 0 15,1-2 0-15,8 2 0 0,-9 2 0 0,9-2 0 16,-9-1 0-16,9 1 128 0,0 0-128 0,0 0 0 16,0 0 144-16,0 0-144 0,0 0 160 0,0 0-160 15,0 0 208-15,0 0-48 0,0 0-16 0,0 0 0 0,0 0-144 0,0 0 160 16,0 0-160-16,0 0 160 15,0 0-480-15,0 0-112 0,0 0-16 0,0 0 0 16,0 0-1072-16,0 0-208 0,0 0-64 0,0 0-16048 16</inkml:trace>
  <inkml:trace contextRef="#ctx0" brushRef="#br0" timeOffset="14875.83">24496 14545 34719 0,'0'0'1536'0,"0"0"320"0,0 0-1472 0,2-7-384 0,-2 7 0 0,0 0 0 16,0 0 0-16,0 0 0 0,0 0 0 0,0 0 0 15,0 0 0-15,0 0-128 0,0 0 0 0,9 10 0 16,0 2-160-16,2 4-32 0,1 4 0 0,2 3 0 16,1 5 144-16,2 5 32 0,1 4 0 0,-1 8 0 15,1 7 144-15,-2 3-128 0,-1 2 128 0,-1 1-128 0,2-2 128 0,-1 3 0 16,-3 1-144-16,-1 4 144 0,-1 4 0 0,-2-1 0 15,-1-1 0-15,-1-2 0 0,-2-2 416 0,-1 0 0 16,-1 2 0-16,-2-1 0 0,-4-3 320 0,-4-5 64 16,1-4 16-16,-3-4 0 0,-3-3-48 0,-2 1 0 15,0 2 0-15,-3-2 0 0,-3 0-192 0,-3 2-64 16,-3-1 0-16,-3-2 0 0,-1-6-304 0,-1-2-64 16,-1-1-16-16,-1 0 0 0,-2 1-400 0,-8-2-96 15,-8-2-16-15</inkml:trace>
</inkml:ink>
</file>

<file path=ppt/ink/ink3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3-01-10T09:59:05.946"/>
    </inkml:context>
    <inkml:brush xml:id="br0">
      <inkml:brushProperty name="width" value="0.05292" units="cm"/>
      <inkml:brushProperty name="height" value="0.05292" units="cm"/>
      <inkml:brushProperty name="color" value="#FF0000"/>
    </inkml:brush>
  </inkml:definitions>
  <inkml:trace contextRef="#ctx0" brushRef="#br0">8689 1943 13823 0,'-7'-7'1216'0,"-2"-3"-960"16,-2-2-256-16,-1 0 0 0,-1 0 768 0,0 1 128 15,-3 1 0-15,0-1 16 0,-2-1 320 0,1 0 64 16,-2 0 16-16,0 2 0 0,-1 0-528 0,2 1-96 16,0 0-32-16,-2 2 0 0,1 1-272 0,-3-1-48 15,-4-1-16-15,1 1 0 0,0 2 448 0,-2 3 96 0,0 5 16 0,-5 1 0 16,-3 3-880-16,-3 0-208 0,-2 3-32 0,-1 1 0 15,1 0 240-15,4 4 128 0,1 0 0 0,3 5-128 16,0 2 144-16,1 4-144 0,0 2 0 0,1-2 144 16,-1 0-144-16,1 2 0 0,0 2 0 0,2-1 0 15,-1 2 0-15,3 2 0 0,-1 2 0 0,3 2 0 16,2-1 0-16,0 2 0 0,0 3 0 0,1-2 0 16,0-3 0-16,4-2 160 0,1-1 16 0,4 0 0 15,2-1 48-15,2 0 16 0,0-4 0 0,3 1 0 16,2 0-240-16,1-1 0 0,0 0 0 0,1 1 0 15,1 3 0-15,2 1-128 0,0 0 128 0,1-1 0 16,2-4 0-16,1-3 0 0,4-2 0 0,-1-1 0 0,0 0 0 16,2 0 0-16,3-3 0 0,2 0 0 0,0 0 0 15,2 1 0-15,0 0 0 0,4 0 0 0,-1 0 0 0,2 3 0 16,2 0 0-16,1 1 0 0,1-1 0 0,1-1 0 16,1 0 0-16,1-2 0 0,1-1 0 0,1-3 0 15,0-1 0-15,3 1 0 16,1-2 0-16,2-1 0 0,-1-3 0 0,2 1 0 0,1-2 0 0,2 0 0 15,1-1 0-15,-1-2 0 0,-1 0 0 0,-2-2 0 16,-1-1 0-16,-2 2 0 0,-1-3 0 0,0-1 128 16,1-2-128-16,0-1 0 0,2-3 0 0,1 0 176 15,0-2-176-15,0-2 160 0,-1-2-16 0,-1-2 0 16,-4 0 0-16,0-2 0 0,0-1 48 0,0-2 0 16,-1-4 0-16,0-2 0 0,-1 0 64 0,1 0 0 0,0-2 16 0,-1 0 0 15,-1 1 32-15,-4 1 0 0,1 0 0 16,-5 3 0-16,-5 1 112 0,0 1 32 0,-4 2 0 0,-2-3 0 15,-2-1 0-15,-2-1 16 0,-1-1 0 0,-3-2 0 16,-1-2-144-16,-2-3-16 0,-1-3-16 0,0 0 0 16,-2-1 16-16,0-1 0 0,-2 0 0 0,0-1 0 15,-2-3-16-15,-1 0 0 0,0-1 0 0,-2-1 0 16,-2-1-32-16,1-2 0 16,-2 2 0-16,1 1 0 0,-1 3-32 0,-1 4-16 0,-2 2 0 0,-1 6 0 15,-3 4-80-15,-2 3-128 0,0 2 176 0,-1 1-176 16,-1 1 128-16,0 1-128 0,-1-2 0 0,0 1 0 15,-1 1 0-15,-1-1 128 0,2 1-128 0,0-1 0 16,-1-3 0-16,1-1 0 0,-1-3 0 0,1 1 0 16,1 0 0-16,2 4 0 0,1 3 0 0,3 1 0 15,0 2 0-15,0 4 0 0,0 0-192 0,0 4 48 16,1 1-224-16,-1 2-32 0,0 2-16 0,1 3 0 16,-2 3-1504-16,1 1-288 0,0 0-64 0</inkml:trace>
  <inkml:trace contextRef="#ctx0" brushRef="#br0" timeOffset="1">7476 3268 6447 0,'0'0'576'0,"0"0"-576"16,0 0 0-16,0 0 0 0,0 0 1792 0,0-6 256 0,0 6 64 0,-2-8 0 15,2 8-832-15,0 0-176 0,-4-7-16 0,4 7-16 16,-3-6-112-16,3 6 0 0,-6-5-16 0,6 5 0 16,0 0-320-16,-8 0-64 0,0 1-16 0,0 2 0 15,0-1-304-15,2 1-64 0,-2 0-16 0,0 2 0 16,-2 0 144-16,1 2 16 0,-2 2 16 0,-1 1 0 16,-2-1-64-16,0 4-16 0,-1-1 0 0,-1 2 0 15,-2 1-32-15,-1 2-16 0,-2 0 0 0,-1 1 0 16,0 0-32-16,-1-1-16 0,-1 3 0 0,2-1 0 15,2-2-160-15,-2 3 160 0,-3 1-160 0,0-1 160 16,0-3-160-16,-3 2 0 0,-1 1 144 0,-1 3-144 16,-1 2 0-16,-1 2 0 0,-3-1 0 0,1 1 0 15,0-1 0-15,1 0 0 0,0 2 0 0,0-1 128 16,-2-1-128-16,-2 0 0 0,-2 0 0 0,-1 1 128 0,-1 0-128 16,-2 3 0-16,-3 2 0 0,0 1 128 0,2-1-128 15,1 1 0-15,1 1-176 0,3-1 176 0,0-2-128 16,1-2 128-16,-2-1 0 0,1-3-144 0,-2-2 144 0,0 0 0 15,2 1 0-15,0-1 0 0,1 4 0 0,0 1 0 16,1 0 0-16,0 2 0 0,1 0 0 0,0 2 0 16,0-1 0-16,-1 1 0 0,0-1 0 0,-2-1 0 15,3-3 0-15,1 0-128 0,1-1-96 0,3-2-16 16,2-2 0-16,2-2 0 16,-1-1-176-16,2-3-32 0,1-1-16 0,0-3 0 0,3-1 112 0,-1 0 32 15,-2-1 0-15,0 1 0 0,-1 0 0 0,1 0 16 16,-3 0 0-16,0 2 0 15,1 0-416-15,-2 1-96 0,-1 2-16 0,1-2 0 16,0 0-176-16,-1 1-32 0,1-1-16 0,-1-1 0 0,-1-1 656 0,0 0 128 0,0-1 16 16,2 0 16-16,-1-1 624 0,-2 1 128 0,1 0 32 0,1 0 0 15,-1-1 144-15,-1 2 16 0,1 1 16 0,1 2 0 16,-4-2-256-16,0 1-48 0,-1 2-16 0,0 0 0 16,0 1 80-16,-2 2 16 0,1 2 0 0,0 4 0 15,0 0 48-15,3 1 16 0,0 1 0 0,4 0 0 16,2 1-320-16,3-1-64 0,1 1-16 0,3-1 0 15,5 0-160-15,2 0 160 0,1 1-160 0,2 1 160 16,3 2-32-16,2 4 0 0,0 4 0 0,4 1 0 16,1 3-128-16,3 2 128 0,2 1-128 0,2-5 128 15,2-3-128-15,2-5 0 0,4-4 0 0,0 0 0 16,3-1 0-16,2-1-144 0,2-3 144 0,5 0 0 16,1 1-176-16,4-2 176 0,1-1-160 0,3-2 160 0,1-4-160 15,1-1 160-15,1 1-160 0,3-4 160 0,2-4-288 16,0-2 32-16,1-1 16 0,0-5 0 0,1-4 0 0,0-2 0 15,1-4 0-15,-1-3 0 0,-1-2 240 0,0-3-176 16,0-5 176-16,-1-4-160 0,-2-1 160 0,2 0 0 16,-1-2 0-16,0 1 0 0,-4-1 0 0,2 0 0 15,-1-2 160-15,-2-1-160 0,-4-4 160 0,-2 0-160 16,-1-1 160-16,-3 1-160 0,-2-4 128 0,-1 3-128 16,-1 1 0-16,-2 2 144 0,-3 1 0 0,-4 1 0 15,-1 1 0-15,-3-1 0 0,-3-2 96 0,-3 1 16 16,-3-1 0-16,-3 0 0 0,-2 0 256 0,-4 0 48 15,0 1 16-15,-1 1 0 0,-2 2 64 0,-4 3 32 16,1 0 0-16,-2 3 0 0,-2-1-32 0,0 2-16 0,-1-1 0 0,-3 2 0 16,-4 2-160-16,0 2-16 0,0 1-16 0,-4 1 0 15,-5 3-80-15,-4 3-16 0,-2 2 0 0,-2 3 0 16,-3 3-64-16,1 2-16 0,2 1 0 0,0 2 0 16,0 2-48-16,2 1-16 0,0-1 0 0,1 3 0 15,3 0-192-15,-1 1 176 0,-2 1-176 0,2 1 160 16,-2 1-160-16,3 0-176 0,1 1 48 0,1 1 0 31,1 2-272-31,0-1-48 0,1-1-16 0,0 2 0 16,0-1-160-16,2-1-16 0,3-1-16 0,0-1 0 0,4-3 16 15,4 0 0-15,1-1 0 0,5 0 0 0,3-2-1696 16,2-1-336-16,-3 0-64 0,11-4-7968 0</inkml:trace>
  <inkml:trace contextRef="#ctx0" brushRef="#br0" timeOffset="2">12486 4505 21183 0,'-13'-3'944'0,"3"2"192"0,-4 0-912 0,-3 0-224 0,-2 0 0 0,1 1 0 0,-2 2 1200 0,0 1 192 15,0 2 32-15,-1 1 16 0,-1 3-784 0,1 1-144 16,2 0-48-16,1 1 0 0,0-1-224 0,2 1-48 16,2 1-16-16,3 2 0 0,1 3-176 0,0 2 0 15,0 3 0-15,0 4 0 0,0 3 0 0,0 2 0 16,0 4 0-16,2 1 0 0,-2 2-144 0,2 2 144 16,1 2 0-16,3 0 0 0,2-1 0 0,4 0 0 0,3-5 0 15,3-2 0-15,1-2 0 0,4-1 0 0,4-3 0 0,2-1 0 16,2-3-128-16,5 1 128 0,0-1 0 0,4 1 0 15,-1 0 0-15,1 2 0 0,0-2 0 0,0 0 0 16,-2-2 0-16,3 3 0 0,-1-1 0 0,-1-1 0 16,-1-2-176-16,0-1-16 0,1-4-16 0,2-4 0 15,1-3 208-15,3-1 0 0,2-6 0 0,1-2 0 16,-1-2 160-16,-1-2-160 0,1-2 128 0,-3-1-128 16,-3-2 128-16,-3-2-128 0,0-1 0 0,-2-1 128 15,2 0-128-15,-3-4 0 0,0-1 0 0,1-2 0 16,-1-2 128-16,1-2-128 0,0-1 128 0,-3 0-128 15,-1-2 0-15,-1 1 0 0,-3 0 0 0,2 1 0 16,-2 2 0-16,-3-3 0 0,-2 0 0 0,-2 0 128 0,-2-1 160 16,-1-1 32-16,-3-3 0 0,-1 1 0 15,-4-2 64-15,-3 0 32 0,-2-1 0 0,-2 3 0 0,1 2 48 0,-3 1 16 16,-3 0 0-16,0 3 0 0,-2 0 48 0,0 0 16 16,-1 1 0-16,-2 0 0 0,0-2-144 0,-2-2-16 15,-3 2-16-15,1-1 0 0,-2 0-48 0,0-2 0 16,-1 0 0-16,-1 0 0 0,1 2-16 0,-1 2-16 15,-3 0 0-15,0 4 0 0,0 2-96 0,0 2 0 16,-3 1-16-16,0 3 0 0,0 1-176 0,-1 2 160 16,1 4-160-16,-2 2 160 0,1 2-160 0,1 3 0 15,1 3 0-15,2 0 0 0,0 0 0 0,1 1 0 16,-1 2 0-16,2 0-176 16,0 0-320-16,1 1-64 0,0 0-16 0,-1-2-10656 15,2 3-2144-15</inkml:trace>
  <inkml:trace contextRef="#ctx0" brushRef="#br0" timeOffset="3">13479 9435 24879 0,'0'0'2208'0,"-6"-5"-1760"16,0 0-448-16,2-2 0 0,0 1 368 0,1-1-16 15,0-1 0-15,0 1 0 0,-2-2-32 0,0 0 0 16,-1-1 0-16,0-1 0 0,-2-2-176 0,-1 0-144 16,1-2 192-16,-3 1-192 0,-3 0 320 0,-4 1-64 15,0-1 0-15,-4 2 0 0,-4 1 0 0,-1 3 0 16,-3 1 0-16,-1 4 0 0,-2-1 192 0,2 4 48 16,-2 1 0-16,1 5 0 0,1 3 80 0,0 2 0 15,-1 2 16-15,-1 1 0 0,-1 3-368 0,-2 1-80 16,-3 3-16-16,-1 5 0 0,-2 3-128 0,1 3 0 15,3 3 144-15,-1 3-144 0,2 2 0 0,4 0 0 0,2 1 0 0,2-1 0 16,4-3 0-16,1 1 0 0,2 3 0 0,3-1 0 16,1 0 0-16,5 3 0 0,2 4 0 0,5-1 0 15,2-1 0-15,4-3 0 0,3-3 0 0,2 0 0 16,4 0 0-16,3-1 0 0,4-3 0 0,2 2-128 16,1 0 128-16,4 0 0 0,2 0 0 0,4-1 0 15,2-4 0-15,3-2 0 0,2-3 0 0,4-5-128 16,1-2 128-16,3-4-128 0,1-2 128 0,2-2-128 15,-1-2-80-15,1-2-16 0,3-4 0 0,1 1 0 16,3-3 32-16,1 0 0 0,2 0 0 0,-2-2 0 16,-2-3 192-16,0-2 0 0,-1-2 0 0,1-2 0 15,-1-1 0-15,0-3 208 0,-2-2-32 0,-3-3-16 16,-3-4 64-16,-2-2 16 0,-4-4 0 0,0-1 0 16,-2-4 32-16,-1 0 16 0,-3-2 0 0,0-1 0 0,-4 0 80 0,-2 1 16 15,-3-1 0-15,-4-3 0 0,-4-2 96 0,-3 0 32 16,-4-6 0-16,-5 0 0 0,-3-2 176 0,-3 1 32 15,-5 3 16-15,-3 1 0 0,-3 1-176 0,-6 0-48 16,-3-3 0-16,-4 1 0 0,-1-1-240 0,-4-1-48 16,-4 0-16-16,-4 7 0 0,-4 2-208 0,-2 4 0 15,-5 5 0-15,-3 4 0 0,-3 4 0 0,-1 4-208 16,1 2 32-16,-1 3 16 0,1 0-176 0,-2 3-48 16,-2 3 0-16,0 4 0 15,-2 0-1856-15,-1 7-384 0,-1 3-80 0</inkml:trace>
  <inkml:trace contextRef="#ctx0" brushRef="#br0" timeOffset="4">3206 9389 20671 0,'-10'-9'912'0,"5"4"192"0,-2 1-880 16,2 1-224-16,5 3 0 0,-7-4 0 0,2 2 688 0,5 2 80 0,-8-2 32 0,0 1 0 15,1 1-64-15,-1 0-16 0,-1 1 0 0,1 2 0 16,1 1 48-16,-3 0 16 0,-2 1 0 0,-2 4 0 16,1 3-272-16,-2 3-64 0,-3 1-16 0,0 6 0 15,-3 6-128-15,-2 2-32 0,-2 2 0 0,3 1 0 16,3 3-272-16,-1-1 0 0,-1-1 128 0,1 1-128 16,1 1 0-16,3 5 0 0,3 4 0 0,1 4 0 0,3 3 208 15,3 2-64-15,3 1-16 0,4 1 0 0,1-1-128 16,3 3 0-16,1 1 0 0,2 3 128 0,1 1-128 0,3-5 0 15,2-7 0-15,3-3 0 0,1-4 0 0,3-5-176 16,1-2 176-16,6-3-192 0,0-5 192 0,4-2-192 16,1-3 192-16,6-3-192 0,4-2 192 0,2-4 0 15,2-2 0-15,1-4-128 0,2-6 128 0,1-4 0 16,1-4 0-16,2-2 0 0,1-4 128 0,0-4-128 16,-1-3 128-16,-1 0-128 0,-2-1 0 0,-1-2 0 15,-4-2 0-15,-1-2 128 0,-1-2 144 0,0-3 48 16,-1-1 0-16,0-2 0 0,-2-4 256 0,-1-4 64 15,-3-4 16-15,-2-1 0 0,-3 0-144 0,-1 1-16 16,-3-1-16-16,-1-1 0 0,-4 2-128 0,-4-2-32 16,-4-3 0-16,-1 1 0 0,-2-1 16 0,-3 1 0 0,-4 1 0 15,-4 4 0-15,-2 3-32 0,-4 3-16 0,-1 2 0 0,-3 0 0 16,-2 0 64-16,-2 0 16 0,-4 2 0 0,-2 1 0 16,-1 1-32-16,-5 2 0 0,0 3 0 0,-4 4 0 15,-1 0-112-15,-6 5-32 0,-3 4 0 0,-2 2 0 16,-3 3-192-16,0 2 0 0,0 3 0 0,-1 2 0 15,-1 0 0-15,-3 2 0 0,-1 1-128 0,-3 2 128 16,0 3-384-16,0 2 48 0,2 2 0 0,1 3 0 31,2 3-576-31,4 3-112 0,2 0-32 0,4 6 0 0,2 1-2112 0,7 0-416 16,2-6-96-16</inkml:trace>
  <inkml:trace contextRef="#ctx0" brushRef="#br0" timeOffset="5">8869 11325 36863 0,'-18'-8'3264'0,"-4"0"-2608"0,-3 1-528 0,0 2-128 15,0 4 160-15,-1 3 0 0,1 4 0 0,-3 3 0 16,-1 3-160-16,-1 2 0 0,0 1 0 0,1 5 0 16,0 3-144-16,0 0-16 0,2 3 0 0,1 2 0 15,-1 4-16-15,2 3 0 0,0 5 0 0,0 6 0 16,2 8 0-16,2 4 0 0,2 3 0 0,1-3 0 16,1 0-32-16,5-1-16 0,1 0 0 0,5 0 0 15,2-1 16-15,6-1 0 0,2 0 0 0,4-5 0 16,4-6 208-16,2-2-192 0,5 1 192 0,2-1-192 0,2-1 192 15,1-5-144-15,-1-3 144 0,3-3-128 16,3-6 128-16,2-2 0 0,0-5 0 0,4-5-128 0,2-4 128 0,3-5 0 16,2-6 128-16,1-3-128 0,-1-5 0 0,0-2 0 15,-2-5 0-15,1-4 0 0,-3-4 0 0,2-4 0 16,-1-3 0-16,2 0 0 0,0-1 0 0,-1 0 0 16,1-3 128-16,-1-4-128 0,-1-6 240 0,-1-2-32 15,-3-3 0-15,-2 2 0 0,-5 0 144 0,0 5 32 16,-4 1 0-16,-3 0 0 0,-2 0-176 0,-3-2-16 15,-3 0-16-15,-3-1 0 0,-2 1 192 0,-4 2 32 16,-1 2 16-16,-3 4 0 0,-3 1 64 0,-2 2 16 16,-2 4 0-16,-1 0 0 0,-3 0-48 0,-2 3 0 15,1 1 0-15,0 4 0 0,-1 2-96 0,0 3-32 16,-1 3 0-16,-3 3 0 0,1 3-64 0,-1 1-32 0,1 1 0 0,-2-1 0 16,-1 0-224-16,-1 3 176 0,-2 0-176 0,-1 1 160 15,-1 1-160-15,-2-1 0 0,-2 1 144 0,-1-1-144 16,-1 0 0-16,1 2 0 0,0 0 0 0,1 1-128 15,2 1 128-15,0 1-192 0,2 1 192 0,1 3-192 16,1 2 192-16,1 2-208 0,0 0 80 0,1-1 128 16,0 0-240-16,2 1 80 0,0 1 16 0,2-1 0 15,0 0 0-15,2-1 0 0,1-1 0 0,1-1 0 32,-1 0-1200-32,-1 2-256 0,2 0-32 0,1 1-15264 0</inkml:trace>
  <inkml:trace contextRef="#ctx0" brushRef="#br0" timeOffset="6">8356 2397 36863 0,'-7'-29'1632'0,"2"12"336"0,-1-1-1584 0,1 3-384 16,1 2 0-16,1 2 0 0,-1 1-192 0,2 4-128 16,2 6-32-16,0 0 0 0,0 0 352 0,0 0 0 15,-8 0 192-15,1 3-64 0,-2 3-128 0,-1 6-176 16,-2 7 48-16,-2 5 0 0,0 6 128 0,-2 5-208 0,-3 2 80 0,1 3 128 16,-2-1-160-16,1 5 160 15,0 6 0-15,3 1-144 0,0 1 144 0,5-1-128 0,3-4 128 0,2-6-128 16,3-5-32-16,3-6 0 0,2-5 0 0,2-4 0 15,3-5-112-15,2-5-32 0,1-5 0 0,0 0 0 32,-2-3-96-32,1-4-32 0,0-2 0 0,1-4 0 0,0-4 432 0,0-3 0 0,-1-4 0 0,-2-1-128 15,1-2 128-15,0-3 192 0,-3-3-32 0,2-2-16 16,-1-2-144-16,0 2 0 0,-2-1 144 0,0 0-144 16,-2 1 256-16,-2 0-32 0,-1 1 0 0,-2 1 0 15,-1 1 64-15,0-1 16 0,-3 1 0 0,0 3 0 16,1 2-80-16,0 3-16 0,2 3 0 0,0 4 0 15,-1 1-32-15,2 3-16 0,3 7 0 0,0 0 0 16,0 0-160-16,0 0 128 0,0 0-128 0,-3 11 128 16,-1 4-128-16,2 3 0 0,0 3-160 0,2 2 160 0,0 3 0 0,1 0-144 15,1 0 144-15,1 2 0 0,1-1 0 0,0-1 0 16,2-2 0-16,-1-2 128 0,2-2-128 0,0-2 0 16,1-1-128-16,1-5 128 0,0-4 0 0,0-3 0 15,-9-5 0-15,13 1 0 0,0-3 176 0,0-2-48 16,-1-5 0-16,1-2 0 0,1-1-128 0,0-1 192 15,0-2-192-15,-1 0 192 16,-2-1-1392-16,0 0-272 0,-2-3-48 0</inkml:trace>
  <inkml:trace contextRef="#ctx0" brushRef="#br0" timeOffset="7">4466 5246 30399 0,'-12'0'1344'0,"12"0"288"0,-11 0-1312 0,2 1-320 0,9-1 0 0,-9 4 0 16,1 4 240-16,2 4-32 0,-1 4 0 0,2 6 0 15,-2 1-208-15,2 4 0 0,-2 3 0 0,1 4 0 0,2 5 0 0,0-1 0 16,0-2 0-16,1-2 0 0,0-2-128 0,1-2 128 16,2-2 0-16,-2-3 0 0,1-5-240 0,1-3 64 15,1-1 16-15,3-4 0 16,-3-3-256-16,-1-9-48 0,2 8-16 15,-2-8 0-15,0 0 32 0,0 0 16 0,0 0 0 0,0 0 0 0,6-8 432 0,-2-1-160 16,-1 0 160-16,-1-1 0 0,1-2 0 0,-1-1 0 16,0-3 192-16,1 1-48 0,2 0 112 0,0-1 0 15,1 1 16-15,0-1 0 0,2 1-128 0,2 1-16 16,2-1-128-16,1 3 192 0,0 0-192 0,2 2 0 16,0 1 0-16,1 2 0 0,0 1-128 0,2 2 128 15,-2 3 0-15,2 3 0 0,-2 3 0 0,1 3 0 16,0 2 0-16,1 1 0 0,-2 0 0 0,1 1 0 15,-2 0 144-15,0 0-144 0,-2 0 144 0,-1 1-144 0,-1-1 160 0,-1-1-160 16,0-1 176-16,-4 1-176 0,0-2 192 0,-3 1-192 16,-2 0 464-16,-2-1-16 0,-3 0 0 0,-1 0 0 15,-2-1 144-15,-3 1 32 0,-2 0 0 0,-3 0 0 16,0 0-80-16,0-3-16 0,-2 0 0 0,-1-1 0 16,1 0 128-16,-1-2 32 0,1-2 0 0,-1-1 0 15,0-2-240-15,1 1-32 0,-1-1-16 0,3-1 0 16,-1 1-400-16,4-1 0 0,1 0 128 0,0 0-128 15,0 2-1536 1,3 1-352-16,0 1-64 0</inkml:trace>
  <inkml:trace contextRef="#ctx0" brushRef="#br0" timeOffset="8">3686 9824 31839 0,'-11'-6'1408'0,"5"2"304"0,0 0-1376 0,0 0-336 16,1-2 0-16,-2 2 0 0,-1-1 160 0,0 2-32 16,-1 1-128-16,-1-2 192 0,-2 0 16 0,-1 1 0 15,-2 2 0-15,1 1 0 0,-2 2-32 0,-2 3-16 16,-2 3 0-16,0 3 0 0,-1 2-160 0,-2 4 0 15,0 3 0-15,0 3 0 0,1 2 0 0,2 2-144 16,2 3 144-16,2 1 0 0,3 1 0 0,3-1 0 0,4-3 160 0,2 0-32 16,3-3 96-16,3-3 32 0,3-2 0 0,1-1 0 15,3-3 0-15,2-1 16 0,1-1 0 0,5-3 0 16,1-1-96-16,3-5-32 0,2-2 0 0,3-2 0 16,1-2-144-16,5-3 0 0,2-4-192 0,4-1-10480 15,1-2-2080-15</inkml:trace>
  <inkml:trace contextRef="#ctx0" brushRef="#br0" timeOffset="9">8725 12028 14511 0,'0'0'640'0,"0"0"128"0,0 0-608 0,0 0-160 0,0 0 0 0,0 0 0 16,0 0 1248-16,0 0 224 0,0 0 32 0,0 0 16 16,0 0-928-16,2-7-176 0,-4 0-32 0,2 7-16 15,-4-5 32-15,-1 0 16 0,0 2 0 0,-3 0 0 16,-1 0 96-16,-1 1 32 0,-1 1 0 0,-1 2 0 16,-1 2-224-16,0 1-64 0,-3 3 0 0,1 3 0 15,0-1-256-15,-1 5 0 0,1 0 0 0,0 4 0 16,1 2 0-16,2 4 0 0,-1 0 0 0,2 3 0 0,2 3 0 15,1-1 128-15,3-2-128 0,0 1 0 0,2-2 160 0,2-4-160 16,1-3 128-16,2-2-128 0,2-1 0 0,0-4 0 16,1-3 128-16,1-4-128 0,-6-5 0 0,9 3 0 15,1-4 0-15,0-2 128 0,-1-4-128 0,2-3 0 16,2-3 0-16,0-4 0 16,0-6-528-16,1-5 16 0,1-4 0 0,-1-2 0 15,0-2-496-15,-1-1-80 0,-1 2-32 0,-2 2 0 16,-1 1 288-16,-1 0 48 0,-2 1 16 0,0-1 0 0,-3-2 960 0,1-3 208 15,-2 0 48-15,-1-2 0 0,-1 0 704 0,-1-1 160 16,-3 4 32-16,0 4 0 0,0 3-432 0,-1 6-80 0,0 5 0 16,0 3-16-16,0 3 80 0,0 3 0 15,0 4 16-15,1 0 0 0,4 5-80 0,0 0 0 0,-9 2-16 0,1 1 0 16,1 2-480-16,2 4-80 0,-2 1-32 0,3 3 0 16,0 6-224-16,0 4 176 0,2 5-176 0,2 3 160 15,1 4-160-15,2 2 0 0,3 4 144 0,2-1-144 16,-1 1 0-16,2 1 128 0,1-1-128 0,-1 1 0 15,0 4 0-15,-1-1 128 0,1 0-128 0,-1-2 0 16,0-3 0-16,-2-2 0 0,0-4 0 0,-1-4-128 31,1-5-1728-31,0-2-352 0,0-3-64 0</inkml:trace>
  <inkml:trace contextRef="#ctx0" brushRef="#br0" timeOffset="10">12879 10185 20271 0,'-6'13'896'0,"4"-4"192"0,0 0-880 0,1 2-208 0,2 2 0 0,1 0 0 0,1 0 1712 0,3 1 288 16,0-3 64-16,1-3 16 0,2-2-1728 0,2-3-352 16,2-4 0-16,3-2 0 0,3-4-192 0,1-2 192 15,0-3-160-15,1-2 160 0,2-4 0 0,-1 0 0 16,0 0 0-16,0 1 0 0,-1-2 0 0,-2 1 208 16,-1 0-64-16,-3-2-16 0,1 0 176 0,-4 1 16 15,8-15 352-15,-15 18-224 0,0-2 32 16,-3 3 0-16,-2 1 0 0,-2 3-64 0,-3 2-16 15,-2 2 0-15,-3 3 0 0,-2 1-400 0,-4 3 0 16,0 3 0-16,-3 1-176 0,-1 5 32 0,1 2 0 16,2 2 0-16,1 1 0 0,2-1 144 0,1 3 0 0,2 1 0 15,2 1 0-15,3-1 0 0,1 0 0 0,1 1 144 16,3-2-144-16,2 0 384 0,2-2-48 0,3 0 0 0,1 1 0 16,3-1-32-16,2 0-16 0,1-1 0 0,4-1 0 15,3-1 48-15,1-1 16 0,2 0 0 0,1-2 0 16,0-3-128-16,3 0-32 0,-1-2 0 0,0-1 0 15,2-3-192-15,-2-1-128 0,1-3 128 0,0-3-208 32,2-2-2480-32,-1-4-480 0</inkml:trace>
  <inkml:trace contextRef="#ctx0" brushRef="#br0" timeOffset="11">12478 4650 20207 0,'0'0'896'0,"0"0"192"0,0 0-880 0,6 9-208 15,-1-1 0-15,2 2 0 0,1 0 384 0,0 1 16 16,1-1 16-16,0 1 0 0,0-1-96 0,0 0 0 15,-1-1-16-15,2-1 0 0,1 0-48 0,-1-2-16 16,0-2 0-16,0 0 0 0,-1 1 80 0,1-2 32 16,0-2 0-16,-1-1 0 0,1-2-32 0,1-1 0 15,-1-2 0-15,1 1 0 0,0-2-320 0,-1-2 0 16,1-1 0-16,0-1 128 0,0-1-288 0,-1-1-48 16,-1-1-16-16,-3 1 0 0,0 1 224 0,-2 0-144 0,-1-2 144 15,-3 1-128-15,-2 2 320 0,-1 2 64 0,-2-1 0 16,-3 1 16-16,-3 0-80 0,-3 4-32 0,-2 1 0 0,-1 2 0 15,-3 2-304-15,-1 2-64 0,0 0-16 0,1 4 0 16,0 1 224-16,1 2 0 0,0 1-160 0,2 0 160 16,1 0 0-16,2 0 128 0,0 1 0 0,2 2 0 15,2 2 224-15,1 2 32 0,-2 0 16 0,2 1 0 16,2-1 64-16,1 0 16 0,0-1 0 0,2 2 0 16,1 1-32-16,2 3-16 0,0 3 0 0,2 4 0 15,2 2 32-15,0 2 16 0,0 2 0 0,2-1 0 16,-1-2-32-16,1-2-16 0,1-2 0 0,-1-2 0 15,1 1-224-15,-1-1-32 0,0-2-16 0,-1-3 0 0,1-3-160 16,-2 1 0-16,-1 0 0 0,-1-2 0 0,0-2 0 16,-1-1 0-16,-1 1-144 0,0-4 144 15,0 1-640-15,0-2-32 0,-1-2 0 16,2-9 0-16,-5 7-1824 0,5-7-384 0,-8 2-64 0</inkml:trace>
  <inkml:trace contextRef="#ctx0" brushRef="#br0" timeOffset="12">12104 5354 24879 0,'0'0'2208'0,"-6"-1"-1760"16,6 1-448-16,0 0 0 0,0 0 1344 0,0 0 176 15,0 0 32-15,0 0 16 0,0 0-560 0,10-7-112 16,3 2-32-16,4-2 0 0,3-1-80 0,4 1-16 16,4-1 0-16,2-2 0 0,1 0-16 0,2 1-16 0,0 0 0 0,0 1 0 15,2-2-144-15,0-1-16 0,1-1-16 0,0 1 0 16,1-1-560-16,-1 1 0 0,1-2 0 0,1 1-192 31,-1 1-2752-31,-1 0-560 0</inkml:trace>
  <inkml:trace contextRef="#ctx0" brushRef="#br0" timeOffset="13">13255 13907 23375 0,'0'0'1024'0,"5"-6"240"0,0-2-1008 0,-3-1-256 0,-2 1 0 0,1-1 0 0,-1 0 880 0,0 0 128 16,-1 0 16-16,-1 1 16 0,-2-2-368 0,0 0-80 15,-1-1-16-15,-2 1 0 0,-2 1-192 0,-1 0-64 16,-2 0 0-16,-3 3 0 0,-1 0-320 0,-3 2 0 16,-5 0 0-16,-1 2 0 0,0 6 0 0,-2 1-192 15,1 2 64-15,-3 3 0 0,-1 1 128 0,0 2-192 16,-1 0 192-16,0 4-192 0,1-1 320 0,0 4 48 16,0 3 16-16,3 3 0 0,-2 0 224 0,3 3 48 15,1 3 16-15,2 2 0 0,4 2-176 0,-1-1-48 16,2-2 0-16,3 0 0 0,0-1-96 0,3 1-32 0,2 0 0 15,2 1 0-15,0-2-128 0,4-1 192 0,0-2-192 16,4-1 192-16,2-3-192 0,2-3 0 0,0-2 0 16,5-4 0-16,0-2 0 0,2-3-144 0,1-4 144 0,3 0-160 15,3-5 16-15,2-3 0 0,1-2 0 0,3-4 0 16,-1-3 144-16,1-3-208 0,1-4 80 0,1-1 128 16,0-4-256-16,-1-1 80 0,2-3 16 0,-1 1 0 15,2-1-160-15,-1-1-48 0,0-1 0 0,-1 0 0 16,-1 3 96-16,-2 1 16 0,2 1 0 0,-2-1 0 15,0 0 48-15,-1-1 16 0,-2 0 0 0,-1-2 0 16,-1 1 192-16,-3 3 0 0,-1 1 0 0,-3 1 0 16,-2 1-208-16,-1 4 48 0,-2 1 16 0,-2 3 0 15,-2 3 144-15,-2 9 0 0,0 0 0 0,-1-7 0 16,-1 0 0-16,-1 3 272 0,3 4-32 0,0 0-16 0,-8-5 32 16,0 3 0-16,2 1 0 0,-1 2 0 0,7-1-48 0,-9 4 0 15,2 2 0-15,0-1 0 0,0 2 112 0,2 0 32 16,-2 0 0-16,2 2 0 0,-1 1-176 0,2 2-48 15,-2 4 0-15,1 1 0 0,0 4-128 0,2 2 0 16,0 5 0-16,2 1 0 0,1 2 0 0,2-1 160 16,1-2-160-16,3 2 160 0,1 0-160 0,2 3 0 15,1 2 144-15,2 1-144 0,-2 2 0 0,1 2 144 16,-1 4-144-16,0 2 0 0,-2-4 0 0,-2-1 0 16,0-2-240-16,-3-2 80 0,-3 0-32 0,-1 0-16 15,-1-1 0-15,-2-3 0 0,-2-3 208 0,-3-2 128 16,-2-3 0-16,0-3-128 0,-2-4 720 0,-1-2 48 15,-2-4 0-15,-1-3 0 0,-2-4-336 0,0-2-64 0,-1-3-16 16,2-1 0-16,-1-2-352 0,0 0 128 0,1-3-128 0,-2 0 0 16,1-3 128-16,3-2-128 0,-2-2 128 0,4-1-128 15,-1 1 128-15,2 0-128 0,2 0 128 0,1-3-128 16,4-1 0-16,-1-3 144 0,3 0-144 0,0 0 0 16,3 1 0-16,3-2 0 0,1-2 0 0,2 2 0 15,1 0 0-15,2 1 0 0,3 0 0 0,3 3 0 16,0-1 0-16,2 3-144 0,1 0 144 0,1 4-128 15,-1 1 128-15,2 3 0 0,1 2 0 0,1 2 0 16,-1 1-320-16,2 0 0 0,3-1 16 0,0 0 0 16,1-1-2368-1,1-2-464-15,7-7-112 0,-1 0-16 0</inkml:trace>
  <inkml:trace contextRef="#ctx0" brushRef="#br0" timeOffset="14">13271 13771 30975 0,'-19'-8'1376'0,"2"3"288"0,-5-3-1344 0,-3 0-320 15,-3 0 0-15,0-1 0 0,-3 1 576 0,1 2 32 16,0-2 16-16,0 3 0 0,-3 3-48 0,1 1 0 0,0 2 0 0,2 4 0 16,-1 0-320-16,2 4-64 0,-1 2 0 0,0 1-16 15,2 0-176-15,-1 5 0 0,3 2 0 0,-1 3 0 16,2 4 0-16,0 2 0 0,-1 5 0 0,2 4 0 16,1 2 0-16,1 5 0 0,1 2 0 0,2 1 0 15,1-2 0-15,0 1 0 0,2 2-144 0,1 5 144 16,3 3 192-16,2 3 112 0,2 2 16 0,2-5 0 15,4-6-128-15,2-2-32 0,3 2 0 0,5-4 0 16,2-1-160-16,3 0-176 0,2 1 48 0,5-2 0 16,2-4-80-16,3-4-16 0,3-2 0 0,2-4 0 15,0-4 224-15,7-1-192 0,0-3 192 0,3-3-192 16,-1 0 192-16,3-1 0 0,0-3 0 0,0-2 0 16,-2-1-160-16,3-1 16 0,0-4 0 0,3-3 0 0,3-3 144 15,0-1-208-15,2-5 80 0,0-3 128 16,-1-3-160-16,0-1 160 0,-2-1 0 0,0-4-144 0,0-2 144 0,0 0 0 15,1-1-144-15,-2-1 144 0,-2 0 0 0,-3 0 0 16,-3-2 192-16,-2-1-64 0,-3-2 0 0,-2-2-128 16,0-1 192-16,-3-1-64 0,0 0-128 0,-2-1 192 15,2-2-192-15,-3 0 192 0,0 4-192 0,-1-1 0 16,-3 0 0-16,-1 2 0 0,-4 0 0 0,0-4 0 16,-4-3 0-16,-3 0 128 0,-2 1-128 0,-3-1 0 15,-3-2 144-15,-2 2-144 0,-2 2 128 0,-2 1-128 16,-3 0 128-16,-2 3-128 0,-2 1 320 0,-1-2 0 15,-3 0 0-15,-2-2 0 0,0-1-32 0,-3 0-16 16,-3 1 0-16,0 0 0 0,-1-1-32 0,-1 1-16 0,-2 1 0 16,1 1 0-16,-3 4 112 0,-1 3 32 0,-2 1 0 0,0 3 0 15,-1 2-192-15,-2 3-48 0,-2 5 0 0,-2 1 0 16,-2 3-128-16,1 3 0 0,1 1-192 0,0 1 192 16,-1 3 0-16,3 2 0 0,-2-2 0 0,3 3 192 15,-1-1-192-15,-2 2 0 0,1-1 0 0,0 1 0 16,2 1-128-16,1 2-64 0,3-1-16 0,2 4 0 31,-1 0-384-31,4 1-80 0,-1-2-16 0,2 2 0 16,0 1-2064-16,0-3-400 0,-10 0-96 0,12-7-16 0</inkml:trace>
  <inkml:trace contextRef="#ctx0" brushRef="#br0" timeOffset="15">5308 4120 21183 0,'-7'-10'1888'0,"-1"1"-1504"0,1 1-384 0,1 2 0 15,0 0 944-15,6 6 112 0,-5-3 32 0,5 3 0 16,0 0 32-16,0 0 16 0,0 0 0 0,0 0 0 16,0 0-512-16,0 0-112 0,0 0 0 0,0 0-16 15,-4 10-496-15,3 2 0 0,0 2 0 0,1 4 0 16,0 3 0-16,-1 3 0 0,-1 0 0 0,1 2 0 15,0 1 0-15,0 0 0 0,-2 1 0 0,0-1 0 16,0 2 0-16,0-2 128 0,-3 2-128 0,-1 0 0 0,1-1 0 0,0 3 176 16,1 1-176-16,-1 0 160 0,1-1-160 0,0-4 0 15,1-3 0-15,1 0 128 0,1-2-128 0,0-1 0 16,1-1 0-16,0 1 0 0,2-2 0 0,-1-1 128 16,-1 1-128-16,-1-1 0 0,0-1 0 0,-1 2 0 15,-2-1 0-15,2 0 0 0,0-1 0 0,0-1 0 16,0 0 128-16,1-2-128 0,0-1 0 0,1-1 0 15,1-2 0-15,0-10 128 0,3 9-128 0,-3-9 0 16,8 7 0-16,-1-3 0 0,-7-4 0 0,11 2 0 16,1 0 144-16,0 0-144 0,2-2 128 0,-2-2-128 0,0 1 160 15,1 2-160-15,-1-1 256 0,1 2-64 0,1-2 0 16,0 1 0-16,1 1 16 0,1 0 0 0,-2-1 0 0,2 1 0 16,1-1-48-16,1 1-16 0,0-1 0 0,2 0 0 15,1-1-144-15,-1 1 0 0,0-1 0 0,-2 0 128 16,0 0-128-16,-1 0 0 0,0-1 0 0,1 0 128 15,-1-2-288-15,1 2-64 0,0-1-16 0,2-1-9808 16,0 0-1984-16</inkml:trace>
  <inkml:trace contextRef="#ctx0" brushRef="#br0" timeOffset="16">8234 3474 22687 0,'0'0'1008'0,"0"0"208"0,0 0-976 0,0 0-240 0,0 0 0 0,0 0 0 0,0 0 352 0,0 0 32 16,-3 11 0-16,1-1 0 0,1-1-16 0,0 2 0 16,0 2 0-16,-1 1 0 0,2 1-128 0,0 3-32 15,2 2 0-15,0 3 0 0,1 4-208 0,0 4 144 16,1 2-144-16,-1 5 128 0,0 1-128 0,1 2 0 15,0 0 0-15,0 3 0 0,1 3 0 0,-1 4 0 16,1 4 0-16,-1 3 0 0,0 3 0 0,2 1 128 16,-1 0-128-16,2-1 0 0,-3 1 0 0,1 3 0 15,-1 4 0-15,3-1 0 0,0-3 0 0,3-3 0 0,0-4 0 16,2-2 0-16,0 0 0 0,2-1 0 0,1 0 128 0,2 0-128 16,0 1 0-16,0-1 0 0,-3 0 0 0,-1 3 0 15,-1 1 0-15,1 1 0 0,-2 1 0 0,0-1 0 16,-1 1 0-16,-1-1 0 0,0 3 0 0,-2 1 128 15,-3 3-128-15,1-1 160 0,2-2-160 0,0-3 160 16,0 0-160-16,2-1 192 0,0 3-192 0,0 0 192 16,1 0-16-16,0-2 0 0,-1-1 0 0,1-4 0 15,-1-2-176-15,-1 1 0 0,0 1 0 0,-1 2 0 16,0 0 320-16,-2-2 0 0,1-4-16 0,-2 0 0 16,0 1 80-16,0 2 32 0,0 4 0 0,1 4 0 15,-4-2-240-15,0-4-48 0,-1-6-128 0,1-3 192 16,0-1-192-16,0-2 128 0,0-2-128 0,0 3 0 15,-1 1 128-15,0 2-128 0,0 0 0 0,3-1 0 16,-1-2 128-16,-1 0-128 0,0 1 0 0,-1 3 0 16,-1 2 0-16,-1-2 0 0,1-5 0 0,0-1 0 15,-1-4 0-15,2-5 128 0,-1-6-128 0,1 1 0 0,-2-2 0 0,2-2 0 16,0 0 128-16,0 1-128 0,0-1 0 0,0 5 0 16,0 1 0-16,1 0 0 0,-1-2 0 0,1-1 0 15,-1-2 0-15,0-3 0 0,0-1 0 0,0-2 0 16,-1 0 0-16,0-1 0 0,-1-1 128 0,1 1-128 15,0 0 0-15,1 0 0 0,-1 1 0 0,1 2 0 16,0 3 0-16,0 4 0 0,-1 3 0 0,2-2 0 16,1-2-208-16,0-1 64 0,0-2 144 0,2 0 0 15,-1-1 0-15,0 1 0 0,0 0 0 0,0-1 0 16,0-1 0-16,-1 4 128 0,-1 2-128 0,0 0 0 16,-1-1 0-16,3 3 128 0,0 2-128 0,-1 3 0 0,-2 0 0 15,1 0 0-15,1-1 0 0,-1-4 0 0,1-3-160 0,1-4 160 16,0-3 0-16,2 0 128 0,-1-1 0 0,0 0 16 15,2-1-144-15,-1-1 192 0,0 1-192 16,-2-1 192-16,-1 1-32 0,-1-1 0 0,0 1 0 0,1 1 0 16,-2 0 48-16,1 0 16 0,0-1 0 0,1-2 0 15,-1 2-80-15,0 0-16 0,0 2 0 0,1-1 0 16,1 0 0-16,0 0-128 0,1 1 192 0,1 0-64 16,0-2 0-16,2-1 0 0,-2 0 0 0,2 1 0 15,0-3 64-15,-1 0 0 0,0-1 0 0,-1 0 0 16,0-1-192-16,-2 1 0 0,0 0 144 0,-1 0-144 15,-2 0 0-15,0 1 144 0,0-1-144 0,0 2 0 16,-1 0 160-16,0 1-160 0,0 2 128 0,1-1-128 16,0 0 128-16,0-1-128 0,0 1 128 0,0-1-128 0,-1-2 192 15,2 1-64-15,0 1 0 0,1-2 0 0,1 1-128 16,-1 1 192-16,0 3-192 0,0-1 192 0,0-1-192 0,1 4 160 16,-1 1-160-16,0 1 160 0,-1 1-160 0,0-1 192 15,0-4-192-15,0-1 192 0,0-3-192 0,1-1 0 16,-1 0 0-16,-2-2 0 0,1-3-416 0,1 1 32 15,0-2 16-15,0 0 0 16,-2-1-144-16,1 0-48 0,0-3 0 0,0-1 0 16,-1 1-144-16,1-7-16 0,-3 7-16 0,3-7 0 15,-4 3-416-15,4-3-96 0,0 0-16 0,0 0 0 16,-8-8-2112-16,2-2-416 0</inkml:trace>
  <inkml:trace contextRef="#ctx0" brushRef="#br0" timeOffset="17">8735 10855 19343 0,'-11'-1'848'0,"4"0"192"0,-2-3-832 0,2 2-208 0,-2-1 0 0,1 0 0 16,1 0 1312-16,0 0 224 0,-1 1 32 0,3 1 16 16,5 1-352-16,-7 3-64 0,7-3-16 0,-5 5 0 15,0-1-400-15,5-4-96 0,-1 7-16 0,2 1 0 16,1 1-304-16,4 1-64 0,2 2-16 0,2 1 0 16,2 3-48-16,2 0-16 0,0 1 0 0,2 0 0 15,-1 3 0-15,0-1 0 0,2 0 0 0,-1-1 0 16,0 1-192-16,-1 0 128 0,1 0-128 0,0-1 0 15,-2-1 0-15,0 0 128 0,-1 1-128 0,0-1 0 16,-1-1 0-16,1-1 0 0,1 1 128 0,-2-4-128 16,-1-2 0-16,0-1 0 0,0-3 128 0,-1-2-128 15,-10-4 160-15,0 0-16 0,11-2 0 0,-2-2 0 0,-9 4 80 0,9-10 16 16,-3-4 0-16,-1-3 0 0,-1-2 0 0,-2 0 0 16,-1-3 0-16,-2-2 0 0,1 0-64 0,-1-1-16 15,0-4 0-15,-1-6 0 0,0-4-160 0,1-5 0 16,0-4 0-16,1-1-176 0,2-3-64 0,2 4-16 15,0 4 0-15,1 2 0 16,1 0-544-16,1-2-112 0,-1-1-32 0,2 0-14096 0</inkml:trace>
  <inkml:trace contextRef="#ctx0" brushRef="#br0" timeOffset="18">3974 10420 20271 0,'0'0'1792'0,"0"0"-1424"16,0 0-368-16,0 0 0 0,0 0 240 0,0 0-32 16,0 0 0-16,11 6 0 0,-1-1 368 0,-1 2 64 15,-3 0 0-15,2 1 16 0,1 2 112 0,1 2 0 16,0 2 16-16,2 0 0 0,0 1-256 0,3 2-48 16,2-1-16-16,0 2 0 0,2 1-112 0,2-1-32 15,3 3 0-15,0 0 0 0,1-1 0 0,1 2-16 0,3-1 0 16,-1 1 0-16,0 2-128 0,2 2-32 15,5 2 0-15,-1 2 0 0,0 0-144 0,2 3 192 16,1 2-192-16,2 0 192 0,1 2-192 0,-1-2 0 0,3 1 144 16,1 1-144-16,0 0 0 0,1 2 0 0,2-1 0 0,3 1 128 15,3-1-128-15,2 0 0 0,0-1 0 0,0 1 0 16,-1-4 0-16,1 1 0 0,2 0 0 0,0 5 0 16,1 1 0-16,1 5 0 0,1 2 0 0,-3-1 128 15,-1-1 32-15,1 0 16 0,3-7 0 0,1 3 0 16,1-1-48-16,1-1-128 0,-2-2 192 0,3 0-64 15,-3 2 0-15,5 3-128 0,2 1 192 0,2 2-64 16,0 1-128-16,-2 1 0 0,-3-1 0 0,2 0 128 16,1 0-128-16,1 3 0 0,1 2 144 0,1-3-144 15,0-2 0-15,-3 0 0 0,-2-6 0 0,2 2 128 16,0-1-128-16,0 1 0 0,1 0 0 0,-4 1 128 16,0 3-128-16,2-1 0 0,1 1 0 0,2-3 0 0,0 0 0 15,-1-1 0-15,-1-3 0 0,0 2 0 0,0 2 0 0,0 0 0 16,3 1 0-16,-2 0 0 0,-2 0 0 15,-1-3 0-15,-4-3 0 0,2-2 0 0,2-1 0 0,1 1 0 16,1 1 0-16,-3 3 0 0,-2-2 0 0,-2 2 0 16,1 0 0-16,1 1 0 0,2-2 128 0,0 0-128 15,-1-2 160-15,-2-1-160 0,-1-4 0 0,1 0 0 16,3-2 0-16,3 0-160 0,-1 5 160 0,-2-1 0 16,-1-2 0-16,-3 1 0 0,2 0 0 0,0 1 0 15,3-3 0-15,0-1 0 0,-2-1 0 0,-3-4 0 16,-1-2 0-16,-2 2 0 0,0-2 0 0,1 0 0 15,3 1 0-15,0 1 0 0,2-2 0 0,-2-2 0 0,-1 0 0 16,3 0 0-16,0 3 0 0,-1 1 144 0,1 0-144 0,-2-3 0 16,-3-2 0-16,-2-3 0 0,-2 0 0 0,0-3 0 15,1 0 0-15,-1-2 0 0,0 0-144 0,-1 0 144 16,0 1 0-16,-1-1 0 0,-1-3 0 0,-3-2 0 16,-2 1 0-16,0-1 0 0,2-1 0 0,-1-2 128 15,-2-1-128-15,-2 0 128 0,-2-1-128 0,-2-2 128 16,0 0 0-16,-2-2 16 0,-1-2 0 0,-3 0 0 15,-1-2 16-15,0 1 0 0,0 0 0 0,-1 0 0 16,-1 0-32-16,-2-1-128 0,-1 1 192 0,-1 1-64 16,-3 0-128-16,-1 1 192 0,-3-1-192 0,-2 0 192 15,0-1-192-15,-2 3 160 0,-1-1-160 0,-2-1 160 16,-1-1-160-16,0 1 192 0,0 1-192 0,-1 0 192 16,-10 2-192-16,7-4 128 0,-7 4-128 0,0 0 128 15,0 0-128-15,9-2 0 0,-9 2 144 0,0 0-144 0,0 0 128 0,0 0-128 16,8-1 128-16,-8 1-128 0,0 0 0 0,0 0 0 15,0 0 0-15,0 0 128 0,9 1-128 0,-9-1 0 16,0 0 0-16,0 0 0 0,0 0-304 0,0 0 32 16,0 0 0-16,0 0 0 15,0 0-1456-15,0 0-272 0,0 0-64 0</inkml:trace>
  <inkml:trace contextRef="#ctx0" brushRef="#br0" timeOffset="19">12055 14550 23951 0,'0'0'2128'0,"0"0"-1696"0,-8 0-432 0,8 0 0 15,0 0 1792-15,0 0 256 0,-5 2 64 0,5-2 16 16,0 0-1552-16,0 0-320 0,0 0-64 0,2 10-16 16,2-1-176-16,3-2 192 0,2 0-192 0,0 2 192 15,2 1 0-15,2 0 0 0,1 0 0 0,0 2 0 16,0 0-64-16,2 3-128 0,0 2 192 0,1-1-64 16,0 2-128-16,1 0 0 0,2 2 0 0,-1 1 128 15,0 1-128-15,0-1 0 0,-1 0 0 0,-1 1 0 0,1 1 0 16,-1 0 0-16,1 0 144 0,-3 0-144 0,0-2 304 0,-1-1-16 15,-2-1 0-15,-2-2 0 0,-1-1 32 16,-1-3 0-16,-2-2 0 0,0 0 0 0,-2-1-128 0,-1 0-32 16,0 0 0-16,-2 0 0 0,-1-2-160 0,-1 2 0 15,-2 1 0-15,0 1 128 0,-2 0-128 0,-3 2 0 16,-2 0 144-16,-1 1-144 0,-1 2 0 0,-2-1 0 16,-3 2 0-16,-1 1 0 0,-1 0 0 0,-1 2 0 15,-1 0 0-15,0-1 0 0,-1-1 0 0,0-2 0 16,0 1 0-16,1 0 0 0,1-3 0 0,3-1 0 15,0 1 0-15,2-1-128 16,-1 0-400-16,2 0-80 0,0 2-16 0,-2-1 0 16,1 0-2432-16,1 0-480 0</inkml:trace>
  <inkml:trace contextRef="#ctx0" brushRef="#br0" timeOffset="20">13523 10477 15135 0,'0'0'672'0,"0"0"144"0,0 0-656 0,0 0-160 0,0 0 0 0,0 0 0 16,0 0 640-16,0 0 112 0,0 0 16 0,4 8 0 15,-4-8 64-15,0 0 32 0,4 8 0 0,-4-8 0 16,4 8-192-16,0-1-32 0,-2 1-16 0,1 0 0 15,-3-8-288-15,3 11-48 0,0 0-16 0,-1 0 0 16,-1 0 16-16,0-1 0 0,0 0 0 0,0 1 0 16,-1 1-16-16,2 1 0 0,1 1 0 0,1 3 0 15,-1-1 32-15,1 3 0 0,-1 1 0 0,0 3 0 16,1 2 16-16,0 4 0 0,0 2 0 0,1 2 0 16,-1 1-112-16,1 1-16 0,-1 0 0 0,-1 1 0 15,-1 0 32-15,2 1 0 0,-2 4 0 0,1 4 0 16,1 5-224-16,0 3 176 0,0 1-176 0,3-1 160 15,0-4-160-15,0 2 0 0,1-4 0 0,1 3 0 16,1-1 0-16,0 3 0 0,-3 0 0 0,1 0 0 0,-1-1 128 0,-1-4-128 16,-1 0 128-16,-1-1-128 0,-1 2 192 0,-1 2-64 15,0 0 0-15,-2 4 0 0,-2 1-128 0,1-3 192 16,0-5-192-16,0-2 192 0,0 0-192 0,0-2 0 16,0-1 0-16,1 0 128 0,1-1-128 0,-1-3 128 15,0 2-128-15,1-4 128 0,1-1 0 0,0-2 0 16,0-2 0-16,-1-1 0 0,-1-4 0 0,0 2 0 15,0-1 0-15,0 2 0 0,0-1 32 0,1 0 0 16,0 0 0-16,2 0 0 0,-1 0-160 0,1 0 192 16,-2-1-192-16,0 1 192 0,-1-1-192 0,0-2 0 15,0-3 0-15,0-1 0 0,1-3 0 0,-1-1 0 0,0-3 128 16,1 0-128-16,1 0 176 0,0-1 0 0,-1-1 0 0,1-1 0 16,-1 0 48-16,0 0 16 0,-1 1 0 0,0-1 0 15,1 0-112-15,0 0-128 0,-1 1 176 0,0 0-176 16,0 0 176-16,-1-1-176 0,0 1 160 0,0-1-160 15,0-2 224-15,-1 1-48 0,0 0-16 0,0 0 0 16,1-1 64-16,0 1 16 0,0-2 0 0,0 2 0 16,1-1 32-16,0 0 16 0,0 0 0 0,0-1 0 15,0 1-160-15,0 3-128 0,0-1 192 0,-1 0-192 16,1 0 0-16,-2 0 0 0,1 1 0 0,1 1 0 16,0-2 0-16,-2-2 0 0,1 0 0 0,0 0 0 15,1-9 128-15,-1 9-128 0,1-9 0 0,0 0 0 16,0 0 128-16,0 0-128 0,0 0 0 0,0 0 0 15,0 0 0-15,0 0-256 0,0 0 64 0,-6-1 0 16,1-4-1664-16,-3-2-320 16,0-3-64-16</inkml:trace>
  <inkml:trace contextRef="#ctx0" brushRef="#br0" timeOffset="21">13404 13252 30815 0,'-9'4'1360'0,"3"1"288"0,-2 0-1328 0,3 0-320 15,5-5 0-15,0 0 0 0,-3 11 336 0,0-2 0 16,3 1 0-16,3 1 0 0,0 0-336 0,2 0 144 0,2 0-144 0,1 3 0 16,2 1 224-16,-1 1-64 0,2 1-16 0,0 2 0 15,0 3-144-15,3 0 192 0,-2 1-192 0,2 1 192 16,0 1-192-16,3 1 160 0,0-1-160 0,1-2 160 15,0-1-160-15,0-2 0 0,2-4 0 0,0-1 0 16,1-3 0-16,-1-2 0 0,-2-4 0 0,2-1 0 16,1-3 128-16,0-1 64 0,-2-2 0 0,-1-3 0 15,0-1 144-15,0-2 48 0,-2-1 0 0,1-3 0 16,0-4 96-16,1-3 32 0,-2-4 0 0,1-4 0 16,-1-2-256-16,3-1-64 0,0-2 0 0,-1 0 0 15,0 0-64-15,-2 0 0 0,3 1-128 0,-1 4 192 16,-3 0-192-16,-1 3 0 0,0 0 128 0,-2 1-128 15,-1 1 0-15,-1-1 0 0,0-2-144 0,-2 0 144 16,0 0-448 0,-1 1 16-16,-2 1 0 0,1 0 0 0,-2-5-1744 0,0 2-336 15,1 0-80-15</inkml:trace>
  <inkml:trace contextRef="#ctx0" brushRef="#br0" timeOffset="22">13202 5464 15023 0,'-11'-16'656'0,"6"8"160"0,-1-1-656 0,2 0-160 0,0 1 0 0,0-1 0 16,1 0 448-16,-1-1 48 0,2 0 16 0,0 1 0 15,1 1-224-15,1 8-32 0,-2-10-16 0,1 3 0 16,1 7 32-16,0 0 16 0,0 0 0 0,3-8 0 15,-3 8 32-15,0 0 16 0,6-6 0 0,-6 6 0 16,9 2 64-16,1 1 16 0,1 0 0 0,1 3 0 16,-1 0 64-16,1 3 16 0,2 1 0 0,1 1 0 0,3-1-64 15,0 2-16-15,2 0 0 0,2 1 0 0,1 2-96 16,1 1 0-16,1-1-16 0,0 1 0 0,1 0 48 16,3 1 16-16,2-1 0 0,2 2 0 0,0 1-32 0,2 0 0 15,0 2 0-15,1 0 0 0,1 1 16 0,-1 1 0 16,1 2 0-16,1-1 0 0,0 2-160 0,2 1-48 15,1-1 0-15,-1 4 0 0,1 3-144 0,-1 2 160 16,-1 1-160-16,1-1 160 0,-2-1-160 0,1 2 128 16,-1 1-128-16,0-1 128 0,-2 1-128 0,1 1 192 15,0 3-192-15,0 4 192 0,2 2 0 0,-1 2 0 16,-1-1 0-16,1 2 0 0,-2 0-192 0,0 1 0 16,0-2 0-16,-2 5 128 0,-3 1-128 0,-1 2 0 15,0 1 144-15,1-2-144 0,1 0 144 0,0 2-144 0,0 3 192 16,-2 5-192-16,-1 2 192 0,0-2-192 0,-2-2 192 0,-1-1-192 15,0 2 224-15,-3 0-64 0,-1 0-16 0,1 2 0 16,1 1-144-16,-1-2 0 0,-1-4 144 0,-1 3-144 16,0 3 0-16,1 4 144 0,0-1-144 0,-1-1 0 15,0 0 160-15,-2 1-160 0,-2 1 128 0,0 3-128 16,0 0 0-16,-2 0 0 0,-3-4 0 0,-1 1 0 16,0 1 128-16,-1 4-128 0,-2 4 0 0,1-3 128 15,-2-4-128-15,-1 0 0 0,0-2 144 0,-2 4-144 16,0 2 128-16,0-2-128 0,1-4 128 0,-1-3-128 15,-1-2 0-15,-1 4 144 0,-1 3-144 0,0-1 0 16,1-4 192-16,-2 1-192 0,0-2 192 0,0 2-192 16,0 4 208-16,-3-3-64 0,1-2-16 0,1-3 0 15,0-1 0-15,0-1-128 0,0 2 192 0,0 2-64 0,0-1-128 16,1-5 128-16,0-2-128 0,1-4 128 16,1-1-128-16,-1 2 0 0,0 2 0 0,0 2 128 0,-1-3-128 0,0-2 0 15,-1-3 0-15,0 0 0 0,-2 0 0 0,-1 1 0 16,1 3 128-16,-2 0-128 0,-2 0 0 0,0-3 0 15,0-2 0-15,-2 0 128 0,0-2-128 0,1 2 0 16,-2 1 0-16,1 1 0 0,-1-2 0 0,-1-1 128 16,-1-3-128-16,-1-1 0 0,0-5 0 0,0 2 128 15,-1 2-128-15,-1 0 0 0,0 0 0 0,-1 0 128 16,-1-2-128-16,1 0 0 0,-1-3 0 0,1-2 128 16,-1-1-128-16,-1-2 0 0,-1-1 128 0,0 1-128 0,-1 0 0 15,1 0 128-15,2 0-128 0,-1 1 0 0,0-1 144 16,-1-2-144-16,1-1 128 0,1-2-128 0,0-4 128 15,2-2-128-15,-2-4 0 0,2-2 144 0,-1 1-144 16,2-1 0-16,0 0 128 0,0 0-128 0,-1 2 0 0,2-1 0 16,0 0 144-16,0 2-144 0,-2-1 0 0,2-1 144 15,0-1-144-15,0 3 0 0,0-1 144 0,-1 0-144 16,1 1 0-16,0-1 0 0,0-2 0 0,1-2 128 16,-2 0-128-16,2-2 0 0,1-2 0 0,0 1 0 15,1-2 0-15,2-1 128 0,-1-1-128 0,1 0 0 16,0-2 192-16,2 1-16 0,-1 0-16 0,2 1 0 15,-2-1 48-15,2 1 16 0,-2-1 0 0,2 1 0 16,-2 0-96-16,0 1 0 0,0 1-128 0,0 0 192 16,0 1-192-16,1-2 0 0,-1 0 0 0,2 0 0 15,-1 0 0-15,1 0 128 0,0-3-128 0,0 1 0 16,0 0 0-16,2 0 128 0,0 0-128 0,0-1 0 0,-1 2 0 16,1 0 128-16,0 0-128 0,-2 0 0 0,0 0 0 15,-1 1 0-15,1 1 0 0,-3 0 0 0,0 1-192 0,1 0-16 16,-1 0-16-16,0-2 0 15,-1-3-256-15,2 0-48 0,-1-2-16 0,1-2 0 16,7-4-992-16,0 0-208 0,-6 2-48 0,6-2 0 16,0 0-1504-16,-6-8-304 0</inkml:trace>
  <inkml:trace contextRef="#ctx0" brushRef="#br0" timeOffset="23">14331 13923 28095 0,'0'0'1248'0,"0"0"256"0,-9-3-1200 0,1-1-304 0,3 1 0 0,5 3 0 15,-6-3 1488-15,6 3 240 0,-5-3 64 0,5 3 0 16,0 0-816-16,0 0-144 0,0 0-48 0,0 0 0 16,0 0-400-16,-6 6-96 0,2 1-16 0,0 2 0 15,1 2-272-15,1 0 0 0,0-1 0 0,-2 2 0 16,1 3 0-16,1 0 0 0,1 2 0 0,0 0 0 16,0 2 0-16,0 1 0 0,-2-2 0 0,1 2 0 15,0 1 0-15,-1 0 0 0,0 1 0 0,1 1 0 16,-1 0 0-16,0 1 0 0,-1 1-128 0,1 0 128 15,1-1 0-15,1-1 0 0,1-1 0 0,2-1 0 16,1-2 0-16,1-3 0 0,-1 1 0 0,2-4 0 16,1-2 0-16,0-1 0 0,1-2 0 0,1-2 0 15,1-1 0-15,0-3 0 0,2 0 144 0,-1-2-144 16,0 1 128-16,1-3-128 0,1-1 0 0,-1-2 144 16,0 0-16-16,1-3 0 0,2-1 0 0,1-1 0 0,0-2 0 0,3 0-128 15,2-3 192-15,2-3-64 0,1-1-128 0,2 0 192 16,1-3-192-16,0 2 192 0,-1 1-192 0,2-1 0 15,-2 2 0-15,-1 0 128 0,-1 2-128 0,0-1 0 16,0 1 0-16,-2-1 128 0,-1 2-128 0,-1-1 0 16,-2 1 0-16,1 1 0 0,1-2 0 0,-2 1-144 15,1-2 144-15,0 1-208 0,-3-1 64 0,1 1 16 16,1-1 0-16,-1 2 0 16,0-1-480-16,-3 1-96 0,0-1 0 0,-1-1-16 15,0 1-2576-15,-2-1-512 0,0-6-96 0,0 3-32 0</inkml:trace>
  <inkml:trace contextRef="#ctx0" brushRef="#br0" timeOffset="24">13178 9249 3679 0,'0'0'320'15,"0"0"-320"-15,0 0 0 0,0 0 0 16,0 0 3904-16,0 0 704 0,-6-5 128 0,6 5 48 0,0 0-3408 15,-4-6-672-15,1-1-144 0,3 7-32 0,-1-10-224 0,2 0-48 16,-2-3-16-16,1 0 0 0,1 0 176 0,1-1 32 16,0-1 16-16,0 0 0 0,0-1 304 0,1 0 64 15,-1-1 16-15,0-1 0 0,1-2-80 0,1-1-32 16,-2 0 0-16,1 0 0 0,-1 0-288 0,1 0-48 16,-1-1-16-16,-1 2 0 0,-1-2-80 0,0 1-32 15,0 0 0-15,0 0 0 0,-2-1 0 0,1-1 0 16,-1-3 0-16,1-1 0 0,1-2-16 0,0 0 0 15,-1-2 0-15,1-1 0 0,0-2 0 0,1 1-16 16,2 1 0-16,-1 2 0 0,-1 3-64 0,0 0-16 0,-1 0 0 16,0-1 0-16,0 0-160 0,-1-2 160 0,-1-1-160 0,-1 0 160 15,0 0 32-15,0-1 0 0,-2-1 0 0,2 2 0 16,0 0 48-16,0 1 16 0,-1 0 0 0,0 1 0 16,2 0-48-16,-1 1 0 0,1-3 0 0,0-1 0 15,-1-2-208-15,1-1 176 0,-2-2-176 0,1 0 160 16,-1-1-160-16,-1 1 0 0,-1 1 144 0,0 4-144 15,2 3 0-15,-3 2 0 0,-1-1 0 0,0 0 128 16,-2-2-128-16,0 0 0 0,1 1 0 0,0-1 128 16,0 0-128-16,2 1 0 0,-1-2 0 0,1 0 0 15,2 1 0-15,-2 2 0 0,1-3 0 0,-1 3 0 16,2 3 0-16,-2 1 0 0,0 0 0 0,1-2 0 16,-2-1 0-16,1 1 0 0,0 0 0 0,0-1 0 15,-1-1 160-15,2 1-32 0,-1-1-128 0,2 2 192 0,0-1-192 16,1 2 128-16,0 1-128 0,0 1 0 0,2 0 224 0,0 0-48 15,0 2-16-15,1 0 0 0,-1-1-16 16,2-1 0-16,0-1 0 0,0 2 0 0,0 1-144 0,0-1 0 16,2 0 0-16,-2 0 128 0,1 0-128 0,1 0 192 15,-1-1-192-15,1 2 192 0,-1 1-64 0,0 1-128 16,-1 0 192-16,1 2-64 0,-1-1-128 0,0 2 192 16,0-1-192-16,2 1 192 0,-1-2-192 0,-1 3 128 15,0-1-128-15,0 2 128 0,0 0 16 0,-1 1 0 16,1-1 0-16,0 0 0 0,0-1-144 0,0 0 0 15,-2 2 0-15,2 0 0 0,-1-1 0 0,1-1 0 16,-1 0 144-16,0-2-144 0,0 2 0 0,0 1 128 16,0-1-128-16,-1 1 0 0,-1 1 0 0,2 2 0 0,0 1 0 15,0 0 128-15,0-1-128 0,0 0 0 16,-1 2 0-16,1 2 0 0,0-2 0 0,-1 1 0 0,0 2 0 0,2 6 0 16,0 0-144-16,0 0 0 0,0 0 0 0,0 0 0 31,-6-4-368-31,6 4-64 0,-8-3 0 0,8 3-16 15,-8 0-1408-15,1 2-288 0,-2 1-48 0,2 2-8496 0,-2-2-1712 0</inkml:trace>
  <inkml:trace contextRef="#ctx0" brushRef="#br0" timeOffset="25">12641 5753 4607 0,'-5'-7'400'0,"-3"-1"-400"0,0-2 0 0,0 0 0 15,2 1 5056-15,0 1 944 0,1 2 176 0,0 0 32 16,0 1-4224-16,5 5-832 0,-6-5-192 0,6 5-16 0,-6-2-608 0,6 2-112 15,0 0-32-15,-10 6 0 0,1 2-192 0,1 3 0 16,1 3 0-16,-1 2 0 0,0 3 0 0,1 3 0 16,0 1 0-16,-1 2-160 15,0 2 160-15,-1-1 0 0,1 3 0 0,1-1 0 0,1 0 0 0,1-3 0 16,1-3 0-16,1-1 0 0,-1-2 0 0,2-3 0 16,0-2 0-16,1-1 0 0,1-2 0 0,2-2 0 15,-1 0 0-15,-1-9 128 0,0 0-128 0,0 0 0 16,2 9 0-16,-2-9 0 0,0 0 0 0,0 0 0 15,0 0-176-15,8-4 176 0,-1-4 0 0,0-3 0 16,2-3-128-16,0-2 128 0,0-1-144 0,1-3 16 16,1-3 0-16,-1 1 0 0,0-1 128 0,-1 0 0 15,0-1-144-15,1 2 144 0,1 2 0 0,1 0 0 0,0 0 128 16,2 2-128-16,0 1 224 0,0 0-32 0,0 2-16 16,1 1 0-16,-1-1-176 0,0 4 0 0,-2 2 0 15,1 3 128-15,-1-1-128 0,-1 4 128 16,-1 2-128-16,-1 1 128 0,0 1 112 0,1 2 16 0,0 3 0 0,0 1 0 15,-1 3-96-15,1 2-16 0,1 2 0 0,0 0 0 16,-1 0 144-16,-1 2 32 0,1 0 0 0,0 2 0 16,0 0 64-16,-1 3 32 0,-1 1 0 0,0 1 0 15,1 1-96-15,0-2-32 0,0-3 0 0,0 0 0 16,-1-2-288-16,1-1 128 0,0 2-128 0,1-4 0 16,-2-2-176-16,-2-1-144 0,0-1-16 0,-1 0-10288 15,0 0-2064-15</inkml:trace>
  <inkml:trace contextRef="#ctx0" brushRef="#br0" timeOffset="26">8700 3361 18431 0,'0'0'1632'0,"2"11"-1312"16,1-2-320-16,4 7 0 0,3 6 320 0,2 0 0 15,3 1 0-15,1 2 0 0,-2 2-48 0,3 1-16 16,0 0 0-16,2 3 0 0,0 2-64 0,2 2-32 15,0 1 0-15,1 1 0 0,2 0 96 0,2-1 32 16,0-1 0-16,2 3 0 0,0 1 16 0,0 3 0 16,-1 2 0-16,1 2 0 0,-2 3-176 0,1-1-128 15,-1 0 192-15,1-1-192 0,0-3 160 0,-1 2-160 0,0-2 128 16,-2 2-128-16,0 1 0 0,1 3 0 0,2 2 0 16,0-2 0-16,1-1 0 0,0-2 0 0,1-1 0 0,-1 0 0 15,0 2 0-15,-1 1 0 0,1 3 128 0,1-2-128 16,-3 1 176-16,1-3 0 0,1 0 0 0,-2-1 0 15,0 1-16-15,-1 2 0 0,1 3 0 0,2 1 0 16,0-1-16-16,4 0 0 0,1-1 0 0,1 0 0 16,3 0 0-16,-3 0 0 0,0-1 0 0,0 3 0 15,1 4-16-15,-2-3 0 0,-1-2 0 0,1-4 0 16,0-1-128-16,2 0 192 0,-1 0-192 0,2 3 192 16,-1 1 48-16,1-1 16 0,0 0 0 0,1 0 0 15,-1-3 80-15,0-1 32 0,1-1 0 0,-2 1 0 16,-3 0-144-16,1 1-32 0,0 3 0 0,1 0 0 15,0-1-192-15,-1 0 176 0,-2-5-176 0,-1 2 160 16,-1 1-160-16,-1 2 0 0,-2 2 0 0,1-1 0 0,-3 0 144 16,-1-2-144-16,-1-2 160 0,-1-2-160 0,-3 0 224 0,2-2-48 15,-2-1-16-15,1 2 0 0,0 1 144 0,-1 0 16 16,-3-1 16-16,3-1 0 0,0-3-80 0,-1-1 0 16,0-2-16-16,-1 1 0 0,1 0-240 0,-2 1 176 15,-1 0-176-15,2 2 160 0,0 0-160 0,1-3 0 16,-2-2 0-16,1 1 0 0,-1-1 0 0,1-3 128 15,2-2-128-15,-3-3 0 0,1 0 144 0,-1-2-144 16,1 2 160-16,0-2-160 0,-2 2 192 0,1 0-48 16,-1 1-16-16,0 0 0 0,1-2-128 0,-1-1 128 15,0 0-128-15,1-1 128 0,-1-1-128 0,0-2 0 16,-1-2 0-16,2-1 0 0,-2-2 128 0,0 1-128 16,-1 0 0-16,0 0 128 0,-1 0-128 0,1 1 192 0,-1-2-192 0,0 1 192 15,0-1-16-15,-1 1 0 0,0-2 0 0,0 2 0 16,0 1 16-16,0-2 16 0,0 0 0 0,0 0 0 15,-2-1-80-15,0-1-128 0,0 0 176 0,1-2-176 16,-1-1 192-16,1 0-64 0,0 1 0 0,0-1-128 16,0 0 192-16,-1-1-192 0,2 0 192 0,-1 0-192 15,-1-1 192-15,0 0-192 0,0 0 192 0,1 0-192 16,0-1 240-16,0-2-64 0,1 2-16 0,0 0 0 16,-2 0-160-16,1 0 192 0,1-1-192 0,0 1 192 15,-2 1-192-15,0 0 160 0,1-1-160 0,0 0 160 16,0-1-160-16,1 1 192 0,0 0-192 0,0 0 192 15,-2 0-192-15,2-1 192 0,0 1-192 0,-1-1 192 16,0-1-192-16,0 0 160 0,-1 0-160 0,0 0 160 16,0 1-160-16,-1 1 0 0,0-1 144 0,0-1-144 15,-7-7 0-15,8 9 0 0,0 0 0 0,0 0 128 0,-2-1-128 0,1 0 0 16,-1-1 0-16,-1 1 128 0,1-2-128 0,0 0 0 16,-6-6 0-16,8 6 0 0,-8-6 0 0,8 6 0 15,-8-6 0-15,0 0 0 0,6 5 0 0,-6-5 0 16,0 0 0-16,0 0 0 15,0 0-384-15,0 0-64 0,0 0 0 0,0 0-11264 16,-5-14-2240-16</inkml:trace>
  <inkml:trace contextRef="#ctx0" brushRef="#br0" timeOffset="27">12185 8966 35007 0,'0'0'3120'0,"0"0"-2496"0,0 0-496 0,0 0-128 16,0 0 144-16,-5 11 16 0,4 0 0 0,0 1 0 16,0 1-160-16,1 1 0 0,3 2 0 0,0 2 0 15,1 0 0-15,1 1 128 0,3-1-128 0,0 0 128 16,-3 0-128-16,3 1 0 0,1 1 0 0,1-2 128 16,1-1-128-16,0-1 0 0,1 1 0 0,1 0 0 15,0 2 0-15,1 1 0 0,1 2 0 0,-1 1 0 16,0 0 0-16,2 1 192 0,1-1-192 0,1 2 192 15,-3-1-192-15,1 0 0 0,-1 0-192 0,-1-3 192 16,0 0 0-16,-2 0 0 0,-1 0 0 0,-1-4 0 16,-2 0 0-16,1-2 0 0,-3-1 0 0,-2 0 128 15,-1 0 96-15,0-1 16 0,-2-2 0 0,0-2 0 0,-1-9 96 0,0 11 32 16,0-1 0-16,-2-1 0 0,2-9 32 0,-5 10 16 16,0 0 0-16,-3-2 0 0,-2-1-16 0,0 0 0 15,0-1 0-15,-1 1 0 0,-2-1-128 0,-1 1-16 16,-1-1-16-16,0-2 0 0,-3 0-64 0,1 1-16 15,0-1 0-15,1 1 0 0,-2-2-160 0,1 1 0 16,-2 0 0-16,0-1 128 0,1-1-128 0,0 0 0 16,1 0-160-16,1 2 160 15,-2-3-528-15,3 0-16 0,2-1 0 0,1-1 0 16,0-1-352-16,1-1-80 0,0-1-16 0,1 1 0 16,2-1-1872-16,-1 0-368 0,1-3-80 0</inkml:trace>
  <inkml:trace contextRef="#ctx0" brushRef="#br0" timeOffset="28">8869 2847 22111 0,'0'0'1968'0,"0"0"-1584"0,0 0-384 0,8 5 0 15,1 2 672-15,0 1 48 0,1 0 16 0,1 2 0 16,3 2-592-16,0 1-144 0,1 0 0 0,3 0 0 0,1 1 128 0,1 1-128 16,2-2 192-16,3 0-64 0,1-1-128 0,2 1 0 15,-1 0 0-15,2 2 0 0,0 1 336 0,2 2-16 16,1-1 0-16,-1 3 0 0,0-1 0 0,1 2-16 15,1 3 0-15,1 1 0 0,0 0-80 0,2 1-16 16,0 1 0-16,3 1 0 0,0-2-16 0,1 1-16 16,0 1 0-16,-1-1 0 0,0-3-176 0,0-1 160 15,2-2-160-15,1 2 160 0,1 0-160 0,0 0 128 16,-2 1-128-16,1 1 128 0,-1 0-128 0,-1 0 0 16,-3 3 0-16,-1-2 128 0,-1 1-128 0,2-2 0 0,-1 0 0 15,0 0 0-15,0 0 192 0,-1-1-64 0,1 0 0 16,0 1 0-16,0 2 80 0,-2-2 16 0,-1 0 0 0,0 0 0 15,0-3-96-15,-1 2 0 0,-3 2-128 0,1-1 192 16,0 0-192-16,-1-1 144 0,-1 0-144 0,-1-2 128 16,1-1-128-16,-1 0 0 0,1 0 144 0,-2 0-144 15,1 0 0-15,-2-2 144 0,1 0-144 0,-1 0 0 16,-2-3 256-16,-1 0-64 0,0-1-16 0,0 0 0 16,0 2 16-16,0-2 0 0,1 1 0 0,-1 0 0 15,0 2-32-15,0-1 0 0,0 1 0 0,0-1 0 16,0-1-160-16,-1-1 160 0,-1 1-160 0,-2-2 160 15,1 0-160-15,-1 1 0 0,-2-2 144 0,1-1-144 16,-1-1 0-16,1 0 144 0,-3-1-144 0,0-1 0 16,0 0 128-16,1-1-128 0,-2 0 0 0,-1 1 0 15,-1-3 208-15,1 1-64 0,-2-1-16 0,0-1 0 16,-1 1-128-16,0-1 160 0,-1 1-160 0,1-2 160 16,-1-1-160-16,0 2 0 0,-1-1 144 0,1-1-144 0,-8-3 0 0,10 4 144 15,-1-2-144-15,-9-2 0 0,0 0 192 0,8 4-64 16,-1 1 0-16,-7-5-128 0,0 0 176 0,8 3-176 15,-8-3 160-15,0 0-160 0,7 4 176 0,-7-4-176 16,0 0 192-16,0 0-192 0,0 0 176 0,0 0-176 16,0 0 160-16,0 0-160 0,0 0 128 0,0 0-128 15,9 6 0-15,-9-6 0 0,0 0 192 0,0 0-64 16,0 0-128-16,0 0 192 0,0 0 64 0,0 0 16 16,0 0 0-16,0 0 0 0,0 0-48 0,0 0-16 15,7-5 0-15,-7 5 0 0,0 0-208 0,0 0 176 16,0 0-176-16,0 0 160 0,4-7-160 0,-4 7 0 15,0 0 144-15,0 0-144 0,0 0 128 0,0 0-128 16,0 0 128-16,0 0-128 0,0 0 0 0,5-7 0 0,-5 7 0 16,0 0 128-16,0 0-128 0,0 0 0 0,0 0 0 0,0 0 0 15,4-6 0-15,-4 6 0 0,0 0 0 0,7-6 0 16,-7 6 0-16,0 0 0 0,7-3 0 0,-7 3 0 16,8-5 0-16,-8 5 0 0,0 0 0 0,9-3 0 15,-9 3 0-15,0 0 0 0,9-2 0 0,-9 2 0 16,0 0 0-16,10-1 0 0,-10 1-144 0,9 1 144 15,-9-1 0-15,10 2 0 0,-10-2 0 0,10 2 0 16,-10-2-128-16,11 5 128 0,-1-1 0 0,0-1 0 16,-10-3 0-16,12 4 0 0,-2-1 0 0,0 0 0 15,1 1 0-15,0-1 0 0,-1 0-144 0,0 0 144 16,-1 2 0-16,-1-2 0 0,1 0 0 0,0 1 0 0,-1 0 0 16,0 1 0-16,1-1 0 0,-1 1 0 0,-1 1 0 15,-1-1 0-15,2 1 0 0,1-1 0 0,-2 2 0 0,1-1 0 16,-8-6 0-16,9 7 0 0,0 0 0 0,-1-1 0 15,-8-6 0-15,8 7 0 0,-1 1 0 0,-2-2 0 16,-5-6 0-16,6 10 0 0,-2-1 0 0,-4-9 0 16,3 9 0-16,-3-9 0 0,0 9-416 0,0-9 32 15,0 0 0-15,-2 10 0 16,2-10-1680-16,0 0-336 0,0 0-64 0</inkml:trace>
  <inkml:trace contextRef="#ctx0" brushRef="#br0" timeOffset="29">9196 2945 25855 0,'0'0'1152'0,"-4"-6"224"0,4 6-1104 0,0 0-272 16,0 0 0-16,0 0 0 0,-1 9 256 0,4 4-16 15,0 5 0-15,2 3 0 0,2 3-64 0,1 3-16 16,-2 4 0-16,2 4 0 0,1 3-16 0,1 3 0 15,0 1 0-15,1 0 0 0,1-2-144 0,-1-2 160 16,-1 0-160-16,1-3 160 0,1-3-160 0,-1-1 160 0,-1-3-160 0,-1 0 160 16,0-1-160-16,0 0 0 0,0-2 0 0,0-3 128 15,-2-2-128-15,1-3 0 0,-1-2 144 0,-1-2-144 16,0-2 0-16,0-2 0 0,1-4 0 0,-7-5 0 16,0 0 0-16,8 5-208 0,-8-5 16 0,0 0 16 15,0 0-16-15,6-6-16 0,-2-3 0 0,-3-2 0 16,-2-3 208-16,-2-1 0 0,0-3 0 0,-1-2-144 15,-3 0 144-15,2 1 0 0,-1-2-144 0,-1 0 144 16,1-2 0-16,0 0-144 0,1-1 144 0,0 4 0 16,1 0-128-16,1 1 128 0,2-2 0 0,-2 0 0 15,1 0-128-15,-1 3 128 0,1-1 0 0,0 1 0 16,-1 1 0-16,2 1 0 0,1 1 0 0,0 1 0 16,0-1 0-16,0 2 0 0,0 1 0 0,1 1 0 0,2 0 0 15,0 1 0-15,0 1 0 0,2-1 0 0,-2 1 0 16,2 0 176-16,2 1-48 0,0 0-128 0,-1 3 0 0,3 0 0 15,0 2 0-15,1 1-144 0,0 0 144 0,-1 1 0 16,-9 1 160-16,13 2-160 0,0 0 144 0,1 1-144 16,0 1 128-16,2 1-128 0,-1 1 208 0,2 0-32 15,-1 1-16-15,2 1 0 0,0 0 0 0,3 0 0 16,0 0 0-16,0-2 0 0,-2 0 128 0,1-1 32 16,1 0 0-16,-1-2 0 0,-1 0 144 0,1 0 48 15,0-2 0-15,1-1 0 0,1-3 16 0,0 0 16 16,0-2 0-16,1-2 0 0,1-1-32 0,0 0 0 15,1-1 0-15,2-1 0 0,0-2-192 0,1 0-64 0,-1-2 0 16,0 3 0-16,-3-1-128 0,0 0-128 16,-1 0 192-16,0 1-192 0,-3-1 0 0,0 1 0 0,-1 0 0 15,-3 2 0 1,0 4-1728-16,-3 0-256 0,-1 2-64 0,-1 1-12048 0</inkml:trace>
  <inkml:trace contextRef="#ctx0" brushRef="#br0" timeOffset="30">8198 3345 2751 0,'0'0'256'0,"0"0"-256"0,0 0 0 0,0 0 0 16,0 0 3312-16,0 0 608 0,0 0 128 0,2 11 32 15,-2-11-2976-15,2 11-592 0,0-1-112 0,-2-1-16 16,0 0 112-16,0-2 16 0,-2 1 16 0,0 1 0 15,0 1-208-15,-1 0-64 0,-2-2 0 0,0 2 0 0,-1 0 80 0,-1 2 16 16,-2 2 0-16,-1 1 0 0,-2 3-80 0,0 0-16 16,-1 2 0-16,-3 2 0 0,-3 0 0 0,1 4-16 15,-1 3 0-15,-1 2 0 0,0 0 16 0,1 1 0 16,-2-1 0-16,-1 1 0 0,0-1-64 0,-2 0 0 16,-5-1 0-16,0 2 0 0,2 1 0 0,-2 3-16 15,-2 2 0-15,2 3 0 0,-1 2 16 0,0-1 0 16,1 0 0-16,1-1 0 0,1 0-16 0,-1 2 0 15,1 1 0-15,0 0 0 0,1 1-176 0,2 3 0 16,-1 4 0-16,2-2 0 0,0-3 128 0,0-1-128 0,0-1 128 16,1 1-128-16,0 2 0 0,0 1 0 0,-1 3 128 15,1 0-128-15,0-2 0 0,0 0 0 0,0-2 0 16,1 2 0-16,2-1 0 0,-2 4 0 0,-2 0 0 0,1 1 0 16,1 2 0-16,2-2 0 0,-1-2 0 0,1-1 128 15,-2-3-128-15,1 2 128 0,-2 2-128 0,2 2 128 16,-1-1 48-16,0 0 0 0,-1-2 0 0,1-3 0 15,-1-2 0-15,-1 1 0 0,-1 1 0 0,-2 2 0 16,1 2-176-16,0 1 160 0,-1 1-160 0,0-2 160 16,-3-2-160-16,2-1 0 0,-3-2 144 0,0 0-144 15,-1 2 0-15,1 1 0 0,0 3 0 0,0 0 128 16,1-2-128-16,1-4 0 0,2-2 0 0,-1 2 0 16,1 4 0-16,0-1 0 0,-3 2 0 0,2-1 128 15,-1-2-128-15,1 1 0 0,-2-2 0 0,0-4 0 0,1-3 0 16,-1 0 0-16,-2 0 0 0,2 2 0 15,-1 1 0-15,2-1 0 0,2-1 0 0,1-1 0 0,1-2 0 16,0-1 0-16,2-2 0 0,0 0 0 0,-1 2 0 0,0-2 0 16,0-1 0-16,-2 1 0 0,-3 2 0 0,1 1 0 15,-1 1 0-15,1 0 0 0,-1-1 0 0,0 0 0 16,0-3 0-16,1 1 0 0,-1 0 0 0,1 0 0 16,0 2 0-16,1 0 0 0,1 2 0 0,0-1 128 15,2-4-128-15,0-1 0 0,-2-1 0 0,1-2 0 16,0-1 0-16,-1 0 0 0,1-1 0 0,0 1 144 15,-1 0-144-15,-1 1 0 0,1 1 256 0,0 0-64 16,2 0-16-16,1 0 0 0,-1-1-48 0,2-1 0 16,2-2 0-16,2-2 0 0,1-3 48 0,-1-1 0 0,1 2 0 0,1-2 0 15,-2-1-176-15,2-1 192 0,-1-1-192 16,2 0 192-16,0-2-192 0,0-2 128 0,2-1-128 0,1 1 128 16,0 0-128-16,0 0 0 0,1-2 0 0,2-1 128 15,-1 0-128-15,1 0 128 0,0-1-128 0,3-1 128 16,-1-3 0-16,2 1-128 0,1 0 192 0,-2-1-64 15,2 0 16-15,1-1 0 0,0 0 0 0,2-7 0 16,-3 9-144-16,1-1 0 0,1 0 144 0,0 0-144 16,-1 0 0-16,1-1 0 0,-3 1 0 0,2 0 0 15,0-1 0-15,2-7 0 0,-3 8 0 0,-1-1 128 16,4-7-128-16,-5 7 0 0,1 1 128 0,-1-1-128 16,2-1 192-16,0 0-16 0,-3-1-16 0,6-5 0 15,-5 7-32-15,0-1-128 0,1 0 192 0,-2 1-64 16,2-1-128-16,-1 2 0 0,0 1 0 0,1-1 0 15,0 0 0-15,1 2 0 0,-3-1 128 0,1 0-128 0,-3-3 0 0,3 1 0 16,0-1 0-16,1 1 0 0,-2-1 0 0,3-1 0 16,3-5 0-16,0 0 128 0,-3 7-128 0,3-7 0 15,0 0 0-15,0 0 0 0,0 0 0 0,0 0 128 16,0 0-128-16,0 0 0 0,0 0 0 0,0 0 0 16,0 0 0-16,0 0 0 0,0 0 0 0,0 0 0 15,-3 6 0-15,3-6 0 0,0 0 0 0,0 0 0 16,0 0 128-16,-2 7-128 0,2-7 0 0,0 0 0 15,0 0 144-15,0 0-144 0,-4 5 0 0,4-5 128 16,-3 5-128-16,3-5 0 0,-5 3 144 0,0 1-144 16,5-4 192-16,0 0-192 0,-5 5 0 0,5-5 0 15,0 0 0-15,-4 4 0 0,0 0 0 0,4-4 0 0,-5 4 0 16,5-4 0-16,0 0 0 0,0 0 0 0,0 0 0 0,0 0 160 16,-5 5-160-16,5-5 192 0,0 0-192 0,0 0 192 15,-5 5-192-15,5-5 0 0,0 0 0 0,0 0 128 16,0 0-128-16,0 0 0 0,0 0 0 0,0 0 0 31,0 0-304-31,0 0-80 0,0 0-32 0,0 0 0 16,0 0-2208-16,0 0-432 0,0 0-80 0,9-7-9792 0</inkml:trace>
  <inkml:trace contextRef="#ctx0" brushRef="#br0" timeOffset="31">4396 8931 20271 0,'-6'-3'1792'0,"0"-2"-1424"0,1 1-368 0,-1-1 0 16,1 2 1200-16,5 3 160 0,-6-4 48 0,6 4 0 15,-6-6-64-15,1 1 0 0,5 5 0 0,0 0 0 16,0 0-528-16,0 0-112 0,0 0-32 0,0 0 0 16,0 0-352-16,-6 4-80 0,2 3-16 0,2 5 0 15,0 4-224-15,1 4 0 0,0 3-144 0,1 4 144 16,0 1 0-16,0 3 0 0,1 1-128 0,0 1 128 16,0 1 0-16,-1-2 0 0,0-2 0 0,0-2 0 15,0-1 0-15,1 0 0 0,-1 1 0 0,1-1-144 16,-1 1 144-16,-1-1 0 0,0 2 0 0,1-1 0 15,-1 1 0-15,1-2 0 0,-1-1 0 0,1 0 0 16,0 0 0-16,-1-2 0 0,0-3 0 0,0-3 0 16,1-1 0-16,0-2 0 0,-1-2 0 0,2 1 0 0,-1-2 0 15,0 0 0-15,1-1 0 0,0 0 0 0,-2 0 0 0,1 0 0 16,0 0 0-16,1 0 0 0,-1-1 0 0,1 2-208 16,0 1 16-16,-1-1 16 0,0 0-128 0,0-1-16 15,1-1-16-15,0 0 0 0,0-1 336 0,-1-9-144 16,4 8 144-16,-4-8 0 0,4 8-144 0,-4-8 144 15,8 9 0-15,-1-1-144 0,-7-8 144 0,9 8 0 16,-1-2 0-16,2 0 0 0,1-2 0 0,1 0 256 16,0 1-64-16,0-1-16 0,-1 0 64 0,1 0 16 15,4 1 0-15,0 0 0 0,2-1-16 0,2 0 0 16,0-1 0-16,2 0 0 0,2 0 80 0,-1 0 32 16,1-1 0-16,1-1 0 0,3 0-176 0,0 1-48 15,1 2 0-15,-1 0 0 0,1 0-128 0,1 1 0 16,2-1 0-16,1 2 128 0,1 1-128 0,0 2 0 0,-1 0 0 15,1 1 0 1,0 1-320-16,1-1-112 0,-1 0-16 0,2 0-9680 0,-3-2-1952 0</inkml:trace>
  <inkml:trace contextRef="#ctx0" brushRef="#br0" timeOffset="32">4645 6299 4607 0,'0'0'400'0,"0"0"-400"0,0 0 0 0,0 0 0 16,0 0 704-16,0 0 64 0,-7 4 16 0,7-4 0 15,0 0-656-15,0 0-128 0,0 0 0 0,0 0 0 16,-5 3 592-16,5-3 176 0,0 0 16 0,0 0 16 15,0 0 224-15,0 0 32 0,0 0 16 0,0 0 0 16,0 0-368-16,0 0-80 0,0 0-16 0,0 0 0 16,0 0-208-16,0 0-32 0,0 0-16 0,0 0 0 15,0 0 240-15,0 0 48 0,0 0 16 0,0 0 0 16,0 0-16-16,3 10 0 0,-3-10 0 0,6 11 0 16,-1-2-240-16,-5-9-48 0,6 10-16 0,-1 0 0 0,-5-10-80 0,6 10 0 15,-6-10-16-15,7 11 0 0,1-1 0 0,-1 2 0 16,-1 0 0-16,3 0 0 0,0-1-32 0,0 1 0 15,-2 0 0-15,3 0 0 0,-1 1-48 0,2 1-16 16,0-1 0-16,0 0 0 0,0-1-144 0,1-1 128 16,-1 1-128-16,0 0 128 0,1 0-128 0,2-1 128 15,1 0-128-15,-1 0 128 0,-2-1-128 0,2 2 0 16,0 1 0-16,1 1 0 0,1 0 128 0,-1 2-128 16,0-1 128-16,1 1-128 0,-1 1 128 0,2 1-128 15,-1 1 0-15,1 2 128 0,-1-2-128 0,0 2 192 16,-2 0-192-16,1 0 192 0,2 0-192 0,-2 1 0 15,1 1 144-15,-1-1-144 0,0-1 0 0,0-2 128 0,-1 0-128 16,0 0 0-16,0-1 0 0,0 3 144 16,-1 0-144-16,1 1 0 0,2 0 128 0,-2 1-128 0,1 0 0 0,2 3 0 15,1 0 128-15,0-1-128 0,1 2 0 0,1 0 0 16,-2 2 0-16,1-2 160 0,-1 0-160 0,0 0 128 16,1 2-128-16,1 2 0 0,1 1 144 0,-1-2-144 15,-2 1 0-15,1 1 0 0,0 3 0 0,2 1 128 16,-2-1-128-16,1 0 0 0,0-1 0 0,2-1 128 15,2-3-128-15,0-1 0 0,-2-1 0 0,0 1 0 16,3 0 0-16,-1 1 0 0,-1 1 0 0,-1 0 0 16,-1 2 208-16,1 0-16 0,0-2-16 0,0 1 0 15,0 2 64-15,0-2 16 0,1-3 0 0,-2 0 0 16,-1-1-256-16,1 2 144 0,-1-2-144 0,1 1 128 16,1 1-128-16,1 1 0 0,1 0 0 0,1 1 128 0,1 0-128 0,0-1 0 15,-2 0 0-15,0-1 0 0,0-2 0 0,1-1 0 16,1-2 0-16,-2 0 0 0,0 2 0 0,-2-1 0 15,0 0 0-15,0 3 0 0,1-3 0 0,-2 3 128 16,-1 1-128-16,1 0 0 0,1 2 0 0,0 1 0 16,-2-1 0-16,1 0 0 0,2 0 0 0,0-1 0 15,-1-3 128-15,0 2-128 0,1 0 0 0,0 0 0 16,0-2 144-16,-1 2-144 0,0 1 160 0,-1-1-32 16,2 1-128-16,-2 1 192 0,0 0-192 0,1 1 128 15,-2-1-128-15,-1-1 0 0,1 0 144 0,0-3-144 16,0 0 128-16,0-1-128 0,-1 2 208 0,1 2-32 0,-1 1-16 15,1-1 0-15,0 1 48 0,0 1 16 0,0 0 0 0,0 1 0 16,0 1-96-16,0-4 0 0,2 1-128 0,-4-3 192 16,0 0-192-16,-2-2 128 0,2 1-128 0,0-1 0 15,0 1 128-15,-1 0-128 0,-1 2 0 0,1 1 144 16,-2-2-144-16,3 2 0 0,1 1 0 0,-2 0 0 16,0-1 0-16,-1-3 0 0,0-1 0 0,0-2 0 15,1-1 0-15,-1 0 128 0,-1 1-128 0,1 0 0 16,-1 0 0-16,2 1 0 0,-1-2 128 0,0 0-128 15,-1-1 0-15,-1 1 0 0,-2 0 0 0,2 1 0 16,0-1 0-16,-2 1 128 0,-1-2-128 0,1 0 0 16,0 0 128-16,-1-1-128 0,0-2 128 0,0-1-128 15,-1-1 160-15,0-1-160 0,0 1 192 0,0-1-192 16,0 0 144-16,-1 0-144 0,2 1 0 0,1-1 144 16,0-2-144-16,0 0 0 0,1 0 0 0,-1-1 128 15,-3-1-128-15,1 0 0 0,0 1 0 0,0-1 128 0,-2 0-128 0,2 1 0 16,0-1 144-16,0 1-144 0,0-1 0 0,-2 0 128 15,1 0-128-15,-1-1 0 0,1-1 144 0,0 0-144 16,-1-1 192-16,0-1-192 0,0 0 160 0,0-1-160 16,0-2 128-16,-2 2-128 0,0 0 0 0,0-1 128 15,2 0-128-15,-1 1 0 0,-2-1 0 0,1 0 0 16,-1-1 128-16,1 0-128 0,-6-6 0 0,5 9 0 16,-1 0 144-16,1-2-144 0,-1 0 0 0,1-1 0 15,-5-6 0-15,4 9 128 0,0-2-128 0,-4-7 128 16,6 9-128-16,-2-3 128 0,-4-6-128 0,6 7 192 0,-6-7-64 15,4 8 0-15,1-3-128 0,-5-5 144 16,0 0-144-16,0 0 160 0,3 7-160 0,-3-7 192 16,0 0-192-16,3 6 192 0,-3-6-192 0,0 0 192 0,0 0-192 0,0 8 192 15,0-8-64-15,0 0-128 0,0 0 192 0,0 0-64 16,0 0-128-16,0 0 0 0,0 0 0 0,0 0 0 31,0 0-448-31,0 0-128 0,0 0-32 0,0 0 0 16,0 0-2416-16,0-11-496 0,-1-2-80 0</inkml:trace>
  <inkml:trace contextRef="#ctx0" brushRef="#br0" timeOffset="33">8172 10988 16575 0,'-16'2'736'0,"6"-1"160"0,-1-1-720 0,1 0-176 0,2-1 0 0,0 0 0 0,1 0 3136 0,7 1 576 16,0 0 128-16,0 0 32 0,0 0-2640 0,0 0-528 16,0 0-96-16,0 0-32 0,0 0-304 0,0 0-64 15,0 0-16-15,0 0 0 0,0 0-192 0,7 10 0 16,0 0 0-16,0 1 0 0,0 0 0 0,2 1 0 16,-1-1 0-16,0 0 0 0,1 0 0 0,1 1 0 15,0 1 0-15,0 0 144 0,1 1-144 0,0-1 0 16,0 0 144-16,0 2-144 0,1 2 128 0,1-2-128 15,-1 1 128-15,0 0-128 0,0 1 160 0,-1 0-32 16,1 2-128-16,-1 3 192 0,0-1-32 0,0 1-16 0,0 0 0 16,0-1 0-16,-2-2-16 0,0-2-128 0,-1 1 192 0,-1-2-64 15,0-1-128-15,0-2 128 0,-3-1-128 0,0-1 128 16,1-1-128-16,-2-1 192 0,-1-1-192 0,-1 1 192 16,2 0 0-16,-2 0 0 0,-1 0 0 0,0-1 0 15,-1 0 64-15,-2 1 0 0,0-1 16 0,0 0 0 16,-5 2-16-16,0-1 0 0,1 0 0 0,-2 0 0 15,-1-1 16-15,-1 1 0 0,-1 0 0 0,0 0 0 16,-1 0-32-16,-1-1-16 0,-1 1 0 0,-2-2 0 16,-1-3-96-16,-2 2 0 0,-1-1-128 0,0 2 192 15,0-2-192-15,-1 1 128 0,-2-1-128 0,1 3 0 16,0 0 160-16,0-1-160 0,0 2 160 0,2 0-160 16,1 0 0-16,1 1 0 0,1-1-128 0,0 0 128 15,1 2-272-15,1-1 48 0,-1 1 16 0,3-2 0 16,1 0-1552-16,2 0-304 0,0 1-64 0,1-2-13440 15</inkml:trace>
  <inkml:trace contextRef="#ctx0" brushRef="#br0" timeOffset="34">12705 10510 8287 0,'0'0'736'0,"0"0"-592"16,0 0-144-16,0 0 0 0,0 0 2112 0,0 0 384 15,0 0 64-15,0 0 32 0,0 0-1296 0,0 0-256 16,0 0-48-16,0 0-16 0,0 0-272 0,0 0-64 16,-6 4-16-16,6-4 0 0,-5 5-304 0,5-5-48 15,-9 3-16-15,0-1 0 0,0-1-256 0,2 1 160 16,-2 0-160-16,-1 1 128 0,-1-1 32 0,1 0 0 16,0 1 0-16,-2 2 0 0,-1-1 0 0,-2 2 0 15,-2-1 0-15,-1 2 0 0,-1 1 32 0,-1 0 16 0,-1 0 0 0,-2-2 0 16,-2 1 32-16,-1 0 0 0,0-2 0 0,-2 3 0 15,0 0-16-15,-3 1 0 0,-2 0 0 0,0 2 0 16,0 2 0-16,-2 2 0 0,0-1 0 0,-2 0 0 16,-1-2-224-16,-3 3 0 0,-1-1 0 0,0 4-160 15,0 0 160-15,-1 1 0 0,-1 0 0 0,1-1 0 16,2 2 0-16,0 0 0 0,-2-1 0 0,1-1 0 16,-2 0 0-16,0 0 144 0,0-2-144 0,0 2 160 15,-3-1-160-15,2 2 0 0,1 0 144 0,0-1-144 16,0 1 0-16,-2-1 0 0,-1-3 0 0,-1 1 0 15,0-1 0-15,1 3 0 0,-1-1 0 0,4 0 0 16,3-1 0-16,0 1 0 0,1-2 0 0,2 2 0 0,0-2 0 16,2-1 0-16,0 2 0 0,1-2 0 0,0-3 0 0,2 1 128 15,-1 1-128-15,1 0 0 0,0 0 0 0,4 0 0 16,-1 0 0-16,0 1 0 0,-1 2 0 0,1-2 0 16,-2-2 0-16,0 0 0 0,0-1 0 0,1 1 0 15,0-2 0-15,3 0 0 0,0 0 0 16,3 0 0-16,2 0 0 0,2-1 0 0,1-1 0 0,3 0 0 15,0 0 0-15,2-2 128 0,0 1-128 0,3-2 0 16,1 1 128-16,0-1-128 0,-1 1 0 0,0-1 128 16,-1 0-128-16,2-1 0 0,1 1 0 0,1-1 0 15,-1 0 0-15,0 1 128 0,0-1-128 0,1 1 0 16,0-1 0-16,-2 2 128 0,0-1-128 0,1 1 0 0,1-3 0 16,-1 1 128-16,1 1-128 0,2-1 0 0,-1 0 0 0,2 0 0 15,0-2 128-15,6-2 16 0,-7 1 0 0,7-1 0 16,0 0 144-16,-5 2 32 0,5-2 0 0,0 0 0 15,0 0-48-15,0 0 0 0,-6 2 0 0,6-2 0 16,-5 3-64-16,5-3-16 0,0 0 0 0,-7 3 0 16,7-3-192-16,0 0 128 0,-6 3-128 0,0-1 0 15,6-2 128-15,0 0-128 0,-5 4 0 0,5-4 0 16,-7 3 0-16,0-1 128 0,7-2-128 0,-5 5 0 16,5-5 0-16,-6 4 0 0,1-1 0 0,-1 1 0 15,0-1 128-15,6-3-128 0,-9 4 0 0,1 2 144 16,-1 0-144-16,2 1 0 0,-1-1 144 0,-1 0-144 15,-2 2 144-15,1-2-144 0,0 1 192 0,2 0-192 16,-1-2 192-16,0 1-64 0,1-1 0 0,2 1-128 0,-1-2 192 16,2 2-192-16,5-6 192 0,-6 4-192 15,6-4 144-15,-5 4-144 0,5-4 0 0,-6 5 144 0,6-5-144 16,0 0 0-16,-5 4 0 0,5-4 128 0,0 0-128 0,0 0 0 16,-5 6 0-16,5-6 0 0,0 0-144 0,0 0-16 15,0 0 0-15,0 0 0 16,0 0-480-16,0 0-112 0,0 0-16 0,0 0-9072 15,10 1-1808-15</inkml:trace>
  <inkml:trace contextRef="#ctx0" brushRef="#br0" timeOffset="35">9813 11377 21183 0,'0'0'944'0,"0"0"192"0,-8 2-912 0,2-1-224 0,6-1 0 0,-8 3 0 16,-1 1 1360-16,1 2 240 0,0-1 32 0,-1 2 16 15,0 0-1120-15,-1 0-208 0,-1 2-64 0,-1 1 0 16,-2 0-64-16,-2 1 0 0,0-1-16 0,-1 1 0 16,0 0-48-16,-3 0 0 0,-1 0 0 0,-1 1 0 15,1 1 96-15,0 2 16 0,2 0 0 0,0 0 0 16,0-1-16-16,1 2 0 0,2-1 0 0,0 0 0 15,2-2-96-15,2 1-128 0,1 0 176 0,2-2-176 16,2-3 176-16,-1 0-176 0,0 0 160 0,4 0-160 16,4-9 192-16,-2 8-64 0,2-8-128 0,-2 9 192 15,2-9 64-15,2 9 0 0,-2-9 0 0,3 10 0 0,-3-10 64 0,5 9 0 16,1-3 16-16,-6-6 0 0,9 8-160 0,-1-2-48 16,1-2 0-16,2 1 0 0,1 0 64 0,3-1 0 15,0 1 0-15,3-1 0 0,1 0 80 0,3 1 32 16,2-1 0-16,0 2 0 0,-1-1-32 0,1 1 0 15,-1-2 0-15,1 2 0 0,-1-1-272 0,1 2 160 16,-1-2-160-16,1 2 128 0,-1-3-128 0,1 2 128 16,-1-1-128-16,0 1 128 0,2-4-128 0,0 1 0 15,1 1 144-15,2-2-144 0,0-1 0 0,2 1 0 16,0 0 0-16,-1 0 128 16,0 1-528-16,0 0-112 0,-2 2 0 0,0 1-10400 0,-3-1-2080 15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3T13:54:04.700"/>
    </inkml:context>
    <inkml:brush xml:id="br0">
      <inkml:brushProperty name="width" value="0.05292" units="cm"/>
      <inkml:brushProperty name="height" value="0.05292" units="cm"/>
      <inkml:brushProperty name="color" value="#FF0000"/>
    </inkml:brush>
  </inkml:definitions>
  <inkml:trace contextRef="#ctx0" brushRef="#br0">6773 6350 24575,'0'52'0,"0"-13"0,0 4 0,0 10 0,0 2 0,0 4 0,0 2 0,0-15 0,0 0 0,0-4 0,0-5 0,0-3 0,0 8 0,0-7 0,0-20-1696,10 3 0,-8-18 0,8 0 0</inkml:trace>
  <inkml:trace contextRef="#ctx0" brushRef="#br0" timeOffset="733">7176 6350 24575,'0'52'0,"-5"-13"0,0 4 0,4 1 0,0 1 0,-4 13 0,0 0 0,5-10 0,0 0 0,0 1 0,0-4 0,0 12 0,0-17 0,0-31 0,0 10 0,0-14 0,0 13 0</inkml:trace>
  <inkml:trace contextRef="#ctx0" brushRef="#br0" timeOffset="1451">6583 6689 24575,'48'0'0,"-1"0"0,1 0 0,2 0 0,1 1 0,1-2 0,-5-3 0,1-1 0,0-1 0,0 2-449,10 2 1,0 2 0,-3-3 448,-6-3 0,-2-1 0,-4 1 87,3 6 1,-7 0 0,1 0-1,-31 0 1</inkml:trace>
  <inkml:trace contextRef="#ctx0" brushRef="#br0" timeOffset="2750">7684 6498 24575,'0'35'0,"0"1"0,0 6 0,0 3 0,0 8 0,0 2 0,0 2 0,0 1 0,0 1 0,0-3 0,0-10 0,0-2 0,0-1 0,0-4 0,0-6 0,0-14 0,0-19 0,0-19 0,0-14 0,0-10 0,0-6 0,0-1 0,0-1 0,0-3 0,0 0 0,0 1 0,0 5 0,0-9 0,0 15 0,0 14 0,0 26 0,9-8 0,31 20 0,-18 8 0,3 4 0,15 0 0,2 3 0,-4 15 0,0 2 0,-1-13 0,1-2 0,-6 5 0,-1-2 0,-3-13 0,-4-2 0,0 7 0,13-13 0,-32-9 0,14-28 0,-13-1 0,-3-6 0,-2-16 0,0-6 0,8 12 0,2-2 0,-2 0 0,-7 4 0,-2-1 0,2 2 0,8-18 0,-1 5 0,-8 15 0,-2 4 0,1-6 0,0 23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84B8A7-4190-7E43-A09C-E65391BF7D1A}" type="datetimeFigureOut">
              <a:rPr lang="en-US" smtClean="0"/>
              <a:t>1/3/25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7F7BA9-BD23-364F-BA23-B1582B7D9A79}" type="slidenum">
              <a:rPr lang="en-US" smtClean="0"/>
              <a:t>‹#›</a:t>
            </a:fld>
            <a:endParaRPr lang="en-US"/>
          </a:p>
        </p:txBody>
      </p:sp>
    </p:spTree>
    <p:extLst>
      <p:ext uri="{BB962C8B-B14F-4D97-AF65-F5344CB8AC3E}">
        <p14:creationId xmlns:p14="http://schemas.microsoft.com/office/powerpoint/2010/main" val="342495885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Ví</a:t>
            </a:r>
            <a:r>
              <a:rPr lang="en-US"/>
              <a:t> </a:t>
            </a:r>
            <a:r>
              <a:rPr lang="en-US" err="1"/>
              <a:t>dụ</a:t>
            </a:r>
            <a:r>
              <a:rPr lang="en-US"/>
              <a:t>: </a:t>
            </a:r>
            <a:r>
              <a:rPr lang="en-US" err="1"/>
              <a:t>bản</a:t>
            </a:r>
            <a:r>
              <a:rPr lang="en-US"/>
              <a:t> </a:t>
            </a:r>
            <a:r>
              <a:rPr lang="en-US" err="1"/>
              <a:t>đồ</a:t>
            </a:r>
            <a:r>
              <a:rPr lang="en-US"/>
              <a:t> </a:t>
            </a:r>
            <a:r>
              <a:rPr lang="en-US" err="1"/>
              <a:t>đường</a:t>
            </a:r>
            <a:r>
              <a:rPr lang="en-US"/>
              <a:t> </a:t>
            </a:r>
            <a:r>
              <a:rPr lang="en-US" err="1"/>
              <a:t>bộ</a:t>
            </a:r>
            <a:r>
              <a:rPr lang="en-US"/>
              <a:t> , </a:t>
            </a:r>
            <a:r>
              <a:rPr lang="en-US" err="1"/>
              <a:t>mạng</a:t>
            </a:r>
            <a:r>
              <a:rPr lang="en-US"/>
              <a:t> </a:t>
            </a:r>
            <a:r>
              <a:rPr lang="en-US" err="1"/>
              <a:t>máy</a:t>
            </a:r>
            <a:r>
              <a:rPr lang="en-US"/>
              <a:t> </a:t>
            </a:r>
            <a:r>
              <a:rPr lang="en-US" err="1"/>
              <a:t>tính</a:t>
            </a:r>
            <a:r>
              <a:rPr lang="en-US"/>
              <a:t> </a:t>
            </a:r>
            <a:r>
              <a:rPr lang="en-US" err="1"/>
              <a:t>của</a:t>
            </a:r>
            <a:r>
              <a:rPr lang="en-US"/>
              <a:t> </a:t>
            </a:r>
            <a:r>
              <a:rPr lang="en-US" err="1"/>
              <a:t>công</a:t>
            </a:r>
            <a:r>
              <a:rPr lang="en-US"/>
              <a:t> ty</a:t>
            </a:r>
          </a:p>
        </p:txBody>
      </p:sp>
      <p:sp>
        <p:nvSpPr>
          <p:cNvPr id="4" name="Slide Number Placeholder 3"/>
          <p:cNvSpPr>
            <a:spLocks noGrp="1"/>
          </p:cNvSpPr>
          <p:nvPr>
            <p:ph type="sldNum" sz="quarter" idx="5"/>
          </p:nvPr>
        </p:nvSpPr>
        <p:spPr/>
        <p:txBody>
          <a:bodyPr/>
          <a:lstStyle/>
          <a:p>
            <a:fld id="{C47F7BA9-BD23-364F-BA23-B1582B7D9A79}" type="slidenum">
              <a:rPr lang="en-US" smtClean="0"/>
              <a:t>2</a:t>
            </a:fld>
            <a:endParaRPr lang="en-US"/>
          </a:p>
        </p:txBody>
      </p:sp>
    </p:spTree>
    <p:extLst>
      <p:ext uri="{BB962C8B-B14F-4D97-AF65-F5344CB8AC3E}">
        <p14:creationId xmlns:p14="http://schemas.microsoft.com/office/powerpoint/2010/main" val="699944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11</a:t>
            </a:fld>
            <a:endParaRPr lang="en-US"/>
          </a:p>
        </p:txBody>
      </p:sp>
    </p:spTree>
    <p:extLst>
      <p:ext uri="{BB962C8B-B14F-4D97-AF65-F5344CB8AC3E}">
        <p14:creationId xmlns:p14="http://schemas.microsoft.com/office/powerpoint/2010/main" val="471487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 w </a:t>
            </a:r>
            <a:r>
              <a:rPr lang="en-US" err="1"/>
              <a:t>là</a:t>
            </a:r>
            <a:r>
              <a:rPr lang="en-US"/>
              <a:t> </a:t>
            </a:r>
            <a:r>
              <a:rPr lang="en-US" err="1"/>
              <a:t>hai</a:t>
            </a:r>
            <a:r>
              <a:rPr lang="en-US"/>
              <a:t> </a:t>
            </a:r>
            <a:r>
              <a:rPr lang="en-US" err="1"/>
              <a:t>đỉnh</a:t>
            </a:r>
            <a:r>
              <a:rPr lang="en-US"/>
              <a:t> </a:t>
            </a:r>
            <a:r>
              <a:rPr lang="en-US" err="1"/>
              <a:t>thuộc</a:t>
            </a:r>
            <a:r>
              <a:rPr lang="en-US"/>
              <a:t> </a:t>
            </a:r>
            <a:r>
              <a:rPr lang="en-US" err="1"/>
              <a:t>cung</a:t>
            </a:r>
            <a:r>
              <a:rPr lang="en-US"/>
              <a:t> E</a:t>
            </a:r>
          </a:p>
        </p:txBody>
      </p:sp>
      <p:sp>
        <p:nvSpPr>
          <p:cNvPr id="4" name="Slide Number Placeholder 3"/>
          <p:cNvSpPr>
            <a:spLocks noGrp="1"/>
          </p:cNvSpPr>
          <p:nvPr>
            <p:ph type="sldNum" sz="quarter" idx="5"/>
          </p:nvPr>
        </p:nvSpPr>
        <p:spPr/>
        <p:txBody>
          <a:bodyPr/>
          <a:lstStyle/>
          <a:p>
            <a:fld id="{C47F7BA9-BD23-364F-BA23-B1582B7D9A79}" type="slidenum">
              <a:rPr lang="en-US" smtClean="0"/>
              <a:t>18</a:t>
            </a:fld>
            <a:endParaRPr lang="en-US"/>
          </a:p>
        </p:txBody>
      </p:sp>
    </p:spTree>
    <p:extLst>
      <p:ext uri="{BB962C8B-B14F-4D97-AF65-F5344CB8AC3E}">
        <p14:creationId xmlns:p14="http://schemas.microsoft.com/office/powerpoint/2010/main" val="2600828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19</a:t>
            </a:fld>
            <a:endParaRPr lang="en-US"/>
          </a:p>
        </p:txBody>
      </p:sp>
    </p:spTree>
    <p:extLst>
      <p:ext uri="{BB962C8B-B14F-4D97-AF65-F5344CB8AC3E}">
        <p14:creationId xmlns:p14="http://schemas.microsoft.com/office/powerpoint/2010/main" val="3391633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Chỉ</a:t>
            </a:r>
            <a:r>
              <a:rPr lang="en-US"/>
              <a:t> </a:t>
            </a:r>
            <a:r>
              <a:rPr lang="en-US" err="1"/>
              <a:t>quan</a:t>
            </a:r>
            <a:r>
              <a:rPr lang="en-US"/>
              <a:t> </a:t>
            </a:r>
            <a:r>
              <a:rPr lang="en-US" err="1"/>
              <a:t>tâm</a:t>
            </a:r>
            <a:r>
              <a:rPr lang="en-US"/>
              <a:t> </a:t>
            </a:r>
            <a:r>
              <a:rPr lang="en-US" err="1"/>
              <a:t>đến</a:t>
            </a:r>
            <a:r>
              <a:rPr lang="en-US"/>
              <a:t> </a:t>
            </a:r>
            <a:r>
              <a:rPr lang="en-US" err="1"/>
              <a:t>đỉnh</a:t>
            </a:r>
            <a:r>
              <a:rPr lang="en-US"/>
              <a:t> </a:t>
            </a:r>
            <a:r>
              <a:rPr lang="en-US" err="1"/>
              <a:t>chưa</a:t>
            </a:r>
            <a:r>
              <a:rPr lang="en-US"/>
              <a:t> </a:t>
            </a:r>
            <a:r>
              <a:rPr lang="en-US" err="1"/>
              <a:t>được</a:t>
            </a:r>
            <a:r>
              <a:rPr lang="en-US"/>
              <a:t> </a:t>
            </a:r>
            <a:r>
              <a:rPr lang="en-US" err="1"/>
              <a:t>đánh</a:t>
            </a:r>
            <a:r>
              <a:rPr lang="en-US"/>
              <a:t> </a:t>
            </a:r>
            <a:r>
              <a:rPr lang="en-US" err="1"/>
              <a:t>dấu</a:t>
            </a:r>
            <a:endParaRPr lang="en-US"/>
          </a:p>
          <a:p>
            <a:endParaRPr lang="en-US"/>
          </a:p>
          <a:p>
            <a:r>
              <a:rPr lang="en-US" err="1"/>
              <a:t>Đặt</a:t>
            </a:r>
            <a:r>
              <a:rPr lang="en-US"/>
              <a:t> v = vs </a:t>
            </a:r>
          </a:p>
          <a:p>
            <a:r>
              <a:rPr lang="en-US" err="1"/>
              <a:t>Thăm</a:t>
            </a:r>
            <a:r>
              <a:rPr lang="en-US"/>
              <a:t> </a:t>
            </a:r>
            <a:r>
              <a:rPr lang="en-US" err="1"/>
              <a:t>nút</a:t>
            </a:r>
            <a:r>
              <a:rPr lang="en-US"/>
              <a:t> v</a:t>
            </a:r>
          </a:p>
          <a:p>
            <a:r>
              <a:rPr lang="en-US" err="1"/>
              <a:t>Mỗi</a:t>
            </a:r>
            <a:r>
              <a:rPr lang="en-US"/>
              <a:t> nut </a:t>
            </a:r>
            <a:r>
              <a:rPr lang="en-US" err="1"/>
              <a:t>va</a:t>
            </a:r>
            <a:r>
              <a:rPr lang="en-US"/>
              <a:t> </a:t>
            </a:r>
            <a:r>
              <a:rPr lang="en-US" err="1"/>
              <a:t>là</a:t>
            </a:r>
            <a:r>
              <a:rPr lang="en-US"/>
              <a:t> </a:t>
            </a:r>
            <a:r>
              <a:rPr lang="en-US" err="1"/>
              <a:t>nút</a:t>
            </a:r>
            <a:r>
              <a:rPr lang="en-US"/>
              <a:t> </a:t>
            </a:r>
            <a:r>
              <a:rPr lang="en-US" err="1"/>
              <a:t>kề</a:t>
            </a:r>
            <a:r>
              <a:rPr lang="en-US"/>
              <a:t> </a:t>
            </a:r>
            <a:r>
              <a:rPr lang="en-US" err="1"/>
              <a:t>của</a:t>
            </a:r>
            <a:r>
              <a:rPr lang="en-US"/>
              <a:t> v </a:t>
            </a:r>
            <a:r>
              <a:rPr lang="en-US" err="1"/>
              <a:t>chưa</a:t>
            </a:r>
            <a:r>
              <a:rPr lang="en-US"/>
              <a:t> </a:t>
            </a:r>
            <a:r>
              <a:rPr lang="en-US" err="1"/>
              <a:t>được</a:t>
            </a:r>
            <a:r>
              <a:rPr lang="en-US"/>
              <a:t> </a:t>
            </a:r>
            <a:r>
              <a:rPr lang="en-US" err="1"/>
              <a:t>thăm</a:t>
            </a:r>
            <a:r>
              <a:rPr lang="en-US"/>
              <a:t> </a:t>
            </a:r>
            <a:r>
              <a:rPr lang="en-US" err="1"/>
              <a:t>thì</a:t>
            </a:r>
            <a:r>
              <a:rPr lang="en-US"/>
              <a:t> </a:t>
            </a:r>
            <a:r>
              <a:rPr lang="en-US" err="1"/>
              <a:t>lặp</a:t>
            </a:r>
            <a:r>
              <a:rPr lang="en-US"/>
              <a:t> </a:t>
            </a:r>
            <a:r>
              <a:rPr lang="en-US" err="1"/>
              <a:t>lại</a:t>
            </a:r>
            <a:r>
              <a:rPr lang="en-US"/>
              <a:t> </a:t>
            </a:r>
            <a:r>
              <a:rPr lang="en-US" err="1"/>
              <a:t>bước</a:t>
            </a:r>
            <a:r>
              <a:rPr lang="en-US"/>
              <a:t> 2 </a:t>
            </a:r>
            <a:r>
              <a:rPr lang="en-US" err="1"/>
              <a:t>thăm</a:t>
            </a:r>
            <a:r>
              <a:rPr lang="en-US"/>
              <a:t> </a:t>
            </a:r>
            <a:r>
              <a:rPr lang="en-US" err="1"/>
              <a:t>va</a:t>
            </a:r>
            <a:r>
              <a:rPr lang="en-US"/>
              <a:t> </a:t>
            </a:r>
          </a:p>
          <a:p>
            <a:r>
              <a:rPr lang="en-US" err="1"/>
              <a:t>Điểm</a:t>
            </a:r>
            <a:r>
              <a:rPr lang="en-US"/>
              <a:t> dung </a:t>
            </a:r>
            <a:r>
              <a:rPr lang="en-US" err="1"/>
              <a:t>là</a:t>
            </a:r>
            <a:r>
              <a:rPr lang="en-US"/>
              <a:t> </a:t>
            </a:r>
            <a:r>
              <a:rPr lang="en-US" err="1"/>
              <a:t>duyệt</a:t>
            </a:r>
            <a:r>
              <a:rPr lang="en-US"/>
              <a:t> </a:t>
            </a:r>
            <a:r>
              <a:rPr lang="en-US" err="1"/>
              <a:t>đồ</a:t>
            </a:r>
            <a:r>
              <a:rPr lang="en-US"/>
              <a:t> </a:t>
            </a:r>
            <a:r>
              <a:rPr lang="en-US" err="1"/>
              <a:t>thị</a:t>
            </a:r>
            <a:r>
              <a:rPr lang="en-US"/>
              <a:t> </a:t>
            </a:r>
            <a:r>
              <a:rPr lang="en-US" err="1"/>
              <a:t>kết</a:t>
            </a:r>
            <a:r>
              <a:rPr lang="en-US"/>
              <a:t> </a:t>
            </a:r>
            <a:r>
              <a:rPr lang="en-US" err="1"/>
              <a:t>thúc</a:t>
            </a:r>
            <a:r>
              <a:rPr lang="en-US"/>
              <a:t> </a:t>
            </a:r>
            <a:r>
              <a:rPr lang="en-US" err="1"/>
              <a:t>khi</a:t>
            </a:r>
            <a:r>
              <a:rPr lang="en-US"/>
              <a:t> </a:t>
            </a:r>
            <a:r>
              <a:rPr lang="en-US" err="1"/>
              <a:t>không</a:t>
            </a:r>
            <a:r>
              <a:rPr lang="en-US"/>
              <a:t> </a:t>
            </a:r>
            <a:r>
              <a:rPr lang="en-US" err="1"/>
              <a:t>còn</a:t>
            </a:r>
            <a:r>
              <a:rPr lang="en-US"/>
              <a:t> </a:t>
            </a:r>
            <a:r>
              <a:rPr lang="en-US" err="1"/>
              <a:t>điểm</a:t>
            </a:r>
            <a:r>
              <a:rPr lang="en-US"/>
              <a:t> </a:t>
            </a:r>
            <a:r>
              <a:rPr lang="en-US" err="1"/>
              <a:t>nào</a:t>
            </a:r>
            <a:r>
              <a:rPr lang="en-US"/>
              <a:t> </a:t>
            </a:r>
            <a:r>
              <a:rPr lang="en-US" err="1"/>
              <a:t>cần</a:t>
            </a:r>
            <a:r>
              <a:rPr lang="en-US"/>
              <a:t> </a:t>
            </a:r>
            <a:r>
              <a:rPr lang="en-US" err="1"/>
              <a:t>thăm</a:t>
            </a:r>
            <a:r>
              <a:rPr lang="en-US"/>
              <a:t> </a:t>
            </a:r>
            <a:r>
              <a:rPr lang="en-US" err="1"/>
              <a:t>nữa</a:t>
            </a:r>
            <a:r>
              <a:rPr lang="en-US"/>
              <a:t> </a:t>
            </a:r>
          </a:p>
          <a:p>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20</a:t>
            </a:fld>
            <a:endParaRPr lang="en-US"/>
          </a:p>
        </p:txBody>
      </p:sp>
    </p:spTree>
    <p:extLst>
      <p:ext uri="{BB962C8B-B14F-4D97-AF65-F5344CB8AC3E}">
        <p14:creationId xmlns:p14="http://schemas.microsoft.com/office/powerpoint/2010/main" val="220169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26</a:t>
            </a:fld>
            <a:endParaRPr lang="en-US"/>
          </a:p>
        </p:txBody>
      </p:sp>
    </p:spTree>
    <p:extLst>
      <p:ext uri="{BB962C8B-B14F-4D97-AF65-F5344CB8AC3E}">
        <p14:creationId xmlns:p14="http://schemas.microsoft.com/office/powerpoint/2010/main" val="2276762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Giống</a:t>
            </a:r>
            <a:r>
              <a:rPr lang="en-US"/>
              <a:t> </a:t>
            </a:r>
            <a:r>
              <a:rPr lang="en-US" err="1"/>
              <a:t>nhân</a:t>
            </a:r>
            <a:r>
              <a:rPr lang="en-US"/>
              <a:t> ma </a:t>
            </a:r>
            <a:r>
              <a:rPr lang="en-US" err="1"/>
              <a:t>trận</a:t>
            </a:r>
            <a:r>
              <a:rPr lang="en-US"/>
              <a:t> </a:t>
            </a:r>
          </a:p>
        </p:txBody>
      </p:sp>
      <p:sp>
        <p:nvSpPr>
          <p:cNvPr id="4" name="Slide Number Placeholder 3"/>
          <p:cNvSpPr>
            <a:spLocks noGrp="1"/>
          </p:cNvSpPr>
          <p:nvPr>
            <p:ph type="sldNum" sz="quarter" idx="5"/>
          </p:nvPr>
        </p:nvSpPr>
        <p:spPr/>
        <p:txBody>
          <a:bodyPr/>
          <a:lstStyle/>
          <a:p>
            <a:fld id="{C47F7BA9-BD23-364F-BA23-B1582B7D9A79}" type="slidenum">
              <a:rPr lang="en-US" smtClean="0"/>
              <a:t>27</a:t>
            </a:fld>
            <a:endParaRPr lang="en-US"/>
          </a:p>
        </p:txBody>
      </p:sp>
    </p:spTree>
    <p:extLst>
      <p:ext uri="{BB962C8B-B14F-4D97-AF65-F5344CB8AC3E}">
        <p14:creationId xmlns:p14="http://schemas.microsoft.com/office/powerpoint/2010/main" val="2042820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Thứ</a:t>
            </a:r>
            <a:r>
              <a:rPr lang="en-US"/>
              <a:t> </a:t>
            </a:r>
            <a:r>
              <a:rPr lang="en-US" err="1"/>
              <a:t>tự</a:t>
            </a:r>
            <a:r>
              <a:rPr lang="en-US"/>
              <a:t> </a:t>
            </a:r>
            <a:r>
              <a:rPr lang="en-US" err="1"/>
              <a:t>công</a:t>
            </a:r>
            <a:r>
              <a:rPr lang="en-US"/>
              <a:t> </a:t>
            </a:r>
            <a:r>
              <a:rPr lang="en-US" err="1"/>
              <a:t>việc</a:t>
            </a:r>
            <a:r>
              <a:rPr lang="en-US"/>
              <a:t> </a:t>
            </a:r>
            <a:r>
              <a:rPr lang="en-US" err="1"/>
              <a:t>được</a:t>
            </a:r>
            <a:r>
              <a:rPr lang="en-US"/>
              <a:t> </a:t>
            </a:r>
            <a:r>
              <a:rPr lang="en-US" err="1"/>
              <a:t>sắp</a:t>
            </a:r>
            <a:r>
              <a:rPr lang="en-US"/>
              <a:t> </a:t>
            </a:r>
            <a:r>
              <a:rPr lang="en-US" err="1"/>
              <a:t>xếp</a:t>
            </a:r>
            <a:r>
              <a:rPr lang="en-US"/>
              <a:t> </a:t>
            </a:r>
            <a:r>
              <a:rPr lang="en-US" err="1"/>
              <a:t>theo</a:t>
            </a:r>
            <a:r>
              <a:rPr lang="en-US"/>
              <a:t> 3 ,4 </a:t>
            </a:r>
          </a:p>
        </p:txBody>
      </p:sp>
      <p:sp>
        <p:nvSpPr>
          <p:cNvPr id="4" name="Slide Number Placeholder 3"/>
          <p:cNvSpPr>
            <a:spLocks noGrp="1"/>
          </p:cNvSpPr>
          <p:nvPr>
            <p:ph type="sldNum" sz="quarter" idx="5"/>
          </p:nvPr>
        </p:nvSpPr>
        <p:spPr/>
        <p:txBody>
          <a:bodyPr/>
          <a:lstStyle/>
          <a:p>
            <a:fld id="{C47F7BA9-BD23-364F-BA23-B1582B7D9A79}" type="slidenum">
              <a:rPr lang="en-US" smtClean="0"/>
              <a:t>39</a:t>
            </a:fld>
            <a:endParaRPr lang="en-US"/>
          </a:p>
        </p:txBody>
      </p:sp>
    </p:spTree>
    <p:extLst>
      <p:ext uri="{BB962C8B-B14F-4D97-AF65-F5344CB8AC3E}">
        <p14:creationId xmlns:p14="http://schemas.microsoft.com/office/powerpoint/2010/main" val="3626149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46</a:t>
            </a:fld>
            <a:endParaRPr lang="en-US"/>
          </a:p>
        </p:txBody>
      </p:sp>
    </p:spTree>
    <p:extLst>
      <p:ext uri="{BB962C8B-B14F-4D97-AF65-F5344CB8AC3E}">
        <p14:creationId xmlns:p14="http://schemas.microsoft.com/office/powerpoint/2010/main" val="39261399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Bố trí Tùy chỉnh">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3839381"/>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35558471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46974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4054083868"/>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765746855"/>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182688759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254719935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266032466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210520181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1517365026"/>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3731622621"/>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389765155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1/3/25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440401564"/>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5F532A-FD4E-8846-AC2B-AE27267BA6A0}" type="datetime1">
              <a:rPr lang="en-US" smtClean="0"/>
              <a:t>1/3/25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2640826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963248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D91678-4A33-4B49-BC80-A7DE587E330C}" type="datetime1">
              <a:rPr lang="en-US" smtClean="0"/>
              <a:t>1/3/25</a:t>
            </a:fld>
            <a:endParaRPr lang="en-US"/>
          </a:p>
        </p:txBody>
      </p:sp>
      <p:sp>
        <p:nvSpPr>
          <p:cNvPr id="3" name="Footer Placeholder 2"/>
          <p:cNvSpPr>
            <a:spLocks noGrp="1"/>
          </p:cNvSpPr>
          <p:nvPr>
            <p:ph type="ftr" sz="quarter" idx="11"/>
          </p:nvPr>
        </p:nvSpPr>
        <p:spPr/>
        <p:txBody>
          <a:bodyPr/>
          <a:lstStyle/>
          <a:p>
            <a:r>
              <a:rPr lang="is-IS"/>
              <a:t>Cấu trúc dữ liệu và giải thuật</a:t>
            </a:r>
            <a:endParaRPr lang="en-US"/>
          </a:p>
        </p:txBody>
      </p:sp>
      <p:sp>
        <p:nvSpPr>
          <p:cNvPr id="4" name="Slide Number Placeholder 3"/>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3350356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0561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3.tiff"/><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6" Type="http://schemas.openxmlformats.org/officeDocument/2006/relationships/image" Target="../media/image26.png"/><Relationship Id="rId21" Type="http://schemas.openxmlformats.org/officeDocument/2006/relationships/customXml" Target="../ink/ink11.xml"/><Relationship Id="rId34" Type="http://schemas.openxmlformats.org/officeDocument/2006/relationships/image" Target="../media/image30.png"/><Relationship Id="rId42" Type="http://schemas.openxmlformats.org/officeDocument/2006/relationships/image" Target="../media/image34.png"/><Relationship Id="rId47" Type="http://schemas.openxmlformats.org/officeDocument/2006/relationships/customXml" Target="../ink/ink24.xml"/><Relationship Id="rId50" Type="http://schemas.openxmlformats.org/officeDocument/2006/relationships/image" Target="../media/image38.png"/><Relationship Id="rId55" Type="http://schemas.openxmlformats.org/officeDocument/2006/relationships/customXml" Target="../ink/ink28.xml"/><Relationship Id="rId63" Type="http://schemas.openxmlformats.org/officeDocument/2006/relationships/customXml" Target="../ink/ink32.xml"/><Relationship Id="rId7" Type="http://schemas.openxmlformats.org/officeDocument/2006/relationships/customXml" Target="../ink/ink4.xml"/><Relationship Id="rId2" Type="http://schemas.openxmlformats.org/officeDocument/2006/relationships/notesSlide" Target="../notesSlides/notesSlide2.xml"/><Relationship Id="rId16" Type="http://schemas.openxmlformats.org/officeDocument/2006/relationships/image" Target="../media/image21.png"/><Relationship Id="rId29" Type="http://schemas.openxmlformats.org/officeDocument/2006/relationships/customXml" Target="../ink/ink15.xml"/><Relationship Id="rId11" Type="http://schemas.openxmlformats.org/officeDocument/2006/relationships/customXml" Target="../ink/ink6.xml"/><Relationship Id="rId24" Type="http://schemas.openxmlformats.org/officeDocument/2006/relationships/image" Target="../media/image25.png"/><Relationship Id="rId32" Type="http://schemas.openxmlformats.org/officeDocument/2006/relationships/image" Target="../media/image29.png"/><Relationship Id="rId37" Type="http://schemas.openxmlformats.org/officeDocument/2006/relationships/customXml" Target="../ink/ink19.xml"/><Relationship Id="rId40" Type="http://schemas.openxmlformats.org/officeDocument/2006/relationships/image" Target="../media/image33.png"/><Relationship Id="rId45" Type="http://schemas.openxmlformats.org/officeDocument/2006/relationships/customXml" Target="../ink/ink23.xml"/><Relationship Id="rId53" Type="http://schemas.openxmlformats.org/officeDocument/2006/relationships/customXml" Target="../ink/ink27.xml"/><Relationship Id="rId58" Type="http://schemas.openxmlformats.org/officeDocument/2006/relationships/image" Target="../media/image42.png"/><Relationship Id="rId66" Type="http://schemas.openxmlformats.org/officeDocument/2006/relationships/image" Target="../media/image46.png"/><Relationship Id="rId5" Type="http://schemas.openxmlformats.org/officeDocument/2006/relationships/customXml" Target="../ink/ink3.xml"/><Relationship Id="rId61" Type="http://schemas.openxmlformats.org/officeDocument/2006/relationships/customXml" Target="../ink/ink31.xml"/><Relationship Id="rId19" Type="http://schemas.openxmlformats.org/officeDocument/2006/relationships/customXml" Target="../ink/ink10.xml"/><Relationship Id="rId14" Type="http://schemas.openxmlformats.org/officeDocument/2006/relationships/image" Target="../media/image20.png"/><Relationship Id="rId22" Type="http://schemas.openxmlformats.org/officeDocument/2006/relationships/image" Target="../media/image24.png"/><Relationship Id="rId27" Type="http://schemas.openxmlformats.org/officeDocument/2006/relationships/customXml" Target="../ink/ink14.xml"/><Relationship Id="rId30" Type="http://schemas.openxmlformats.org/officeDocument/2006/relationships/image" Target="../media/image28.png"/><Relationship Id="rId35" Type="http://schemas.openxmlformats.org/officeDocument/2006/relationships/customXml" Target="../ink/ink18.xml"/><Relationship Id="rId43" Type="http://schemas.openxmlformats.org/officeDocument/2006/relationships/customXml" Target="../ink/ink22.xml"/><Relationship Id="rId48" Type="http://schemas.openxmlformats.org/officeDocument/2006/relationships/image" Target="../media/image37.png"/><Relationship Id="rId56" Type="http://schemas.openxmlformats.org/officeDocument/2006/relationships/image" Target="../media/image41.png"/><Relationship Id="rId64" Type="http://schemas.openxmlformats.org/officeDocument/2006/relationships/image" Target="../media/image45.png"/><Relationship Id="rId8" Type="http://schemas.openxmlformats.org/officeDocument/2006/relationships/image" Target="../media/image17.png"/><Relationship Id="rId51" Type="http://schemas.openxmlformats.org/officeDocument/2006/relationships/customXml" Target="../ink/ink26.xml"/><Relationship Id="rId3" Type="http://schemas.openxmlformats.org/officeDocument/2006/relationships/customXml" Target="../ink/ink2.xml"/><Relationship Id="rId12" Type="http://schemas.openxmlformats.org/officeDocument/2006/relationships/image" Target="../media/image19.png"/><Relationship Id="rId17" Type="http://schemas.openxmlformats.org/officeDocument/2006/relationships/customXml" Target="../ink/ink9.xml"/><Relationship Id="rId25" Type="http://schemas.openxmlformats.org/officeDocument/2006/relationships/customXml" Target="../ink/ink13.xml"/><Relationship Id="rId33" Type="http://schemas.openxmlformats.org/officeDocument/2006/relationships/customXml" Target="../ink/ink17.xml"/><Relationship Id="rId38" Type="http://schemas.openxmlformats.org/officeDocument/2006/relationships/image" Target="../media/image32.png"/><Relationship Id="rId46" Type="http://schemas.openxmlformats.org/officeDocument/2006/relationships/image" Target="../media/image36.png"/><Relationship Id="rId59" Type="http://schemas.openxmlformats.org/officeDocument/2006/relationships/customXml" Target="../ink/ink30.xml"/><Relationship Id="rId20" Type="http://schemas.openxmlformats.org/officeDocument/2006/relationships/image" Target="../media/image23.png"/><Relationship Id="rId41" Type="http://schemas.openxmlformats.org/officeDocument/2006/relationships/customXml" Target="../ink/ink21.xml"/><Relationship Id="rId54" Type="http://schemas.openxmlformats.org/officeDocument/2006/relationships/image" Target="../media/image40.png"/><Relationship Id="rId6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image" Target="../media/image16.png"/><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image" Target="../media/image27.png"/><Relationship Id="rId36" Type="http://schemas.openxmlformats.org/officeDocument/2006/relationships/image" Target="../media/image31.png"/><Relationship Id="rId49" Type="http://schemas.openxmlformats.org/officeDocument/2006/relationships/customXml" Target="../ink/ink25.xml"/><Relationship Id="rId57" Type="http://schemas.openxmlformats.org/officeDocument/2006/relationships/customXml" Target="../ink/ink29.xml"/><Relationship Id="rId10" Type="http://schemas.openxmlformats.org/officeDocument/2006/relationships/image" Target="../media/image18.png"/><Relationship Id="rId31" Type="http://schemas.openxmlformats.org/officeDocument/2006/relationships/customXml" Target="../ink/ink16.xml"/><Relationship Id="rId44" Type="http://schemas.openxmlformats.org/officeDocument/2006/relationships/image" Target="../media/image35.png"/><Relationship Id="rId52" Type="http://schemas.openxmlformats.org/officeDocument/2006/relationships/image" Target="../media/image39.png"/><Relationship Id="rId60" Type="http://schemas.openxmlformats.org/officeDocument/2006/relationships/image" Target="../media/image43.png"/><Relationship Id="rId65" Type="http://schemas.openxmlformats.org/officeDocument/2006/relationships/customXml" Target="../ink/ink33.xml"/><Relationship Id="rId4" Type="http://schemas.openxmlformats.org/officeDocument/2006/relationships/image" Target="../media/image15.png"/><Relationship Id="rId9" Type="http://schemas.openxmlformats.org/officeDocument/2006/relationships/customXml" Target="../ink/ink5.xml"/><Relationship Id="rId13" Type="http://schemas.openxmlformats.org/officeDocument/2006/relationships/customXml" Target="../ink/ink7.xml"/><Relationship Id="rId18" Type="http://schemas.openxmlformats.org/officeDocument/2006/relationships/image" Target="../media/image22.png"/><Relationship Id="rId39" Type="http://schemas.openxmlformats.org/officeDocument/2006/relationships/customXml" Target="../ink/ink20.xml"/></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ustomXml" Target="../ink/ink3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35.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5642" y="2978150"/>
            <a:ext cx="8674100" cy="450850"/>
          </a:xfrm>
          <a:prstGeom prst="rect">
            <a:avLst/>
          </a:prstGeom>
        </p:spPr>
        <p:txBody>
          <a:bodyPr/>
          <a:lstStyle/>
          <a:p>
            <a:r>
              <a:rPr lang="en-US" b="1"/>
              <a:t>Chương 6: </a:t>
            </a:r>
            <a:r>
              <a:rPr lang="en-US" b="1" err="1"/>
              <a:t>Đồ</a:t>
            </a:r>
            <a:r>
              <a:rPr lang="en-US" b="1"/>
              <a:t> </a:t>
            </a:r>
            <a:r>
              <a:rPr lang="en-US" b="1" err="1"/>
              <a:t>thị</a:t>
            </a:r>
            <a:r>
              <a:rPr lang="en-US" b="1"/>
              <a:t> (Graphs) </a:t>
            </a:r>
          </a:p>
        </p:txBody>
      </p:sp>
      <p:sp>
        <p:nvSpPr>
          <p:cNvPr id="4" name="Date Placeholder 3"/>
          <p:cNvSpPr>
            <a:spLocks noGrp="1"/>
          </p:cNvSpPr>
          <p:nvPr>
            <p:ph type="dt" sz="half" idx="4294967295"/>
          </p:nvPr>
        </p:nvSpPr>
        <p:spPr>
          <a:xfrm>
            <a:off x="0" y="6565900"/>
            <a:ext cx="2057400" cy="365125"/>
          </a:xfrm>
          <a:prstGeom prst="rect">
            <a:avLst/>
          </a:prstGeom>
        </p:spPr>
        <p:txBody>
          <a:bodyPr/>
          <a:lstStyle/>
          <a:p>
            <a:fld id="{CAA914AB-0A56-C849-A2FF-9AE29B3DB91D}" type="datetime1">
              <a:rPr lang="en-US" smtClean="0"/>
              <a:t>1/3/25</a:t>
            </a:fld>
            <a:endParaRPr lang="en-US"/>
          </a:p>
        </p:txBody>
      </p:sp>
      <p:sp>
        <p:nvSpPr>
          <p:cNvPr id="6" name="Slide Number Placeholder 5"/>
          <p:cNvSpPr>
            <a:spLocks noGrp="1"/>
          </p:cNvSpPr>
          <p:nvPr>
            <p:ph type="sldNum" sz="quarter" idx="4294967295"/>
          </p:nvPr>
        </p:nvSpPr>
        <p:spPr>
          <a:xfrm>
            <a:off x="7086600" y="6572250"/>
            <a:ext cx="2057400" cy="365125"/>
          </a:xfrm>
          <a:prstGeom prst="rect">
            <a:avLst/>
          </a:prstGeom>
        </p:spPr>
        <p:txBody>
          <a:bodyPr/>
          <a:lstStyle/>
          <a:p>
            <a:fld id="{BA7BC09B-FE30-A349-B1D2-5A364F511F98}" type="slidenum">
              <a:rPr lang="en-US" smtClean="0"/>
              <a:t>1</a:t>
            </a:fld>
            <a:endParaRPr lang="en-US"/>
          </a:p>
        </p:txBody>
      </p:sp>
    </p:spTree>
    <p:extLst>
      <p:ext uri="{BB962C8B-B14F-4D97-AF65-F5344CB8AC3E}">
        <p14:creationId xmlns:p14="http://schemas.microsoft.com/office/powerpoint/2010/main" val="200804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a:t>
            </a:fld>
            <a:endParaRPr lang="en-US"/>
          </a:p>
        </p:txBody>
      </p:sp>
      <p:sp>
        <p:nvSpPr>
          <p:cNvPr id="2" name="Title 1"/>
          <p:cNvSpPr>
            <a:spLocks noGrp="1"/>
          </p:cNvSpPr>
          <p:nvPr>
            <p:ph type="title"/>
          </p:nvPr>
        </p:nvSpPr>
        <p:spPr/>
        <p:txBody>
          <a:bodyPr/>
          <a:lstStyle/>
          <a:p>
            <a:r>
              <a:rPr lang="en-US" err="1"/>
              <a:t>Định</a:t>
            </a:r>
            <a:r>
              <a:rPr lang="en-US"/>
              <a:t> </a:t>
            </a:r>
            <a:r>
              <a:rPr lang="en-US" err="1"/>
              <a:t>nghĩa</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sz="quarter" idx="13"/>
              </p:nvPr>
            </p:nvSpPr>
            <p:spPr/>
            <p:txBody>
              <a:bodyPr>
                <a:normAutofit/>
              </a:bodyPr>
              <a:lstStyle/>
              <a:p>
                <a:r>
                  <a:rPr lang="en-US"/>
                  <a:t>Một </a:t>
                </a:r>
                <a:r>
                  <a:rPr lang="en-US" err="1"/>
                  <a:t>đồ</a:t>
                </a:r>
                <a:r>
                  <a:rPr lang="en-US"/>
                  <a:t> </a:t>
                </a:r>
                <a:r>
                  <a:rPr lang="en-US" err="1"/>
                  <a:t>thị</a:t>
                </a:r>
                <a:r>
                  <a:rPr lang="en-US"/>
                  <a:t> G(V,E) </a:t>
                </a:r>
                <a:r>
                  <a:rPr lang="en-US" err="1"/>
                  <a:t>là</a:t>
                </a:r>
                <a:r>
                  <a:rPr lang="en-US"/>
                  <a:t> </a:t>
                </a:r>
                <a:r>
                  <a:rPr lang="en-US" err="1"/>
                  <a:t>một</a:t>
                </a:r>
                <a:r>
                  <a:rPr lang="en-US"/>
                  <a:t> </a:t>
                </a:r>
                <a:r>
                  <a:rPr lang="en-US" err="1"/>
                  <a:t>tập</a:t>
                </a:r>
                <a:r>
                  <a:rPr lang="en-US"/>
                  <a:t> bao </a:t>
                </a:r>
                <a:r>
                  <a:rPr lang="en-US" err="1"/>
                  <a:t>gồm</a:t>
                </a:r>
                <a:r>
                  <a:rPr lang="en-US"/>
                  <a:t> 2 </a:t>
                </a:r>
                <a:r>
                  <a:rPr lang="en-US" err="1"/>
                  <a:t>tập</a:t>
                </a:r>
                <a:r>
                  <a:rPr lang="en-US"/>
                  <a:t> con</a:t>
                </a:r>
              </a:p>
              <a:p>
                <a:pPr lvl="1"/>
                <a:r>
                  <a:rPr lang="en-US" err="1"/>
                  <a:t>Tập</a:t>
                </a:r>
                <a:r>
                  <a:rPr lang="en-US"/>
                  <a:t> </a:t>
                </a:r>
                <a:r>
                  <a:rPr lang="en-US" err="1"/>
                  <a:t>hữu</a:t>
                </a:r>
                <a:r>
                  <a:rPr lang="en-US"/>
                  <a:t> </a:t>
                </a:r>
                <a:r>
                  <a:rPr lang="en-US" err="1"/>
                  <a:t>hạn</a:t>
                </a:r>
                <a:r>
                  <a:rPr lang="en-US"/>
                  <a:t> V, </a:t>
                </a:r>
                <a:r>
                  <a:rPr lang="en-US" err="1"/>
                  <a:t>không</a:t>
                </a:r>
                <a:r>
                  <a:rPr lang="en-US"/>
                  <a:t> </a:t>
                </a:r>
                <a:r>
                  <a:rPr lang="en-US" err="1"/>
                  <a:t>rỗng</a:t>
                </a:r>
                <a:r>
                  <a:rPr lang="en-US"/>
                  <a:t> </a:t>
                </a:r>
                <a:r>
                  <a:rPr lang="en-US" err="1"/>
                  <a:t>của</a:t>
                </a:r>
                <a:r>
                  <a:rPr lang="en-US"/>
                  <a:t> </a:t>
                </a:r>
                <a:r>
                  <a:rPr lang="en-US" err="1"/>
                  <a:t>các</a:t>
                </a:r>
                <a:r>
                  <a:rPr lang="en-US"/>
                  <a:t> </a:t>
                </a:r>
                <a:r>
                  <a:rPr lang="en-US" err="1"/>
                  <a:t>phần</a:t>
                </a:r>
                <a:r>
                  <a:rPr lang="en-US"/>
                  <a:t> </a:t>
                </a:r>
                <a:r>
                  <a:rPr lang="en-US" err="1"/>
                  <a:t>tử</a:t>
                </a:r>
                <a:r>
                  <a:rPr lang="en-US"/>
                  <a:t> </a:t>
                </a:r>
                <a:r>
                  <a:rPr lang="en-US" err="1"/>
                  <a:t>gọi</a:t>
                </a:r>
                <a:r>
                  <a:rPr lang="en-US"/>
                  <a:t> </a:t>
                </a:r>
                <a:r>
                  <a:rPr lang="en-US" err="1"/>
                  <a:t>là</a:t>
                </a:r>
                <a:r>
                  <a:rPr lang="en-US"/>
                  <a:t> </a:t>
                </a:r>
                <a:r>
                  <a:rPr lang="en-US" err="1"/>
                  <a:t>đỉnh</a:t>
                </a:r>
                <a:r>
                  <a:rPr lang="en-US"/>
                  <a:t> (vertices) </a:t>
                </a:r>
                <a14:m>
                  <m:oMath xmlns:m="http://schemas.openxmlformats.org/officeDocument/2006/math">
                    <m:r>
                      <a:rPr lang="vi-VN" b="0" i="0" smtClean="0">
                        <a:latin typeface="Cambria Math" panose="02040503050406030204" pitchFamily="18" charset="0"/>
                      </a:rPr>
                      <m:t>:</m:t>
                    </m:r>
                    <m:r>
                      <a:rPr lang="en-US" i="1">
                        <a:latin typeface="Cambria Math"/>
                      </a:rPr>
                      <m:t>𝐺</m:t>
                    </m:r>
                    <m:r>
                      <a:rPr lang="en-US" i="1">
                        <a:latin typeface="Cambria Math"/>
                      </a:rPr>
                      <m:t>=</m:t>
                    </m:r>
                    <m:d>
                      <m:dPr>
                        <m:ctrlPr>
                          <a:rPr lang="en-US" i="1">
                            <a:latin typeface="Cambria Math" panose="02040503050406030204" pitchFamily="18" charset="0"/>
                          </a:rPr>
                        </m:ctrlPr>
                      </m:dPr>
                      <m:e>
                        <m:r>
                          <a:rPr lang="en-US" i="1">
                            <a:latin typeface="Cambria Math"/>
                          </a:rPr>
                          <m:t>𝑉</m:t>
                        </m:r>
                        <m:r>
                          <a:rPr lang="en-US" i="1">
                            <a:latin typeface="Cambria Math"/>
                          </a:rPr>
                          <m:t>,</m:t>
                        </m:r>
                        <m:r>
                          <a:rPr lang="en-US" i="1">
                            <a:latin typeface="Cambria Math"/>
                          </a:rPr>
                          <m:t>𝐸</m:t>
                        </m:r>
                      </m:e>
                    </m:d>
                  </m:oMath>
                </a14:m>
                <a:endParaRPr lang="en-US"/>
              </a:p>
              <a:p>
                <a:pPr lvl="1"/>
                <a:r>
                  <a:rPr lang="en-US" err="1"/>
                  <a:t>Tập</a:t>
                </a:r>
                <a:r>
                  <a:rPr lang="en-US"/>
                  <a:t> </a:t>
                </a:r>
                <a:r>
                  <a:rPr lang="en-US" err="1"/>
                  <a:t>hữu</a:t>
                </a:r>
                <a:r>
                  <a:rPr lang="en-US"/>
                  <a:t> </a:t>
                </a:r>
                <a:r>
                  <a:rPr lang="en-US" err="1"/>
                  <a:t>hạn</a:t>
                </a:r>
                <a:r>
                  <a:rPr lang="en-US"/>
                  <a:t> E, </a:t>
                </a:r>
                <a:r>
                  <a:rPr lang="en-US" err="1"/>
                  <a:t>của</a:t>
                </a:r>
                <a:r>
                  <a:rPr lang="en-US"/>
                  <a:t> </a:t>
                </a:r>
                <a:r>
                  <a:rPr lang="en-US" err="1"/>
                  <a:t>các</a:t>
                </a:r>
                <a:r>
                  <a:rPr lang="en-US"/>
                  <a:t> </a:t>
                </a:r>
                <a:r>
                  <a:rPr lang="en-US" err="1"/>
                  <a:t>cặp</a:t>
                </a:r>
                <a:r>
                  <a:rPr lang="en-US"/>
                  <a:t> </a:t>
                </a:r>
                <a:r>
                  <a:rPr lang="en-US" err="1"/>
                  <a:t>đỉnh</a:t>
                </a:r>
                <a:r>
                  <a:rPr lang="en-US"/>
                  <a:t> </a:t>
                </a:r>
                <a:r>
                  <a:rPr lang="en-US" err="1"/>
                  <a:t>mà</a:t>
                </a:r>
                <a:r>
                  <a:rPr lang="en-US"/>
                  <a:t> </a:t>
                </a:r>
                <a:r>
                  <a:rPr lang="en-US" err="1"/>
                  <a:t>mỗi</a:t>
                </a:r>
                <a:r>
                  <a:rPr lang="en-US"/>
                  <a:t> </a:t>
                </a:r>
                <a:r>
                  <a:rPr lang="en-US" err="1"/>
                  <a:t>cặp</a:t>
                </a:r>
                <a:r>
                  <a:rPr lang="en-US"/>
                  <a:t> </a:t>
                </a:r>
                <a:r>
                  <a:rPr lang="en-US" err="1"/>
                  <a:t>được</a:t>
                </a:r>
                <a:r>
                  <a:rPr lang="en-US"/>
                  <a:t> </a:t>
                </a:r>
                <a:r>
                  <a:rPr lang="en-US" err="1"/>
                  <a:t>gọi</a:t>
                </a:r>
                <a:r>
                  <a:rPr lang="en-US"/>
                  <a:t> </a:t>
                </a:r>
                <a:r>
                  <a:rPr lang="en-US" err="1"/>
                  <a:t>là</a:t>
                </a:r>
                <a:r>
                  <a:rPr lang="en-US"/>
                  <a:t> </a:t>
                </a:r>
                <a:r>
                  <a:rPr lang="en-US" err="1"/>
                  <a:t>một</a:t>
                </a:r>
                <a:r>
                  <a:rPr lang="en-US"/>
                  <a:t> </a:t>
                </a:r>
                <a:r>
                  <a:rPr lang="en-US" err="1"/>
                  <a:t>cung</a:t>
                </a:r>
                <a:r>
                  <a:rPr lang="en-US"/>
                  <a:t> (edge):  </a:t>
                </a:r>
                <a14:m>
                  <m:oMath xmlns:m="http://schemas.openxmlformats.org/officeDocument/2006/math">
                    <m:r>
                      <a:rPr lang="en-US" i="1">
                        <a:latin typeface="Cambria Math"/>
                      </a:rPr>
                      <m:t>𝑒</m:t>
                    </m:r>
                    <m:r>
                      <a:rPr lang="en-US" i="1">
                        <a:latin typeface="Cambria Math"/>
                      </a:rPr>
                      <m:t>=</m:t>
                    </m:r>
                    <m:d>
                      <m:dPr>
                        <m:ctrlPr>
                          <a:rPr lang="en-US" i="1">
                            <a:latin typeface="Cambria Math" panose="02040503050406030204" pitchFamily="18" charset="0"/>
                          </a:rPr>
                        </m:ctrlPr>
                      </m:dPr>
                      <m:e>
                        <m:r>
                          <a:rPr lang="en-US" i="1">
                            <a:latin typeface="Cambria Math"/>
                          </a:rPr>
                          <m:t>𝑢</m:t>
                        </m:r>
                        <m:r>
                          <a:rPr lang="en-US" i="1">
                            <a:latin typeface="Cambria Math"/>
                          </a:rPr>
                          <m:t>,</m:t>
                        </m:r>
                        <m:r>
                          <a:rPr lang="en-US" i="1">
                            <a:latin typeface="Cambria Math"/>
                          </a:rPr>
                          <m:t>𝑣</m:t>
                        </m:r>
                      </m:e>
                    </m:d>
                    <m:sSub>
                      <m:sSubPr>
                        <m:ctrlPr>
                          <a:rPr lang="en-US" i="1">
                            <a:latin typeface="Cambria Math" panose="02040503050406030204" pitchFamily="18" charset="0"/>
                          </a:rPr>
                        </m:ctrlPr>
                      </m:sSubPr>
                      <m:e>
                        <m:r>
                          <a:rPr lang="en-US" i="1">
                            <a:latin typeface="Cambria Math"/>
                          </a:rPr>
                          <m:t>|</m:t>
                        </m:r>
                      </m:e>
                      <m:sub>
                        <m:r>
                          <a:rPr lang="en-US" i="1">
                            <a:latin typeface="Cambria Math"/>
                          </a:rPr>
                          <m:t>𝑢</m:t>
                        </m:r>
                        <m:r>
                          <a:rPr lang="en-US" i="1">
                            <a:latin typeface="Cambria Math"/>
                          </a:rPr>
                          <m:t>,</m:t>
                        </m:r>
                        <m:r>
                          <a:rPr lang="en-US" i="1">
                            <a:latin typeface="Cambria Math"/>
                          </a:rPr>
                          <m:t>𝑣</m:t>
                        </m:r>
                        <m:r>
                          <a:rPr lang="en-US" i="1">
                            <a:latin typeface="Cambria Math"/>
                            <a:ea typeface="Cambria Math"/>
                          </a:rPr>
                          <m:t>∈</m:t>
                        </m:r>
                        <m:r>
                          <a:rPr lang="en-US" i="1">
                            <a:latin typeface="Cambria Math"/>
                            <a:ea typeface="Cambria Math"/>
                          </a:rPr>
                          <m:t>𝑉</m:t>
                        </m:r>
                        <m:r>
                          <a:rPr lang="en-US" i="1">
                            <a:latin typeface="Cambria Math"/>
                            <a:ea typeface="Cambria Math"/>
                          </a:rPr>
                          <m:t>;</m:t>
                        </m:r>
                        <m:r>
                          <a:rPr lang="en-US" i="1">
                            <a:latin typeface="Cambria Math"/>
                            <a:ea typeface="Cambria Math"/>
                          </a:rPr>
                          <m:t>𝑒</m:t>
                        </m:r>
                        <m:r>
                          <a:rPr lang="en-US" i="1">
                            <a:latin typeface="Cambria Math"/>
                            <a:ea typeface="Cambria Math"/>
                          </a:rPr>
                          <m:t>∈</m:t>
                        </m:r>
                        <m:r>
                          <a:rPr lang="en-US" i="1">
                            <a:latin typeface="Cambria Math"/>
                            <a:ea typeface="Cambria Math"/>
                          </a:rPr>
                          <m:t>𝐸</m:t>
                        </m:r>
                      </m:sub>
                    </m:sSub>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blipFill>
                <a:blip r:embed="rId3"/>
                <a:stretch>
                  <a:fillRect l="-1170" t="-2153"/>
                </a:stretch>
              </a:blipFill>
            </p:spPr>
            <p:txBody>
              <a:bodyPr/>
              <a:lstStyle/>
              <a:p>
                <a:r>
                  <a:rPr>
                    <a:noFill/>
                  </a:rPr>
                  <a:t> </a:t>
                </a:r>
              </a:p>
            </p:txBody>
          </p:sp>
        </mc:Fallback>
      </mc:AlternateContent>
      <p:sp>
        <p:nvSpPr>
          <p:cNvPr id="7" name="Text Placeholder 5">
            <a:extLst>
              <a:ext uri="{FF2B5EF4-FFF2-40B4-BE49-F238E27FC236}">
                <a16:creationId xmlns:a16="http://schemas.microsoft.com/office/drawing/2014/main" id="{72D4A624-CAD4-A34C-8605-F191EF9467D6}"/>
              </a:ext>
            </a:extLst>
          </p:cNvPr>
          <p:cNvSpPr txBox="1">
            <a:spLocks/>
          </p:cNvSpPr>
          <p:nvPr/>
        </p:nvSpPr>
        <p:spPr>
          <a:xfrm>
            <a:off x="4648200" y="5359401"/>
            <a:ext cx="4038600" cy="1763712"/>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algn="ctr"/>
            <a:endParaRPr lang="en-US" sz="2400"/>
          </a:p>
        </p:txBody>
      </p:sp>
    </p:spTree>
    <p:extLst>
      <p:ext uri="{BB962C8B-B14F-4D97-AF65-F5344CB8AC3E}">
        <p14:creationId xmlns:p14="http://schemas.microsoft.com/office/powerpoint/2010/main" val="3249173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AFA55CB-EEB7-6446-B3CA-D87ECF7C8E38}"/>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DA53BC06-1067-8D46-9FFA-C67901379668}"/>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EEB49FE9-132D-F947-AB66-9FB80951DA64}"/>
              </a:ext>
            </a:extLst>
          </p:cNvPr>
          <p:cNvSpPr>
            <a:spLocks noGrp="1"/>
          </p:cNvSpPr>
          <p:nvPr>
            <p:ph type="sldNum" sz="quarter" idx="12"/>
          </p:nvPr>
        </p:nvSpPr>
        <p:spPr/>
        <p:txBody>
          <a:bodyPr/>
          <a:lstStyle/>
          <a:p>
            <a:fld id="{BA7BC09B-FE30-A349-B1D2-5A364F511F98}" type="slidenum">
              <a:rPr lang="en-US" smtClean="0"/>
              <a:t>3</a:t>
            </a:fld>
            <a:endParaRPr lang="en-US"/>
          </a:p>
        </p:txBody>
      </p:sp>
      <p:sp>
        <p:nvSpPr>
          <p:cNvPr id="2" name="Title 1">
            <a:extLst>
              <a:ext uri="{FF2B5EF4-FFF2-40B4-BE49-F238E27FC236}">
                <a16:creationId xmlns:a16="http://schemas.microsoft.com/office/drawing/2014/main" id="{6E5BB9EA-FA57-B347-9D62-8D474D9AE3AA}"/>
              </a:ext>
            </a:extLst>
          </p:cNvPr>
          <p:cNvSpPr>
            <a:spLocks noGrp="1"/>
          </p:cNvSpPr>
          <p:nvPr>
            <p:ph type="title"/>
          </p:nvPr>
        </p:nvSpPr>
        <p:spPr/>
        <p:txBody>
          <a:bodyPr/>
          <a:lstStyle/>
          <a:p>
            <a:r>
              <a:rPr lang="en-US" err="1"/>
              <a:t>Ví</a:t>
            </a:r>
            <a:r>
              <a:rPr lang="en-US"/>
              <a:t> </a:t>
            </a:r>
            <a:r>
              <a:rPr lang="en-US" err="1"/>
              <a:t>dụ</a:t>
            </a:r>
            <a:r>
              <a:rPr lang="en-US"/>
              <a:t> </a:t>
            </a:r>
            <a:r>
              <a:rPr lang="en-US" err="1"/>
              <a:t>về</a:t>
            </a:r>
            <a:r>
              <a:rPr lang="en-US"/>
              <a:t> </a:t>
            </a:r>
            <a:r>
              <a:rPr lang="en-US" err="1"/>
              <a:t>đồ</a:t>
            </a:r>
            <a:r>
              <a:rPr lang="en-US"/>
              <a:t> </a:t>
            </a:r>
            <a:r>
              <a:rPr lang="en-US" err="1"/>
              <a:t>thị</a:t>
            </a:r>
            <a:r>
              <a:rPr lang="en-US"/>
              <a:t> – </a:t>
            </a:r>
            <a:r>
              <a:rPr lang="en-US" err="1"/>
              <a:t>Bản</a:t>
            </a:r>
            <a:r>
              <a:rPr lang="en-US"/>
              <a:t> </a:t>
            </a:r>
            <a:r>
              <a:rPr lang="en-US" err="1"/>
              <a:t>đồ</a:t>
            </a:r>
            <a:r>
              <a:rPr lang="en-US"/>
              <a:t> </a:t>
            </a:r>
            <a:r>
              <a:rPr lang="en-US" err="1"/>
              <a:t>giao</a:t>
            </a:r>
            <a:r>
              <a:rPr lang="en-US"/>
              <a:t> </a:t>
            </a:r>
            <a:r>
              <a:rPr lang="en-US" err="1"/>
              <a:t>thông</a:t>
            </a:r>
            <a:endParaRPr lang="en-US"/>
          </a:p>
        </p:txBody>
      </p:sp>
      <p:sp>
        <p:nvSpPr>
          <p:cNvPr id="8" name="Chỗ dành sẵn cho Nội dung 7">
            <a:extLst>
              <a:ext uri="{FF2B5EF4-FFF2-40B4-BE49-F238E27FC236}">
                <a16:creationId xmlns:a16="http://schemas.microsoft.com/office/drawing/2014/main" id="{8C8D0E83-7FA5-CE76-7FF2-64EAB7A2F550}"/>
              </a:ext>
            </a:extLst>
          </p:cNvPr>
          <p:cNvSpPr>
            <a:spLocks noGrp="1"/>
          </p:cNvSpPr>
          <p:nvPr>
            <p:ph sz="quarter" idx="13"/>
          </p:nvPr>
        </p:nvSpPr>
        <p:spPr/>
        <p:txBody>
          <a:bodyPr/>
          <a:lstStyle/>
          <a:p>
            <a:endParaRPr lang="vi-VN"/>
          </a:p>
        </p:txBody>
      </p:sp>
      <p:pic>
        <p:nvPicPr>
          <p:cNvPr id="7" name="Picture 6">
            <a:extLst>
              <a:ext uri="{FF2B5EF4-FFF2-40B4-BE49-F238E27FC236}">
                <a16:creationId xmlns:a16="http://schemas.microsoft.com/office/drawing/2014/main" id="{D75AA2D7-5CCE-BE4C-A3C6-0D17317F4D16}"/>
              </a:ext>
            </a:extLst>
          </p:cNvPr>
          <p:cNvPicPr>
            <a:picLocks noChangeAspect="1"/>
          </p:cNvPicPr>
          <p:nvPr/>
        </p:nvPicPr>
        <p:blipFill>
          <a:blip r:embed="rId2"/>
          <a:stretch>
            <a:fillRect/>
          </a:stretch>
        </p:blipFill>
        <p:spPr>
          <a:xfrm>
            <a:off x="1018634" y="1647825"/>
            <a:ext cx="6601366" cy="4368551"/>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215EA3D-D437-3FD7-0A85-15AA7364D4FE}"/>
                  </a:ext>
                </a:extLst>
              </p14:cNvPr>
              <p14:cNvContentPartPr/>
              <p14:nvPr/>
            </p14:nvContentPartPr>
            <p14:xfrm>
              <a:off x="113400" y="777240"/>
              <a:ext cx="8543160" cy="5540040"/>
            </p14:xfrm>
          </p:contentPart>
        </mc:Choice>
        <mc:Fallback>
          <p:pic>
            <p:nvPicPr>
              <p:cNvPr id="3" name="Ink 2">
                <a:extLst>
                  <a:ext uri="{FF2B5EF4-FFF2-40B4-BE49-F238E27FC236}">
                    <a16:creationId xmlns:a16="http://schemas.microsoft.com/office/drawing/2014/main" id="{6215EA3D-D437-3FD7-0A85-15AA7364D4FE}"/>
                  </a:ext>
                </a:extLst>
              </p:cNvPr>
              <p:cNvPicPr/>
              <p:nvPr/>
            </p:nvPicPr>
            <p:blipFill>
              <a:blip r:embed="rId4"/>
              <a:stretch>
                <a:fillRect/>
              </a:stretch>
            </p:blipFill>
            <p:spPr>
              <a:xfrm>
                <a:off x="104040" y="767880"/>
                <a:ext cx="8561880" cy="5558760"/>
              </a:xfrm>
              <a:prstGeom prst="rect">
                <a:avLst/>
              </a:prstGeom>
            </p:spPr>
          </p:pic>
        </mc:Fallback>
      </mc:AlternateContent>
    </p:spTree>
    <p:extLst>
      <p:ext uri="{BB962C8B-B14F-4D97-AF65-F5344CB8AC3E}">
        <p14:creationId xmlns:p14="http://schemas.microsoft.com/office/powerpoint/2010/main" val="396061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2" name="Title 1"/>
          <p:cNvSpPr>
            <a:spLocks noGrp="1"/>
          </p:cNvSpPr>
          <p:nvPr>
            <p:ph type="title"/>
          </p:nvPr>
        </p:nvSpPr>
        <p:spPr/>
        <p:txBody>
          <a:bodyPr/>
          <a:lstStyle/>
          <a:p>
            <a:r>
              <a:rPr lang="en-US" err="1"/>
              <a:t>Định</a:t>
            </a:r>
            <a:r>
              <a:rPr lang="en-US"/>
              <a:t> </a:t>
            </a:r>
            <a:r>
              <a:rPr lang="en-US" err="1"/>
              <a:t>nghĩa</a:t>
            </a:r>
            <a:endParaRPr lang="en-US"/>
          </a:p>
        </p:txBody>
      </p:sp>
      <p:sp>
        <p:nvSpPr>
          <p:cNvPr id="3" name="Content Placeholder 2"/>
          <p:cNvSpPr>
            <a:spLocks noGrp="1"/>
          </p:cNvSpPr>
          <p:nvPr>
            <p:ph sz="quarter" idx="13"/>
          </p:nvPr>
        </p:nvSpPr>
        <p:spPr/>
        <p:txBody>
          <a:bodyPr>
            <a:normAutofit/>
          </a:bodyPr>
          <a:lstStyle/>
          <a:p>
            <a:r>
              <a:rPr lang="en-US" err="1"/>
              <a:t>Phân</a:t>
            </a:r>
            <a:r>
              <a:rPr lang="en-US"/>
              <a:t> </a:t>
            </a:r>
            <a:r>
              <a:rPr lang="en-US" err="1"/>
              <a:t>loại</a:t>
            </a:r>
            <a:r>
              <a:rPr lang="en-US"/>
              <a:t>: </a:t>
            </a:r>
            <a:r>
              <a:rPr lang="en-US" err="1"/>
              <a:t>Đồ</a:t>
            </a:r>
            <a:r>
              <a:rPr lang="en-US"/>
              <a:t> </a:t>
            </a:r>
            <a:r>
              <a:rPr lang="en-US" err="1"/>
              <a:t>thị</a:t>
            </a:r>
            <a:r>
              <a:rPr lang="en-US"/>
              <a:t> </a:t>
            </a:r>
            <a:r>
              <a:rPr lang="en-US" err="1"/>
              <a:t>có</a:t>
            </a:r>
            <a:r>
              <a:rPr lang="en-US"/>
              <a:t> </a:t>
            </a:r>
            <a:r>
              <a:rPr lang="en-US" err="1"/>
              <a:t>hướng</a:t>
            </a:r>
            <a:r>
              <a:rPr lang="en-US"/>
              <a:t> (directed graph) </a:t>
            </a:r>
            <a:r>
              <a:rPr lang="en-US" err="1"/>
              <a:t>và</a:t>
            </a:r>
            <a:r>
              <a:rPr lang="en-US"/>
              <a:t> </a:t>
            </a:r>
            <a:r>
              <a:rPr lang="en-US" err="1"/>
              <a:t>đồ</a:t>
            </a:r>
            <a:r>
              <a:rPr lang="en-US"/>
              <a:t> </a:t>
            </a:r>
            <a:r>
              <a:rPr lang="en-US" err="1"/>
              <a:t>thị</a:t>
            </a:r>
            <a:r>
              <a:rPr lang="en-US"/>
              <a:t> </a:t>
            </a:r>
            <a:r>
              <a:rPr lang="en-US" err="1"/>
              <a:t>vô</a:t>
            </a:r>
            <a:r>
              <a:rPr lang="en-US"/>
              <a:t> </a:t>
            </a:r>
            <a:r>
              <a:rPr lang="en-US" err="1"/>
              <a:t>hướng</a:t>
            </a:r>
            <a:r>
              <a:rPr lang="en-US"/>
              <a:t> (undirected graph)</a:t>
            </a:r>
          </a:p>
          <a:p>
            <a:endParaRPr lang="en-US"/>
          </a:p>
          <a:p>
            <a:endParaRPr lang="en-US"/>
          </a:p>
        </p:txBody>
      </p:sp>
      <p:sp>
        <p:nvSpPr>
          <p:cNvPr id="7" name="Slide Number Placeholder 2"/>
          <p:cNvSpPr txBox="1">
            <a:spLocks/>
          </p:cNvSpPr>
          <p:nvPr/>
        </p:nvSpPr>
        <p:spPr>
          <a:xfrm>
            <a:off x="6553200" y="6356351"/>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40153E4-2D35-4AFF-B087-9717DACCCDB0}" type="slidenum">
              <a:rPr lang="en-US" smtClean="0"/>
              <a:pPr/>
              <a:t>4</a:t>
            </a:fld>
            <a:endParaRPr lang="en-US"/>
          </a:p>
        </p:txBody>
      </p:sp>
      <p:grpSp>
        <p:nvGrpSpPr>
          <p:cNvPr id="20" name="Group 19"/>
          <p:cNvGrpSpPr/>
          <p:nvPr/>
        </p:nvGrpSpPr>
        <p:grpSpPr>
          <a:xfrm>
            <a:off x="920527" y="2717328"/>
            <a:ext cx="1534264" cy="1614410"/>
            <a:chOff x="1192186" y="2042160"/>
            <a:chExt cx="2343494" cy="2545487"/>
          </a:xfrm>
        </p:grpSpPr>
        <p:grpSp>
          <p:nvGrpSpPr>
            <p:cNvPr id="21" name="Group 20"/>
            <p:cNvGrpSpPr/>
            <p:nvPr/>
          </p:nvGrpSpPr>
          <p:grpSpPr>
            <a:xfrm>
              <a:off x="1341120" y="2042160"/>
              <a:ext cx="548640" cy="548640"/>
              <a:chOff x="1178170" y="3200400"/>
              <a:chExt cx="548640" cy="548640"/>
            </a:xfrm>
          </p:grpSpPr>
          <p:sp>
            <p:nvSpPr>
              <p:cNvPr id="42" name="Oval 41"/>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2000">
                  <a:solidFill>
                    <a:schemeClr val="tx1"/>
                  </a:solidFill>
                  <a:latin typeface="Cambria Math" pitchFamily="18" charset="0"/>
                  <a:ea typeface="Cambria Math" pitchFamily="18" charset="0"/>
                </a:endParaRPr>
              </a:p>
            </p:txBody>
          </p:sp>
          <p:sp>
            <p:nvSpPr>
              <p:cNvPr id="43" name="TextBox 42"/>
              <p:cNvSpPr txBox="1"/>
              <p:nvPr/>
            </p:nvSpPr>
            <p:spPr>
              <a:xfrm>
                <a:off x="1371601" y="3200400"/>
                <a:ext cx="152400" cy="393386"/>
              </a:xfrm>
              <a:prstGeom prst="rect">
                <a:avLst/>
              </a:prstGeom>
              <a:noFill/>
            </p:spPr>
            <p:txBody>
              <a:bodyPr wrap="square" lIns="0" tIns="0" rIns="0" bIns="0" rtlCol="0">
                <a:spAutoFit/>
              </a:bodyPr>
              <a:lstStyle/>
              <a:p>
                <a:r>
                  <a:rPr lang="en-US" sz="2000">
                    <a:latin typeface="Cambria Math" pitchFamily="18" charset="0"/>
                    <a:ea typeface="Cambria Math" pitchFamily="18" charset="0"/>
                  </a:rPr>
                  <a:t>a</a:t>
                </a:r>
              </a:p>
            </p:txBody>
          </p:sp>
        </p:grpSp>
        <p:grpSp>
          <p:nvGrpSpPr>
            <p:cNvPr id="22" name="Group 21"/>
            <p:cNvGrpSpPr/>
            <p:nvPr/>
          </p:nvGrpSpPr>
          <p:grpSpPr>
            <a:xfrm>
              <a:off x="1356360" y="3429000"/>
              <a:ext cx="548640" cy="548640"/>
              <a:chOff x="1178170" y="3200400"/>
              <a:chExt cx="548640" cy="548640"/>
            </a:xfrm>
          </p:grpSpPr>
          <p:sp>
            <p:nvSpPr>
              <p:cNvPr id="40" name="Oval 39"/>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2000">
                  <a:solidFill>
                    <a:schemeClr val="tx1"/>
                  </a:solidFill>
                  <a:latin typeface="Cambria Math" pitchFamily="18" charset="0"/>
                  <a:ea typeface="Cambria Math" pitchFamily="18" charset="0"/>
                </a:endParaRPr>
              </a:p>
            </p:txBody>
          </p:sp>
          <p:sp>
            <p:nvSpPr>
              <p:cNvPr id="41" name="TextBox 40"/>
              <p:cNvSpPr txBox="1"/>
              <p:nvPr/>
            </p:nvSpPr>
            <p:spPr>
              <a:xfrm>
                <a:off x="1371601" y="3235570"/>
                <a:ext cx="152400" cy="393386"/>
              </a:xfrm>
              <a:prstGeom prst="rect">
                <a:avLst/>
              </a:prstGeom>
              <a:noFill/>
            </p:spPr>
            <p:txBody>
              <a:bodyPr wrap="square" lIns="0" tIns="0" rIns="0" bIns="0" rtlCol="0">
                <a:spAutoFit/>
              </a:bodyPr>
              <a:lstStyle/>
              <a:p>
                <a:r>
                  <a:rPr lang="en-US" sz="2000">
                    <a:latin typeface="Cambria Math" pitchFamily="18" charset="0"/>
                    <a:ea typeface="Cambria Math" pitchFamily="18" charset="0"/>
                  </a:rPr>
                  <a:t>d</a:t>
                </a:r>
              </a:p>
            </p:txBody>
          </p:sp>
        </p:grpSp>
        <p:cxnSp>
          <p:nvCxnSpPr>
            <p:cNvPr id="23" name="Straight Connector 22"/>
            <p:cNvCxnSpPr>
              <a:stCxn id="42" idx="4"/>
              <a:endCxn id="40" idx="0"/>
            </p:cNvCxnSpPr>
            <p:nvPr/>
          </p:nvCxnSpPr>
          <p:spPr>
            <a:xfrm>
              <a:off x="1615440" y="2590800"/>
              <a:ext cx="15240" cy="838200"/>
            </a:xfrm>
            <a:prstGeom prst="line">
              <a:avLst/>
            </a:prstGeom>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2971800" y="2042160"/>
              <a:ext cx="548640" cy="548640"/>
              <a:chOff x="1178170" y="3200400"/>
              <a:chExt cx="548640" cy="548640"/>
            </a:xfrm>
          </p:grpSpPr>
          <p:sp>
            <p:nvSpPr>
              <p:cNvPr id="38" name="Oval 37"/>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2000">
                  <a:solidFill>
                    <a:schemeClr val="tx1"/>
                  </a:solidFill>
                  <a:latin typeface="Cambria Math" pitchFamily="18" charset="0"/>
                  <a:ea typeface="Cambria Math" pitchFamily="18" charset="0"/>
                </a:endParaRPr>
              </a:p>
            </p:txBody>
          </p:sp>
          <p:sp>
            <p:nvSpPr>
              <p:cNvPr id="39" name="TextBox 38"/>
              <p:cNvSpPr txBox="1"/>
              <p:nvPr/>
            </p:nvSpPr>
            <p:spPr>
              <a:xfrm>
                <a:off x="1371601" y="3253155"/>
                <a:ext cx="152400" cy="393386"/>
              </a:xfrm>
              <a:prstGeom prst="rect">
                <a:avLst/>
              </a:prstGeom>
              <a:noFill/>
            </p:spPr>
            <p:txBody>
              <a:bodyPr wrap="square" lIns="0" tIns="0" rIns="0" bIns="0" rtlCol="0">
                <a:spAutoFit/>
              </a:bodyPr>
              <a:lstStyle/>
              <a:p>
                <a:r>
                  <a:rPr lang="en-US" sz="2000">
                    <a:latin typeface="Cambria Math" pitchFamily="18" charset="0"/>
                    <a:ea typeface="Cambria Math" pitchFamily="18" charset="0"/>
                  </a:rPr>
                  <a:t>b</a:t>
                </a:r>
              </a:p>
            </p:txBody>
          </p:sp>
        </p:grpSp>
        <p:grpSp>
          <p:nvGrpSpPr>
            <p:cNvPr id="25" name="Group 24"/>
            <p:cNvGrpSpPr/>
            <p:nvPr/>
          </p:nvGrpSpPr>
          <p:grpSpPr>
            <a:xfrm>
              <a:off x="2987040" y="3429000"/>
              <a:ext cx="548640" cy="548640"/>
              <a:chOff x="1178170" y="3200400"/>
              <a:chExt cx="548640" cy="548640"/>
            </a:xfrm>
          </p:grpSpPr>
          <p:sp>
            <p:nvSpPr>
              <p:cNvPr id="36" name="Oval 35"/>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2000">
                  <a:solidFill>
                    <a:schemeClr val="tx1"/>
                  </a:solidFill>
                  <a:latin typeface="Cambria Math" pitchFamily="18" charset="0"/>
                  <a:ea typeface="Cambria Math" pitchFamily="18" charset="0"/>
                </a:endParaRPr>
              </a:p>
            </p:txBody>
          </p:sp>
          <p:sp>
            <p:nvSpPr>
              <p:cNvPr id="37" name="TextBox 36"/>
              <p:cNvSpPr txBox="1"/>
              <p:nvPr/>
            </p:nvSpPr>
            <p:spPr>
              <a:xfrm>
                <a:off x="1371601" y="3200400"/>
                <a:ext cx="152400" cy="393386"/>
              </a:xfrm>
              <a:prstGeom prst="rect">
                <a:avLst/>
              </a:prstGeom>
              <a:noFill/>
            </p:spPr>
            <p:txBody>
              <a:bodyPr wrap="square" lIns="0" tIns="0" rIns="0" bIns="0" rtlCol="0">
                <a:spAutoFit/>
              </a:bodyPr>
              <a:lstStyle/>
              <a:p>
                <a:r>
                  <a:rPr lang="en-US" sz="2000">
                    <a:latin typeface="Cambria Math" pitchFamily="18" charset="0"/>
                    <a:ea typeface="Cambria Math" pitchFamily="18" charset="0"/>
                  </a:rPr>
                  <a:t>e</a:t>
                </a:r>
              </a:p>
            </p:txBody>
          </p:sp>
        </p:grpSp>
        <p:cxnSp>
          <p:nvCxnSpPr>
            <p:cNvPr id="26" name="Straight Connector 25"/>
            <p:cNvCxnSpPr>
              <a:stCxn id="38" idx="4"/>
              <a:endCxn id="36" idx="0"/>
            </p:cNvCxnSpPr>
            <p:nvPr/>
          </p:nvCxnSpPr>
          <p:spPr>
            <a:xfrm>
              <a:off x="3246120" y="2590800"/>
              <a:ext cx="15240" cy="838200"/>
            </a:xfrm>
            <a:prstGeom prst="line">
              <a:avLst/>
            </a:prstGeom>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194560" y="2743200"/>
              <a:ext cx="548640" cy="548640"/>
              <a:chOff x="1178170" y="3200400"/>
              <a:chExt cx="548640" cy="548640"/>
            </a:xfrm>
          </p:grpSpPr>
          <p:sp>
            <p:nvSpPr>
              <p:cNvPr id="34" name="Oval 33"/>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2000">
                  <a:solidFill>
                    <a:schemeClr val="tx1"/>
                  </a:solidFill>
                  <a:latin typeface="Cambria Math" pitchFamily="18" charset="0"/>
                  <a:ea typeface="Cambria Math" pitchFamily="18" charset="0"/>
                </a:endParaRPr>
              </a:p>
            </p:txBody>
          </p:sp>
          <p:sp>
            <p:nvSpPr>
              <p:cNvPr id="35" name="TextBox 34"/>
              <p:cNvSpPr txBox="1"/>
              <p:nvPr/>
            </p:nvSpPr>
            <p:spPr>
              <a:xfrm>
                <a:off x="1371601" y="3200400"/>
                <a:ext cx="152400" cy="393386"/>
              </a:xfrm>
              <a:prstGeom prst="rect">
                <a:avLst/>
              </a:prstGeom>
              <a:noFill/>
            </p:spPr>
            <p:txBody>
              <a:bodyPr wrap="square" lIns="0" tIns="0" rIns="0" bIns="0" rtlCol="0">
                <a:spAutoFit/>
              </a:bodyPr>
              <a:lstStyle/>
              <a:p>
                <a:r>
                  <a:rPr lang="en-US" sz="2000">
                    <a:latin typeface="Cambria Math" pitchFamily="18" charset="0"/>
                    <a:ea typeface="Cambria Math" pitchFamily="18" charset="0"/>
                  </a:rPr>
                  <a:t>c</a:t>
                </a:r>
              </a:p>
            </p:txBody>
          </p:sp>
        </p:grpSp>
        <p:cxnSp>
          <p:nvCxnSpPr>
            <p:cNvPr id="28" name="Straight Connector 27"/>
            <p:cNvCxnSpPr>
              <a:stCxn id="42" idx="5"/>
              <a:endCxn id="34" idx="1"/>
            </p:cNvCxnSpPr>
            <p:nvPr/>
          </p:nvCxnSpPr>
          <p:spPr>
            <a:xfrm>
              <a:off x="1809414" y="2510454"/>
              <a:ext cx="465492" cy="313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34" idx="3"/>
              <a:endCxn id="40" idx="7"/>
            </p:cNvCxnSpPr>
            <p:nvPr/>
          </p:nvCxnSpPr>
          <p:spPr>
            <a:xfrm flipH="1">
              <a:off x="1824654" y="3211494"/>
              <a:ext cx="450252" cy="297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2" idx="6"/>
              <a:endCxn id="38" idx="2"/>
            </p:cNvCxnSpPr>
            <p:nvPr/>
          </p:nvCxnSpPr>
          <p:spPr>
            <a:xfrm>
              <a:off x="1889760" y="2316480"/>
              <a:ext cx="1082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40" idx="6"/>
              <a:endCxn id="36" idx="2"/>
            </p:cNvCxnSpPr>
            <p:nvPr/>
          </p:nvCxnSpPr>
          <p:spPr>
            <a:xfrm>
              <a:off x="1905000" y="3703320"/>
              <a:ext cx="1082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34" idx="5"/>
              <a:endCxn id="36" idx="1"/>
            </p:cNvCxnSpPr>
            <p:nvPr/>
          </p:nvCxnSpPr>
          <p:spPr>
            <a:xfrm>
              <a:off x="2662854" y="3211494"/>
              <a:ext cx="404532" cy="297852"/>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192186" y="4053839"/>
              <a:ext cx="2297161" cy="533808"/>
            </a:xfrm>
            <a:prstGeom prst="rect">
              <a:avLst/>
            </a:prstGeom>
            <a:noFill/>
          </p:spPr>
          <p:txBody>
            <a:bodyPr wrap="none" rtlCol="0">
              <a:spAutoFit/>
            </a:bodyPr>
            <a:lstStyle/>
            <a:p>
              <a:r>
                <a:rPr lang="en-US" sz="1600">
                  <a:latin typeface="Times New Roman" pitchFamily="18" charset="0"/>
                  <a:cs typeface="Times New Roman" pitchFamily="18" charset="0"/>
                </a:rPr>
                <a:t>Undirected graph</a:t>
              </a:r>
            </a:p>
          </p:txBody>
        </p:sp>
      </p:grpSp>
      <p:grpSp>
        <p:nvGrpSpPr>
          <p:cNvPr id="44" name="Group 43"/>
          <p:cNvGrpSpPr/>
          <p:nvPr/>
        </p:nvGrpSpPr>
        <p:grpSpPr>
          <a:xfrm>
            <a:off x="5325290" y="2778316"/>
            <a:ext cx="1402080" cy="1467186"/>
            <a:chOff x="1341120" y="2042160"/>
            <a:chExt cx="2194560" cy="2350234"/>
          </a:xfrm>
        </p:grpSpPr>
        <p:grpSp>
          <p:nvGrpSpPr>
            <p:cNvPr id="45" name="Group 44"/>
            <p:cNvGrpSpPr/>
            <p:nvPr/>
          </p:nvGrpSpPr>
          <p:grpSpPr>
            <a:xfrm>
              <a:off x="1341120" y="2042160"/>
              <a:ext cx="548640" cy="548640"/>
              <a:chOff x="1178170" y="3200400"/>
              <a:chExt cx="548640" cy="548640"/>
            </a:xfrm>
          </p:grpSpPr>
          <p:sp>
            <p:nvSpPr>
              <p:cNvPr id="66" name="Oval 65"/>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7" name="TextBox 66"/>
              <p:cNvSpPr txBox="1"/>
              <p:nvPr/>
            </p:nvSpPr>
            <p:spPr>
              <a:xfrm>
                <a:off x="1371601" y="3200400"/>
                <a:ext cx="152400" cy="276999"/>
              </a:xfrm>
              <a:prstGeom prst="rect">
                <a:avLst/>
              </a:prstGeom>
              <a:noFill/>
            </p:spPr>
            <p:txBody>
              <a:bodyPr wrap="square" lIns="0" tIns="0" rIns="0" bIns="0" rtlCol="0">
                <a:spAutoFit/>
              </a:bodyPr>
              <a:lstStyle/>
              <a:p>
                <a:r>
                  <a:rPr lang="en-US">
                    <a:latin typeface="Cambria Math" pitchFamily="18" charset="0"/>
                    <a:ea typeface="Cambria Math" pitchFamily="18" charset="0"/>
                  </a:rPr>
                  <a:t>a</a:t>
                </a:r>
              </a:p>
            </p:txBody>
          </p:sp>
        </p:grpSp>
        <p:grpSp>
          <p:nvGrpSpPr>
            <p:cNvPr id="46" name="Group 45"/>
            <p:cNvGrpSpPr/>
            <p:nvPr/>
          </p:nvGrpSpPr>
          <p:grpSpPr>
            <a:xfrm>
              <a:off x="1356360" y="3429000"/>
              <a:ext cx="548640" cy="548640"/>
              <a:chOff x="1178170" y="3200400"/>
              <a:chExt cx="548640" cy="548640"/>
            </a:xfrm>
          </p:grpSpPr>
          <p:sp>
            <p:nvSpPr>
              <p:cNvPr id="64" name="Oval 63"/>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5" name="TextBox 64"/>
              <p:cNvSpPr txBox="1"/>
              <p:nvPr/>
            </p:nvSpPr>
            <p:spPr>
              <a:xfrm>
                <a:off x="1371601" y="3235570"/>
                <a:ext cx="152400" cy="276999"/>
              </a:xfrm>
              <a:prstGeom prst="rect">
                <a:avLst/>
              </a:prstGeom>
              <a:noFill/>
            </p:spPr>
            <p:txBody>
              <a:bodyPr wrap="square" lIns="0" tIns="0" rIns="0" bIns="0" rtlCol="0">
                <a:spAutoFit/>
              </a:bodyPr>
              <a:lstStyle/>
              <a:p>
                <a:r>
                  <a:rPr lang="en-US">
                    <a:latin typeface="Cambria Math" pitchFamily="18" charset="0"/>
                    <a:ea typeface="Cambria Math" pitchFamily="18" charset="0"/>
                  </a:rPr>
                  <a:t>d</a:t>
                </a:r>
              </a:p>
            </p:txBody>
          </p:sp>
        </p:grpSp>
        <p:cxnSp>
          <p:nvCxnSpPr>
            <p:cNvPr id="47" name="Straight Connector 46"/>
            <p:cNvCxnSpPr>
              <a:stCxn id="66" idx="4"/>
              <a:endCxn id="64" idx="0"/>
            </p:cNvCxnSpPr>
            <p:nvPr/>
          </p:nvCxnSpPr>
          <p:spPr>
            <a:xfrm>
              <a:off x="1615440" y="2590800"/>
              <a:ext cx="15240" cy="83820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a:xfrm>
              <a:off x="2971800" y="2042160"/>
              <a:ext cx="548640" cy="548640"/>
              <a:chOff x="1178170" y="3200400"/>
              <a:chExt cx="548640" cy="548640"/>
            </a:xfrm>
          </p:grpSpPr>
          <p:sp>
            <p:nvSpPr>
              <p:cNvPr id="62" name="Oval 61"/>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3" name="TextBox 62"/>
              <p:cNvSpPr txBox="1"/>
              <p:nvPr/>
            </p:nvSpPr>
            <p:spPr>
              <a:xfrm>
                <a:off x="1371601" y="3253155"/>
                <a:ext cx="152400" cy="276999"/>
              </a:xfrm>
              <a:prstGeom prst="rect">
                <a:avLst/>
              </a:prstGeom>
              <a:noFill/>
            </p:spPr>
            <p:txBody>
              <a:bodyPr wrap="square" lIns="0" tIns="0" rIns="0" bIns="0" rtlCol="0">
                <a:spAutoFit/>
              </a:bodyPr>
              <a:lstStyle/>
              <a:p>
                <a:r>
                  <a:rPr lang="en-US">
                    <a:latin typeface="Cambria Math" pitchFamily="18" charset="0"/>
                    <a:ea typeface="Cambria Math" pitchFamily="18" charset="0"/>
                  </a:rPr>
                  <a:t>b</a:t>
                </a:r>
              </a:p>
            </p:txBody>
          </p:sp>
        </p:grpSp>
        <p:grpSp>
          <p:nvGrpSpPr>
            <p:cNvPr id="49" name="Group 48"/>
            <p:cNvGrpSpPr/>
            <p:nvPr/>
          </p:nvGrpSpPr>
          <p:grpSpPr>
            <a:xfrm>
              <a:off x="2987040" y="3429000"/>
              <a:ext cx="548640" cy="548640"/>
              <a:chOff x="1178170" y="3200400"/>
              <a:chExt cx="548640" cy="548640"/>
            </a:xfrm>
          </p:grpSpPr>
          <p:sp>
            <p:nvSpPr>
              <p:cNvPr id="60" name="Oval 59"/>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1" name="TextBox 60"/>
              <p:cNvSpPr txBox="1"/>
              <p:nvPr/>
            </p:nvSpPr>
            <p:spPr>
              <a:xfrm>
                <a:off x="1371601" y="3200400"/>
                <a:ext cx="152400" cy="276999"/>
              </a:xfrm>
              <a:prstGeom prst="rect">
                <a:avLst/>
              </a:prstGeom>
              <a:noFill/>
            </p:spPr>
            <p:txBody>
              <a:bodyPr wrap="square" lIns="0" tIns="0" rIns="0" bIns="0" rtlCol="0">
                <a:spAutoFit/>
              </a:bodyPr>
              <a:lstStyle/>
              <a:p>
                <a:r>
                  <a:rPr lang="en-US">
                    <a:latin typeface="Cambria Math" pitchFamily="18" charset="0"/>
                    <a:ea typeface="Cambria Math" pitchFamily="18" charset="0"/>
                  </a:rPr>
                  <a:t>e</a:t>
                </a:r>
              </a:p>
            </p:txBody>
          </p:sp>
        </p:grpSp>
        <p:cxnSp>
          <p:nvCxnSpPr>
            <p:cNvPr id="50" name="Straight Connector 49"/>
            <p:cNvCxnSpPr>
              <a:stCxn id="62" idx="4"/>
              <a:endCxn id="60" idx="0"/>
            </p:cNvCxnSpPr>
            <p:nvPr/>
          </p:nvCxnSpPr>
          <p:spPr>
            <a:xfrm>
              <a:off x="3246120" y="2590800"/>
              <a:ext cx="15240" cy="838200"/>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51" name="Group 50"/>
            <p:cNvGrpSpPr/>
            <p:nvPr/>
          </p:nvGrpSpPr>
          <p:grpSpPr>
            <a:xfrm>
              <a:off x="2194560" y="2743200"/>
              <a:ext cx="548640" cy="548640"/>
              <a:chOff x="1178170" y="3200400"/>
              <a:chExt cx="548640" cy="548640"/>
            </a:xfrm>
          </p:grpSpPr>
          <p:sp>
            <p:nvSpPr>
              <p:cNvPr id="58" name="Oval 57"/>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59" name="TextBox 58"/>
              <p:cNvSpPr txBox="1"/>
              <p:nvPr/>
            </p:nvSpPr>
            <p:spPr>
              <a:xfrm>
                <a:off x="1371601" y="3200400"/>
                <a:ext cx="152400" cy="276999"/>
              </a:xfrm>
              <a:prstGeom prst="rect">
                <a:avLst/>
              </a:prstGeom>
              <a:noFill/>
            </p:spPr>
            <p:txBody>
              <a:bodyPr wrap="square" lIns="0" tIns="0" rIns="0" bIns="0" rtlCol="0">
                <a:spAutoFit/>
              </a:bodyPr>
              <a:lstStyle/>
              <a:p>
                <a:r>
                  <a:rPr lang="en-US">
                    <a:latin typeface="Cambria Math" pitchFamily="18" charset="0"/>
                    <a:ea typeface="Cambria Math" pitchFamily="18" charset="0"/>
                  </a:rPr>
                  <a:t>c</a:t>
                </a:r>
              </a:p>
            </p:txBody>
          </p:sp>
        </p:grpSp>
        <p:cxnSp>
          <p:nvCxnSpPr>
            <p:cNvPr id="52" name="Straight Connector 51"/>
            <p:cNvCxnSpPr>
              <a:stCxn id="66" idx="5"/>
              <a:endCxn id="58" idx="1"/>
            </p:cNvCxnSpPr>
            <p:nvPr/>
          </p:nvCxnSpPr>
          <p:spPr>
            <a:xfrm>
              <a:off x="1809414" y="2510454"/>
              <a:ext cx="465492" cy="313092"/>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58" idx="3"/>
              <a:endCxn id="64" idx="7"/>
            </p:cNvCxnSpPr>
            <p:nvPr/>
          </p:nvCxnSpPr>
          <p:spPr>
            <a:xfrm flipH="1">
              <a:off x="1824654" y="3211494"/>
              <a:ext cx="450252" cy="297852"/>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6" idx="6"/>
              <a:endCxn id="62" idx="2"/>
            </p:cNvCxnSpPr>
            <p:nvPr/>
          </p:nvCxnSpPr>
          <p:spPr>
            <a:xfrm>
              <a:off x="1889760" y="2316480"/>
              <a:ext cx="108204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64" idx="6"/>
              <a:endCxn id="60" idx="2"/>
            </p:cNvCxnSpPr>
            <p:nvPr/>
          </p:nvCxnSpPr>
          <p:spPr>
            <a:xfrm>
              <a:off x="1905000" y="3703320"/>
              <a:ext cx="108204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58" idx="5"/>
              <a:endCxn id="60" idx="1"/>
            </p:cNvCxnSpPr>
            <p:nvPr/>
          </p:nvCxnSpPr>
          <p:spPr>
            <a:xfrm>
              <a:off x="2662854" y="3211494"/>
              <a:ext cx="404532" cy="297852"/>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388828" y="4053840"/>
              <a:ext cx="1412566" cy="338554"/>
            </a:xfrm>
            <a:prstGeom prst="rect">
              <a:avLst/>
            </a:prstGeom>
            <a:noFill/>
          </p:spPr>
          <p:txBody>
            <a:bodyPr wrap="none" rtlCol="0">
              <a:spAutoFit/>
            </a:bodyPr>
            <a:lstStyle/>
            <a:p>
              <a:r>
                <a:rPr lang="en-US" sz="1600">
                  <a:latin typeface="Times New Roman" pitchFamily="18" charset="0"/>
                  <a:cs typeface="Times New Roman" pitchFamily="18" charset="0"/>
                </a:rPr>
                <a:t>Directed graph</a:t>
              </a:r>
            </a:p>
          </p:txBody>
        </p:sp>
      </p:grpSp>
      <p:grpSp>
        <p:nvGrpSpPr>
          <p:cNvPr id="68" name="Group 67"/>
          <p:cNvGrpSpPr/>
          <p:nvPr/>
        </p:nvGrpSpPr>
        <p:grpSpPr>
          <a:xfrm>
            <a:off x="2921018" y="3944857"/>
            <a:ext cx="2213024" cy="2200846"/>
            <a:chOff x="4949776" y="3971354"/>
            <a:chExt cx="2213024" cy="2200846"/>
          </a:xfrm>
        </p:grpSpPr>
        <p:grpSp>
          <p:nvGrpSpPr>
            <p:cNvPr id="69" name="Group 68"/>
            <p:cNvGrpSpPr/>
            <p:nvPr/>
          </p:nvGrpSpPr>
          <p:grpSpPr>
            <a:xfrm>
              <a:off x="5028832" y="4008031"/>
              <a:ext cx="431170" cy="415457"/>
              <a:chOff x="1178170" y="3200400"/>
              <a:chExt cx="548640" cy="548640"/>
            </a:xfrm>
          </p:grpSpPr>
          <p:sp>
            <p:nvSpPr>
              <p:cNvPr id="97" name="Oval 96"/>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1600">
                  <a:solidFill>
                    <a:schemeClr val="tx1"/>
                  </a:solidFill>
                  <a:latin typeface="Cambria Math" pitchFamily="18" charset="0"/>
                  <a:ea typeface="Cambria Math" pitchFamily="18" charset="0"/>
                </a:endParaRPr>
              </a:p>
            </p:txBody>
          </p:sp>
          <p:sp>
            <p:nvSpPr>
              <p:cNvPr id="98" name="TextBox 97"/>
              <p:cNvSpPr txBox="1"/>
              <p:nvPr/>
            </p:nvSpPr>
            <p:spPr>
              <a:xfrm>
                <a:off x="1371601" y="3200400"/>
                <a:ext cx="152400" cy="330924"/>
              </a:xfrm>
              <a:prstGeom prst="rect">
                <a:avLst/>
              </a:prstGeom>
              <a:noFill/>
            </p:spPr>
            <p:txBody>
              <a:bodyPr wrap="square" lIns="0" tIns="0" rIns="0" bIns="0" rtlCol="0">
                <a:spAutoFit/>
              </a:bodyPr>
              <a:lstStyle/>
              <a:p>
                <a:r>
                  <a:rPr lang="en-US" sz="2000">
                    <a:latin typeface="Cambria Math" pitchFamily="18" charset="0"/>
                    <a:ea typeface="Cambria Math" pitchFamily="18" charset="0"/>
                  </a:rPr>
                  <a:t>a</a:t>
                </a:r>
              </a:p>
            </p:txBody>
          </p:sp>
        </p:grpSp>
        <p:grpSp>
          <p:nvGrpSpPr>
            <p:cNvPr id="70" name="Group 69"/>
            <p:cNvGrpSpPr/>
            <p:nvPr/>
          </p:nvGrpSpPr>
          <p:grpSpPr>
            <a:xfrm>
              <a:off x="5040809" y="5375744"/>
              <a:ext cx="431170" cy="415456"/>
              <a:chOff x="1178170" y="3200401"/>
              <a:chExt cx="548640" cy="548639"/>
            </a:xfrm>
          </p:grpSpPr>
          <p:sp>
            <p:nvSpPr>
              <p:cNvPr id="95" name="Oval 94"/>
              <p:cNvSpPr/>
              <p:nvPr/>
            </p:nvSpPr>
            <p:spPr>
              <a:xfrm>
                <a:off x="1178170" y="3200401"/>
                <a:ext cx="548640" cy="54863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1600">
                  <a:solidFill>
                    <a:schemeClr val="tx1"/>
                  </a:solidFill>
                  <a:latin typeface="Cambria Math" pitchFamily="18" charset="0"/>
                  <a:ea typeface="Cambria Math" pitchFamily="18" charset="0"/>
                </a:endParaRPr>
              </a:p>
            </p:txBody>
          </p:sp>
          <p:sp>
            <p:nvSpPr>
              <p:cNvPr id="96" name="TextBox 95"/>
              <p:cNvSpPr txBox="1"/>
              <p:nvPr/>
            </p:nvSpPr>
            <p:spPr>
              <a:xfrm>
                <a:off x="1371601" y="3235570"/>
                <a:ext cx="152400" cy="330924"/>
              </a:xfrm>
              <a:prstGeom prst="rect">
                <a:avLst/>
              </a:prstGeom>
              <a:noFill/>
            </p:spPr>
            <p:txBody>
              <a:bodyPr wrap="square" lIns="0" tIns="0" rIns="0" bIns="0" rtlCol="0">
                <a:spAutoFit/>
              </a:bodyPr>
              <a:lstStyle/>
              <a:p>
                <a:r>
                  <a:rPr lang="en-US" sz="2000">
                    <a:latin typeface="Cambria Math" pitchFamily="18" charset="0"/>
                    <a:ea typeface="Cambria Math" pitchFamily="18" charset="0"/>
                  </a:rPr>
                  <a:t>d</a:t>
                </a:r>
              </a:p>
            </p:txBody>
          </p:sp>
        </p:grpSp>
        <p:cxnSp>
          <p:nvCxnSpPr>
            <p:cNvPr id="71" name="Straight Connector 70"/>
            <p:cNvCxnSpPr>
              <a:stCxn id="97" idx="4"/>
              <a:endCxn id="95" idx="0"/>
            </p:cNvCxnSpPr>
            <p:nvPr/>
          </p:nvCxnSpPr>
          <p:spPr>
            <a:xfrm>
              <a:off x="5244417" y="4423488"/>
              <a:ext cx="11977" cy="952256"/>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72" name="Group 71"/>
            <p:cNvGrpSpPr/>
            <p:nvPr/>
          </p:nvGrpSpPr>
          <p:grpSpPr>
            <a:xfrm>
              <a:off x="6620510" y="4008031"/>
              <a:ext cx="431170" cy="415457"/>
              <a:chOff x="1178170" y="3200400"/>
              <a:chExt cx="548640" cy="548640"/>
            </a:xfrm>
          </p:grpSpPr>
          <p:sp>
            <p:nvSpPr>
              <p:cNvPr id="93" name="Oval 92"/>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1600">
                  <a:solidFill>
                    <a:schemeClr val="tx1"/>
                  </a:solidFill>
                  <a:latin typeface="Cambria Math" pitchFamily="18" charset="0"/>
                  <a:ea typeface="Cambria Math" pitchFamily="18" charset="0"/>
                </a:endParaRPr>
              </a:p>
            </p:txBody>
          </p:sp>
          <p:sp>
            <p:nvSpPr>
              <p:cNvPr id="94" name="TextBox 93"/>
              <p:cNvSpPr txBox="1"/>
              <p:nvPr/>
            </p:nvSpPr>
            <p:spPr>
              <a:xfrm>
                <a:off x="1371601" y="3253156"/>
                <a:ext cx="152400" cy="330924"/>
              </a:xfrm>
              <a:prstGeom prst="rect">
                <a:avLst/>
              </a:prstGeom>
              <a:noFill/>
            </p:spPr>
            <p:txBody>
              <a:bodyPr wrap="square" lIns="0" tIns="0" rIns="0" bIns="0" rtlCol="0">
                <a:spAutoFit/>
              </a:bodyPr>
              <a:lstStyle/>
              <a:p>
                <a:r>
                  <a:rPr lang="en-US" sz="2000">
                    <a:latin typeface="Cambria Math" pitchFamily="18" charset="0"/>
                    <a:ea typeface="Cambria Math" pitchFamily="18" charset="0"/>
                  </a:rPr>
                  <a:t>b</a:t>
                </a:r>
              </a:p>
            </p:txBody>
          </p:sp>
        </p:grpSp>
        <p:grpSp>
          <p:nvGrpSpPr>
            <p:cNvPr id="73" name="Group 72"/>
            <p:cNvGrpSpPr/>
            <p:nvPr/>
          </p:nvGrpSpPr>
          <p:grpSpPr>
            <a:xfrm>
              <a:off x="6632487" y="5375743"/>
              <a:ext cx="431170" cy="415457"/>
              <a:chOff x="1178170" y="3200400"/>
              <a:chExt cx="548640" cy="548640"/>
            </a:xfrm>
          </p:grpSpPr>
          <p:sp>
            <p:nvSpPr>
              <p:cNvPr id="91" name="Oval 90"/>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1600">
                  <a:solidFill>
                    <a:schemeClr val="tx1"/>
                  </a:solidFill>
                  <a:latin typeface="Cambria Math" pitchFamily="18" charset="0"/>
                  <a:ea typeface="Cambria Math" pitchFamily="18" charset="0"/>
                </a:endParaRPr>
              </a:p>
            </p:txBody>
          </p:sp>
          <p:sp>
            <p:nvSpPr>
              <p:cNvPr id="92" name="TextBox 91"/>
              <p:cNvSpPr txBox="1"/>
              <p:nvPr/>
            </p:nvSpPr>
            <p:spPr>
              <a:xfrm>
                <a:off x="1371601" y="3200400"/>
                <a:ext cx="152400" cy="330924"/>
              </a:xfrm>
              <a:prstGeom prst="rect">
                <a:avLst/>
              </a:prstGeom>
              <a:noFill/>
            </p:spPr>
            <p:txBody>
              <a:bodyPr wrap="square" lIns="0" tIns="0" rIns="0" bIns="0" rtlCol="0">
                <a:spAutoFit/>
              </a:bodyPr>
              <a:lstStyle/>
              <a:p>
                <a:r>
                  <a:rPr lang="en-US" sz="2000">
                    <a:latin typeface="Cambria Math" pitchFamily="18" charset="0"/>
                    <a:ea typeface="Cambria Math" pitchFamily="18" charset="0"/>
                  </a:rPr>
                  <a:t>e</a:t>
                </a:r>
              </a:p>
            </p:txBody>
          </p:sp>
        </p:grpSp>
        <p:cxnSp>
          <p:nvCxnSpPr>
            <p:cNvPr id="74" name="Straight Connector 73"/>
            <p:cNvCxnSpPr>
              <a:stCxn id="93" idx="4"/>
              <a:endCxn id="91" idx="0"/>
            </p:cNvCxnSpPr>
            <p:nvPr/>
          </p:nvCxnSpPr>
          <p:spPr>
            <a:xfrm>
              <a:off x="6836095" y="4423488"/>
              <a:ext cx="11977" cy="952255"/>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75" name="Group 74"/>
            <p:cNvGrpSpPr/>
            <p:nvPr/>
          </p:nvGrpSpPr>
          <p:grpSpPr>
            <a:xfrm>
              <a:off x="5817230" y="4689943"/>
              <a:ext cx="431170" cy="415457"/>
              <a:chOff x="1178170" y="3200400"/>
              <a:chExt cx="548640" cy="548640"/>
            </a:xfrm>
          </p:grpSpPr>
          <p:sp>
            <p:nvSpPr>
              <p:cNvPr id="89" name="Oval 88"/>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1600">
                  <a:solidFill>
                    <a:schemeClr val="tx1"/>
                  </a:solidFill>
                  <a:latin typeface="Cambria Math" pitchFamily="18" charset="0"/>
                  <a:ea typeface="Cambria Math" pitchFamily="18" charset="0"/>
                </a:endParaRPr>
              </a:p>
            </p:txBody>
          </p:sp>
          <p:sp>
            <p:nvSpPr>
              <p:cNvPr id="90" name="TextBox 89"/>
              <p:cNvSpPr txBox="1"/>
              <p:nvPr/>
            </p:nvSpPr>
            <p:spPr>
              <a:xfrm>
                <a:off x="1371601" y="3200400"/>
                <a:ext cx="152400" cy="330924"/>
              </a:xfrm>
              <a:prstGeom prst="rect">
                <a:avLst/>
              </a:prstGeom>
              <a:noFill/>
            </p:spPr>
            <p:txBody>
              <a:bodyPr wrap="square" lIns="0" tIns="0" rIns="0" bIns="0" rtlCol="0">
                <a:spAutoFit/>
              </a:bodyPr>
              <a:lstStyle/>
              <a:p>
                <a:r>
                  <a:rPr lang="en-US" sz="2000">
                    <a:latin typeface="Cambria Math" pitchFamily="18" charset="0"/>
                    <a:ea typeface="Cambria Math" pitchFamily="18" charset="0"/>
                  </a:rPr>
                  <a:t>c</a:t>
                </a:r>
              </a:p>
            </p:txBody>
          </p:sp>
        </p:grpSp>
        <p:cxnSp>
          <p:nvCxnSpPr>
            <p:cNvPr id="76" name="Straight Connector 75"/>
            <p:cNvCxnSpPr>
              <a:stCxn id="97" idx="5"/>
              <a:endCxn id="89" idx="1"/>
            </p:cNvCxnSpPr>
            <p:nvPr/>
          </p:nvCxnSpPr>
          <p:spPr>
            <a:xfrm>
              <a:off x="5396859" y="4362646"/>
              <a:ext cx="483514" cy="388139"/>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89" idx="3"/>
              <a:endCxn id="95" idx="7"/>
            </p:cNvCxnSpPr>
            <p:nvPr/>
          </p:nvCxnSpPr>
          <p:spPr>
            <a:xfrm flipH="1">
              <a:off x="5408836" y="5044558"/>
              <a:ext cx="471537" cy="392028"/>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7" idx="6"/>
              <a:endCxn id="93" idx="2"/>
            </p:cNvCxnSpPr>
            <p:nvPr/>
          </p:nvCxnSpPr>
          <p:spPr>
            <a:xfrm>
              <a:off x="5460002" y="4215760"/>
              <a:ext cx="1160508"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95" idx="6"/>
              <a:endCxn id="91" idx="2"/>
            </p:cNvCxnSpPr>
            <p:nvPr/>
          </p:nvCxnSpPr>
          <p:spPr>
            <a:xfrm>
              <a:off x="5471979" y="5583472"/>
              <a:ext cx="1160508"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89" idx="5"/>
              <a:endCxn id="91" idx="1"/>
            </p:cNvCxnSpPr>
            <p:nvPr/>
          </p:nvCxnSpPr>
          <p:spPr>
            <a:xfrm>
              <a:off x="6185257" y="5044558"/>
              <a:ext cx="510373" cy="392027"/>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5112832" y="5816205"/>
              <a:ext cx="1973768" cy="355995"/>
            </a:xfrm>
            <a:prstGeom prst="rect">
              <a:avLst/>
            </a:prstGeom>
            <a:noFill/>
          </p:spPr>
          <p:txBody>
            <a:bodyPr wrap="none" rtlCol="0">
              <a:spAutoFit/>
            </a:bodyPr>
            <a:lstStyle/>
            <a:p>
              <a:r>
                <a:rPr lang="en-US" sz="1600">
                  <a:latin typeface="Times New Roman" pitchFamily="18" charset="0"/>
                  <a:cs typeface="Times New Roman" pitchFamily="18" charset="0"/>
                </a:rPr>
                <a:t>Edge-Labeled graph</a:t>
              </a:r>
            </a:p>
          </p:txBody>
        </p:sp>
        <p:sp>
          <p:nvSpPr>
            <p:cNvPr id="82" name="TextBox 81"/>
            <p:cNvSpPr txBox="1"/>
            <p:nvPr/>
          </p:nvSpPr>
          <p:spPr>
            <a:xfrm>
              <a:off x="5581797" y="3971354"/>
              <a:ext cx="639404" cy="355996"/>
            </a:xfrm>
            <a:prstGeom prst="rect">
              <a:avLst/>
            </a:prstGeom>
            <a:noFill/>
          </p:spPr>
          <p:txBody>
            <a:bodyPr wrap="none" rtlCol="0">
              <a:spAutoFit/>
            </a:bodyPr>
            <a:lstStyle/>
            <a:p>
              <a:r>
                <a:rPr lang="en-US" sz="1600">
                  <a:latin typeface="Times New Roman" pitchFamily="18" charset="0"/>
                  <a:cs typeface="Times New Roman" pitchFamily="18" charset="0"/>
                </a:rPr>
                <a:t>6 km</a:t>
              </a:r>
            </a:p>
          </p:txBody>
        </p:sp>
        <p:sp>
          <p:nvSpPr>
            <p:cNvPr id="83" name="TextBox 82"/>
            <p:cNvSpPr txBox="1"/>
            <p:nvPr/>
          </p:nvSpPr>
          <p:spPr>
            <a:xfrm>
              <a:off x="5581798" y="5334062"/>
              <a:ext cx="748471" cy="355996"/>
            </a:xfrm>
            <a:prstGeom prst="rect">
              <a:avLst/>
            </a:prstGeom>
            <a:noFill/>
          </p:spPr>
          <p:txBody>
            <a:bodyPr wrap="none" rtlCol="0">
              <a:spAutoFit/>
            </a:bodyPr>
            <a:lstStyle/>
            <a:p>
              <a:r>
                <a:rPr lang="en-US" sz="1600">
                  <a:latin typeface="Times New Roman" pitchFamily="18" charset="0"/>
                  <a:cs typeface="Times New Roman" pitchFamily="18" charset="0"/>
                </a:rPr>
                <a:t>12 km</a:t>
              </a:r>
            </a:p>
          </p:txBody>
        </p:sp>
        <p:sp>
          <p:nvSpPr>
            <p:cNvPr id="84" name="TextBox 83"/>
            <p:cNvSpPr txBox="1"/>
            <p:nvPr/>
          </p:nvSpPr>
          <p:spPr>
            <a:xfrm rot="2129798">
              <a:off x="5412657" y="4343556"/>
              <a:ext cx="639404" cy="355996"/>
            </a:xfrm>
            <a:prstGeom prst="rect">
              <a:avLst/>
            </a:prstGeom>
            <a:noFill/>
          </p:spPr>
          <p:txBody>
            <a:bodyPr wrap="none" rtlCol="0">
              <a:spAutoFit/>
            </a:bodyPr>
            <a:lstStyle/>
            <a:p>
              <a:r>
                <a:rPr lang="en-US" sz="1600">
                  <a:latin typeface="Times New Roman" pitchFamily="18" charset="0"/>
                  <a:cs typeface="Times New Roman" pitchFamily="18" charset="0"/>
                </a:rPr>
                <a:t>3 km</a:t>
              </a:r>
            </a:p>
          </p:txBody>
        </p:sp>
        <p:sp>
          <p:nvSpPr>
            <p:cNvPr id="85" name="TextBox 84"/>
            <p:cNvSpPr txBox="1"/>
            <p:nvPr/>
          </p:nvSpPr>
          <p:spPr>
            <a:xfrm rot="2129798">
              <a:off x="6250857" y="5054048"/>
              <a:ext cx="639404" cy="355996"/>
            </a:xfrm>
            <a:prstGeom prst="rect">
              <a:avLst/>
            </a:prstGeom>
            <a:noFill/>
          </p:spPr>
          <p:txBody>
            <a:bodyPr wrap="none" rtlCol="0">
              <a:spAutoFit/>
            </a:bodyPr>
            <a:lstStyle/>
            <a:p>
              <a:r>
                <a:rPr lang="en-US" sz="1600">
                  <a:latin typeface="Times New Roman" pitchFamily="18" charset="0"/>
                  <a:cs typeface="Times New Roman" pitchFamily="18" charset="0"/>
                </a:rPr>
                <a:t>9 km</a:t>
              </a:r>
            </a:p>
          </p:txBody>
        </p:sp>
        <p:sp>
          <p:nvSpPr>
            <p:cNvPr id="86" name="TextBox 85"/>
            <p:cNvSpPr txBox="1"/>
            <p:nvPr/>
          </p:nvSpPr>
          <p:spPr>
            <a:xfrm rot="5400000">
              <a:off x="6612685" y="4685995"/>
              <a:ext cx="740309" cy="359920"/>
            </a:xfrm>
            <a:prstGeom prst="rect">
              <a:avLst/>
            </a:prstGeom>
            <a:noFill/>
          </p:spPr>
          <p:txBody>
            <a:bodyPr wrap="none" rtlCol="0">
              <a:spAutoFit/>
            </a:bodyPr>
            <a:lstStyle/>
            <a:p>
              <a:r>
                <a:rPr lang="en-US" sz="1600">
                  <a:latin typeface="Times New Roman" pitchFamily="18" charset="0"/>
                  <a:cs typeface="Times New Roman" pitchFamily="18" charset="0"/>
                </a:rPr>
                <a:t>15 km</a:t>
              </a:r>
            </a:p>
          </p:txBody>
        </p:sp>
        <p:sp>
          <p:nvSpPr>
            <p:cNvPr id="87" name="TextBox 86"/>
            <p:cNvSpPr txBox="1"/>
            <p:nvPr/>
          </p:nvSpPr>
          <p:spPr>
            <a:xfrm rot="16200000">
              <a:off x="4813520" y="4685424"/>
              <a:ext cx="632432" cy="359920"/>
            </a:xfrm>
            <a:prstGeom prst="rect">
              <a:avLst/>
            </a:prstGeom>
            <a:noFill/>
          </p:spPr>
          <p:txBody>
            <a:bodyPr wrap="none" rtlCol="0">
              <a:spAutoFit/>
            </a:bodyPr>
            <a:lstStyle/>
            <a:p>
              <a:r>
                <a:rPr lang="en-US" sz="1600">
                  <a:latin typeface="Times New Roman" pitchFamily="18" charset="0"/>
                  <a:cs typeface="Times New Roman" pitchFamily="18" charset="0"/>
                </a:rPr>
                <a:t>5 km</a:t>
              </a:r>
            </a:p>
          </p:txBody>
        </p:sp>
        <p:sp>
          <p:nvSpPr>
            <p:cNvPr id="88" name="TextBox 87"/>
            <p:cNvSpPr txBox="1"/>
            <p:nvPr/>
          </p:nvSpPr>
          <p:spPr>
            <a:xfrm rot="19500000">
              <a:off x="5231374" y="4979221"/>
              <a:ext cx="639404" cy="355996"/>
            </a:xfrm>
            <a:prstGeom prst="rect">
              <a:avLst/>
            </a:prstGeom>
            <a:noFill/>
          </p:spPr>
          <p:txBody>
            <a:bodyPr wrap="none" rtlCol="0">
              <a:spAutoFit/>
            </a:bodyPr>
            <a:lstStyle/>
            <a:p>
              <a:r>
                <a:rPr lang="en-US" sz="1600">
                  <a:latin typeface="Times New Roman" pitchFamily="18" charset="0"/>
                  <a:cs typeface="Times New Roman" pitchFamily="18" charset="0"/>
                </a:rPr>
                <a:t>3 km</a:t>
              </a:r>
            </a:p>
          </p:txBody>
        </p:sp>
      </p:grpSp>
    </p:spTree>
    <p:extLst>
      <p:ext uri="{BB962C8B-B14F-4D97-AF65-F5344CB8AC3E}">
        <p14:creationId xmlns:p14="http://schemas.microsoft.com/office/powerpoint/2010/main" val="649214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24D188A-79D1-BF42-8F14-86C4AE4F2400}"/>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263A492D-2A8B-8040-B9F8-B14C172DC7C4}"/>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1B5DCB18-1E34-124C-95C5-8D9A005B40CE}"/>
              </a:ext>
            </a:extLst>
          </p:cNvPr>
          <p:cNvSpPr>
            <a:spLocks noGrp="1"/>
          </p:cNvSpPr>
          <p:nvPr>
            <p:ph type="sldNum" sz="quarter" idx="12"/>
          </p:nvPr>
        </p:nvSpPr>
        <p:spPr/>
        <p:txBody>
          <a:bodyPr/>
          <a:lstStyle/>
          <a:p>
            <a:fld id="{BA7BC09B-FE30-A349-B1D2-5A364F511F98}" type="slidenum">
              <a:rPr lang="en-US" smtClean="0"/>
              <a:t>5</a:t>
            </a:fld>
            <a:endParaRPr lang="en-US"/>
          </a:p>
        </p:txBody>
      </p:sp>
      <p:sp>
        <p:nvSpPr>
          <p:cNvPr id="2" name="Title 1">
            <a:extLst>
              <a:ext uri="{FF2B5EF4-FFF2-40B4-BE49-F238E27FC236}">
                <a16:creationId xmlns:a16="http://schemas.microsoft.com/office/drawing/2014/main" id="{DF9BD2AA-3753-FF40-82F6-2E443BE9EA81}"/>
              </a:ext>
            </a:extLst>
          </p:cNvPr>
          <p:cNvSpPr>
            <a:spLocks noGrp="1"/>
          </p:cNvSpPr>
          <p:nvPr>
            <p:ph type="title"/>
          </p:nvPr>
        </p:nvSpPr>
        <p:spPr/>
        <p:txBody>
          <a:bodyPr/>
          <a:lstStyle/>
          <a:p>
            <a:r>
              <a:rPr lang="en-US" err="1"/>
              <a:t>Định</a:t>
            </a:r>
            <a:r>
              <a:rPr lang="en-US"/>
              <a:t> </a:t>
            </a:r>
            <a:r>
              <a:rPr lang="en-US" err="1"/>
              <a:t>nghĩa</a:t>
            </a:r>
            <a:r>
              <a:rPr lang="en-US"/>
              <a:t> </a:t>
            </a:r>
          </a:p>
        </p:txBody>
      </p:sp>
      <p:sp>
        <p:nvSpPr>
          <p:cNvPr id="3" name="Content Placeholder 2">
            <a:extLst>
              <a:ext uri="{FF2B5EF4-FFF2-40B4-BE49-F238E27FC236}">
                <a16:creationId xmlns:a16="http://schemas.microsoft.com/office/drawing/2014/main" id="{760A68A7-332D-E147-9A8B-2ED46D8C8628}"/>
              </a:ext>
            </a:extLst>
          </p:cNvPr>
          <p:cNvSpPr>
            <a:spLocks noGrp="1"/>
          </p:cNvSpPr>
          <p:nvPr>
            <p:ph sz="quarter" idx="13"/>
          </p:nvPr>
        </p:nvSpPr>
        <p:spPr/>
        <p:txBody>
          <a:bodyPr>
            <a:normAutofit/>
          </a:bodyPr>
          <a:lstStyle/>
          <a:p>
            <a:r>
              <a:rPr lang="en-US" err="1"/>
              <a:t>Nếu</a:t>
            </a:r>
            <a:r>
              <a:rPr lang="en-US"/>
              <a:t> </a:t>
            </a:r>
            <a:r>
              <a:rPr lang="en-US" err="1"/>
              <a:t>trên</a:t>
            </a:r>
            <a:r>
              <a:rPr lang="en-US"/>
              <a:t> </a:t>
            </a:r>
            <a:r>
              <a:rPr lang="en-US" err="1"/>
              <a:t>đồ</a:t>
            </a:r>
            <a:r>
              <a:rPr lang="en-US"/>
              <a:t> </a:t>
            </a:r>
            <a:r>
              <a:rPr lang="en-US" err="1"/>
              <a:t>thị</a:t>
            </a:r>
            <a:r>
              <a:rPr lang="en-US"/>
              <a:t> G(V,E) </a:t>
            </a:r>
            <a:r>
              <a:rPr lang="en-US" err="1"/>
              <a:t>có</a:t>
            </a:r>
            <a:r>
              <a:rPr lang="en-US"/>
              <a:t> </a:t>
            </a:r>
            <a:r>
              <a:rPr lang="en-US" err="1"/>
              <a:t>một</a:t>
            </a:r>
            <a:r>
              <a:rPr lang="en-US"/>
              <a:t> </a:t>
            </a:r>
            <a:r>
              <a:rPr lang="en-US" err="1"/>
              <a:t>cung</a:t>
            </a:r>
            <a:r>
              <a:rPr lang="en-US"/>
              <a:t> </a:t>
            </a:r>
            <a:r>
              <a:rPr lang="en-US" err="1"/>
              <a:t>đi</a:t>
            </a:r>
            <a:r>
              <a:rPr lang="en-US"/>
              <a:t> </a:t>
            </a:r>
            <a:r>
              <a:rPr lang="en-US" err="1"/>
              <a:t>từ</a:t>
            </a:r>
            <a:r>
              <a:rPr lang="en-US"/>
              <a:t> u </a:t>
            </a:r>
            <a:r>
              <a:rPr lang="en-US" err="1"/>
              <a:t>tới</a:t>
            </a:r>
            <a:r>
              <a:rPr lang="en-US"/>
              <a:t> v </a:t>
            </a:r>
            <a:r>
              <a:rPr lang="en-US" err="1"/>
              <a:t>thì</a:t>
            </a:r>
            <a:r>
              <a:rPr lang="en-US"/>
              <a:t> v </a:t>
            </a:r>
            <a:r>
              <a:rPr lang="en-US" err="1"/>
              <a:t>là</a:t>
            </a:r>
            <a:r>
              <a:rPr lang="en-US"/>
              <a:t> </a:t>
            </a:r>
            <a:r>
              <a:rPr lang="en-US" err="1"/>
              <a:t>đỉnh</a:t>
            </a:r>
            <a:r>
              <a:rPr lang="en-US"/>
              <a:t> </a:t>
            </a:r>
            <a:r>
              <a:rPr lang="en-US" err="1"/>
              <a:t>lân</a:t>
            </a:r>
            <a:r>
              <a:rPr lang="en-US"/>
              <a:t> </a:t>
            </a:r>
            <a:r>
              <a:rPr lang="en-US" err="1"/>
              <a:t>cận</a:t>
            </a:r>
            <a:r>
              <a:rPr lang="en-US"/>
              <a:t> </a:t>
            </a:r>
            <a:r>
              <a:rPr lang="en-US" err="1"/>
              <a:t>cận</a:t>
            </a:r>
            <a:r>
              <a:rPr lang="en-US"/>
              <a:t> (</a:t>
            </a:r>
            <a:r>
              <a:rPr lang="en-US" err="1"/>
              <a:t>kề</a:t>
            </a:r>
            <a:r>
              <a:rPr lang="en-US"/>
              <a:t> - adjacent) </a:t>
            </a:r>
            <a:r>
              <a:rPr lang="en-US" err="1"/>
              <a:t>của</a:t>
            </a:r>
            <a:r>
              <a:rPr lang="en-US"/>
              <a:t> u. </a:t>
            </a:r>
          </a:p>
          <a:p>
            <a:r>
              <a:rPr lang="en-US" err="1"/>
              <a:t>Đường</a:t>
            </a:r>
            <a:r>
              <a:rPr lang="en-US"/>
              <a:t> </a:t>
            </a:r>
            <a:r>
              <a:rPr lang="en-US" err="1"/>
              <a:t>đi</a:t>
            </a:r>
            <a:r>
              <a:rPr lang="en-US"/>
              <a:t> (path) </a:t>
            </a:r>
            <a:r>
              <a:rPr lang="en-US" err="1"/>
              <a:t>từ</a:t>
            </a:r>
            <a:r>
              <a:rPr lang="en-US"/>
              <a:t> u </a:t>
            </a:r>
            <a:r>
              <a:rPr lang="en-US" err="1"/>
              <a:t>đến</a:t>
            </a:r>
            <a:r>
              <a:rPr lang="en-US"/>
              <a:t> v </a:t>
            </a:r>
            <a:r>
              <a:rPr lang="en-US" err="1"/>
              <a:t>là</a:t>
            </a:r>
            <a:r>
              <a:rPr lang="en-US"/>
              <a:t> </a:t>
            </a:r>
            <a:r>
              <a:rPr lang="en-US" err="1"/>
              <a:t>một</a:t>
            </a:r>
            <a:r>
              <a:rPr lang="en-US"/>
              <a:t> </a:t>
            </a:r>
            <a:r>
              <a:rPr lang="en-US" err="1"/>
              <a:t>dãy</a:t>
            </a:r>
            <a:r>
              <a:rPr lang="en-US"/>
              <a:t> </a:t>
            </a:r>
            <a:r>
              <a:rPr lang="en-US" err="1"/>
              <a:t>các</a:t>
            </a:r>
            <a:r>
              <a:rPr lang="en-US"/>
              <a:t> </a:t>
            </a:r>
            <a:r>
              <a:rPr lang="en-US" err="1"/>
              <a:t>đỉnh</a:t>
            </a:r>
            <a:endParaRPr lang="en-US"/>
          </a:p>
          <a:p>
            <a:r>
              <a:rPr lang="en-US"/>
              <a:t>x</a:t>
            </a:r>
            <a:r>
              <a:rPr lang="en-US" baseline="-25000"/>
              <a:t>0</a:t>
            </a:r>
            <a:r>
              <a:rPr lang="en-US"/>
              <a:t>,x</a:t>
            </a:r>
            <a:r>
              <a:rPr lang="en-US" baseline="-25000"/>
              <a:t>1</a:t>
            </a:r>
            <a:r>
              <a:rPr lang="en-US"/>
              <a:t>, …,x</a:t>
            </a:r>
            <a:r>
              <a:rPr lang="en-US" baseline="-25000"/>
              <a:t>n-1</a:t>
            </a:r>
            <a:r>
              <a:rPr lang="en-US"/>
              <a:t>, </a:t>
            </a:r>
            <a:r>
              <a:rPr lang="en-US" err="1"/>
              <a:t>x</a:t>
            </a:r>
            <a:r>
              <a:rPr lang="en-US" baseline="-25000" err="1"/>
              <a:t>n</a:t>
            </a:r>
            <a:r>
              <a:rPr lang="en-US"/>
              <a:t> </a:t>
            </a:r>
            <a:r>
              <a:rPr lang="en-US" err="1"/>
              <a:t>là</a:t>
            </a:r>
            <a:r>
              <a:rPr lang="en-US"/>
              <a:t> </a:t>
            </a:r>
            <a:r>
              <a:rPr lang="en-US" err="1"/>
              <a:t>số</a:t>
            </a:r>
            <a:r>
              <a:rPr lang="en-US"/>
              <a:t> </a:t>
            </a:r>
            <a:r>
              <a:rPr lang="en-US" err="1"/>
              <a:t>nguyên</a:t>
            </a:r>
            <a:r>
              <a:rPr lang="en-US"/>
              <a:t> </a:t>
            </a:r>
            <a:r>
              <a:rPr lang="en-US" err="1"/>
              <a:t>dương</a:t>
            </a:r>
            <a:r>
              <a:rPr lang="en-US"/>
              <a:t>, u = x</a:t>
            </a:r>
            <a:r>
              <a:rPr lang="en-US" baseline="-25000"/>
              <a:t>0</a:t>
            </a:r>
            <a:r>
              <a:rPr lang="en-US"/>
              <a:t> , v = </a:t>
            </a:r>
            <a:r>
              <a:rPr lang="en-US" err="1"/>
              <a:t>x</a:t>
            </a:r>
            <a:r>
              <a:rPr lang="en-US" baseline="-25000" err="1"/>
              <a:t>n</a:t>
            </a:r>
            <a:r>
              <a:rPr lang="en-US" baseline="-25000"/>
              <a:t> </a:t>
            </a:r>
            <a:r>
              <a:rPr lang="en-US" err="1"/>
              <a:t>và</a:t>
            </a:r>
            <a:r>
              <a:rPr lang="en-US"/>
              <a:t> (x</a:t>
            </a:r>
            <a:r>
              <a:rPr lang="en-US" baseline="-25000"/>
              <a:t>i</a:t>
            </a:r>
            <a:r>
              <a:rPr lang="en-US"/>
              <a:t>, x</a:t>
            </a:r>
            <a:r>
              <a:rPr lang="en-US" baseline="-25000"/>
              <a:t>i+1</a:t>
            </a:r>
            <a:r>
              <a:rPr lang="en-US"/>
              <a:t>) </a:t>
            </a:r>
            <a:r>
              <a:rPr lang="en-US" err="1"/>
              <a:t>là</a:t>
            </a:r>
            <a:r>
              <a:rPr lang="en-US"/>
              <a:t> </a:t>
            </a:r>
            <a:r>
              <a:rPr lang="en-US" err="1"/>
              <a:t>các</a:t>
            </a:r>
            <a:r>
              <a:rPr lang="en-US"/>
              <a:t> </a:t>
            </a:r>
            <a:r>
              <a:rPr lang="en-US" err="1"/>
              <a:t>cung</a:t>
            </a:r>
            <a:r>
              <a:rPr lang="en-US"/>
              <a:t> </a:t>
            </a:r>
            <a:r>
              <a:rPr lang="en-US" err="1"/>
              <a:t>thuộc</a:t>
            </a:r>
            <a:r>
              <a:rPr lang="en-US"/>
              <a:t> E, u </a:t>
            </a:r>
            <a:r>
              <a:rPr lang="en-US" err="1"/>
              <a:t>là</a:t>
            </a:r>
            <a:r>
              <a:rPr lang="en-US"/>
              <a:t> </a:t>
            </a:r>
            <a:r>
              <a:rPr lang="en-US" err="1"/>
              <a:t>đỉnh</a:t>
            </a:r>
            <a:r>
              <a:rPr lang="en-US"/>
              <a:t> </a:t>
            </a:r>
            <a:r>
              <a:rPr lang="en-US" err="1"/>
              <a:t>đầu</a:t>
            </a:r>
            <a:r>
              <a:rPr lang="en-US"/>
              <a:t>, v </a:t>
            </a:r>
            <a:r>
              <a:rPr lang="en-US" err="1"/>
              <a:t>là</a:t>
            </a:r>
            <a:r>
              <a:rPr lang="en-US"/>
              <a:t> </a:t>
            </a:r>
            <a:r>
              <a:rPr lang="en-US" err="1"/>
              <a:t>đỉnh</a:t>
            </a:r>
            <a:r>
              <a:rPr lang="en-US"/>
              <a:t> </a:t>
            </a:r>
            <a:r>
              <a:rPr lang="en-US" err="1"/>
              <a:t>cuối</a:t>
            </a:r>
            <a:r>
              <a:rPr lang="en-US"/>
              <a:t> </a:t>
            </a:r>
          </a:p>
          <a:p>
            <a:pPr lvl="1"/>
            <a:r>
              <a:rPr lang="en-US" err="1"/>
              <a:t>Số</a:t>
            </a:r>
            <a:r>
              <a:rPr lang="en-US"/>
              <a:t> </a:t>
            </a:r>
            <a:r>
              <a:rPr lang="en-US" err="1"/>
              <a:t>lượng</a:t>
            </a:r>
            <a:r>
              <a:rPr lang="en-US"/>
              <a:t> </a:t>
            </a:r>
            <a:r>
              <a:rPr lang="en-US" err="1"/>
              <a:t>các</a:t>
            </a:r>
            <a:r>
              <a:rPr lang="en-US"/>
              <a:t> </a:t>
            </a:r>
            <a:r>
              <a:rPr lang="en-US" err="1"/>
              <a:t>cung</a:t>
            </a:r>
            <a:r>
              <a:rPr lang="en-US"/>
              <a:t> </a:t>
            </a:r>
            <a:r>
              <a:rPr lang="en-US" err="1"/>
              <a:t>trên</a:t>
            </a:r>
            <a:r>
              <a:rPr lang="en-US"/>
              <a:t> </a:t>
            </a:r>
            <a:r>
              <a:rPr lang="en-US" err="1"/>
              <a:t>một</a:t>
            </a:r>
            <a:r>
              <a:rPr lang="en-US"/>
              <a:t> </a:t>
            </a:r>
            <a:r>
              <a:rPr lang="en-US" err="1"/>
              <a:t>đường</a:t>
            </a:r>
            <a:r>
              <a:rPr lang="en-US"/>
              <a:t> </a:t>
            </a:r>
            <a:r>
              <a:rPr lang="en-US" err="1"/>
              <a:t>đi</a:t>
            </a:r>
            <a:r>
              <a:rPr lang="en-US"/>
              <a:t> </a:t>
            </a:r>
            <a:r>
              <a:rPr lang="en-US" err="1"/>
              <a:t>gọi</a:t>
            </a:r>
            <a:r>
              <a:rPr lang="en-US"/>
              <a:t> </a:t>
            </a:r>
            <a:r>
              <a:rPr lang="en-US" err="1"/>
              <a:t>là</a:t>
            </a:r>
            <a:r>
              <a:rPr lang="en-US"/>
              <a:t> </a:t>
            </a:r>
            <a:r>
              <a:rPr lang="en-US" err="1"/>
              <a:t>độ</a:t>
            </a:r>
            <a:r>
              <a:rPr lang="en-US"/>
              <a:t> </a:t>
            </a:r>
            <a:r>
              <a:rPr lang="en-US" err="1"/>
              <a:t>dài</a:t>
            </a:r>
            <a:r>
              <a:rPr lang="en-US"/>
              <a:t> </a:t>
            </a:r>
            <a:r>
              <a:rPr lang="en-US" err="1"/>
              <a:t>đường</a:t>
            </a:r>
            <a:r>
              <a:rPr lang="en-US"/>
              <a:t> </a:t>
            </a:r>
            <a:r>
              <a:rPr lang="en-US" err="1"/>
              <a:t>đi</a:t>
            </a:r>
            <a:r>
              <a:rPr lang="en-US"/>
              <a:t>. </a:t>
            </a:r>
          </a:p>
          <a:p>
            <a:pPr lvl="1"/>
            <a:r>
              <a:rPr lang="en-US" err="1"/>
              <a:t>Đường</a:t>
            </a:r>
            <a:r>
              <a:rPr lang="en-US"/>
              <a:t> </a:t>
            </a:r>
            <a:r>
              <a:rPr lang="en-US" err="1"/>
              <a:t>đi</a:t>
            </a:r>
            <a:r>
              <a:rPr lang="en-US"/>
              <a:t> </a:t>
            </a:r>
            <a:r>
              <a:rPr lang="en-US" err="1"/>
              <a:t>đơn</a:t>
            </a:r>
            <a:r>
              <a:rPr lang="en-US"/>
              <a:t> (single path) </a:t>
            </a:r>
            <a:r>
              <a:rPr lang="en-US" err="1"/>
              <a:t>là</a:t>
            </a:r>
            <a:r>
              <a:rPr lang="en-US"/>
              <a:t> </a:t>
            </a:r>
            <a:r>
              <a:rPr lang="en-US" err="1"/>
              <a:t>đường</a:t>
            </a:r>
            <a:r>
              <a:rPr lang="en-US"/>
              <a:t> </a:t>
            </a:r>
            <a:r>
              <a:rPr lang="en-US" err="1"/>
              <a:t>đi</a:t>
            </a:r>
            <a:r>
              <a:rPr lang="en-US"/>
              <a:t> </a:t>
            </a:r>
            <a:r>
              <a:rPr lang="en-US" err="1"/>
              <a:t>mà</a:t>
            </a:r>
            <a:r>
              <a:rPr lang="en-US"/>
              <a:t> </a:t>
            </a:r>
            <a:r>
              <a:rPr lang="en-US" err="1"/>
              <a:t>mọi</a:t>
            </a:r>
            <a:r>
              <a:rPr lang="en-US"/>
              <a:t> </a:t>
            </a:r>
            <a:r>
              <a:rPr lang="en-US" err="1"/>
              <a:t>đỉnh</a:t>
            </a:r>
            <a:r>
              <a:rPr lang="en-US"/>
              <a:t> </a:t>
            </a:r>
            <a:r>
              <a:rPr lang="en-US" err="1"/>
              <a:t>trên</a:t>
            </a:r>
            <a:r>
              <a:rPr lang="en-US"/>
              <a:t> </a:t>
            </a:r>
            <a:r>
              <a:rPr lang="en-US" err="1"/>
              <a:t>đó</a:t>
            </a:r>
            <a:r>
              <a:rPr lang="en-US"/>
              <a:t> </a:t>
            </a:r>
            <a:r>
              <a:rPr lang="en-US" err="1"/>
              <a:t>trừ</a:t>
            </a:r>
            <a:r>
              <a:rPr lang="en-US"/>
              <a:t> </a:t>
            </a:r>
            <a:r>
              <a:rPr lang="en-US" err="1"/>
              <a:t>đỉnh</a:t>
            </a:r>
            <a:r>
              <a:rPr lang="en-US"/>
              <a:t> </a:t>
            </a:r>
            <a:r>
              <a:rPr lang="en-US" err="1"/>
              <a:t>đầu</a:t>
            </a:r>
            <a:r>
              <a:rPr lang="en-US"/>
              <a:t> </a:t>
            </a:r>
            <a:r>
              <a:rPr lang="en-US" err="1"/>
              <a:t>và</a:t>
            </a:r>
            <a:r>
              <a:rPr lang="en-US"/>
              <a:t> </a:t>
            </a:r>
            <a:r>
              <a:rPr lang="en-US" err="1"/>
              <a:t>cuối</a:t>
            </a:r>
            <a:r>
              <a:rPr lang="en-US"/>
              <a:t>, </a:t>
            </a:r>
            <a:r>
              <a:rPr lang="en-US" err="1"/>
              <a:t>đều</a:t>
            </a:r>
            <a:r>
              <a:rPr lang="en-US"/>
              <a:t> </a:t>
            </a:r>
            <a:r>
              <a:rPr lang="en-US" err="1"/>
              <a:t>khác</a:t>
            </a:r>
            <a:r>
              <a:rPr lang="en-US"/>
              <a:t> </a:t>
            </a:r>
            <a:r>
              <a:rPr lang="en-US" err="1"/>
              <a:t>nhau</a:t>
            </a:r>
            <a:endParaRPr lang="en-US"/>
          </a:p>
          <a:p>
            <a:pPr lvl="1"/>
            <a:r>
              <a:rPr lang="en-US" err="1"/>
              <a:t>Đỉnh</a:t>
            </a:r>
            <a:r>
              <a:rPr lang="en-US"/>
              <a:t> </a:t>
            </a:r>
            <a:r>
              <a:rPr lang="en-US" err="1"/>
              <a:t>đầu</a:t>
            </a:r>
            <a:r>
              <a:rPr lang="en-US"/>
              <a:t> </a:t>
            </a:r>
            <a:r>
              <a:rPr lang="en-US" err="1"/>
              <a:t>và</a:t>
            </a:r>
            <a:r>
              <a:rPr lang="en-US"/>
              <a:t> </a:t>
            </a:r>
            <a:r>
              <a:rPr lang="en-US" err="1"/>
              <a:t>cuối</a:t>
            </a:r>
            <a:r>
              <a:rPr lang="en-US"/>
              <a:t> </a:t>
            </a:r>
            <a:r>
              <a:rPr lang="en-US" err="1"/>
              <a:t>trùng</a:t>
            </a:r>
            <a:r>
              <a:rPr lang="en-US"/>
              <a:t> </a:t>
            </a:r>
            <a:r>
              <a:rPr lang="en-US" err="1"/>
              <a:t>nhau</a:t>
            </a:r>
            <a:r>
              <a:rPr lang="en-US"/>
              <a:t> </a:t>
            </a:r>
            <a:r>
              <a:rPr lang="en-US" err="1"/>
              <a:t>gọi</a:t>
            </a:r>
            <a:r>
              <a:rPr lang="en-US"/>
              <a:t> </a:t>
            </a:r>
            <a:r>
              <a:rPr lang="en-US" err="1"/>
              <a:t>là</a:t>
            </a:r>
            <a:r>
              <a:rPr lang="en-US"/>
              <a:t> chu </a:t>
            </a:r>
            <a:r>
              <a:rPr lang="en-US" err="1"/>
              <a:t>trình</a:t>
            </a:r>
            <a:r>
              <a:rPr lang="en-US"/>
              <a:t> (cycle)</a:t>
            </a:r>
          </a:p>
        </p:txBody>
      </p:sp>
    </p:spTree>
    <p:extLst>
      <p:ext uri="{BB962C8B-B14F-4D97-AF65-F5344CB8AC3E}">
        <p14:creationId xmlns:p14="http://schemas.microsoft.com/office/powerpoint/2010/main" val="2812619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943CAD3-19A3-C442-A94B-1B390CF88C74}"/>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3890DCCD-EF4D-C84D-BC39-4067CF660B0B}"/>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254AA22-A4AD-7446-8844-DD3B87EBEE42}"/>
              </a:ext>
            </a:extLst>
          </p:cNvPr>
          <p:cNvSpPr>
            <a:spLocks noGrp="1"/>
          </p:cNvSpPr>
          <p:nvPr>
            <p:ph type="sldNum" sz="quarter" idx="12"/>
          </p:nvPr>
        </p:nvSpPr>
        <p:spPr/>
        <p:txBody>
          <a:bodyPr/>
          <a:lstStyle/>
          <a:p>
            <a:fld id="{BA7BC09B-FE30-A349-B1D2-5A364F511F98}" type="slidenum">
              <a:rPr lang="en-US" smtClean="0"/>
              <a:t>6</a:t>
            </a:fld>
            <a:endParaRPr lang="en-US"/>
          </a:p>
        </p:txBody>
      </p:sp>
      <p:sp>
        <p:nvSpPr>
          <p:cNvPr id="2" name="Title 1">
            <a:extLst>
              <a:ext uri="{FF2B5EF4-FFF2-40B4-BE49-F238E27FC236}">
                <a16:creationId xmlns:a16="http://schemas.microsoft.com/office/drawing/2014/main" id="{D2B16B46-C325-0A42-92DE-95E174E59C82}"/>
              </a:ext>
            </a:extLst>
          </p:cNvPr>
          <p:cNvSpPr>
            <a:spLocks noGrp="1"/>
          </p:cNvSpPr>
          <p:nvPr>
            <p:ph type="title"/>
          </p:nvPr>
        </p:nvSpPr>
        <p:spPr/>
        <p:txBody>
          <a:bodyPr/>
          <a:lstStyle/>
          <a:p>
            <a:r>
              <a:rPr lang="en-US" err="1"/>
              <a:t>Đồ</a:t>
            </a:r>
            <a:r>
              <a:rPr lang="en-US"/>
              <a:t> </a:t>
            </a:r>
            <a:r>
              <a:rPr lang="en-US" err="1"/>
              <a:t>thị</a:t>
            </a:r>
            <a:r>
              <a:rPr lang="en-US"/>
              <a:t> </a:t>
            </a:r>
            <a:r>
              <a:rPr lang="en-US" err="1"/>
              <a:t>liên</a:t>
            </a:r>
            <a:r>
              <a:rPr lang="en-US"/>
              <a:t> </a:t>
            </a:r>
            <a:r>
              <a:rPr lang="en-US" err="1"/>
              <a:t>thông</a:t>
            </a:r>
            <a:endParaRPr lang="en-US"/>
          </a:p>
        </p:txBody>
      </p:sp>
      <p:sp>
        <p:nvSpPr>
          <p:cNvPr id="3" name="Content Placeholder 2">
            <a:extLst>
              <a:ext uri="{FF2B5EF4-FFF2-40B4-BE49-F238E27FC236}">
                <a16:creationId xmlns:a16="http://schemas.microsoft.com/office/drawing/2014/main" id="{C06A8AC3-0627-274D-888A-93D8030BDF3A}"/>
              </a:ext>
            </a:extLst>
          </p:cNvPr>
          <p:cNvSpPr>
            <a:spLocks noGrp="1"/>
          </p:cNvSpPr>
          <p:nvPr>
            <p:ph sz="quarter" idx="13"/>
          </p:nvPr>
        </p:nvSpPr>
        <p:spPr/>
        <p:txBody>
          <a:bodyPr>
            <a:normAutofit/>
          </a:bodyPr>
          <a:lstStyle/>
          <a:p>
            <a:r>
              <a:rPr lang="en-US" err="1"/>
              <a:t>Đồ</a:t>
            </a:r>
            <a:r>
              <a:rPr lang="en-US"/>
              <a:t> </a:t>
            </a:r>
            <a:r>
              <a:rPr lang="en-US" err="1"/>
              <a:t>thị</a:t>
            </a:r>
            <a:r>
              <a:rPr lang="en-US"/>
              <a:t> </a:t>
            </a:r>
            <a:r>
              <a:rPr lang="en-US" err="1"/>
              <a:t>liên</a:t>
            </a:r>
            <a:r>
              <a:rPr lang="en-US"/>
              <a:t> </a:t>
            </a:r>
            <a:r>
              <a:rPr lang="en-US" err="1"/>
              <a:t>thông</a:t>
            </a:r>
            <a:r>
              <a:rPr lang="en-US"/>
              <a:t> </a:t>
            </a:r>
            <a:r>
              <a:rPr lang="en-US" err="1"/>
              <a:t>là</a:t>
            </a:r>
            <a:r>
              <a:rPr lang="en-US"/>
              <a:t> </a:t>
            </a:r>
            <a:r>
              <a:rPr lang="en-US" err="1"/>
              <a:t>đồ</a:t>
            </a:r>
            <a:r>
              <a:rPr lang="en-US"/>
              <a:t> </a:t>
            </a:r>
            <a:r>
              <a:rPr lang="en-US" err="1"/>
              <a:t>thi</a:t>
            </a:r>
            <a:r>
              <a:rPr lang="en-US"/>
              <a:t> </a:t>
            </a:r>
            <a:r>
              <a:rPr lang="en-US" err="1"/>
              <a:t>luôn</a:t>
            </a:r>
            <a:r>
              <a:rPr lang="en-US"/>
              <a:t> </a:t>
            </a:r>
            <a:r>
              <a:rPr lang="en-US" err="1"/>
              <a:t>có</a:t>
            </a:r>
            <a:r>
              <a:rPr lang="en-US"/>
              <a:t> </a:t>
            </a:r>
            <a:r>
              <a:rPr lang="en-US" err="1"/>
              <a:t>đường</a:t>
            </a:r>
            <a:r>
              <a:rPr lang="en-US"/>
              <a:t> </a:t>
            </a:r>
            <a:r>
              <a:rPr lang="en-US" err="1"/>
              <a:t>đi</a:t>
            </a:r>
            <a:r>
              <a:rPr lang="en-US"/>
              <a:t> </a:t>
            </a:r>
            <a:r>
              <a:rPr lang="en-US" err="1"/>
              <a:t>giữa</a:t>
            </a:r>
            <a:r>
              <a:rPr lang="en-US"/>
              <a:t> 2 </a:t>
            </a:r>
            <a:r>
              <a:rPr lang="en-US" err="1"/>
              <a:t>đỉnh</a:t>
            </a:r>
            <a:r>
              <a:rPr lang="en-US"/>
              <a:t> </a:t>
            </a:r>
            <a:r>
              <a:rPr lang="en-US" err="1"/>
              <a:t>bất</a:t>
            </a:r>
            <a:r>
              <a:rPr lang="en-US"/>
              <a:t> </a:t>
            </a:r>
            <a:r>
              <a:rPr lang="en-US" err="1"/>
              <a:t>kỳ</a:t>
            </a:r>
            <a:r>
              <a:rPr lang="en-US"/>
              <a:t> </a:t>
            </a:r>
          </a:p>
        </p:txBody>
      </p:sp>
      <p:grpSp>
        <p:nvGrpSpPr>
          <p:cNvPr id="109" name="Group 108">
            <a:extLst>
              <a:ext uri="{FF2B5EF4-FFF2-40B4-BE49-F238E27FC236}">
                <a16:creationId xmlns:a16="http://schemas.microsoft.com/office/drawing/2014/main" id="{E3A6AAE0-812B-894F-B341-8BA6EE870E1B}"/>
              </a:ext>
            </a:extLst>
          </p:cNvPr>
          <p:cNvGrpSpPr/>
          <p:nvPr/>
        </p:nvGrpSpPr>
        <p:grpSpPr>
          <a:xfrm>
            <a:off x="804855" y="2217847"/>
            <a:ext cx="2052918" cy="1602628"/>
            <a:chOff x="690282" y="2384612"/>
            <a:chExt cx="2052918" cy="1602628"/>
          </a:xfrm>
        </p:grpSpPr>
        <p:sp>
          <p:nvSpPr>
            <p:cNvPr id="31" name="Oval 30">
              <a:extLst>
                <a:ext uri="{FF2B5EF4-FFF2-40B4-BE49-F238E27FC236}">
                  <a16:creationId xmlns:a16="http://schemas.microsoft.com/office/drawing/2014/main" id="{381600FA-36D8-9F4D-8FE5-8EA3CFA5378D}"/>
                </a:ext>
              </a:extLst>
            </p:cNvPr>
            <p:cNvSpPr/>
            <p:nvPr/>
          </p:nvSpPr>
          <p:spPr>
            <a:xfrm>
              <a:off x="1434353" y="2384612"/>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34" name="Oval 33">
              <a:extLst>
                <a:ext uri="{FF2B5EF4-FFF2-40B4-BE49-F238E27FC236}">
                  <a16:creationId xmlns:a16="http://schemas.microsoft.com/office/drawing/2014/main" id="{33C067C6-CE87-4540-A153-87482BE4AC11}"/>
                </a:ext>
              </a:extLst>
            </p:cNvPr>
            <p:cNvSpPr/>
            <p:nvPr/>
          </p:nvSpPr>
          <p:spPr>
            <a:xfrm>
              <a:off x="690282" y="350314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sp>
          <p:nvSpPr>
            <p:cNvPr id="35" name="Oval 34">
              <a:extLst>
                <a:ext uri="{FF2B5EF4-FFF2-40B4-BE49-F238E27FC236}">
                  <a16:creationId xmlns:a16="http://schemas.microsoft.com/office/drawing/2014/main" id="{9EE8298A-5B0A-9546-9220-212381769354}"/>
                </a:ext>
              </a:extLst>
            </p:cNvPr>
            <p:cNvSpPr/>
            <p:nvPr/>
          </p:nvSpPr>
          <p:spPr>
            <a:xfrm>
              <a:off x="2187388" y="3479894"/>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cxnSp>
          <p:nvCxnSpPr>
            <p:cNvPr id="37" name="Straight Arrow Connector 36">
              <a:extLst>
                <a:ext uri="{FF2B5EF4-FFF2-40B4-BE49-F238E27FC236}">
                  <a16:creationId xmlns:a16="http://schemas.microsoft.com/office/drawing/2014/main" id="{8364455B-2C74-7447-9109-15AF2351D06A}"/>
                </a:ext>
              </a:extLst>
            </p:cNvPr>
            <p:cNvCxnSpPr>
              <a:stCxn id="34" idx="0"/>
              <a:endCxn id="31" idx="3"/>
            </p:cNvCxnSpPr>
            <p:nvPr/>
          </p:nvCxnSpPr>
          <p:spPr>
            <a:xfrm flipV="1">
              <a:off x="968188" y="2797812"/>
              <a:ext cx="547562" cy="705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AAE19883-C0A6-9949-BBA0-303451791E09}"/>
                </a:ext>
              </a:extLst>
            </p:cNvPr>
            <p:cNvCxnSpPr>
              <a:stCxn id="31" idx="5"/>
              <a:endCxn id="35" idx="0"/>
            </p:cNvCxnSpPr>
            <p:nvPr/>
          </p:nvCxnSpPr>
          <p:spPr>
            <a:xfrm>
              <a:off x="1908768" y="2797812"/>
              <a:ext cx="556526" cy="6820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F510DA6-3639-684B-B76C-3E53DFC6636B}"/>
                </a:ext>
              </a:extLst>
            </p:cNvPr>
            <p:cNvCxnSpPr>
              <a:cxnSpLocks/>
              <a:stCxn id="34" idx="5"/>
              <a:endCxn id="35" idx="3"/>
            </p:cNvCxnSpPr>
            <p:nvPr/>
          </p:nvCxnSpPr>
          <p:spPr>
            <a:xfrm flipV="1">
              <a:off x="1164697" y="3893094"/>
              <a:ext cx="1104088" cy="232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10" name="Group 109">
            <a:extLst>
              <a:ext uri="{FF2B5EF4-FFF2-40B4-BE49-F238E27FC236}">
                <a16:creationId xmlns:a16="http://schemas.microsoft.com/office/drawing/2014/main" id="{73971C73-EE4A-424F-AED5-E01C2A9079D5}"/>
              </a:ext>
            </a:extLst>
          </p:cNvPr>
          <p:cNvGrpSpPr/>
          <p:nvPr/>
        </p:nvGrpSpPr>
        <p:grpSpPr>
          <a:xfrm>
            <a:off x="6463820" y="2183294"/>
            <a:ext cx="2025310" cy="1684495"/>
            <a:chOff x="6535271" y="2285186"/>
            <a:chExt cx="2025310" cy="1684495"/>
          </a:xfrm>
        </p:grpSpPr>
        <p:sp>
          <p:nvSpPr>
            <p:cNvPr id="52" name="Oval 51">
              <a:extLst>
                <a:ext uri="{FF2B5EF4-FFF2-40B4-BE49-F238E27FC236}">
                  <a16:creationId xmlns:a16="http://schemas.microsoft.com/office/drawing/2014/main" id="{D1E80146-9314-9046-8124-2738EF43CBEB}"/>
                </a:ext>
              </a:extLst>
            </p:cNvPr>
            <p:cNvSpPr/>
            <p:nvPr/>
          </p:nvSpPr>
          <p:spPr>
            <a:xfrm>
              <a:off x="6535271" y="228518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53" name="Oval 52">
              <a:extLst>
                <a:ext uri="{FF2B5EF4-FFF2-40B4-BE49-F238E27FC236}">
                  <a16:creationId xmlns:a16="http://schemas.microsoft.com/office/drawing/2014/main" id="{8F1B43CF-6178-084D-A029-C47352D18E67}"/>
                </a:ext>
              </a:extLst>
            </p:cNvPr>
            <p:cNvSpPr/>
            <p:nvPr/>
          </p:nvSpPr>
          <p:spPr>
            <a:xfrm>
              <a:off x="6535271" y="3457055"/>
              <a:ext cx="555812" cy="5126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sp>
          <p:nvSpPr>
            <p:cNvPr id="54" name="Oval 53">
              <a:extLst>
                <a:ext uri="{FF2B5EF4-FFF2-40B4-BE49-F238E27FC236}">
                  <a16:creationId xmlns:a16="http://schemas.microsoft.com/office/drawing/2014/main" id="{4CB4A7E1-93BE-FC47-AD00-2ED048C23E16}"/>
                </a:ext>
              </a:extLst>
            </p:cNvPr>
            <p:cNvSpPr/>
            <p:nvPr/>
          </p:nvSpPr>
          <p:spPr>
            <a:xfrm>
              <a:off x="7995804" y="230962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cxnSp>
          <p:nvCxnSpPr>
            <p:cNvPr id="55" name="Straight Arrow Connector 54">
              <a:extLst>
                <a:ext uri="{FF2B5EF4-FFF2-40B4-BE49-F238E27FC236}">
                  <a16:creationId xmlns:a16="http://schemas.microsoft.com/office/drawing/2014/main" id="{2DA36C25-82C7-9840-81CB-521B42B327CF}"/>
                </a:ext>
              </a:extLst>
            </p:cNvPr>
            <p:cNvCxnSpPr>
              <a:cxnSpLocks/>
              <a:stCxn id="53" idx="0"/>
              <a:endCxn id="52" idx="4"/>
            </p:cNvCxnSpPr>
            <p:nvPr/>
          </p:nvCxnSpPr>
          <p:spPr>
            <a:xfrm flipV="1">
              <a:off x="6813177" y="2769280"/>
              <a:ext cx="0" cy="687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06516838-4457-9D41-A453-FB11454C25B3}"/>
                </a:ext>
              </a:extLst>
            </p:cNvPr>
            <p:cNvCxnSpPr>
              <a:cxnSpLocks/>
              <a:stCxn id="52" idx="6"/>
              <a:endCxn id="54" idx="2"/>
            </p:cNvCxnSpPr>
            <p:nvPr/>
          </p:nvCxnSpPr>
          <p:spPr>
            <a:xfrm>
              <a:off x="7091083" y="2527233"/>
              <a:ext cx="904721" cy="24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C33EAD91-6854-F249-9A7B-0B387190A4AD}"/>
                </a:ext>
              </a:extLst>
            </p:cNvPr>
            <p:cNvCxnSpPr>
              <a:cxnSpLocks/>
              <a:stCxn id="53" idx="6"/>
              <a:endCxn id="96" idx="2"/>
            </p:cNvCxnSpPr>
            <p:nvPr/>
          </p:nvCxnSpPr>
          <p:spPr>
            <a:xfrm flipV="1">
              <a:off x="7091083" y="3704353"/>
              <a:ext cx="913686" cy="90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Oval 95">
              <a:extLst>
                <a:ext uri="{FF2B5EF4-FFF2-40B4-BE49-F238E27FC236}">
                  <a16:creationId xmlns:a16="http://schemas.microsoft.com/office/drawing/2014/main" id="{A95EAA0C-58BC-7241-8942-07E848C78CEC}"/>
                </a:ext>
              </a:extLst>
            </p:cNvPr>
            <p:cNvSpPr/>
            <p:nvPr/>
          </p:nvSpPr>
          <p:spPr>
            <a:xfrm>
              <a:off x="8004769" y="3448040"/>
              <a:ext cx="555812" cy="5126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cxnSp>
          <p:nvCxnSpPr>
            <p:cNvPr id="100" name="Straight Arrow Connector 99">
              <a:extLst>
                <a:ext uri="{FF2B5EF4-FFF2-40B4-BE49-F238E27FC236}">
                  <a16:creationId xmlns:a16="http://schemas.microsoft.com/office/drawing/2014/main" id="{C2552F2C-2478-4346-A90A-7CBF4B4C3A24}"/>
                </a:ext>
              </a:extLst>
            </p:cNvPr>
            <p:cNvCxnSpPr>
              <a:cxnSpLocks/>
              <a:stCxn id="96" idx="0"/>
              <a:endCxn id="54" idx="4"/>
            </p:cNvCxnSpPr>
            <p:nvPr/>
          </p:nvCxnSpPr>
          <p:spPr>
            <a:xfrm flipH="1" flipV="1">
              <a:off x="8273710" y="2793720"/>
              <a:ext cx="8965" cy="6543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DE857E1E-E858-314E-8DCE-AD751B7A284F}"/>
                </a:ext>
              </a:extLst>
            </p:cNvPr>
            <p:cNvCxnSpPr>
              <a:stCxn id="52" idx="5"/>
              <a:endCxn id="96" idx="1"/>
            </p:cNvCxnSpPr>
            <p:nvPr/>
          </p:nvCxnSpPr>
          <p:spPr>
            <a:xfrm>
              <a:off x="7009686" y="2698386"/>
              <a:ext cx="1076480" cy="8247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BD7CF581-32D6-C74B-887C-F380A06B4D8A}"/>
                </a:ext>
              </a:extLst>
            </p:cNvPr>
            <p:cNvCxnSpPr>
              <a:stCxn id="54" idx="3"/>
              <a:endCxn id="53" idx="7"/>
            </p:cNvCxnSpPr>
            <p:nvPr/>
          </p:nvCxnSpPr>
          <p:spPr>
            <a:xfrm flipH="1">
              <a:off x="7009686" y="2722826"/>
              <a:ext cx="1067515" cy="8093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 name="Curved Connector 106">
              <a:extLst>
                <a:ext uri="{FF2B5EF4-FFF2-40B4-BE49-F238E27FC236}">
                  <a16:creationId xmlns:a16="http://schemas.microsoft.com/office/drawing/2014/main" id="{61EA1063-75C5-9144-809A-8DAC870B8B81}"/>
                </a:ext>
              </a:extLst>
            </p:cNvPr>
            <p:cNvCxnSpPr>
              <a:stCxn id="52" idx="2"/>
              <a:endCxn id="53" idx="2"/>
            </p:cNvCxnSpPr>
            <p:nvPr/>
          </p:nvCxnSpPr>
          <p:spPr>
            <a:xfrm rot="10800000" flipV="1">
              <a:off x="6535271" y="2527232"/>
              <a:ext cx="12700" cy="1186135"/>
            </a:xfrm>
            <a:prstGeom prst="curvedConnector3">
              <a:avLst>
                <a:gd name="adj1" fmla="val 5047063"/>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29" name="Group 128">
            <a:extLst>
              <a:ext uri="{FF2B5EF4-FFF2-40B4-BE49-F238E27FC236}">
                <a16:creationId xmlns:a16="http://schemas.microsoft.com/office/drawing/2014/main" id="{B7F62799-A0CA-6248-9C4C-743DF66A9FB7}"/>
              </a:ext>
            </a:extLst>
          </p:cNvPr>
          <p:cNvGrpSpPr/>
          <p:nvPr/>
        </p:nvGrpSpPr>
        <p:grpSpPr>
          <a:xfrm>
            <a:off x="5550228" y="3937996"/>
            <a:ext cx="3064860" cy="2233658"/>
            <a:chOff x="5550228" y="3937996"/>
            <a:chExt cx="3064860" cy="2233658"/>
          </a:xfrm>
        </p:grpSpPr>
        <p:sp>
          <p:nvSpPr>
            <p:cNvPr id="58" name="Oval 57">
              <a:extLst>
                <a:ext uri="{FF2B5EF4-FFF2-40B4-BE49-F238E27FC236}">
                  <a16:creationId xmlns:a16="http://schemas.microsoft.com/office/drawing/2014/main" id="{727E2EF6-2A25-2548-8081-DDC0FED348C1}"/>
                </a:ext>
              </a:extLst>
            </p:cNvPr>
            <p:cNvSpPr/>
            <p:nvPr/>
          </p:nvSpPr>
          <p:spPr>
            <a:xfrm>
              <a:off x="6845270" y="393799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59" name="Oval 58">
              <a:extLst>
                <a:ext uri="{FF2B5EF4-FFF2-40B4-BE49-F238E27FC236}">
                  <a16:creationId xmlns:a16="http://schemas.microsoft.com/office/drawing/2014/main" id="{1024EF5A-166E-5D4F-8726-B505EBB07832}"/>
                </a:ext>
              </a:extLst>
            </p:cNvPr>
            <p:cNvSpPr/>
            <p:nvPr/>
          </p:nvSpPr>
          <p:spPr>
            <a:xfrm>
              <a:off x="5550228" y="4450190"/>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sp>
          <p:nvSpPr>
            <p:cNvPr id="60" name="Oval 59">
              <a:extLst>
                <a:ext uri="{FF2B5EF4-FFF2-40B4-BE49-F238E27FC236}">
                  <a16:creationId xmlns:a16="http://schemas.microsoft.com/office/drawing/2014/main" id="{2A284D88-6F31-CB49-A23C-06202AF50D3A}"/>
                </a:ext>
              </a:extLst>
            </p:cNvPr>
            <p:cNvSpPr/>
            <p:nvPr/>
          </p:nvSpPr>
          <p:spPr>
            <a:xfrm>
              <a:off x="8045112" y="4477269"/>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cxnSp>
          <p:nvCxnSpPr>
            <p:cNvPr id="61" name="Straight Arrow Connector 60">
              <a:extLst>
                <a:ext uri="{FF2B5EF4-FFF2-40B4-BE49-F238E27FC236}">
                  <a16:creationId xmlns:a16="http://schemas.microsoft.com/office/drawing/2014/main" id="{E34178F8-8CB6-AD4D-AC54-F23C0AB13417}"/>
                </a:ext>
              </a:extLst>
            </p:cNvPr>
            <p:cNvCxnSpPr>
              <a:cxnSpLocks/>
              <a:stCxn id="59" idx="7"/>
              <a:endCxn id="58" idx="2"/>
            </p:cNvCxnSpPr>
            <p:nvPr/>
          </p:nvCxnSpPr>
          <p:spPr>
            <a:xfrm flipV="1">
              <a:off x="6024643" y="4180043"/>
              <a:ext cx="820627" cy="34104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2FB26330-98A5-7949-9E5E-6C7E950FDD0A}"/>
                </a:ext>
              </a:extLst>
            </p:cNvPr>
            <p:cNvCxnSpPr>
              <a:cxnSpLocks/>
              <a:stCxn id="58" idx="6"/>
              <a:endCxn id="60" idx="1"/>
            </p:cNvCxnSpPr>
            <p:nvPr/>
          </p:nvCxnSpPr>
          <p:spPr>
            <a:xfrm>
              <a:off x="7401082" y="4180043"/>
              <a:ext cx="725427" cy="368120"/>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94E8DE8F-E51A-C640-B272-B170D30307A8}"/>
                </a:ext>
              </a:extLst>
            </p:cNvPr>
            <p:cNvCxnSpPr>
              <a:cxnSpLocks/>
              <a:stCxn id="59" idx="6"/>
              <a:endCxn id="60" idx="2"/>
            </p:cNvCxnSpPr>
            <p:nvPr/>
          </p:nvCxnSpPr>
          <p:spPr>
            <a:xfrm>
              <a:off x="6106040" y="4692237"/>
              <a:ext cx="1939072" cy="2707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24" name="Oval 123">
              <a:extLst>
                <a:ext uri="{FF2B5EF4-FFF2-40B4-BE49-F238E27FC236}">
                  <a16:creationId xmlns:a16="http://schemas.microsoft.com/office/drawing/2014/main" id="{EE8C52EC-EB41-364F-8855-276BAFC3BB10}"/>
                </a:ext>
              </a:extLst>
            </p:cNvPr>
            <p:cNvSpPr/>
            <p:nvPr/>
          </p:nvSpPr>
          <p:spPr>
            <a:xfrm>
              <a:off x="5564392" y="5660481"/>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sp>
          <p:nvSpPr>
            <p:cNvPr id="125" name="Oval 124">
              <a:extLst>
                <a:ext uri="{FF2B5EF4-FFF2-40B4-BE49-F238E27FC236}">
                  <a16:creationId xmlns:a16="http://schemas.microsoft.com/office/drawing/2014/main" id="{E99424C7-745A-D342-9D7E-4CCF2127769A}"/>
                </a:ext>
              </a:extLst>
            </p:cNvPr>
            <p:cNvSpPr/>
            <p:nvPr/>
          </p:nvSpPr>
          <p:spPr>
            <a:xfrm>
              <a:off x="8059276" y="5687560"/>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5</a:t>
              </a:r>
            </a:p>
          </p:txBody>
        </p:sp>
        <p:cxnSp>
          <p:nvCxnSpPr>
            <p:cNvPr id="128" name="Straight Arrow Connector 127">
              <a:extLst>
                <a:ext uri="{FF2B5EF4-FFF2-40B4-BE49-F238E27FC236}">
                  <a16:creationId xmlns:a16="http://schemas.microsoft.com/office/drawing/2014/main" id="{0C2D3980-D1EE-6640-A271-4CADBC8CF56B}"/>
                </a:ext>
              </a:extLst>
            </p:cNvPr>
            <p:cNvCxnSpPr>
              <a:cxnSpLocks/>
              <a:stCxn id="124" idx="6"/>
              <a:endCxn id="125" idx="2"/>
            </p:cNvCxnSpPr>
            <p:nvPr/>
          </p:nvCxnSpPr>
          <p:spPr>
            <a:xfrm>
              <a:off x="6120204" y="5902528"/>
              <a:ext cx="1939072" cy="2707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130" name="TextBox 129">
            <a:extLst>
              <a:ext uri="{FF2B5EF4-FFF2-40B4-BE49-F238E27FC236}">
                <a16:creationId xmlns:a16="http://schemas.microsoft.com/office/drawing/2014/main" id="{A600DDB2-763B-4F46-A90F-49A916846588}"/>
              </a:ext>
            </a:extLst>
          </p:cNvPr>
          <p:cNvSpPr txBox="1"/>
          <p:nvPr/>
        </p:nvSpPr>
        <p:spPr>
          <a:xfrm>
            <a:off x="2596522" y="2671208"/>
            <a:ext cx="1519845" cy="646331"/>
          </a:xfrm>
          <a:prstGeom prst="rect">
            <a:avLst/>
          </a:prstGeom>
          <a:noFill/>
        </p:spPr>
        <p:txBody>
          <a:bodyPr wrap="square" rtlCol="0">
            <a:spAutoFit/>
          </a:bodyPr>
          <a:lstStyle/>
          <a:p>
            <a:r>
              <a:rPr lang="en-US"/>
              <a:t>G1 : </a:t>
            </a:r>
            <a:r>
              <a:rPr lang="en-US" err="1"/>
              <a:t>không</a:t>
            </a:r>
            <a:r>
              <a:rPr lang="en-US"/>
              <a:t> </a:t>
            </a:r>
            <a:r>
              <a:rPr lang="en-US" err="1"/>
              <a:t>liên</a:t>
            </a:r>
            <a:r>
              <a:rPr lang="en-US"/>
              <a:t> </a:t>
            </a:r>
            <a:r>
              <a:rPr lang="en-US" err="1"/>
              <a:t>thông</a:t>
            </a:r>
            <a:endParaRPr lang="en-US"/>
          </a:p>
        </p:txBody>
      </p:sp>
      <p:sp>
        <p:nvSpPr>
          <p:cNvPr id="131" name="TextBox 130">
            <a:extLst>
              <a:ext uri="{FF2B5EF4-FFF2-40B4-BE49-F238E27FC236}">
                <a16:creationId xmlns:a16="http://schemas.microsoft.com/office/drawing/2014/main" id="{4E1DE6E5-4B96-1C4E-AD3F-46A90BFDFD9E}"/>
              </a:ext>
            </a:extLst>
          </p:cNvPr>
          <p:cNvSpPr txBox="1"/>
          <p:nvPr/>
        </p:nvSpPr>
        <p:spPr>
          <a:xfrm>
            <a:off x="4312875" y="2627596"/>
            <a:ext cx="1661831" cy="646331"/>
          </a:xfrm>
          <a:prstGeom prst="rect">
            <a:avLst/>
          </a:prstGeom>
          <a:noFill/>
        </p:spPr>
        <p:txBody>
          <a:bodyPr wrap="square" rtlCol="0">
            <a:spAutoFit/>
          </a:bodyPr>
          <a:lstStyle/>
          <a:p>
            <a:r>
              <a:rPr lang="en-US"/>
              <a:t>G2: </a:t>
            </a:r>
            <a:r>
              <a:rPr lang="en-US" err="1"/>
              <a:t>liên</a:t>
            </a:r>
            <a:r>
              <a:rPr lang="en-US"/>
              <a:t> </a:t>
            </a:r>
            <a:r>
              <a:rPr lang="en-US" err="1"/>
              <a:t>thông</a:t>
            </a:r>
            <a:r>
              <a:rPr lang="en-US"/>
              <a:t> </a:t>
            </a:r>
            <a:r>
              <a:rPr lang="en-US" err="1"/>
              <a:t>mạnh</a:t>
            </a:r>
            <a:endParaRPr lang="en-US"/>
          </a:p>
        </p:txBody>
      </p:sp>
      <p:sp>
        <p:nvSpPr>
          <p:cNvPr id="138" name="TextBox 137">
            <a:extLst>
              <a:ext uri="{FF2B5EF4-FFF2-40B4-BE49-F238E27FC236}">
                <a16:creationId xmlns:a16="http://schemas.microsoft.com/office/drawing/2014/main" id="{404872D0-484A-664E-A610-7983485A6597}"/>
              </a:ext>
            </a:extLst>
          </p:cNvPr>
          <p:cNvSpPr txBox="1"/>
          <p:nvPr/>
        </p:nvSpPr>
        <p:spPr>
          <a:xfrm>
            <a:off x="2616511" y="4235609"/>
            <a:ext cx="1479866" cy="646331"/>
          </a:xfrm>
          <a:prstGeom prst="rect">
            <a:avLst/>
          </a:prstGeom>
          <a:noFill/>
        </p:spPr>
        <p:txBody>
          <a:bodyPr wrap="square" rtlCol="0">
            <a:spAutoFit/>
          </a:bodyPr>
          <a:lstStyle/>
          <a:p>
            <a:r>
              <a:rPr lang="en-US"/>
              <a:t>G3 : </a:t>
            </a:r>
            <a:r>
              <a:rPr lang="en-US" err="1"/>
              <a:t>liên</a:t>
            </a:r>
            <a:r>
              <a:rPr lang="en-US"/>
              <a:t> </a:t>
            </a:r>
            <a:r>
              <a:rPr lang="en-US" err="1"/>
              <a:t>thông</a:t>
            </a:r>
            <a:r>
              <a:rPr lang="en-US"/>
              <a:t> </a:t>
            </a:r>
          </a:p>
        </p:txBody>
      </p:sp>
      <p:sp>
        <p:nvSpPr>
          <p:cNvPr id="139" name="TextBox 138">
            <a:extLst>
              <a:ext uri="{FF2B5EF4-FFF2-40B4-BE49-F238E27FC236}">
                <a16:creationId xmlns:a16="http://schemas.microsoft.com/office/drawing/2014/main" id="{38C6426B-F8BB-C14B-9AB4-590357F8BF1B}"/>
              </a:ext>
            </a:extLst>
          </p:cNvPr>
          <p:cNvSpPr txBox="1"/>
          <p:nvPr/>
        </p:nvSpPr>
        <p:spPr>
          <a:xfrm>
            <a:off x="4327289" y="5133848"/>
            <a:ext cx="1654320" cy="646331"/>
          </a:xfrm>
          <a:prstGeom prst="rect">
            <a:avLst/>
          </a:prstGeom>
          <a:noFill/>
        </p:spPr>
        <p:txBody>
          <a:bodyPr wrap="square" rtlCol="0">
            <a:spAutoFit/>
          </a:bodyPr>
          <a:lstStyle/>
          <a:p>
            <a:r>
              <a:rPr lang="en-US"/>
              <a:t>G4 : </a:t>
            </a:r>
            <a:r>
              <a:rPr lang="en-US" err="1"/>
              <a:t>không</a:t>
            </a:r>
            <a:r>
              <a:rPr lang="en-US"/>
              <a:t> </a:t>
            </a:r>
            <a:r>
              <a:rPr lang="en-US" err="1"/>
              <a:t>liên</a:t>
            </a:r>
            <a:r>
              <a:rPr lang="en-US"/>
              <a:t> </a:t>
            </a:r>
            <a:r>
              <a:rPr lang="en-US" err="1"/>
              <a:t>thông</a:t>
            </a:r>
            <a:r>
              <a:rPr lang="en-US"/>
              <a:t> </a:t>
            </a:r>
          </a:p>
        </p:txBody>
      </p:sp>
      <p:sp>
        <p:nvSpPr>
          <p:cNvPr id="46" name="Oval 45">
            <a:extLst>
              <a:ext uri="{FF2B5EF4-FFF2-40B4-BE49-F238E27FC236}">
                <a16:creationId xmlns:a16="http://schemas.microsoft.com/office/drawing/2014/main" id="{FA90D4C9-D013-F34C-B2B9-16534F8E1608}"/>
              </a:ext>
            </a:extLst>
          </p:cNvPr>
          <p:cNvSpPr/>
          <p:nvPr/>
        </p:nvSpPr>
        <p:spPr>
          <a:xfrm>
            <a:off x="1700762" y="4347029"/>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47" name="Oval 46">
            <a:extLst>
              <a:ext uri="{FF2B5EF4-FFF2-40B4-BE49-F238E27FC236}">
                <a16:creationId xmlns:a16="http://schemas.microsoft.com/office/drawing/2014/main" id="{A0BFD6EB-4849-B244-AEF6-B7062221A12A}"/>
              </a:ext>
            </a:extLst>
          </p:cNvPr>
          <p:cNvSpPr/>
          <p:nvPr/>
        </p:nvSpPr>
        <p:spPr>
          <a:xfrm>
            <a:off x="678785" y="4999007"/>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sp>
        <p:nvSpPr>
          <p:cNvPr id="48" name="Oval 47">
            <a:extLst>
              <a:ext uri="{FF2B5EF4-FFF2-40B4-BE49-F238E27FC236}">
                <a16:creationId xmlns:a16="http://schemas.microsoft.com/office/drawing/2014/main" id="{D33C489D-BE91-D548-841E-10A1F01660D8}"/>
              </a:ext>
            </a:extLst>
          </p:cNvPr>
          <p:cNvSpPr/>
          <p:nvPr/>
        </p:nvSpPr>
        <p:spPr>
          <a:xfrm>
            <a:off x="2636501" y="4963058"/>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cxnSp>
        <p:nvCxnSpPr>
          <p:cNvPr id="49" name="Straight Arrow Connector 48">
            <a:extLst>
              <a:ext uri="{FF2B5EF4-FFF2-40B4-BE49-F238E27FC236}">
                <a16:creationId xmlns:a16="http://schemas.microsoft.com/office/drawing/2014/main" id="{9C1FE60B-C2BA-934D-83C6-B936CE7EC54D}"/>
              </a:ext>
            </a:extLst>
          </p:cNvPr>
          <p:cNvCxnSpPr>
            <a:cxnSpLocks/>
            <a:stCxn id="47" idx="0"/>
            <a:endCxn id="46" idx="2"/>
          </p:cNvCxnSpPr>
          <p:nvPr/>
        </p:nvCxnSpPr>
        <p:spPr>
          <a:xfrm flipV="1">
            <a:off x="956691" y="4589076"/>
            <a:ext cx="744071" cy="40993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2D8A4006-A59F-4046-826A-75A8318E9743}"/>
              </a:ext>
            </a:extLst>
          </p:cNvPr>
          <p:cNvCxnSpPr>
            <a:cxnSpLocks/>
            <a:stCxn id="46" idx="4"/>
            <a:endCxn id="71" idx="0"/>
          </p:cNvCxnSpPr>
          <p:nvPr/>
        </p:nvCxnSpPr>
        <p:spPr>
          <a:xfrm flipH="1">
            <a:off x="1606632" y="4831123"/>
            <a:ext cx="372036" cy="1199117"/>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A9420111-483A-CA44-8C11-8A970B411025}"/>
              </a:ext>
            </a:extLst>
          </p:cNvPr>
          <p:cNvCxnSpPr>
            <a:cxnSpLocks/>
            <a:stCxn id="47" idx="6"/>
            <a:endCxn id="48" idx="2"/>
          </p:cNvCxnSpPr>
          <p:nvPr/>
        </p:nvCxnSpPr>
        <p:spPr>
          <a:xfrm flipV="1">
            <a:off x="1234597" y="5205105"/>
            <a:ext cx="1401904" cy="3594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E2A4FFBC-00AA-B949-9396-48284456AFE4}"/>
              </a:ext>
            </a:extLst>
          </p:cNvPr>
          <p:cNvSpPr/>
          <p:nvPr/>
        </p:nvSpPr>
        <p:spPr>
          <a:xfrm>
            <a:off x="1328726" y="6030240"/>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sp>
        <p:nvSpPr>
          <p:cNvPr id="72" name="Oval 71">
            <a:extLst>
              <a:ext uri="{FF2B5EF4-FFF2-40B4-BE49-F238E27FC236}">
                <a16:creationId xmlns:a16="http://schemas.microsoft.com/office/drawing/2014/main" id="{D7E80BA3-58B3-0749-9B30-E0D7AB964868}"/>
              </a:ext>
            </a:extLst>
          </p:cNvPr>
          <p:cNvSpPr/>
          <p:nvPr/>
        </p:nvSpPr>
        <p:spPr>
          <a:xfrm>
            <a:off x="2323451" y="5988969"/>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5</a:t>
            </a:r>
          </a:p>
        </p:txBody>
      </p:sp>
      <p:cxnSp>
        <p:nvCxnSpPr>
          <p:cNvPr id="77" name="Straight Connector 76">
            <a:extLst>
              <a:ext uri="{FF2B5EF4-FFF2-40B4-BE49-F238E27FC236}">
                <a16:creationId xmlns:a16="http://schemas.microsoft.com/office/drawing/2014/main" id="{530262ED-B78A-1D49-8225-0E8EA9CD973D}"/>
              </a:ext>
            </a:extLst>
          </p:cNvPr>
          <p:cNvCxnSpPr>
            <a:stCxn id="47" idx="4"/>
            <a:endCxn id="71" idx="1"/>
          </p:cNvCxnSpPr>
          <p:nvPr/>
        </p:nvCxnSpPr>
        <p:spPr>
          <a:xfrm>
            <a:off x="956691" y="5483101"/>
            <a:ext cx="453432" cy="618033"/>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4E4C456F-93FD-D943-B158-7A4416F9A656}"/>
              </a:ext>
            </a:extLst>
          </p:cNvPr>
          <p:cNvCxnSpPr>
            <a:stCxn id="71" idx="6"/>
            <a:endCxn id="72" idx="2"/>
          </p:cNvCxnSpPr>
          <p:nvPr/>
        </p:nvCxnSpPr>
        <p:spPr>
          <a:xfrm flipV="1">
            <a:off x="1884538" y="6231016"/>
            <a:ext cx="438913" cy="41271"/>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0CC56AC8-42BD-4043-ACFB-0DC11D9093A4}"/>
              </a:ext>
            </a:extLst>
          </p:cNvPr>
          <p:cNvCxnSpPr>
            <a:cxnSpLocks/>
            <a:stCxn id="72" idx="7"/>
            <a:endCxn id="48" idx="4"/>
          </p:cNvCxnSpPr>
          <p:nvPr/>
        </p:nvCxnSpPr>
        <p:spPr>
          <a:xfrm flipV="1">
            <a:off x="2797866" y="5447152"/>
            <a:ext cx="116541" cy="61271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1689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608CAD0-B839-3A4B-85EA-FC8C6EC7A5AC}"/>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74F3D4AE-A3A4-B543-B577-D6D1A657635C}"/>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EDF39AC1-6944-E747-867F-9D2E09FD659D}"/>
              </a:ext>
            </a:extLst>
          </p:cNvPr>
          <p:cNvSpPr>
            <a:spLocks noGrp="1"/>
          </p:cNvSpPr>
          <p:nvPr>
            <p:ph type="sldNum" sz="quarter" idx="12"/>
          </p:nvPr>
        </p:nvSpPr>
        <p:spPr/>
        <p:txBody>
          <a:bodyPr/>
          <a:lstStyle/>
          <a:p>
            <a:fld id="{BA7BC09B-FE30-A349-B1D2-5A364F511F98}" type="slidenum">
              <a:rPr lang="en-US" smtClean="0"/>
              <a:t>7</a:t>
            </a:fld>
            <a:endParaRPr lang="en-US"/>
          </a:p>
        </p:txBody>
      </p:sp>
      <p:sp>
        <p:nvSpPr>
          <p:cNvPr id="2" name="Title 1">
            <a:extLst>
              <a:ext uri="{FF2B5EF4-FFF2-40B4-BE49-F238E27FC236}">
                <a16:creationId xmlns:a16="http://schemas.microsoft.com/office/drawing/2014/main" id="{513BBA3B-2CC9-154C-A161-E997C4E9B46D}"/>
              </a:ext>
            </a:extLst>
          </p:cNvPr>
          <p:cNvSpPr>
            <a:spLocks noGrp="1"/>
          </p:cNvSpPr>
          <p:nvPr>
            <p:ph type="title"/>
          </p:nvPr>
        </p:nvSpPr>
        <p:spPr/>
        <p:txBody>
          <a:bodyPr/>
          <a:lstStyle/>
          <a:p>
            <a:r>
              <a:rPr lang="en-US" err="1"/>
              <a:t>Đồ</a:t>
            </a:r>
            <a:r>
              <a:rPr lang="en-US"/>
              <a:t> </a:t>
            </a:r>
            <a:r>
              <a:rPr lang="en-US" err="1"/>
              <a:t>thị</a:t>
            </a:r>
            <a:r>
              <a:rPr lang="en-US"/>
              <a:t> </a:t>
            </a:r>
            <a:r>
              <a:rPr lang="en-US" err="1"/>
              <a:t>có</a:t>
            </a:r>
            <a:r>
              <a:rPr lang="en-US"/>
              <a:t> </a:t>
            </a:r>
            <a:r>
              <a:rPr lang="en-US" err="1"/>
              <a:t>trọng</a:t>
            </a:r>
            <a:r>
              <a:rPr lang="en-US"/>
              <a:t> </a:t>
            </a:r>
            <a:r>
              <a:rPr lang="en-US" err="1"/>
              <a:t>số</a:t>
            </a:r>
            <a:r>
              <a:rPr lang="en-US"/>
              <a:t> </a:t>
            </a:r>
          </a:p>
        </p:txBody>
      </p:sp>
      <p:sp>
        <p:nvSpPr>
          <p:cNvPr id="3" name="Content Placeholder 2">
            <a:extLst>
              <a:ext uri="{FF2B5EF4-FFF2-40B4-BE49-F238E27FC236}">
                <a16:creationId xmlns:a16="http://schemas.microsoft.com/office/drawing/2014/main" id="{1B0ABA24-0CA0-9D47-A298-4F05E825FE27}"/>
              </a:ext>
            </a:extLst>
          </p:cNvPr>
          <p:cNvSpPr>
            <a:spLocks noGrp="1"/>
          </p:cNvSpPr>
          <p:nvPr>
            <p:ph sz="quarter" idx="13"/>
          </p:nvPr>
        </p:nvSpPr>
        <p:spPr/>
        <p:txBody>
          <a:bodyPr/>
          <a:lstStyle/>
          <a:p>
            <a:pPr marL="0" indent="0">
              <a:buNone/>
            </a:pPr>
            <a:r>
              <a:rPr lang="en-US" err="1"/>
              <a:t>Gắn</a:t>
            </a:r>
            <a:r>
              <a:rPr lang="en-US"/>
              <a:t> </a:t>
            </a:r>
            <a:r>
              <a:rPr lang="en-US" err="1"/>
              <a:t>giá</a:t>
            </a:r>
            <a:r>
              <a:rPr lang="en-US"/>
              <a:t> </a:t>
            </a:r>
            <a:r>
              <a:rPr lang="en-US" err="1"/>
              <a:t>trị</a:t>
            </a:r>
            <a:r>
              <a:rPr lang="en-US"/>
              <a:t> </a:t>
            </a:r>
            <a:r>
              <a:rPr lang="en-US" err="1"/>
              <a:t>trên</a:t>
            </a:r>
            <a:r>
              <a:rPr lang="en-US"/>
              <a:t> </a:t>
            </a:r>
            <a:r>
              <a:rPr lang="en-US" err="1"/>
              <a:t>các</a:t>
            </a:r>
            <a:r>
              <a:rPr lang="en-US"/>
              <a:t> </a:t>
            </a:r>
            <a:r>
              <a:rPr lang="en-US" err="1"/>
              <a:t>cung</a:t>
            </a:r>
            <a:r>
              <a:rPr lang="en-US"/>
              <a:t> : </a:t>
            </a:r>
            <a:r>
              <a:rPr lang="en-US" err="1"/>
              <a:t>được</a:t>
            </a:r>
            <a:r>
              <a:rPr lang="en-US"/>
              <a:t> </a:t>
            </a:r>
            <a:r>
              <a:rPr lang="en-US" err="1"/>
              <a:t>gọi</a:t>
            </a:r>
            <a:r>
              <a:rPr lang="en-US"/>
              <a:t> </a:t>
            </a:r>
            <a:r>
              <a:rPr lang="en-US" err="1"/>
              <a:t>là</a:t>
            </a:r>
            <a:r>
              <a:rPr lang="en-US"/>
              <a:t> </a:t>
            </a:r>
            <a:r>
              <a:rPr lang="en-US" err="1"/>
              <a:t>trọng</a:t>
            </a:r>
            <a:r>
              <a:rPr lang="en-US"/>
              <a:t> </a:t>
            </a:r>
            <a:r>
              <a:rPr lang="en-US" err="1"/>
              <a:t>số</a:t>
            </a:r>
            <a:endParaRPr lang="en-US"/>
          </a:p>
        </p:txBody>
      </p:sp>
      <p:grpSp>
        <p:nvGrpSpPr>
          <p:cNvPr id="45" name="Group 44">
            <a:extLst>
              <a:ext uri="{FF2B5EF4-FFF2-40B4-BE49-F238E27FC236}">
                <a16:creationId xmlns:a16="http://schemas.microsoft.com/office/drawing/2014/main" id="{EF5633E0-BA10-294B-8490-EFC5845CFC1F}"/>
              </a:ext>
            </a:extLst>
          </p:cNvPr>
          <p:cNvGrpSpPr/>
          <p:nvPr/>
        </p:nvGrpSpPr>
        <p:grpSpPr>
          <a:xfrm>
            <a:off x="1291389" y="2544819"/>
            <a:ext cx="4898386" cy="3206038"/>
            <a:chOff x="1291389" y="2544819"/>
            <a:chExt cx="4898386" cy="3206038"/>
          </a:xfrm>
        </p:grpSpPr>
        <p:grpSp>
          <p:nvGrpSpPr>
            <p:cNvPr id="38" name="Group 37">
              <a:extLst>
                <a:ext uri="{FF2B5EF4-FFF2-40B4-BE49-F238E27FC236}">
                  <a16:creationId xmlns:a16="http://schemas.microsoft.com/office/drawing/2014/main" id="{F5CEAFB8-EBA3-454C-8541-19D31CA5B143}"/>
                </a:ext>
              </a:extLst>
            </p:cNvPr>
            <p:cNvGrpSpPr/>
            <p:nvPr/>
          </p:nvGrpSpPr>
          <p:grpSpPr>
            <a:xfrm>
              <a:off x="1699885" y="2703737"/>
              <a:ext cx="4489890" cy="3047120"/>
              <a:chOff x="857203" y="2452726"/>
              <a:chExt cx="4489890" cy="3047120"/>
            </a:xfrm>
          </p:grpSpPr>
          <p:grpSp>
            <p:nvGrpSpPr>
              <p:cNvPr id="7" name="Group 6">
                <a:extLst>
                  <a:ext uri="{FF2B5EF4-FFF2-40B4-BE49-F238E27FC236}">
                    <a16:creationId xmlns:a16="http://schemas.microsoft.com/office/drawing/2014/main" id="{D6574B0D-E94A-B84E-8DCF-882816E23A86}"/>
                  </a:ext>
                </a:extLst>
              </p:cNvPr>
              <p:cNvGrpSpPr/>
              <p:nvPr/>
            </p:nvGrpSpPr>
            <p:grpSpPr>
              <a:xfrm>
                <a:off x="857203" y="2452726"/>
                <a:ext cx="4489890" cy="2633920"/>
                <a:chOff x="-197224" y="4363774"/>
                <a:chExt cx="4489890" cy="2633920"/>
              </a:xfrm>
            </p:grpSpPr>
            <p:sp>
              <p:nvSpPr>
                <p:cNvPr id="8" name="Oval 7">
                  <a:extLst>
                    <a:ext uri="{FF2B5EF4-FFF2-40B4-BE49-F238E27FC236}">
                      <a16:creationId xmlns:a16="http://schemas.microsoft.com/office/drawing/2014/main" id="{3AF7F995-E7DF-F14C-9CD4-CE659F5A31CF}"/>
                    </a:ext>
                  </a:extLst>
                </p:cNvPr>
                <p:cNvSpPr/>
                <p:nvPr/>
              </p:nvSpPr>
              <p:spPr>
                <a:xfrm>
                  <a:off x="1434353" y="4363774"/>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B</a:t>
                  </a:r>
                </a:p>
              </p:txBody>
            </p:sp>
            <p:sp>
              <p:nvSpPr>
                <p:cNvPr id="9" name="Oval 8">
                  <a:extLst>
                    <a:ext uri="{FF2B5EF4-FFF2-40B4-BE49-F238E27FC236}">
                      <a16:creationId xmlns:a16="http://schemas.microsoft.com/office/drawing/2014/main" id="{B098392B-C773-5A48-B1E3-6D20FD81B3AC}"/>
                    </a:ext>
                  </a:extLst>
                </p:cNvPr>
                <p:cNvSpPr/>
                <p:nvPr/>
              </p:nvSpPr>
              <p:spPr>
                <a:xfrm>
                  <a:off x="-197224" y="4368443"/>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A</a:t>
                  </a:r>
                </a:p>
              </p:txBody>
            </p:sp>
            <p:sp>
              <p:nvSpPr>
                <p:cNvPr id="10" name="Oval 9">
                  <a:extLst>
                    <a:ext uri="{FF2B5EF4-FFF2-40B4-BE49-F238E27FC236}">
                      <a16:creationId xmlns:a16="http://schemas.microsoft.com/office/drawing/2014/main" id="{5EEAA51D-A038-4F42-9F5B-CF5C6D937BAB}"/>
                    </a:ext>
                  </a:extLst>
                </p:cNvPr>
                <p:cNvSpPr/>
                <p:nvPr/>
              </p:nvSpPr>
              <p:spPr>
                <a:xfrm>
                  <a:off x="3736854" y="4363774"/>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C</a:t>
                  </a:r>
                </a:p>
              </p:txBody>
            </p:sp>
            <p:cxnSp>
              <p:nvCxnSpPr>
                <p:cNvPr id="11" name="Straight Arrow Connector 10">
                  <a:extLst>
                    <a:ext uri="{FF2B5EF4-FFF2-40B4-BE49-F238E27FC236}">
                      <a16:creationId xmlns:a16="http://schemas.microsoft.com/office/drawing/2014/main" id="{AE1CF5C4-4EA0-8848-B046-2A41839D9EC6}"/>
                    </a:ext>
                  </a:extLst>
                </p:cNvPr>
                <p:cNvCxnSpPr>
                  <a:cxnSpLocks/>
                  <a:stCxn id="9" idx="6"/>
                  <a:endCxn id="8" idx="2"/>
                </p:cNvCxnSpPr>
                <p:nvPr/>
              </p:nvCxnSpPr>
              <p:spPr>
                <a:xfrm flipV="1">
                  <a:off x="358588" y="4605821"/>
                  <a:ext cx="1075765" cy="466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DF3DF6D-AEEC-C443-A646-0B3587D5ED28}"/>
                    </a:ext>
                  </a:extLst>
                </p:cNvPr>
                <p:cNvCxnSpPr>
                  <a:cxnSpLocks/>
                  <a:stCxn id="8" idx="3"/>
                  <a:endCxn id="14" idx="0"/>
                </p:cNvCxnSpPr>
                <p:nvPr/>
              </p:nvCxnSpPr>
              <p:spPr>
                <a:xfrm flipH="1">
                  <a:off x="819912" y="4776974"/>
                  <a:ext cx="695838" cy="74916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BCE0D13-2412-D24B-83AD-3606E78CD6F1}"/>
                    </a:ext>
                  </a:extLst>
                </p:cNvPr>
                <p:cNvCxnSpPr>
                  <a:cxnSpLocks/>
                  <a:stCxn id="8" idx="6"/>
                  <a:endCxn id="10" idx="2"/>
                </p:cNvCxnSpPr>
                <p:nvPr/>
              </p:nvCxnSpPr>
              <p:spPr>
                <a:xfrm>
                  <a:off x="1990165" y="4605821"/>
                  <a:ext cx="1746689" cy="0"/>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611F74C0-DD24-AE4E-8F0E-035507A346C3}"/>
                    </a:ext>
                  </a:extLst>
                </p:cNvPr>
                <p:cNvSpPr/>
                <p:nvPr/>
              </p:nvSpPr>
              <p:spPr>
                <a:xfrm>
                  <a:off x="542006" y="552613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D</a:t>
                  </a:r>
                </a:p>
              </p:txBody>
            </p:sp>
            <p:sp>
              <p:nvSpPr>
                <p:cNvPr id="15" name="Oval 14">
                  <a:extLst>
                    <a:ext uri="{FF2B5EF4-FFF2-40B4-BE49-F238E27FC236}">
                      <a16:creationId xmlns:a16="http://schemas.microsoft.com/office/drawing/2014/main" id="{CA2D174D-ABC7-514B-BC54-C1351A3E08B2}"/>
                    </a:ext>
                  </a:extLst>
                </p:cNvPr>
                <p:cNvSpPr/>
                <p:nvPr/>
              </p:nvSpPr>
              <p:spPr>
                <a:xfrm>
                  <a:off x="2925904" y="5597030"/>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E</a:t>
                  </a:r>
                </a:p>
              </p:txBody>
            </p:sp>
            <p:cxnSp>
              <p:nvCxnSpPr>
                <p:cNvPr id="17" name="Straight Connector 16">
                  <a:extLst>
                    <a:ext uri="{FF2B5EF4-FFF2-40B4-BE49-F238E27FC236}">
                      <a16:creationId xmlns:a16="http://schemas.microsoft.com/office/drawing/2014/main" id="{A51EA4A0-6758-AA4F-BBF8-6590986F3EAD}"/>
                    </a:ext>
                  </a:extLst>
                </p:cNvPr>
                <p:cNvCxnSpPr>
                  <a:cxnSpLocks/>
                  <a:stCxn id="14" idx="4"/>
                  <a:endCxn id="32" idx="1"/>
                </p:cNvCxnSpPr>
                <p:nvPr/>
              </p:nvCxnSpPr>
              <p:spPr>
                <a:xfrm>
                  <a:off x="819912" y="6010230"/>
                  <a:ext cx="865095" cy="9874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B7B94E5-E610-7647-A9B0-CBA9DFD1534F}"/>
                    </a:ext>
                  </a:extLst>
                </p:cNvPr>
                <p:cNvCxnSpPr>
                  <a:cxnSpLocks/>
                  <a:stCxn id="15" idx="0"/>
                  <a:endCxn id="8" idx="5"/>
                </p:cNvCxnSpPr>
                <p:nvPr/>
              </p:nvCxnSpPr>
              <p:spPr>
                <a:xfrm flipH="1" flipV="1">
                  <a:off x="1908768" y="4776974"/>
                  <a:ext cx="1295042" cy="820056"/>
                </a:xfrm>
                <a:prstGeom prst="line">
                  <a:avLst/>
                </a:prstGeom>
              </p:spPr>
              <p:style>
                <a:lnRef idx="2">
                  <a:schemeClr val="accent1"/>
                </a:lnRef>
                <a:fillRef idx="0">
                  <a:schemeClr val="accent1"/>
                </a:fillRef>
                <a:effectRef idx="1">
                  <a:schemeClr val="accent1"/>
                </a:effectRef>
                <a:fontRef idx="minor">
                  <a:schemeClr val="tx1"/>
                </a:fontRef>
              </p:style>
            </p:cxnSp>
          </p:grpSp>
          <p:sp>
            <p:nvSpPr>
              <p:cNvPr id="32" name="Oval 31">
                <a:extLst>
                  <a:ext uri="{FF2B5EF4-FFF2-40B4-BE49-F238E27FC236}">
                    <a16:creationId xmlns:a16="http://schemas.microsoft.com/office/drawing/2014/main" id="{1CA61C1A-34D3-E644-95FF-70BDC4D2FA56}"/>
                  </a:ext>
                </a:extLst>
              </p:cNvPr>
              <p:cNvSpPr/>
              <p:nvPr/>
            </p:nvSpPr>
            <p:spPr>
              <a:xfrm>
                <a:off x="2658037" y="5015752"/>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F</a:t>
                </a:r>
              </a:p>
            </p:txBody>
          </p:sp>
          <p:cxnSp>
            <p:nvCxnSpPr>
              <p:cNvPr id="36" name="Curved Connector 35">
                <a:extLst>
                  <a:ext uri="{FF2B5EF4-FFF2-40B4-BE49-F238E27FC236}">
                    <a16:creationId xmlns:a16="http://schemas.microsoft.com/office/drawing/2014/main" id="{D2921AF9-FAA6-8740-A6A4-CED0447FDDE2}"/>
                  </a:ext>
                </a:extLst>
              </p:cNvPr>
              <p:cNvCxnSpPr>
                <a:stCxn id="9" idx="3"/>
                <a:endCxn id="32" idx="3"/>
              </p:cNvCxnSpPr>
              <p:nvPr/>
            </p:nvCxnSpPr>
            <p:spPr>
              <a:xfrm rot="16200000" flipH="1">
                <a:off x="559839" y="3249356"/>
                <a:ext cx="2558357" cy="1800834"/>
              </a:xfrm>
              <a:prstGeom prst="curvedConnector3">
                <a:avLst>
                  <a:gd name="adj1" fmla="val 101194"/>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1EEC8091-1E39-8943-A510-60C0BE41DB86}"/>
                </a:ext>
              </a:extLst>
            </p:cNvPr>
            <p:cNvSpPr txBox="1"/>
            <p:nvPr/>
          </p:nvSpPr>
          <p:spPr>
            <a:xfrm>
              <a:off x="2475828" y="2562994"/>
              <a:ext cx="625825" cy="369332"/>
            </a:xfrm>
            <a:prstGeom prst="rect">
              <a:avLst/>
            </a:prstGeom>
            <a:noFill/>
          </p:spPr>
          <p:txBody>
            <a:bodyPr wrap="square" rtlCol="0">
              <a:spAutoFit/>
            </a:bodyPr>
            <a:lstStyle/>
            <a:p>
              <a:r>
                <a:rPr lang="en-US"/>
                <a:t>83</a:t>
              </a:r>
            </a:p>
          </p:txBody>
        </p:sp>
        <p:sp>
          <p:nvSpPr>
            <p:cNvPr id="40" name="TextBox 39">
              <a:extLst>
                <a:ext uri="{FF2B5EF4-FFF2-40B4-BE49-F238E27FC236}">
                  <a16:creationId xmlns:a16="http://schemas.microsoft.com/office/drawing/2014/main" id="{448E3E62-9A23-3547-8F91-B36FFCC23AEA}"/>
                </a:ext>
              </a:extLst>
            </p:cNvPr>
            <p:cNvSpPr txBox="1"/>
            <p:nvPr/>
          </p:nvSpPr>
          <p:spPr>
            <a:xfrm>
              <a:off x="4234752" y="2544819"/>
              <a:ext cx="1021976" cy="369332"/>
            </a:xfrm>
            <a:prstGeom prst="rect">
              <a:avLst/>
            </a:prstGeom>
            <a:noFill/>
          </p:spPr>
          <p:txBody>
            <a:bodyPr wrap="square" rtlCol="0">
              <a:spAutoFit/>
            </a:bodyPr>
            <a:lstStyle/>
            <a:p>
              <a:r>
                <a:rPr lang="en-US"/>
                <a:t>55</a:t>
              </a:r>
            </a:p>
          </p:txBody>
        </p:sp>
        <p:sp>
          <p:nvSpPr>
            <p:cNvPr id="41" name="TextBox 40">
              <a:extLst>
                <a:ext uri="{FF2B5EF4-FFF2-40B4-BE49-F238E27FC236}">
                  <a16:creationId xmlns:a16="http://schemas.microsoft.com/office/drawing/2014/main" id="{FE71C750-58BE-3B4F-ABC4-104C01B7397E}"/>
                </a:ext>
              </a:extLst>
            </p:cNvPr>
            <p:cNvSpPr txBox="1"/>
            <p:nvPr/>
          </p:nvSpPr>
          <p:spPr>
            <a:xfrm>
              <a:off x="2543106" y="3326761"/>
              <a:ext cx="491268" cy="369332"/>
            </a:xfrm>
            <a:prstGeom prst="rect">
              <a:avLst/>
            </a:prstGeom>
            <a:noFill/>
          </p:spPr>
          <p:txBody>
            <a:bodyPr wrap="square" rtlCol="0">
              <a:spAutoFit/>
            </a:bodyPr>
            <a:lstStyle/>
            <a:p>
              <a:r>
                <a:rPr lang="en-US"/>
                <a:t>60</a:t>
              </a:r>
            </a:p>
          </p:txBody>
        </p:sp>
        <p:sp>
          <p:nvSpPr>
            <p:cNvPr id="42" name="TextBox 41">
              <a:extLst>
                <a:ext uri="{FF2B5EF4-FFF2-40B4-BE49-F238E27FC236}">
                  <a16:creationId xmlns:a16="http://schemas.microsoft.com/office/drawing/2014/main" id="{8187A0B1-22D6-0E43-ABD4-CB8E8C182550}"/>
                </a:ext>
              </a:extLst>
            </p:cNvPr>
            <p:cNvSpPr txBox="1"/>
            <p:nvPr/>
          </p:nvSpPr>
          <p:spPr>
            <a:xfrm>
              <a:off x="4348598" y="3241392"/>
              <a:ext cx="773209" cy="369332"/>
            </a:xfrm>
            <a:prstGeom prst="rect">
              <a:avLst/>
            </a:prstGeom>
            <a:noFill/>
          </p:spPr>
          <p:txBody>
            <a:bodyPr wrap="square" rtlCol="0">
              <a:spAutoFit/>
            </a:bodyPr>
            <a:lstStyle/>
            <a:p>
              <a:r>
                <a:rPr lang="en-US"/>
                <a:t>47</a:t>
              </a:r>
            </a:p>
          </p:txBody>
        </p:sp>
        <p:sp>
          <p:nvSpPr>
            <p:cNvPr id="43" name="TextBox 42">
              <a:extLst>
                <a:ext uri="{FF2B5EF4-FFF2-40B4-BE49-F238E27FC236}">
                  <a16:creationId xmlns:a16="http://schemas.microsoft.com/office/drawing/2014/main" id="{3B3A5656-66DB-6048-B32D-BCD72BE0A558}"/>
                </a:ext>
              </a:extLst>
            </p:cNvPr>
            <p:cNvSpPr txBox="1"/>
            <p:nvPr/>
          </p:nvSpPr>
          <p:spPr>
            <a:xfrm>
              <a:off x="3149568" y="4542486"/>
              <a:ext cx="513946" cy="369332"/>
            </a:xfrm>
            <a:prstGeom prst="rect">
              <a:avLst/>
            </a:prstGeom>
            <a:noFill/>
          </p:spPr>
          <p:txBody>
            <a:bodyPr wrap="square" rtlCol="0">
              <a:spAutoFit/>
            </a:bodyPr>
            <a:lstStyle/>
            <a:p>
              <a:r>
                <a:rPr lang="en-US"/>
                <a:t>26</a:t>
              </a:r>
            </a:p>
          </p:txBody>
        </p:sp>
        <p:sp>
          <p:nvSpPr>
            <p:cNvPr id="44" name="TextBox 43">
              <a:extLst>
                <a:ext uri="{FF2B5EF4-FFF2-40B4-BE49-F238E27FC236}">
                  <a16:creationId xmlns:a16="http://schemas.microsoft.com/office/drawing/2014/main" id="{5D326056-0A04-9047-A677-383B7E647A4B}"/>
                </a:ext>
              </a:extLst>
            </p:cNvPr>
            <p:cNvSpPr txBox="1"/>
            <p:nvPr/>
          </p:nvSpPr>
          <p:spPr>
            <a:xfrm>
              <a:off x="1291389" y="4031452"/>
              <a:ext cx="1275003" cy="369332"/>
            </a:xfrm>
            <a:prstGeom prst="rect">
              <a:avLst/>
            </a:prstGeom>
            <a:noFill/>
          </p:spPr>
          <p:txBody>
            <a:bodyPr wrap="square" rtlCol="0">
              <a:spAutoFit/>
            </a:bodyPr>
            <a:lstStyle/>
            <a:p>
              <a:r>
                <a:rPr lang="en-US"/>
                <a:t>150</a:t>
              </a:r>
            </a:p>
          </p:txBody>
        </p:sp>
      </p:grpSp>
    </p:spTree>
    <p:extLst>
      <p:ext uri="{BB962C8B-B14F-4D97-AF65-F5344CB8AC3E}">
        <p14:creationId xmlns:p14="http://schemas.microsoft.com/office/powerpoint/2010/main" val="4009965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F582BEF-1045-8844-92AB-1A2AE65FE261}"/>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DA72A154-774E-4A47-A7B1-67A31CB956C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2C4FEF7C-FA4D-CA49-B52C-73977C48D066}"/>
              </a:ext>
            </a:extLst>
          </p:cNvPr>
          <p:cNvSpPr>
            <a:spLocks noGrp="1"/>
          </p:cNvSpPr>
          <p:nvPr>
            <p:ph type="sldNum" sz="quarter" idx="12"/>
          </p:nvPr>
        </p:nvSpPr>
        <p:spPr/>
        <p:txBody>
          <a:bodyPr/>
          <a:lstStyle/>
          <a:p>
            <a:fld id="{BA7BC09B-FE30-A349-B1D2-5A364F511F98}" type="slidenum">
              <a:rPr lang="en-US" smtClean="0"/>
              <a:t>8</a:t>
            </a:fld>
            <a:endParaRPr lang="en-US"/>
          </a:p>
        </p:txBody>
      </p:sp>
      <p:sp>
        <p:nvSpPr>
          <p:cNvPr id="2" name="Title 1">
            <a:extLst>
              <a:ext uri="{FF2B5EF4-FFF2-40B4-BE49-F238E27FC236}">
                <a16:creationId xmlns:a16="http://schemas.microsoft.com/office/drawing/2014/main" id="{B50A0FAC-4521-2C43-9FE4-82DD8B25B745}"/>
              </a:ext>
            </a:extLst>
          </p:cNvPr>
          <p:cNvSpPr>
            <a:spLocks noGrp="1"/>
          </p:cNvSpPr>
          <p:nvPr>
            <p:ph type="title"/>
          </p:nvPr>
        </p:nvSpPr>
        <p:spPr/>
        <p:txBody>
          <a:bodyPr/>
          <a:lstStyle/>
          <a:p>
            <a:r>
              <a:rPr lang="en-US" err="1"/>
              <a:t>Biểu</a:t>
            </a:r>
            <a:r>
              <a:rPr lang="en-US"/>
              <a:t> </a:t>
            </a:r>
            <a:r>
              <a:rPr lang="en-US" err="1"/>
              <a:t>diễn</a:t>
            </a:r>
            <a:r>
              <a:rPr lang="en-US"/>
              <a:t> </a:t>
            </a:r>
            <a:r>
              <a:rPr lang="en-US" err="1"/>
              <a:t>máy</a:t>
            </a:r>
            <a:r>
              <a:rPr lang="en-US"/>
              <a:t> </a:t>
            </a:r>
            <a:r>
              <a:rPr lang="en-US" err="1"/>
              <a:t>của</a:t>
            </a:r>
            <a:r>
              <a:rPr lang="en-US"/>
              <a:t> </a:t>
            </a:r>
            <a:r>
              <a:rPr lang="en-US" err="1"/>
              <a:t>đồ</a:t>
            </a:r>
            <a:r>
              <a:rPr lang="en-US"/>
              <a:t> </a:t>
            </a:r>
            <a:r>
              <a:rPr lang="en-US" err="1"/>
              <a:t>thị</a:t>
            </a:r>
            <a:endParaRPr lang="en-US"/>
          </a:p>
        </p:txBody>
      </p:sp>
      <p:sp>
        <p:nvSpPr>
          <p:cNvPr id="3" name="Content Placeholder 2">
            <a:extLst>
              <a:ext uri="{FF2B5EF4-FFF2-40B4-BE49-F238E27FC236}">
                <a16:creationId xmlns:a16="http://schemas.microsoft.com/office/drawing/2014/main" id="{08D2825F-4F93-B94D-8F60-BB3E4780FE8D}"/>
              </a:ext>
            </a:extLst>
          </p:cNvPr>
          <p:cNvSpPr>
            <a:spLocks noGrp="1"/>
          </p:cNvSpPr>
          <p:nvPr>
            <p:ph sz="quarter" idx="13"/>
          </p:nvPr>
        </p:nvSpPr>
        <p:spPr/>
        <p:txBody>
          <a:bodyPr/>
          <a:lstStyle/>
          <a:p>
            <a:r>
              <a:rPr lang="en-US" err="1"/>
              <a:t>Biểu</a:t>
            </a:r>
            <a:r>
              <a:rPr lang="en-US"/>
              <a:t> </a:t>
            </a:r>
            <a:r>
              <a:rPr lang="en-US" err="1"/>
              <a:t>diễn</a:t>
            </a:r>
            <a:r>
              <a:rPr lang="en-US"/>
              <a:t> </a:t>
            </a:r>
            <a:r>
              <a:rPr lang="en-US" err="1"/>
              <a:t>bằng</a:t>
            </a:r>
            <a:r>
              <a:rPr lang="en-US"/>
              <a:t> ma </a:t>
            </a:r>
            <a:r>
              <a:rPr lang="en-US" err="1"/>
              <a:t>trận</a:t>
            </a:r>
            <a:r>
              <a:rPr lang="en-US"/>
              <a:t> </a:t>
            </a:r>
            <a:r>
              <a:rPr lang="en-US" err="1"/>
              <a:t>lân</a:t>
            </a:r>
            <a:r>
              <a:rPr lang="en-US"/>
              <a:t> </a:t>
            </a:r>
            <a:r>
              <a:rPr lang="en-US" err="1"/>
              <a:t>cận</a:t>
            </a:r>
            <a:r>
              <a:rPr lang="en-US"/>
              <a:t> (</a:t>
            </a:r>
            <a:r>
              <a:rPr lang="en-US" err="1"/>
              <a:t>lưu</a:t>
            </a:r>
            <a:r>
              <a:rPr lang="en-US"/>
              <a:t> </a:t>
            </a:r>
            <a:r>
              <a:rPr lang="en-US" err="1"/>
              <a:t>trữ</a:t>
            </a:r>
            <a:r>
              <a:rPr lang="en-US"/>
              <a:t> </a:t>
            </a:r>
            <a:r>
              <a:rPr lang="en-US" err="1"/>
              <a:t>kế</a:t>
            </a:r>
            <a:r>
              <a:rPr lang="en-US"/>
              <a:t> </a:t>
            </a:r>
            <a:r>
              <a:rPr lang="en-US" err="1"/>
              <a:t>tiếp</a:t>
            </a:r>
            <a:r>
              <a:rPr lang="en-US"/>
              <a:t>)</a:t>
            </a:r>
          </a:p>
          <a:p>
            <a:r>
              <a:rPr lang="en-US" err="1"/>
              <a:t>Biểu</a:t>
            </a:r>
            <a:r>
              <a:rPr lang="en-US"/>
              <a:t> </a:t>
            </a:r>
            <a:r>
              <a:rPr lang="en-US" err="1"/>
              <a:t>diễn</a:t>
            </a:r>
            <a:r>
              <a:rPr lang="en-US"/>
              <a:t> </a:t>
            </a:r>
            <a:r>
              <a:rPr lang="en-US" err="1"/>
              <a:t>bằng</a:t>
            </a:r>
            <a:r>
              <a:rPr lang="en-US"/>
              <a:t> </a:t>
            </a:r>
            <a:r>
              <a:rPr lang="en-US" err="1"/>
              <a:t>danh</a:t>
            </a:r>
            <a:r>
              <a:rPr lang="en-US"/>
              <a:t> </a:t>
            </a:r>
            <a:r>
              <a:rPr lang="en-US" err="1"/>
              <a:t>sách</a:t>
            </a:r>
            <a:r>
              <a:rPr lang="en-US"/>
              <a:t> </a:t>
            </a:r>
            <a:r>
              <a:rPr lang="en-US" err="1"/>
              <a:t>lân</a:t>
            </a:r>
            <a:r>
              <a:rPr lang="en-US"/>
              <a:t> </a:t>
            </a:r>
            <a:r>
              <a:rPr lang="en-US" err="1"/>
              <a:t>cận</a:t>
            </a:r>
            <a:r>
              <a:rPr lang="en-US"/>
              <a:t> (</a:t>
            </a:r>
            <a:r>
              <a:rPr lang="en-US" err="1"/>
              <a:t>lưu</a:t>
            </a:r>
            <a:r>
              <a:rPr lang="en-US"/>
              <a:t> </a:t>
            </a:r>
            <a:r>
              <a:rPr lang="en-US" err="1"/>
              <a:t>trữ</a:t>
            </a:r>
            <a:r>
              <a:rPr lang="en-US"/>
              <a:t> </a:t>
            </a:r>
            <a:r>
              <a:rPr lang="en-US" err="1"/>
              <a:t>móc</a:t>
            </a:r>
            <a:r>
              <a:rPr lang="en-US"/>
              <a:t> </a:t>
            </a:r>
            <a:r>
              <a:rPr lang="en-US" err="1"/>
              <a:t>nối</a:t>
            </a:r>
            <a:r>
              <a:rPr lang="en-US"/>
              <a:t>)</a:t>
            </a:r>
          </a:p>
        </p:txBody>
      </p:sp>
    </p:spTree>
    <p:extLst>
      <p:ext uri="{BB962C8B-B14F-4D97-AF65-F5344CB8AC3E}">
        <p14:creationId xmlns:p14="http://schemas.microsoft.com/office/powerpoint/2010/main" val="2523172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0633D43-4642-3F4B-96BF-933916B2E889}"/>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A4DC53CD-A4D0-5D4D-9A14-72B3084E5AC1}"/>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5FBD9048-A07B-B344-8DD8-EDB21D9BC580}"/>
              </a:ext>
            </a:extLst>
          </p:cNvPr>
          <p:cNvSpPr>
            <a:spLocks noGrp="1"/>
          </p:cNvSpPr>
          <p:nvPr>
            <p:ph type="sldNum" sz="quarter" idx="12"/>
          </p:nvPr>
        </p:nvSpPr>
        <p:spPr/>
        <p:txBody>
          <a:bodyPr/>
          <a:lstStyle/>
          <a:p>
            <a:fld id="{BA7BC09B-FE30-A349-B1D2-5A364F511F98}" type="slidenum">
              <a:rPr lang="en-US" smtClean="0"/>
              <a:t>9</a:t>
            </a:fld>
            <a:endParaRPr lang="en-US"/>
          </a:p>
        </p:txBody>
      </p:sp>
      <p:sp>
        <p:nvSpPr>
          <p:cNvPr id="2" name="Title 1">
            <a:extLst>
              <a:ext uri="{FF2B5EF4-FFF2-40B4-BE49-F238E27FC236}">
                <a16:creationId xmlns:a16="http://schemas.microsoft.com/office/drawing/2014/main" id="{3756C1DD-4E82-CD47-9557-A09F10E09048}"/>
              </a:ext>
            </a:extLst>
          </p:cNvPr>
          <p:cNvSpPr>
            <a:spLocks noGrp="1"/>
          </p:cNvSpPr>
          <p:nvPr>
            <p:ph type="title"/>
          </p:nvPr>
        </p:nvSpPr>
        <p:spPr/>
        <p:txBody>
          <a:bodyPr/>
          <a:lstStyle/>
          <a:p>
            <a:r>
              <a:rPr lang="en-US" err="1"/>
              <a:t>Biểu</a:t>
            </a:r>
            <a:r>
              <a:rPr lang="en-US"/>
              <a:t> </a:t>
            </a:r>
            <a:r>
              <a:rPr lang="en-US" err="1"/>
              <a:t>diễn</a:t>
            </a:r>
            <a:r>
              <a:rPr lang="en-US"/>
              <a:t> </a:t>
            </a:r>
            <a:r>
              <a:rPr lang="en-US" err="1"/>
              <a:t>bằng</a:t>
            </a:r>
            <a:r>
              <a:rPr lang="en-US"/>
              <a:t> ma </a:t>
            </a:r>
            <a:r>
              <a:rPr lang="en-US" err="1"/>
              <a:t>trận</a:t>
            </a:r>
            <a:r>
              <a:rPr lang="en-US"/>
              <a:t> </a:t>
            </a:r>
            <a:r>
              <a:rPr lang="en-US" err="1"/>
              <a:t>lân</a:t>
            </a:r>
            <a:r>
              <a:rPr lang="en-US"/>
              <a:t> </a:t>
            </a:r>
            <a:r>
              <a:rPr lang="en-US" err="1"/>
              <a:t>cận</a:t>
            </a:r>
            <a:endParaRPr lang="en-US"/>
          </a:p>
        </p:txBody>
      </p:sp>
      <p:sp>
        <p:nvSpPr>
          <p:cNvPr id="3" name="Content Placeholder 2">
            <a:extLst>
              <a:ext uri="{FF2B5EF4-FFF2-40B4-BE49-F238E27FC236}">
                <a16:creationId xmlns:a16="http://schemas.microsoft.com/office/drawing/2014/main" id="{7ADA9781-C1FF-AF4F-97D4-8B33560B6D91}"/>
              </a:ext>
            </a:extLst>
          </p:cNvPr>
          <p:cNvSpPr>
            <a:spLocks noGrp="1"/>
          </p:cNvSpPr>
          <p:nvPr>
            <p:ph sz="quarter" idx="13"/>
          </p:nvPr>
        </p:nvSpPr>
        <p:spPr/>
        <p:txBody>
          <a:bodyPr>
            <a:normAutofit/>
          </a:bodyPr>
          <a:lstStyle/>
          <a:p>
            <a:r>
              <a:rPr lang="en-US" err="1"/>
              <a:t>Xét</a:t>
            </a:r>
            <a:r>
              <a:rPr lang="en-US"/>
              <a:t> </a:t>
            </a:r>
            <a:r>
              <a:rPr lang="en-US" err="1"/>
              <a:t>đồ</a:t>
            </a:r>
            <a:r>
              <a:rPr lang="en-US"/>
              <a:t> </a:t>
            </a:r>
            <a:r>
              <a:rPr lang="en-US" err="1"/>
              <a:t>thị</a:t>
            </a:r>
            <a:r>
              <a:rPr lang="en-US"/>
              <a:t> </a:t>
            </a:r>
            <a:r>
              <a:rPr lang="en-US" err="1"/>
              <a:t>có</a:t>
            </a:r>
            <a:r>
              <a:rPr lang="en-US"/>
              <a:t> </a:t>
            </a:r>
            <a:r>
              <a:rPr lang="en-US" err="1"/>
              <a:t>hướng</a:t>
            </a:r>
            <a:r>
              <a:rPr lang="en-US"/>
              <a:t> G(V,E) </a:t>
            </a:r>
            <a:r>
              <a:rPr lang="en-US" err="1"/>
              <a:t>với</a:t>
            </a:r>
            <a:r>
              <a:rPr lang="en-US"/>
              <a:t> V </a:t>
            </a:r>
            <a:r>
              <a:rPr lang="en-US" err="1"/>
              <a:t>có</a:t>
            </a:r>
            <a:r>
              <a:rPr lang="en-US"/>
              <a:t> n </a:t>
            </a:r>
            <a:r>
              <a:rPr lang="en-US" err="1"/>
              <a:t>đỉnh</a:t>
            </a:r>
            <a:r>
              <a:rPr lang="en-US"/>
              <a:t> (n&gt;=1). </a:t>
            </a:r>
            <a:r>
              <a:rPr lang="en-US" err="1"/>
              <a:t>Giả</a:t>
            </a:r>
            <a:r>
              <a:rPr lang="en-US"/>
              <a:t> </a:t>
            </a:r>
            <a:r>
              <a:rPr lang="en-US" err="1"/>
              <a:t>sử</a:t>
            </a:r>
            <a:r>
              <a:rPr lang="en-US"/>
              <a:t> </a:t>
            </a:r>
            <a:r>
              <a:rPr lang="en-US" err="1"/>
              <a:t>các</a:t>
            </a:r>
            <a:r>
              <a:rPr lang="en-US"/>
              <a:t> </a:t>
            </a:r>
            <a:r>
              <a:rPr lang="en-US" err="1"/>
              <a:t>đỉnh</a:t>
            </a:r>
            <a:r>
              <a:rPr lang="en-US"/>
              <a:t> </a:t>
            </a:r>
            <a:r>
              <a:rPr lang="en-US" err="1"/>
              <a:t>được</a:t>
            </a:r>
            <a:r>
              <a:rPr lang="en-US"/>
              <a:t> </a:t>
            </a:r>
            <a:r>
              <a:rPr lang="en-US" err="1"/>
              <a:t>đánh</a:t>
            </a:r>
            <a:r>
              <a:rPr lang="en-US"/>
              <a:t> </a:t>
            </a:r>
            <a:r>
              <a:rPr lang="en-US" err="1"/>
              <a:t>số</a:t>
            </a:r>
            <a:r>
              <a:rPr lang="en-US"/>
              <a:t> </a:t>
            </a:r>
            <a:r>
              <a:rPr lang="en-US" err="1"/>
              <a:t>từ</a:t>
            </a:r>
            <a:r>
              <a:rPr lang="en-US"/>
              <a:t> 1 </a:t>
            </a:r>
            <a:r>
              <a:rPr lang="en-US" err="1"/>
              <a:t>đến</a:t>
            </a:r>
            <a:r>
              <a:rPr lang="en-US"/>
              <a:t> n. </a:t>
            </a:r>
          </a:p>
          <a:p>
            <a:r>
              <a:rPr lang="en-US" err="1"/>
              <a:t>Đồ</a:t>
            </a:r>
            <a:r>
              <a:rPr lang="en-US"/>
              <a:t> </a:t>
            </a:r>
            <a:r>
              <a:rPr lang="en-US" err="1"/>
              <a:t>thị</a:t>
            </a:r>
            <a:r>
              <a:rPr lang="en-US"/>
              <a:t> G </a:t>
            </a:r>
            <a:r>
              <a:rPr lang="en-US" err="1"/>
              <a:t>có</a:t>
            </a:r>
            <a:r>
              <a:rPr lang="en-US"/>
              <a:t> </a:t>
            </a:r>
            <a:r>
              <a:rPr lang="en-US" err="1"/>
              <a:t>thể</a:t>
            </a:r>
            <a:r>
              <a:rPr lang="en-US"/>
              <a:t> </a:t>
            </a:r>
            <a:r>
              <a:rPr lang="en-US" err="1"/>
              <a:t>biểu</a:t>
            </a:r>
            <a:r>
              <a:rPr lang="en-US"/>
              <a:t> </a:t>
            </a:r>
            <a:r>
              <a:rPr lang="en-US" err="1"/>
              <a:t>diễn</a:t>
            </a:r>
            <a:r>
              <a:rPr lang="en-US"/>
              <a:t> </a:t>
            </a:r>
            <a:r>
              <a:rPr lang="en-US" err="1"/>
              <a:t>dưới</a:t>
            </a:r>
            <a:r>
              <a:rPr lang="en-US"/>
              <a:t> </a:t>
            </a:r>
            <a:r>
              <a:rPr lang="en-US" err="1"/>
              <a:t>dạng</a:t>
            </a:r>
            <a:r>
              <a:rPr lang="en-US"/>
              <a:t> ma </a:t>
            </a:r>
            <a:r>
              <a:rPr lang="en-US" err="1"/>
              <a:t>trận</a:t>
            </a:r>
            <a:r>
              <a:rPr lang="en-US"/>
              <a:t> </a:t>
            </a:r>
            <a:r>
              <a:rPr lang="en-US" err="1"/>
              <a:t>vuông</a:t>
            </a:r>
            <a:r>
              <a:rPr lang="en-US"/>
              <a:t> A </a:t>
            </a:r>
            <a:r>
              <a:rPr lang="en-US" err="1"/>
              <a:t>kích</a:t>
            </a:r>
            <a:r>
              <a:rPr lang="en-US"/>
              <a:t> </a:t>
            </a:r>
            <a:r>
              <a:rPr lang="en-US" err="1"/>
              <a:t>thước</a:t>
            </a:r>
            <a:r>
              <a:rPr lang="en-US"/>
              <a:t> </a:t>
            </a:r>
            <a:r>
              <a:rPr lang="en-US" err="1"/>
              <a:t>nxn</a:t>
            </a:r>
            <a:r>
              <a:rPr lang="en-US"/>
              <a:t> </a:t>
            </a:r>
            <a:r>
              <a:rPr lang="en-US" err="1"/>
              <a:t>các</a:t>
            </a:r>
            <a:r>
              <a:rPr lang="en-US"/>
              <a:t> </a:t>
            </a:r>
            <a:r>
              <a:rPr lang="en-US" err="1"/>
              <a:t>phần</a:t>
            </a:r>
            <a:r>
              <a:rPr lang="en-US"/>
              <a:t> </a:t>
            </a:r>
            <a:r>
              <a:rPr lang="en-US" err="1"/>
              <a:t>tử</a:t>
            </a:r>
            <a:r>
              <a:rPr lang="en-US"/>
              <a:t> A[</a:t>
            </a:r>
            <a:r>
              <a:rPr lang="en-US" err="1"/>
              <a:t>i,j</a:t>
            </a:r>
            <a:r>
              <a:rPr lang="en-US"/>
              <a:t>] </a:t>
            </a:r>
            <a:r>
              <a:rPr lang="en-US" err="1"/>
              <a:t>sẽ</a:t>
            </a:r>
            <a:r>
              <a:rPr lang="en-US"/>
              <a:t> </a:t>
            </a:r>
            <a:r>
              <a:rPr lang="en-US" err="1"/>
              <a:t>nhận</a:t>
            </a:r>
            <a:r>
              <a:rPr lang="en-US"/>
              <a:t> </a:t>
            </a:r>
            <a:r>
              <a:rPr lang="en-US" err="1"/>
              <a:t>giá</a:t>
            </a:r>
            <a:r>
              <a:rPr lang="en-US"/>
              <a:t> </a:t>
            </a:r>
            <a:r>
              <a:rPr lang="en-US" err="1"/>
              <a:t>trị</a:t>
            </a:r>
            <a:r>
              <a:rPr lang="en-US"/>
              <a:t> 1 </a:t>
            </a:r>
            <a:r>
              <a:rPr lang="en-US" err="1"/>
              <a:t>hoặc</a:t>
            </a:r>
            <a:r>
              <a:rPr lang="en-US"/>
              <a:t> 0</a:t>
            </a:r>
          </a:p>
          <a:p>
            <a:pPr lvl="1"/>
            <a:r>
              <a:rPr lang="en-US"/>
              <a:t>A[</a:t>
            </a:r>
            <a:r>
              <a:rPr lang="en-US" err="1"/>
              <a:t>i,j</a:t>
            </a:r>
            <a:r>
              <a:rPr lang="en-US"/>
              <a:t>] = 1, </a:t>
            </a:r>
            <a:r>
              <a:rPr lang="en-US" err="1"/>
              <a:t>nếu</a:t>
            </a:r>
            <a:r>
              <a:rPr lang="en-US"/>
              <a:t> G </a:t>
            </a:r>
            <a:r>
              <a:rPr lang="en-US" err="1"/>
              <a:t>tồn</a:t>
            </a:r>
            <a:r>
              <a:rPr lang="en-US"/>
              <a:t> </a:t>
            </a:r>
            <a:r>
              <a:rPr lang="en-US" err="1"/>
              <a:t>tại</a:t>
            </a:r>
            <a:r>
              <a:rPr lang="en-US"/>
              <a:t> </a:t>
            </a:r>
            <a:r>
              <a:rPr lang="en-US" err="1"/>
              <a:t>một</a:t>
            </a:r>
            <a:r>
              <a:rPr lang="en-US"/>
              <a:t> </a:t>
            </a:r>
            <a:r>
              <a:rPr lang="en-US" err="1"/>
              <a:t>cung</a:t>
            </a:r>
            <a:r>
              <a:rPr lang="en-US"/>
              <a:t> </a:t>
            </a:r>
            <a:r>
              <a:rPr lang="en-US" err="1"/>
              <a:t>đi</a:t>
            </a:r>
            <a:r>
              <a:rPr lang="en-US"/>
              <a:t> </a:t>
            </a:r>
            <a:r>
              <a:rPr lang="en-US" err="1"/>
              <a:t>từ</a:t>
            </a:r>
            <a:r>
              <a:rPr lang="en-US"/>
              <a:t> </a:t>
            </a:r>
            <a:r>
              <a:rPr lang="en-US" err="1"/>
              <a:t>đỉnh</a:t>
            </a:r>
            <a:r>
              <a:rPr lang="en-US"/>
              <a:t> </a:t>
            </a:r>
            <a:r>
              <a:rPr lang="en-US" err="1"/>
              <a:t>i</a:t>
            </a:r>
            <a:r>
              <a:rPr lang="en-US"/>
              <a:t> </a:t>
            </a:r>
            <a:r>
              <a:rPr lang="en-US" err="1"/>
              <a:t>đến</a:t>
            </a:r>
            <a:r>
              <a:rPr lang="en-US"/>
              <a:t> j</a:t>
            </a:r>
          </a:p>
          <a:p>
            <a:pPr lvl="1"/>
            <a:r>
              <a:rPr lang="en-US"/>
              <a:t>A[</a:t>
            </a:r>
            <a:r>
              <a:rPr lang="en-US" err="1"/>
              <a:t>i,j</a:t>
            </a:r>
            <a:r>
              <a:rPr lang="en-US"/>
              <a:t>] = 0, </a:t>
            </a:r>
            <a:r>
              <a:rPr lang="en-US" err="1"/>
              <a:t>nếu</a:t>
            </a:r>
            <a:r>
              <a:rPr lang="en-US"/>
              <a:t> </a:t>
            </a:r>
            <a:r>
              <a:rPr lang="en-US" err="1"/>
              <a:t>không</a:t>
            </a:r>
            <a:r>
              <a:rPr lang="en-US"/>
              <a:t> </a:t>
            </a:r>
            <a:r>
              <a:rPr lang="en-US" err="1"/>
              <a:t>có</a:t>
            </a:r>
            <a:r>
              <a:rPr lang="en-US"/>
              <a:t> </a:t>
            </a:r>
            <a:r>
              <a:rPr lang="en-US" err="1"/>
              <a:t>cung</a:t>
            </a:r>
            <a:r>
              <a:rPr lang="en-US"/>
              <a:t> </a:t>
            </a:r>
            <a:r>
              <a:rPr lang="en-US" err="1"/>
              <a:t>từ</a:t>
            </a:r>
            <a:r>
              <a:rPr lang="en-US"/>
              <a:t> </a:t>
            </a:r>
            <a:r>
              <a:rPr lang="en-US" err="1"/>
              <a:t>đỉnh</a:t>
            </a:r>
            <a:r>
              <a:rPr lang="en-US"/>
              <a:t> </a:t>
            </a:r>
            <a:r>
              <a:rPr lang="en-US" err="1"/>
              <a:t>i</a:t>
            </a:r>
            <a:r>
              <a:rPr lang="en-US"/>
              <a:t> </a:t>
            </a:r>
            <a:r>
              <a:rPr lang="en-US" err="1"/>
              <a:t>đến</a:t>
            </a:r>
            <a:r>
              <a:rPr lang="en-US"/>
              <a:t> j</a:t>
            </a:r>
          </a:p>
          <a:p>
            <a:endParaRPr lang="en-US"/>
          </a:p>
        </p:txBody>
      </p:sp>
    </p:spTree>
    <p:extLst>
      <p:ext uri="{BB962C8B-B14F-4D97-AF65-F5344CB8AC3E}">
        <p14:creationId xmlns:p14="http://schemas.microsoft.com/office/powerpoint/2010/main" val="3846014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A4281AC-FF82-2E46-822C-9232C79B58A4}"/>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79DFD4EB-D50C-1644-B9B3-DF13275B44CE}"/>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924BE59C-AEFD-4049-A145-C73C09631E05}"/>
              </a:ext>
            </a:extLst>
          </p:cNvPr>
          <p:cNvSpPr>
            <a:spLocks noGrp="1"/>
          </p:cNvSpPr>
          <p:nvPr>
            <p:ph type="sldNum" sz="quarter" idx="12"/>
          </p:nvPr>
        </p:nvSpPr>
        <p:spPr/>
        <p:txBody>
          <a:bodyPr/>
          <a:lstStyle/>
          <a:p>
            <a:fld id="{BA7BC09B-FE30-A349-B1D2-5A364F511F98}" type="slidenum">
              <a:rPr lang="en-US" smtClean="0"/>
              <a:t>10</a:t>
            </a:fld>
            <a:endParaRPr lang="en-US"/>
          </a:p>
        </p:txBody>
      </p:sp>
      <p:sp>
        <p:nvSpPr>
          <p:cNvPr id="2" name="Title 1">
            <a:extLst>
              <a:ext uri="{FF2B5EF4-FFF2-40B4-BE49-F238E27FC236}">
                <a16:creationId xmlns:a16="http://schemas.microsoft.com/office/drawing/2014/main" id="{250EAA7F-CF5A-D64A-AE75-B50C58C08E1C}"/>
              </a:ext>
            </a:extLst>
          </p:cNvPr>
          <p:cNvSpPr>
            <a:spLocks noGrp="1"/>
          </p:cNvSpPr>
          <p:nvPr>
            <p:ph type="title"/>
          </p:nvPr>
        </p:nvSpPr>
        <p:spPr/>
        <p:txBody>
          <a:bodyPr/>
          <a:lstStyle/>
          <a:p>
            <a:r>
              <a:rPr lang="en-US" err="1"/>
              <a:t>Biểu</a:t>
            </a:r>
            <a:r>
              <a:rPr lang="en-US"/>
              <a:t> </a:t>
            </a:r>
            <a:r>
              <a:rPr lang="en-US" err="1"/>
              <a:t>diễn</a:t>
            </a:r>
            <a:r>
              <a:rPr lang="en-US"/>
              <a:t> </a:t>
            </a:r>
            <a:r>
              <a:rPr lang="en-US" err="1"/>
              <a:t>bằng</a:t>
            </a:r>
            <a:r>
              <a:rPr lang="en-US"/>
              <a:t> ma </a:t>
            </a:r>
            <a:r>
              <a:rPr lang="en-US" err="1"/>
              <a:t>trận</a:t>
            </a:r>
            <a:r>
              <a:rPr lang="en-US"/>
              <a:t> </a:t>
            </a:r>
            <a:r>
              <a:rPr lang="en-US" err="1"/>
              <a:t>lân</a:t>
            </a:r>
            <a:r>
              <a:rPr lang="en-US"/>
              <a:t> </a:t>
            </a:r>
            <a:r>
              <a:rPr lang="en-US" err="1"/>
              <a:t>cận</a:t>
            </a:r>
            <a:endParaRPr lang="en-US"/>
          </a:p>
        </p:txBody>
      </p:sp>
      <p:sp>
        <p:nvSpPr>
          <p:cNvPr id="3" name="Content Placeholder 2">
            <a:extLst>
              <a:ext uri="{FF2B5EF4-FFF2-40B4-BE49-F238E27FC236}">
                <a16:creationId xmlns:a16="http://schemas.microsoft.com/office/drawing/2014/main" id="{D7023FEB-5EAD-2D4C-8792-E17183AD602D}"/>
              </a:ext>
            </a:extLst>
          </p:cNvPr>
          <p:cNvSpPr>
            <a:spLocks noGrp="1"/>
          </p:cNvSpPr>
          <p:nvPr>
            <p:ph sz="quarter" idx="13"/>
          </p:nvPr>
        </p:nvSpPr>
        <p:spPr/>
        <p:txBody>
          <a:bodyPr>
            <a:noAutofit/>
          </a:bodyPr>
          <a:lstStyle/>
          <a:p>
            <a:r>
              <a:rPr lang="en-US" sz="2800" err="1"/>
              <a:t>Đồ</a:t>
            </a:r>
            <a:r>
              <a:rPr lang="en-US" sz="2800"/>
              <a:t> </a:t>
            </a:r>
            <a:r>
              <a:rPr lang="en-US" sz="2800" err="1"/>
              <a:t>thị</a:t>
            </a:r>
            <a:r>
              <a:rPr lang="en-US" sz="2800"/>
              <a:t> </a:t>
            </a:r>
            <a:r>
              <a:rPr lang="en-US" sz="2800" err="1"/>
              <a:t>vô</a:t>
            </a:r>
            <a:r>
              <a:rPr lang="en-US" sz="2800"/>
              <a:t> </a:t>
            </a:r>
            <a:r>
              <a:rPr lang="en-US" sz="2800" err="1"/>
              <a:t>hướng</a:t>
            </a:r>
            <a:r>
              <a:rPr lang="en-US" sz="2800"/>
              <a:t> : </a:t>
            </a:r>
            <a:r>
              <a:rPr lang="en-US" sz="2800" err="1"/>
              <a:t>nếu</a:t>
            </a:r>
            <a:r>
              <a:rPr lang="en-US" sz="2800"/>
              <a:t> </a:t>
            </a:r>
            <a:r>
              <a:rPr lang="en-US" sz="2800" err="1"/>
              <a:t>tồn</a:t>
            </a:r>
            <a:r>
              <a:rPr lang="en-US" sz="2800"/>
              <a:t> </a:t>
            </a:r>
            <a:r>
              <a:rPr lang="en-US" sz="2800" err="1"/>
              <a:t>tại</a:t>
            </a:r>
            <a:r>
              <a:rPr lang="en-US" sz="2800"/>
              <a:t> </a:t>
            </a:r>
            <a:r>
              <a:rPr lang="en-US" sz="2800" err="1"/>
              <a:t>cung</a:t>
            </a:r>
            <a:r>
              <a:rPr lang="en-US" sz="2800"/>
              <a:t> </a:t>
            </a:r>
            <a:r>
              <a:rPr lang="en-US" sz="2800" err="1"/>
              <a:t>đi</a:t>
            </a:r>
            <a:r>
              <a:rPr lang="en-US" sz="2800"/>
              <a:t> </a:t>
            </a:r>
            <a:r>
              <a:rPr lang="en-US" sz="2800" err="1"/>
              <a:t>từ</a:t>
            </a:r>
            <a:r>
              <a:rPr lang="en-US" sz="2800"/>
              <a:t> </a:t>
            </a:r>
            <a:r>
              <a:rPr lang="en-US" sz="2800" err="1"/>
              <a:t>i</a:t>
            </a:r>
            <a:r>
              <a:rPr lang="en-US" sz="2800"/>
              <a:t> </a:t>
            </a:r>
            <a:r>
              <a:rPr lang="en-US" sz="2800" err="1"/>
              <a:t>tới</a:t>
            </a:r>
            <a:r>
              <a:rPr lang="en-US" sz="2800"/>
              <a:t> j </a:t>
            </a:r>
            <a:r>
              <a:rPr lang="en-US" sz="2800" err="1"/>
              <a:t>thì</a:t>
            </a:r>
            <a:r>
              <a:rPr lang="en-US" sz="2800"/>
              <a:t> </a:t>
            </a:r>
            <a:r>
              <a:rPr lang="en-US" sz="2800" err="1"/>
              <a:t>cũng</a:t>
            </a:r>
            <a:r>
              <a:rPr lang="en-US" sz="2800"/>
              <a:t> </a:t>
            </a:r>
            <a:r>
              <a:rPr lang="en-US" sz="2800" err="1"/>
              <a:t>tồn</a:t>
            </a:r>
            <a:r>
              <a:rPr lang="en-US" sz="2800"/>
              <a:t> </a:t>
            </a:r>
            <a:r>
              <a:rPr lang="en-US" sz="2800" err="1"/>
              <a:t>tại</a:t>
            </a:r>
            <a:r>
              <a:rPr lang="en-US" sz="2800"/>
              <a:t> </a:t>
            </a:r>
            <a:r>
              <a:rPr lang="en-US" sz="2800" err="1"/>
              <a:t>một</a:t>
            </a:r>
            <a:r>
              <a:rPr lang="en-US" sz="2800"/>
              <a:t> </a:t>
            </a:r>
            <a:r>
              <a:rPr lang="en-US" sz="2800" err="1"/>
              <a:t>cung</a:t>
            </a:r>
            <a:r>
              <a:rPr lang="en-US" sz="2800"/>
              <a:t> </a:t>
            </a:r>
            <a:r>
              <a:rPr lang="en-US" sz="2800" err="1"/>
              <a:t>đi</a:t>
            </a:r>
            <a:r>
              <a:rPr lang="en-US" sz="2800"/>
              <a:t> </a:t>
            </a:r>
            <a:r>
              <a:rPr lang="en-US" sz="2800" err="1"/>
              <a:t>từ</a:t>
            </a:r>
            <a:r>
              <a:rPr lang="en-US" sz="2800"/>
              <a:t> j </a:t>
            </a:r>
            <a:r>
              <a:rPr lang="en-US" sz="2800" err="1"/>
              <a:t>tới</a:t>
            </a:r>
            <a:r>
              <a:rPr lang="en-US" sz="2800"/>
              <a:t> </a:t>
            </a:r>
            <a:r>
              <a:rPr lang="en-US" sz="2800" err="1"/>
              <a:t>i</a:t>
            </a:r>
            <a:r>
              <a:rPr lang="en-US" sz="2800"/>
              <a:t>. </a:t>
            </a:r>
            <a:r>
              <a:rPr lang="en-US" sz="2800" err="1"/>
              <a:t>Aij</a:t>
            </a:r>
            <a:r>
              <a:rPr lang="en-US" sz="2800"/>
              <a:t> = 1 </a:t>
            </a:r>
            <a:r>
              <a:rPr lang="en-US" sz="2800" err="1"/>
              <a:t>thì</a:t>
            </a:r>
            <a:r>
              <a:rPr lang="en-US" sz="2800"/>
              <a:t> </a:t>
            </a:r>
            <a:r>
              <a:rPr lang="en-US" sz="2800" err="1"/>
              <a:t>Aji</a:t>
            </a:r>
            <a:r>
              <a:rPr lang="en-US" sz="2800"/>
              <a:t> = 1. </a:t>
            </a:r>
          </a:p>
          <a:p>
            <a:r>
              <a:rPr lang="en-US" sz="2800"/>
              <a:t>Ma </a:t>
            </a:r>
            <a:r>
              <a:rPr lang="en-US" sz="2800" err="1"/>
              <a:t>trận</a:t>
            </a:r>
            <a:r>
              <a:rPr lang="en-US" sz="2800"/>
              <a:t> </a:t>
            </a:r>
            <a:r>
              <a:rPr lang="en-US" sz="2800" err="1"/>
              <a:t>biểu</a:t>
            </a:r>
            <a:r>
              <a:rPr lang="en-US" sz="2800"/>
              <a:t> </a:t>
            </a:r>
            <a:r>
              <a:rPr lang="en-US" sz="2800" err="1"/>
              <a:t>diễn</a:t>
            </a:r>
            <a:r>
              <a:rPr lang="en-US" sz="2800"/>
              <a:t> </a:t>
            </a:r>
            <a:r>
              <a:rPr lang="en-US" sz="2800" err="1"/>
              <a:t>là</a:t>
            </a:r>
            <a:r>
              <a:rPr lang="en-US" sz="2800"/>
              <a:t> ma </a:t>
            </a:r>
            <a:r>
              <a:rPr lang="en-US" sz="2800" err="1"/>
              <a:t>trận</a:t>
            </a:r>
            <a:r>
              <a:rPr lang="en-US" sz="2800"/>
              <a:t> </a:t>
            </a:r>
            <a:r>
              <a:rPr lang="en-US" sz="2800" err="1"/>
              <a:t>đối</a:t>
            </a:r>
            <a:r>
              <a:rPr lang="en-US" sz="2800"/>
              <a:t> </a:t>
            </a:r>
            <a:r>
              <a:rPr lang="en-US" sz="2800" err="1"/>
              <a:t>xứng</a:t>
            </a:r>
            <a:r>
              <a:rPr lang="en-US" sz="2800"/>
              <a:t> qua </a:t>
            </a:r>
            <a:r>
              <a:rPr lang="en-US" sz="2800" err="1"/>
              <a:t>đường</a:t>
            </a:r>
            <a:r>
              <a:rPr lang="en-US" sz="2800"/>
              <a:t> </a:t>
            </a:r>
            <a:r>
              <a:rPr lang="en-US" sz="2800" err="1"/>
              <a:t>chéo</a:t>
            </a:r>
            <a:r>
              <a:rPr lang="en-US" sz="2800"/>
              <a:t> </a:t>
            </a:r>
            <a:r>
              <a:rPr lang="en-US" sz="2800" err="1"/>
              <a:t>chính</a:t>
            </a:r>
            <a:r>
              <a:rPr lang="en-US" sz="2800"/>
              <a:t> </a:t>
            </a:r>
          </a:p>
        </p:txBody>
      </p:sp>
      <p:grpSp>
        <p:nvGrpSpPr>
          <p:cNvPr id="7" name="Group 6">
            <a:extLst>
              <a:ext uri="{FF2B5EF4-FFF2-40B4-BE49-F238E27FC236}">
                <a16:creationId xmlns:a16="http://schemas.microsoft.com/office/drawing/2014/main" id="{C76D273A-AC80-C64B-AF2C-530C9F2A3861}"/>
              </a:ext>
            </a:extLst>
          </p:cNvPr>
          <p:cNvGrpSpPr/>
          <p:nvPr/>
        </p:nvGrpSpPr>
        <p:grpSpPr>
          <a:xfrm>
            <a:off x="5988621" y="2726193"/>
            <a:ext cx="2025310" cy="1684495"/>
            <a:chOff x="6535271" y="2285186"/>
            <a:chExt cx="2025310" cy="1684495"/>
          </a:xfrm>
        </p:grpSpPr>
        <p:sp>
          <p:nvSpPr>
            <p:cNvPr id="8" name="Oval 7">
              <a:extLst>
                <a:ext uri="{FF2B5EF4-FFF2-40B4-BE49-F238E27FC236}">
                  <a16:creationId xmlns:a16="http://schemas.microsoft.com/office/drawing/2014/main" id="{6AECA51A-4E85-DC4C-AD5E-67EAB2A25876}"/>
                </a:ext>
              </a:extLst>
            </p:cNvPr>
            <p:cNvSpPr/>
            <p:nvPr/>
          </p:nvSpPr>
          <p:spPr>
            <a:xfrm>
              <a:off x="6535271" y="228518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9" name="Oval 8">
              <a:extLst>
                <a:ext uri="{FF2B5EF4-FFF2-40B4-BE49-F238E27FC236}">
                  <a16:creationId xmlns:a16="http://schemas.microsoft.com/office/drawing/2014/main" id="{D5B2ED63-5D02-8642-813A-5C324C41134A}"/>
                </a:ext>
              </a:extLst>
            </p:cNvPr>
            <p:cNvSpPr/>
            <p:nvPr/>
          </p:nvSpPr>
          <p:spPr>
            <a:xfrm>
              <a:off x="6535271" y="3457055"/>
              <a:ext cx="555812" cy="5126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sp>
          <p:nvSpPr>
            <p:cNvPr id="10" name="Oval 9">
              <a:extLst>
                <a:ext uri="{FF2B5EF4-FFF2-40B4-BE49-F238E27FC236}">
                  <a16:creationId xmlns:a16="http://schemas.microsoft.com/office/drawing/2014/main" id="{AA1A6454-3086-264F-9783-5F2CB1A49876}"/>
                </a:ext>
              </a:extLst>
            </p:cNvPr>
            <p:cNvSpPr/>
            <p:nvPr/>
          </p:nvSpPr>
          <p:spPr>
            <a:xfrm>
              <a:off x="7995804" y="230962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cxnSp>
          <p:nvCxnSpPr>
            <p:cNvPr id="11" name="Straight Arrow Connector 10">
              <a:extLst>
                <a:ext uri="{FF2B5EF4-FFF2-40B4-BE49-F238E27FC236}">
                  <a16:creationId xmlns:a16="http://schemas.microsoft.com/office/drawing/2014/main" id="{3CEB815C-2973-BA48-B158-098C838823EF}"/>
                </a:ext>
              </a:extLst>
            </p:cNvPr>
            <p:cNvCxnSpPr>
              <a:cxnSpLocks/>
              <a:stCxn id="9" idx="0"/>
              <a:endCxn id="8" idx="4"/>
            </p:cNvCxnSpPr>
            <p:nvPr/>
          </p:nvCxnSpPr>
          <p:spPr>
            <a:xfrm flipV="1">
              <a:off x="6813177" y="2769280"/>
              <a:ext cx="0" cy="687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9D80053-79DA-BE4B-B342-C7A09ED86093}"/>
                </a:ext>
              </a:extLst>
            </p:cNvPr>
            <p:cNvCxnSpPr>
              <a:cxnSpLocks/>
              <a:stCxn id="8" idx="6"/>
              <a:endCxn id="10" idx="2"/>
            </p:cNvCxnSpPr>
            <p:nvPr/>
          </p:nvCxnSpPr>
          <p:spPr>
            <a:xfrm>
              <a:off x="7091083" y="2527233"/>
              <a:ext cx="904721" cy="24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9466320-62AB-2D44-9EB6-D881A09B94C8}"/>
                </a:ext>
              </a:extLst>
            </p:cNvPr>
            <p:cNvCxnSpPr>
              <a:cxnSpLocks/>
              <a:stCxn id="9" idx="6"/>
              <a:endCxn id="14" idx="2"/>
            </p:cNvCxnSpPr>
            <p:nvPr/>
          </p:nvCxnSpPr>
          <p:spPr>
            <a:xfrm flipV="1">
              <a:off x="7091083" y="3704353"/>
              <a:ext cx="913686" cy="90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0767BAA5-912B-6549-BB69-4D9753361373}"/>
                </a:ext>
              </a:extLst>
            </p:cNvPr>
            <p:cNvSpPr/>
            <p:nvPr/>
          </p:nvSpPr>
          <p:spPr>
            <a:xfrm>
              <a:off x="8004769" y="3448040"/>
              <a:ext cx="555812" cy="5126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cxnSp>
          <p:nvCxnSpPr>
            <p:cNvPr id="15" name="Straight Arrow Connector 14">
              <a:extLst>
                <a:ext uri="{FF2B5EF4-FFF2-40B4-BE49-F238E27FC236}">
                  <a16:creationId xmlns:a16="http://schemas.microsoft.com/office/drawing/2014/main" id="{C7A0F816-E31F-4347-90B6-9394C0FCFC5C}"/>
                </a:ext>
              </a:extLst>
            </p:cNvPr>
            <p:cNvCxnSpPr>
              <a:cxnSpLocks/>
              <a:stCxn id="14" idx="0"/>
              <a:endCxn id="10" idx="4"/>
            </p:cNvCxnSpPr>
            <p:nvPr/>
          </p:nvCxnSpPr>
          <p:spPr>
            <a:xfrm flipH="1" flipV="1">
              <a:off x="8273710" y="2793720"/>
              <a:ext cx="8965" cy="6543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E6B5771-3D93-8E42-8CEC-D9ADCBAC1885}"/>
                </a:ext>
              </a:extLst>
            </p:cNvPr>
            <p:cNvCxnSpPr>
              <a:stCxn id="8" idx="5"/>
              <a:endCxn id="14" idx="1"/>
            </p:cNvCxnSpPr>
            <p:nvPr/>
          </p:nvCxnSpPr>
          <p:spPr>
            <a:xfrm>
              <a:off x="7009686" y="2698386"/>
              <a:ext cx="1076480" cy="8247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E66DB31-7E9E-6649-A0DE-C929DF7A9E15}"/>
                </a:ext>
              </a:extLst>
            </p:cNvPr>
            <p:cNvCxnSpPr>
              <a:stCxn id="10" idx="3"/>
              <a:endCxn id="9" idx="7"/>
            </p:cNvCxnSpPr>
            <p:nvPr/>
          </p:nvCxnSpPr>
          <p:spPr>
            <a:xfrm flipH="1">
              <a:off x="7009686" y="2722826"/>
              <a:ext cx="1067515" cy="8093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urved Connector 17">
              <a:extLst>
                <a:ext uri="{FF2B5EF4-FFF2-40B4-BE49-F238E27FC236}">
                  <a16:creationId xmlns:a16="http://schemas.microsoft.com/office/drawing/2014/main" id="{DF08F956-335F-4743-9DCA-E9951B3BF2D1}"/>
                </a:ext>
              </a:extLst>
            </p:cNvPr>
            <p:cNvCxnSpPr>
              <a:stCxn id="8" idx="2"/>
              <a:endCxn id="9" idx="2"/>
            </p:cNvCxnSpPr>
            <p:nvPr/>
          </p:nvCxnSpPr>
          <p:spPr>
            <a:xfrm rot="10800000" flipV="1">
              <a:off x="6535271" y="2527232"/>
              <a:ext cx="12700" cy="1186135"/>
            </a:xfrm>
            <a:prstGeom prst="curvedConnector3">
              <a:avLst>
                <a:gd name="adj1" fmla="val 5047063"/>
              </a:avLst>
            </a:prstGeom>
            <a:ln>
              <a:tailEnd type="triangle"/>
            </a:ln>
          </p:spPr>
          <p:style>
            <a:lnRef idx="2">
              <a:schemeClr val="accent1"/>
            </a:lnRef>
            <a:fillRef idx="0">
              <a:schemeClr val="accent1"/>
            </a:fillRef>
            <a:effectRef idx="1">
              <a:schemeClr val="accent1"/>
            </a:effectRef>
            <a:fontRef idx="minor">
              <a:schemeClr val="tx1"/>
            </a:fontRef>
          </p:style>
        </p:cxnSp>
      </p:grpSp>
      <p:graphicFrame>
        <p:nvGraphicFramePr>
          <p:cNvPr id="19" name="Table 18">
            <a:extLst>
              <a:ext uri="{FF2B5EF4-FFF2-40B4-BE49-F238E27FC236}">
                <a16:creationId xmlns:a16="http://schemas.microsoft.com/office/drawing/2014/main" id="{42410658-7CBE-BC43-89AF-5D416F5D6C73}"/>
              </a:ext>
            </a:extLst>
          </p:cNvPr>
          <p:cNvGraphicFramePr>
            <a:graphicFrameLocks noGrp="1"/>
          </p:cNvGraphicFramePr>
          <p:nvPr>
            <p:extLst>
              <p:ext uri="{D42A27DB-BD31-4B8C-83A1-F6EECF244321}">
                <p14:modId xmlns:p14="http://schemas.microsoft.com/office/powerpoint/2010/main" val="3262790105"/>
              </p:ext>
            </p:extLst>
          </p:nvPr>
        </p:nvGraphicFramePr>
        <p:xfrm>
          <a:off x="2189604" y="3145424"/>
          <a:ext cx="2259029" cy="1483360"/>
        </p:xfrm>
        <a:graphic>
          <a:graphicData uri="http://schemas.openxmlformats.org/drawingml/2006/table">
            <a:tbl>
              <a:tblPr firstRow="1" bandRow="1">
                <a:tableStyleId>{2D5ABB26-0587-4C30-8999-92F81FD0307C}</a:tableStyleId>
              </a:tblPr>
              <a:tblGrid>
                <a:gridCol w="487542">
                  <a:extLst>
                    <a:ext uri="{9D8B030D-6E8A-4147-A177-3AD203B41FA5}">
                      <a16:colId xmlns:a16="http://schemas.microsoft.com/office/drawing/2014/main" val="651121461"/>
                    </a:ext>
                  </a:extLst>
                </a:gridCol>
                <a:gridCol w="581493">
                  <a:extLst>
                    <a:ext uri="{9D8B030D-6E8A-4147-A177-3AD203B41FA5}">
                      <a16:colId xmlns:a16="http://schemas.microsoft.com/office/drawing/2014/main" val="2817195779"/>
                    </a:ext>
                  </a:extLst>
                </a:gridCol>
                <a:gridCol w="659334">
                  <a:extLst>
                    <a:ext uri="{9D8B030D-6E8A-4147-A177-3AD203B41FA5}">
                      <a16:colId xmlns:a16="http://schemas.microsoft.com/office/drawing/2014/main" val="2468378381"/>
                    </a:ext>
                  </a:extLst>
                </a:gridCol>
                <a:gridCol w="530660">
                  <a:extLst>
                    <a:ext uri="{9D8B030D-6E8A-4147-A177-3AD203B41FA5}">
                      <a16:colId xmlns:a16="http://schemas.microsoft.com/office/drawing/2014/main" val="1404038700"/>
                    </a:ext>
                  </a:extLst>
                </a:gridCol>
              </a:tblGrid>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7595261"/>
                  </a:ext>
                </a:extLst>
              </a:tr>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749569"/>
                  </a:ext>
                </a:extLst>
              </a:tr>
              <a:tr h="370840">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930175"/>
                  </a:ext>
                </a:extLst>
              </a:tr>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280373"/>
                  </a:ext>
                </a:extLst>
              </a:tr>
            </a:tbl>
          </a:graphicData>
        </a:graphic>
      </p:graphicFrame>
      <p:sp>
        <p:nvSpPr>
          <p:cNvPr id="20" name="TextBox 19">
            <a:extLst>
              <a:ext uri="{FF2B5EF4-FFF2-40B4-BE49-F238E27FC236}">
                <a16:creationId xmlns:a16="http://schemas.microsoft.com/office/drawing/2014/main" id="{E91F7D6D-0738-9040-B873-8D95270E3F84}"/>
              </a:ext>
            </a:extLst>
          </p:cNvPr>
          <p:cNvSpPr txBox="1"/>
          <p:nvPr/>
        </p:nvSpPr>
        <p:spPr>
          <a:xfrm>
            <a:off x="1524000" y="3462453"/>
            <a:ext cx="944792" cy="369332"/>
          </a:xfrm>
          <a:prstGeom prst="rect">
            <a:avLst/>
          </a:prstGeom>
          <a:noFill/>
        </p:spPr>
        <p:txBody>
          <a:bodyPr wrap="square" rtlCol="0">
            <a:spAutoFit/>
          </a:bodyPr>
          <a:lstStyle/>
          <a:p>
            <a:r>
              <a:rPr lang="en-US"/>
              <a:t>G2 = </a:t>
            </a:r>
          </a:p>
        </p:txBody>
      </p:sp>
      <p:graphicFrame>
        <p:nvGraphicFramePr>
          <p:cNvPr id="33" name="Table 32">
            <a:extLst>
              <a:ext uri="{FF2B5EF4-FFF2-40B4-BE49-F238E27FC236}">
                <a16:creationId xmlns:a16="http://schemas.microsoft.com/office/drawing/2014/main" id="{8B8C50F8-9ABD-F741-B8D4-C338FCCF0D25}"/>
              </a:ext>
            </a:extLst>
          </p:cNvPr>
          <p:cNvGraphicFramePr>
            <a:graphicFrameLocks noGrp="1"/>
          </p:cNvGraphicFramePr>
          <p:nvPr>
            <p:extLst>
              <p:ext uri="{D42A27DB-BD31-4B8C-83A1-F6EECF244321}">
                <p14:modId xmlns:p14="http://schemas.microsoft.com/office/powerpoint/2010/main" val="941333463"/>
              </p:ext>
            </p:extLst>
          </p:nvPr>
        </p:nvGraphicFramePr>
        <p:xfrm>
          <a:off x="1309392" y="4813753"/>
          <a:ext cx="2024366" cy="1854200"/>
        </p:xfrm>
        <a:graphic>
          <a:graphicData uri="http://schemas.openxmlformats.org/drawingml/2006/table">
            <a:tbl>
              <a:tblPr firstRow="1" bandRow="1">
                <a:tableStyleId>{2D5ABB26-0587-4C30-8999-92F81FD0307C}</a:tableStyleId>
              </a:tblPr>
              <a:tblGrid>
                <a:gridCol w="351155">
                  <a:extLst>
                    <a:ext uri="{9D8B030D-6E8A-4147-A177-3AD203B41FA5}">
                      <a16:colId xmlns:a16="http://schemas.microsoft.com/office/drawing/2014/main" val="651121461"/>
                    </a:ext>
                  </a:extLst>
                </a:gridCol>
                <a:gridCol w="460739">
                  <a:extLst>
                    <a:ext uri="{9D8B030D-6E8A-4147-A177-3AD203B41FA5}">
                      <a16:colId xmlns:a16="http://schemas.microsoft.com/office/drawing/2014/main" val="2817195779"/>
                    </a:ext>
                  </a:extLst>
                </a:gridCol>
                <a:gridCol w="448235">
                  <a:extLst>
                    <a:ext uri="{9D8B030D-6E8A-4147-A177-3AD203B41FA5}">
                      <a16:colId xmlns:a16="http://schemas.microsoft.com/office/drawing/2014/main" val="2468378381"/>
                    </a:ext>
                  </a:extLst>
                </a:gridCol>
                <a:gridCol w="358589">
                  <a:extLst>
                    <a:ext uri="{9D8B030D-6E8A-4147-A177-3AD203B41FA5}">
                      <a16:colId xmlns:a16="http://schemas.microsoft.com/office/drawing/2014/main" val="1404038700"/>
                    </a:ext>
                  </a:extLst>
                </a:gridCol>
                <a:gridCol w="405648">
                  <a:extLst>
                    <a:ext uri="{9D8B030D-6E8A-4147-A177-3AD203B41FA5}">
                      <a16:colId xmlns:a16="http://schemas.microsoft.com/office/drawing/2014/main" val="266637844"/>
                    </a:ext>
                  </a:extLst>
                </a:gridCol>
              </a:tblGrid>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7595261"/>
                  </a:ext>
                </a:extLst>
              </a:tr>
              <a:tr h="370840">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749569"/>
                  </a:ext>
                </a:extLst>
              </a:tr>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930175"/>
                  </a:ext>
                </a:extLst>
              </a:tr>
              <a:tr h="370840">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280373"/>
                  </a:ext>
                </a:extLst>
              </a:tr>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9729972"/>
                  </a:ext>
                </a:extLst>
              </a:tr>
            </a:tbl>
          </a:graphicData>
        </a:graphic>
      </p:graphicFrame>
      <p:sp>
        <p:nvSpPr>
          <p:cNvPr id="34" name="TextBox 33">
            <a:extLst>
              <a:ext uri="{FF2B5EF4-FFF2-40B4-BE49-F238E27FC236}">
                <a16:creationId xmlns:a16="http://schemas.microsoft.com/office/drawing/2014/main" id="{4744DF98-C1DD-E948-AA7C-11F18F7D9AC1}"/>
              </a:ext>
            </a:extLst>
          </p:cNvPr>
          <p:cNvSpPr txBox="1"/>
          <p:nvPr/>
        </p:nvSpPr>
        <p:spPr>
          <a:xfrm>
            <a:off x="616612" y="5556187"/>
            <a:ext cx="944792" cy="369332"/>
          </a:xfrm>
          <a:prstGeom prst="rect">
            <a:avLst/>
          </a:prstGeom>
          <a:noFill/>
        </p:spPr>
        <p:txBody>
          <a:bodyPr wrap="square" rtlCol="0">
            <a:spAutoFit/>
          </a:bodyPr>
          <a:lstStyle/>
          <a:p>
            <a:r>
              <a:rPr lang="en-US"/>
              <a:t>G3 = </a:t>
            </a:r>
          </a:p>
        </p:txBody>
      </p:sp>
      <p:sp>
        <p:nvSpPr>
          <p:cNvPr id="48" name="Oval 47">
            <a:extLst>
              <a:ext uri="{FF2B5EF4-FFF2-40B4-BE49-F238E27FC236}">
                <a16:creationId xmlns:a16="http://schemas.microsoft.com/office/drawing/2014/main" id="{0832400A-42B8-E34F-B32E-A8504B2A2A94}"/>
              </a:ext>
            </a:extLst>
          </p:cNvPr>
          <p:cNvSpPr/>
          <p:nvPr/>
        </p:nvSpPr>
        <p:spPr>
          <a:xfrm>
            <a:off x="6343057" y="4386994"/>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49" name="Oval 48">
            <a:extLst>
              <a:ext uri="{FF2B5EF4-FFF2-40B4-BE49-F238E27FC236}">
                <a16:creationId xmlns:a16="http://schemas.microsoft.com/office/drawing/2014/main" id="{B102A87F-7066-D94B-981C-5B7DABD4762C}"/>
              </a:ext>
            </a:extLst>
          </p:cNvPr>
          <p:cNvSpPr/>
          <p:nvPr/>
        </p:nvSpPr>
        <p:spPr>
          <a:xfrm>
            <a:off x="5321080" y="5038972"/>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sp>
        <p:nvSpPr>
          <p:cNvPr id="50" name="Oval 49">
            <a:extLst>
              <a:ext uri="{FF2B5EF4-FFF2-40B4-BE49-F238E27FC236}">
                <a16:creationId xmlns:a16="http://schemas.microsoft.com/office/drawing/2014/main" id="{8182FEBE-6065-7349-BEFD-14DAFA54C7C5}"/>
              </a:ext>
            </a:extLst>
          </p:cNvPr>
          <p:cNvSpPr/>
          <p:nvPr/>
        </p:nvSpPr>
        <p:spPr>
          <a:xfrm>
            <a:off x="7278796" y="5003023"/>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cxnSp>
        <p:nvCxnSpPr>
          <p:cNvPr id="51" name="Straight Arrow Connector 50">
            <a:extLst>
              <a:ext uri="{FF2B5EF4-FFF2-40B4-BE49-F238E27FC236}">
                <a16:creationId xmlns:a16="http://schemas.microsoft.com/office/drawing/2014/main" id="{66DC7EA3-99CD-8241-A400-72C30889BB7D}"/>
              </a:ext>
            </a:extLst>
          </p:cNvPr>
          <p:cNvCxnSpPr>
            <a:cxnSpLocks/>
            <a:stCxn id="49" idx="0"/>
            <a:endCxn id="48" idx="2"/>
          </p:cNvCxnSpPr>
          <p:nvPr/>
        </p:nvCxnSpPr>
        <p:spPr>
          <a:xfrm flipV="1">
            <a:off x="5598986" y="4629041"/>
            <a:ext cx="744071" cy="40993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D3710593-BBF3-1943-8811-83C080E80868}"/>
              </a:ext>
            </a:extLst>
          </p:cNvPr>
          <p:cNvCxnSpPr>
            <a:cxnSpLocks/>
            <a:stCxn id="48" idx="4"/>
            <a:endCxn id="54" idx="0"/>
          </p:cNvCxnSpPr>
          <p:nvPr/>
        </p:nvCxnSpPr>
        <p:spPr>
          <a:xfrm flipH="1">
            <a:off x="6248927" y="4871088"/>
            <a:ext cx="372036" cy="1199117"/>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2AE2EA7C-A2ED-7F43-84B3-C0F06DE559BE}"/>
              </a:ext>
            </a:extLst>
          </p:cNvPr>
          <p:cNvCxnSpPr>
            <a:cxnSpLocks/>
            <a:stCxn id="49" idx="6"/>
            <a:endCxn id="50" idx="2"/>
          </p:cNvCxnSpPr>
          <p:nvPr/>
        </p:nvCxnSpPr>
        <p:spPr>
          <a:xfrm flipV="1">
            <a:off x="5876892" y="5245070"/>
            <a:ext cx="1401904" cy="3594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116F34B5-4068-7445-975D-C29ED5F07E5B}"/>
              </a:ext>
            </a:extLst>
          </p:cNvPr>
          <p:cNvSpPr/>
          <p:nvPr/>
        </p:nvSpPr>
        <p:spPr>
          <a:xfrm>
            <a:off x="5971021" y="6070205"/>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sp>
        <p:nvSpPr>
          <p:cNvPr id="55" name="Oval 54">
            <a:extLst>
              <a:ext uri="{FF2B5EF4-FFF2-40B4-BE49-F238E27FC236}">
                <a16:creationId xmlns:a16="http://schemas.microsoft.com/office/drawing/2014/main" id="{0071F7AF-016D-4D49-82C0-0810993C123B}"/>
              </a:ext>
            </a:extLst>
          </p:cNvPr>
          <p:cNvSpPr/>
          <p:nvPr/>
        </p:nvSpPr>
        <p:spPr>
          <a:xfrm>
            <a:off x="6965746" y="6028934"/>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5</a:t>
            </a:r>
          </a:p>
        </p:txBody>
      </p:sp>
      <p:cxnSp>
        <p:nvCxnSpPr>
          <p:cNvPr id="56" name="Straight Connector 55">
            <a:extLst>
              <a:ext uri="{FF2B5EF4-FFF2-40B4-BE49-F238E27FC236}">
                <a16:creationId xmlns:a16="http://schemas.microsoft.com/office/drawing/2014/main" id="{260246E3-F9E1-2648-8C6E-4AA79D2EF398}"/>
              </a:ext>
            </a:extLst>
          </p:cNvPr>
          <p:cNvCxnSpPr>
            <a:stCxn id="49" idx="4"/>
            <a:endCxn id="54" idx="1"/>
          </p:cNvCxnSpPr>
          <p:nvPr/>
        </p:nvCxnSpPr>
        <p:spPr>
          <a:xfrm>
            <a:off x="5598986" y="5523066"/>
            <a:ext cx="453432" cy="618033"/>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F0D2665B-E4B9-D340-BBDA-D44E4C382B36}"/>
              </a:ext>
            </a:extLst>
          </p:cNvPr>
          <p:cNvCxnSpPr>
            <a:stCxn id="54" idx="6"/>
            <a:endCxn id="55" idx="2"/>
          </p:cNvCxnSpPr>
          <p:nvPr/>
        </p:nvCxnSpPr>
        <p:spPr>
          <a:xfrm flipV="1">
            <a:off x="6526833" y="6270981"/>
            <a:ext cx="438913" cy="41271"/>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C73BD16-1739-D44C-810F-543BFFD8D46A}"/>
              </a:ext>
            </a:extLst>
          </p:cNvPr>
          <p:cNvCxnSpPr>
            <a:cxnSpLocks/>
            <a:stCxn id="55" idx="7"/>
            <a:endCxn id="50" idx="4"/>
          </p:cNvCxnSpPr>
          <p:nvPr/>
        </p:nvCxnSpPr>
        <p:spPr>
          <a:xfrm flipV="1">
            <a:off x="7440161" y="5487117"/>
            <a:ext cx="116541" cy="61271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9825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99F8D6B-2E26-4ECD-967A-23A6819B2CA7}"/>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C242DA81-350D-4AA4-913A-91CDB618FB1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1ED665F-81EA-4AA9-822C-F58831DE1D0F}"/>
              </a:ext>
            </a:extLst>
          </p:cNvPr>
          <p:cNvSpPr>
            <a:spLocks noGrp="1"/>
          </p:cNvSpPr>
          <p:nvPr>
            <p:ph type="sldNum" sz="quarter" idx="12"/>
          </p:nvPr>
        </p:nvSpPr>
        <p:spPr/>
        <p:txBody>
          <a:bodyPr/>
          <a:lstStyle/>
          <a:p>
            <a:fld id="{BA7BC09B-FE30-A349-B1D2-5A364F511F98}" type="slidenum">
              <a:rPr lang="en-US" smtClean="0"/>
              <a:t>11</a:t>
            </a:fld>
            <a:endParaRPr lang="en-US"/>
          </a:p>
        </p:txBody>
      </p:sp>
      <p:sp>
        <p:nvSpPr>
          <p:cNvPr id="2" name="Tiêu đề 1">
            <a:extLst>
              <a:ext uri="{FF2B5EF4-FFF2-40B4-BE49-F238E27FC236}">
                <a16:creationId xmlns:a16="http://schemas.microsoft.com/office/drawing/2014/main" id="{141D7A45-CB76-8841-E49C-44ABE7A0EFD5}"/>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5B0ADBC3-363B-8AB7-63C2-0AFAE5531A9D}"/>
              </a:ext>
            </a:extLst>
          </p:cNvPr>
          <p:cNvSpPr>
            <a:spLocks noGrp="1"/>
          </p:cNvSpPr>
          <p:nvPr>
            <p:ph sz="quarter" idx="13"/>
          </p:nvPr>
        </p:nvSpPr>
        <p:spPr/>
        <p:txBody>
          <a:bodyPr/>
          <a:lstStyle/>
          <a:p>
            <a:endParaRPr lang="vi-VN"/>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74A48560-C4D7-4D8E-852C-6A9CEF6B99C6}"/>
                  </a:ext>
                </a:extLst>
              </p14:cNvPr>
              <p14:cNvContentPartPr/>
              <p14:nvPr/>
            </p14:nvContentPartPr>
            <p14:xfrm>
              <a:off x="1639837" y="472649"/>
              <a:ext cx="4728240" cy="3723840"/>
            </p14:xfrm>
          </p:contentPart>
        </mc:Choice>
        <mc:Fallback xmlns="">
          <p:pic>
            <p:nvPicPr>
              <p:cNvPr id="8" name="Ink 7">
                <a:extLst>
                  <a:ext uri="{FF2B5EF4-FFF2-40B4-BE49-F238E27FC236}">
                    <a16:creationId xmlns:a16="http://schemas.microsoft.com/office/drawing/2014/main" id="{74A48560-C4D7-4D8E-852C-6A9CEF6B99C6}"/>
                  </a:ext>
                </a:extLst>
              </p:cNvPr>
              <p:cNvPicPr/>
              <p:nvPr/>
            </p:nvPicPr>
            <p:blipFill>
              <a:blip r:embed="rId4"/>
              <a:stretch>
                <a:fillRect/>
              </a:stretch>
            </p:blipFill>
            <p:spPr>
              <a:xfrm>
                <a:off x="1630477" y="463289"/>
                <a:ext cx="4746960" cy="3742560"/>
              </a:xfrm>
              <a:prstGeom prst="rect">
                <a:avLst/>
              </a:prstGeom>
            </p:spPr>
          </p:pic>
        </mc:Fallback>
      </mc:AlternateContent>
      <p:grpSp>
        <p:nvGrpSpPr>
          <p:cNvPr id="44" name="Group 43">
            <a:extLst>
              <a:ext uri="{FF2B5EF4-FFF2-40B4-BE49-F238E27FC236}">
                <a16:creationId xmlns:a16="http://schemas.microsoft.com/office/drawing/2014/main" id="{60A68C2E-6836-45CF-A951-80795FDA1CB8}"/>
              </a:ext>
            </a:extLst>
          </p:cNvPr>
          <p:cNvGrpSpPr/>
          <p:nvPr/>
        </p:nvGrpSpPr>
        <p:grpSpPr>
          <a:xfrm>
            <a:off x="304237" y="5360698"/>
            <a:ext cx="413280" cy="460080"/>
            <a:chOff x="304237" y="5360698"/>
            <a:chExt cx="413280" cy="46008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AA167AA3-B318-48D6-A186-8B839672CAA0}"/>
                    </a:ext>
                  </a:extLst>
                </p14:cNvPr>
                <p14:cNvContentPartPr/>
                <p14:nvPr/>
              </p14:nvContentPartPr>
              <p14:xfrm>
                <a:off x="304237" y="5554738"/>
                <a:ext cx="191520" cy="41040"/>
              </p14:xfrm>
            </p:contentPart>
          </mc:Choice>
          <mc:Fallback xmlns="">
            <p:pic>
              <p:nvPicPr>
                <p:cNvPr id="9" name="Ink 8">
                  <a:extLst>
                    <a:ext uri="{FF2B5EF4-FFF2-40B4-BE49-F238E27FC236}">
                      <a16:creationId xmlns:a16="http://schemas.microsoft.com/office/drawing/2014/main" id="{AA167AA3-B318-48D6-A186-8B839672CAA0}"/>
                    </a:ext>
                  </a:extLst>
                </p:cNvPr>
                <p:cNvPicPr/>
                <p:nvPr/>
              </p:nvPicPr>
              <p:blipFill>
                <a:blip r:embed="rId6"/>
                <a:stretch>
                  <a:fillRect/>
                </a:stretch>
              </p:blipFill>
              <p:spPr>
                <a:xfrm>
                  <a:off x="295237" y="5545738"/>
                  <a:ext cx="209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5A7F6646-5C25-4A41-B2BA-F18C612DBB27}"/>
                    </a:ext>
                  </a:extLst>
                </p14:cNvPr>
                <p14:cNvContentPartPr/>
                <p14:nvPr/>
              </p14:nvContentPartPr>
              <p14:xfrm>
                <a:off x="333037" y="5604418"/>
                <a:ext cx="247320" cy="83520"/>
              </p14:xfrm>
            </p:contentPart>
          </mc:Choice>
          <mc:Fallback xmlns="">
            <p:pic>
              <p:nvPicPr>
                <p:cNvPr id="10" name="Ink 9">
                  <a:extLst>
                    <a:ext uri="{FF2B5EF4-FFF2-40B4-BE49-F238E27FC236}">
                      <a16:creationId xmlns:a16="http://schemas.microsoft.com/office/drawing/2014/main" id="{5A7F6646-5C25-4A41-B2BA-F18C612DBB27}"/>
                    </a:ext>
                  </a:extLst>
                </p:cNvPr>
                <p:cNvPicPr/>
                <p:nvPr/>
              </p:nvPicPr>
              <p:blipFill>
                <a:blip r:embed="rId8"/>
                <a:stretch>
                  <a:fillRect/>
                </a:stretch>
              </p:blipFill>
              <p:spPr>
                <a:xfrm>
                  <a:off x="324050" y="5595379"/>
                  <a:ext cx="264934" cy="10123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79067701-F027-4725-BA88-41E4831472A5}"/>
                    </a:ext>
                  </a:extLst>
                </p14:cNvPr>
                <p14:cNvContentPartPr/>
                <p14:nvPr/>
              </p14:nvContentPartPr>
              <p14:xfrm>
                <a:off x="570997" y="5360698"/>
                <a:ext cx="146520" cy="460080"/>
              </p14:xfrm>
            </p:contentPart>
          </mc:Choice>
          <mc:Fallback xmlns="">
            <p:pic>
              <p:nvPicPr>
                <p:cNvPr id="11" name="Ink 10">
                  <a:extLst>
                    <a:ext uri="{FF2B5EF4-FFF2-40B4-BE49-F238E27FC236}">
                      <a16:creationId xmlns:a16="http://schemas.microsoft.com/office/drawing/2014/main" id="{79067701-F027-4725-BA88-41E4831472A5}"/>
                    </a:ext>
                  </a:extLst>
                </p:cNvPr>
                <p:cNvPicPr/>
                <p:nvPr/>
              </p:nvPicPr>
              <p:blipFill>
                <a:blip r:embed="rId10"/>
                <a:stretch>
                  <a:fillRect/>
                </a:stretch>
              </p:blipFill>
              <p:spPr>
                <a:xfrm>
                  <a:off x="561975" y="5351698"/>
                  <a:ext cx="164203" cy="477720"/>
                </a:xfrm>
                <a:prstGeom prst="rect">
                  <a:avLst/>
                </a:prstGeom>
              </p:spPr>
            </p:pic>
          </mc:Fallback>
        </mc:AlternateContent>
      </p:grpSp>
      <p:grpSp>
        <p:nvGrpSpPr>
          <p:cNvPr id="43" name="Group 42">
            <a:extLst>
              <a:ext uri="{FF2B5EF4-FFF2-40B4-BE49-F238E27FC236}">
                <a16:creationId xmlns:a16="http://schemas.microsoft.com/office/drawing/2014/main" id="{70E8A6ED-A982-4B4E-B119-F05376032337}"/>
              </a:ext>
            </a:extLst>
          </p:cNvPr>
          <p:cNvGrpSpPr/>
          <p:nvPr/>
        </p:nvGrpSpPr>
        <p:grpSpPr>
          <a:xfrm>
            <a:off x="995437" y="5273578"/>
            <a:ext cx="644400" cy="515520"/>
            <a:chOff x="995437" y="5273578"/>
            <a:chExt cx="644400" cy="515520"/>
          </a:xfrm>
        </p:grpSpPr>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A43EAD8B-6076-4EE9-9EC4-A0F598280911}"/>
                    </a:ext>
                  </a:extLst>
                </p14:cNvPr>
                <p14:cNvContentPartPr/>
                <p14:nvPr/>
              </p14:nvContentPartPr>
              <p14:xfrm>
                <a:off x="997237" y="5385538"/>
                <a:ext cx="50760" cy="290880"/>
              </p14:xfrm>
            </p:contentPart>
          </mc:Choice>
          <mc:Fallback xmlns="">
            <p:pic>
              <p:nvPicPr>
                <p:cNvPr id="12" name="Ink 11">
                  <a:extLst>
                    <a:ext uri="{FF2B5EF4-FFF2-40B4-BE49-F238E27FC236}">
                      <a16:creationId xmlns:a16="http://schemas.microsoft.com/office/drawing/2014/main" id="{A43EAD8B-6076-4EE9-9EC4-A0F598280911}"/>
                    </a:ext>
                  </a:extLst>
                </p:cNvPr>
                <p:cNvPicPr/>
                <p:nvPr/>
              </p:nvPicPr>
              <p:blipFill>
                <a:blip r:embed="rId12"/>
                <a:stretch>
                  <a:fillRect/>
                </a:stretch>
              </p:blipFill>
              <p:spPr>
                <a:xfrm>
                  <a:off x="988237" y="5376538"/>
                  <a:ext cx="6840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EE7F7D2B-CCE1-46F3-9CBD-3B2515E247A7}"/>
                    </a:ext>
                  </a:extLst>
                </p14:cNvPr>
                <p14:cNvContentPartPr/>
                <p14:nvPr/>
              </p14:nvContentPartPr>
              <p14:xfrm>
                <a:off x="995437" y="5273578"/>
                <a:ext cx="168120" cy="426240"/>
              </p14:xfrm>
            </p:contentPart>
          </mc:Choice>
          <mc:Fallback xmlns="">
            <p:pic>
              <p:nvPicPr>
                <p:cNvPr id="13" name="Ink 12">
                  <a:extLst>
                    <a:ext uri="{FF2B5EF4-FFF2-40B4-BE49-F238E27FC236}">
                      <a16:creationId xmlns:a16="http://schemas.microsoft.com/office/drawing/2014/main" id="{EE7F7D2B-CCE1-46F3-9CBD-3B2515E247A7}"/>
                    </a:ext>
                  </a:extLst>
                </p:cNvPr>
                <p:cNvPicPr/>
                <p:nvPr/>
              </p:nvPicPr>
              <p:blipFill>
                <a:blip r:embed="rId14"/>
                <a:stretch>
                  <a:fillRect/>
                </a:stretch>
              </p:blipFill>
              <p:spPr>
                <a:xfrm>
                  <a:off x="986437" y="5264570"/>
                  <a:ext cx="185760" cy="443895"/>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154FEE5D-F8A2-4EF2-B95F-22DB4CA2EBF1}"/>
                    </a:ext>
                  </a:extLst>
                </p14:cNvPr>
                <p14:cNvContentPartPr/>
                <p14:nvPr/>
              </p14:nvContentPartPr>
              <p14:xfrm>
                <a:off x="1205677" y="5536738"/>
                <a:ext cx="333000" cy="252360"/>
              </p14:xfrm>
            </p:contentPart>
          </mc:Choice>
          <mc:Fallback xmlns="">
            <p:pic>
              <p:nvPicPr>
                <p:cNvPr id="14" name="Ink 13">
                  <a:extLst>
                    <a:ext uri="{FF2B5EF4-FFF2-40B4-BE49-F238E27FC236}">
                      <a16:creationId xmlns:a16="http://schemas.microsoft.com/office/drawing/2014/main" id="{154FEE5D-F8A2-4EF2-B95F-22DB4CA2EBF1}"/>
                    </a:ext>
                  </a:extLst>
                </p:cNvPr>
                <p:cNvPicPr/>
                <p:nvPr/>
              </p:nvPicPr>
              <p:blipFill>
                <a:blip r:embed="rId16"/>
                <a:stretch>
                  <a:fillRect/>
                </a:stretch>
              </p:blipFill>
              <p:spPr>
                <a:xfrm>
                  <a:off x="1196677" y="5527738"/>
                  <a:ext cx="3506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5CF002D3-BBCF-480C-B92F-F4C4ECE80644}"/>
                    </a:ext>
                  </a:extLst>
                </p14:cNvPr>
                <p14:cNvContentPartPr/>
                <p14:nvPr/>
              </p14:nvContentPartPr>
              <p14:xfrm>
                <a:off x="1348597" y="5376898"/>
                <a:ext cx="291240" cy="106920"/>
              </p14:xfrm>
            </p:contentPart>
          </mc:Choice>
          <mc:Fallback xmlns="">
            <p:pic>
              <p:nvPicPr>
                <p:cNvPr id="15" name="Ink 14">
                  <a:extLst>
                    <a:ext uri="{FF2B5EF4-FFF2-40B4-BE49-F238E27FC236}">
                      <a16:creationId xmlns:a16="http://schemas.microsoft.com/office/drawing/2014/main" id="{5CF002D3-BBCF-480C-B92F-F4C4ECE80644}"/>
                    </a:ext>
                  </a:extLst>
                </p:cNvPr>
                <p:cNvPicPr/>
                <p:nvPr/>
              </p:nvPicPr>
              <p:blipFill>
                <a:blip r:embed="rId18"/>
                <a:stretch>
                  <a:fillRect/>
                </a:stretch>
              </p:blipFill>
              <p:spPr>
                <a:xfrm>
                  <a:off x="1339597" y="5367898"/>
                  <a:ext cx="308880" cy="124560"/>
                </a:xfrm>
                <a:prstGeom prst="rect">
                  <a:avLst/>
                </a:prstGeom>
              </p:spPr>
            </p:pic>
          </mc:Fallback>
        </mc:AlternateContent>
      </p:grpSp>
      <p:grpSp>
        <p:nvGrpSpPr>
          <p:cNvPr id="42" name="Group 41">
            <a:extLst>
              <a:ext uri="{FF2B5EF4-FFF2-40B4-BE49-F238E27FC236}">
                <a16:creationId xmlns:a16="http://schemas.microsoft.com/office/drawing/2014/main" id="{A61D7EBA-AE57-4DAB-AAEC-667E44A68905}"/>
              </a:ext>
            </a:extLst>
          </p:cNvPr>
          <p:cNvGrpSpPr/>
          <p:nvPr/>
        </p:nvGrpSpPr>
        <p:grpSpPr>
          <a:xfrm>
            <a:off x="1870237" y="5343778"/>
            <a:ext cx="500400" cy="635760"/>
            <a:chOff x="1870237" y="5343778"/>
            <a:chExt cx="500400" cy="635760"/>
          </a:xfrm>
        </p:grpSpPr>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23E8E854-B12F-4B92-9B32-43CCF63D7068}"/>
                    </a:ext>
                  </a:extLst>
                </p14:cNvPr>
                <p14:cNvContentPartPr/>
                <p14:nvPr/>
              </p14:nvContentPartPr>
              <p14:xfrm>
                <a:off x="1973557" y="5343778"/>
                <a:ext cx="90000" cy="330120"/>
              </p14:xfrm>
            </p:contentPart>
          </mc:Choice>
          <mc:Fallback xmlns="">
            <p:pic>
              <p:nvPicPr>
                <p:cNvPr id="16" name="Ink 15">
                  <a:extLst>
                    <a:ext uri="{FF2B5EF4-FFF2-40B4-BE49-F238E27FC236}">
                      <a16:creationId xmlns:a16="http://schemas.microsoft.com/office/drawing/2014/main" id="{23E8E854-B12F-4B92-9B32-43CCF63D7068}"/>
                    </a:ext>
                  </a:extLst>
                </p:cNvPr>
                <p:cNvPicPr/>
                <p:nvPr/>
              </p:nvPicPr>
              <p:blipFill>
                <a:blip r:embed="rId20"/>
                <a:stretch>
                  <a:fillRect/>
                </a:stretch>
              </p:blipFill>
              <p:spPr>
                <a:xfrm>
                  <a:off x="1964557" y="5334778"/>
                  <a:ext cx="10764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22A3F5C2-777F-4753-9D3B-C5517B1D3E44}"/>
                    </a:ext>
                  </a:extLst>
                </p14:cNvPr>
                <p14:cNvContentPartPr/>
                <p14:nvPr/>
              </p14:nvContentPartPr>
              <p14:xfrm>
                <a:off x="1870237" y="5565538"/>
                <a:ext cx="500400" cy="361080"/>
              </p14:xfrm>
            </p:contentPart>
          </mc:Choice>
          <mc:Fallback xmlns="">
            <p:pic>
              <p:nvPicPr>
                <p:cNvPr id="17" name="Ink 16">
                  <a:extLst>
                    <a:ext uri="{FF2B5EF4-FFF2-40B4-BE49-F238E27FC236}">
                      <a16:creationId xmlns:a16="http://schemas.microsoft.com/office/drawing/2014/main" id="{22A3F5C2-777F-4753-9D3B-C5517B1D3E44}"/>
                    </a:ext>
                  </a:extLst>
                </p:cNvPr>
                <p:cNvPicPr/>
                <p:nvPr/>
              </p:nvPicPr>
              <p:blipFill>
                <a:blip r:embed="rId22"/>
                <a:stretch>
                  <a:fillRect/>
                </a:stretch>
              </p:blipFill>
              <p:spPr>
                <a:xfrm>
                  <a:off x="1861237" y="5556538"/>
                  <a:ext cx="51804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31E4B487-CB09-4D86-871F-08F3AC0BCBC6}"/>
                    </a:ext>
                  </a:extLst>
                </p14:cNvPr>
                <p14:cNvContentPartPr/>
                <p14:nvPr/>
              </p14:nvContentPartPr>
              <p14:xfrm>
                <a:off x="1974277" y="5469058"/>
                <a:ext cx="143640" cy="510480"/>
              </p14:xfrm>
            </p:contentPart>
          </mc:Choice>
          <mc:Fallback xmlns="">
            <p:pic>
              <p:nvPicPr>
                <p:cNvPr id="18" name="Ink 17">
                  <a:extLst>
                    <a:ext uri="{FF2B5EF4-FFF2-40B4-BE49-F238E27FC236}">
                      <a16:creationId xmlns:a16="http://schemas.microsoft.com/office/drawing/2014/main" id="{31E4B487-CB09-4D86-871F-08F3AC0BCBC6}"/>
                    </a:ext>
                  </a:extLst>
                </p:cNvPr>
                <p:cNvPicPr/>
                <p:nvPr/>
              </p:nvPicPr>
              <p:blipFill>
                <a:blip r:embed="rId24"/>
                <a:stretch>
                  <a:fillRect/>
                </a:stretch>
              </p:blipFill>
              <p:spPr>
                <a:xfrm>
                  <a:off x="1965299" y="5460058"/>
                  <a:ext cx="161236" cy="528120"/>
                </a:xfrm>
                <a:prstGeom prst="rect">
                  <a:avLst/>
                </a:prstGeom>
              </p:spPr>
            </p:pic>
          </mc:Fallback>
        </mc:AlternateContent>
      </p:grpSp>
      <p:grpSp>
        <p:nvGrpSpPr>
          <p:cNvPr id="41" name="Group 40">
            <a:extLst>
              <a:ext uri="{FF2B5EF4-FFF2-40B4-BE49-F238E27FC236}">
                <a16:creationId xmlns:a16="http://schemas.microsoft.com/office/drawing/2014/main" id="{6EA8134C-67D5-48EC-9029-987593E52A24}"/>
              </a:ext>
            </a:extLst>
          </p:cNvPr>
          <p:cNvGrpSpPr/>
          <p:nvPr/>
        </p:nvGrpSpPr>
        <p:grpSpPr>
          <a:xfrm>
            <a:off x="2600317" y="5444218"/>
            <a:ext cx="2488320" cy="529200"/>
            <a:chOff x="2600317" y="5444218"/>
            <a:chExt cx="2488320" cy="529200"/>
          </a:xfrm>
        </p:grpSpPr>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8773DDF3-6030-42EA-844F-E196C9569294}"/>
                    </a:ext>
                  </a:extLst>
                </p14:cNvPr>
                <p14:cNvContentPartPr/>
                <p14:nvPr/>
              </p14:nvContentPartPr>
              <p14:xfrm>
                <a:off x="2600317" y="5515498"/>
                <a:ext cx="172440" cy="300600"/>
              </p14:xfrm>
            </p:contentPart>
          </mc:Choice>
          <mc:Fallback xmlns="">
            <p:pic>
              <p:nvPicPr>
                <p:cNvPr id="19" name="Ink 18">
                  <a:extLst>
                    <a:ext uri="{FF2B5EF4-FFF2-40B4-BE49-F238E27FC236}">
                      <a16:creationId xmlns:a16="http://schemas.microsoft.com/office/drawing/2014/main" id="{8773DDF3-6030-42EA-844F-E196C9569294}"/>
                    </a:ext>
                  </a:extLst>
                </p:cNvPr>
                <p:cNvPicPr/>
                <p:nvPr/>
              </p:nvPicPr>
              <p:blipFill>
                <a:blip r:embed="rId26"/>
                <a:stretch>
                  <a:fillRect/>
                </a:stretch>
              </p:blipFill>
              <p:spPr>
                <a:xfrm>
                  <a:off x="2591336" y="5506498"/>
                  <a:ext cx="190043"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488F1F3E-C06B-4D88-B0A9-98209F597729}"/>
                    </a:ext>
                  </a:extLst>
                </p14:cNvPr>
                <p14:cNvContentPartPr/>
                <p14:nvPr/>
              </p14:nvContentPartPr>
              <p14:xfrm>
                <a:off x="2745757" y="5482378"/>
                <a:ext cx="327960" cy="306720"/>
              </p14:xfrm>
            </p:contentPart>
          </mc:Choice>
          <mc:Fallback xmlns="">
            <p:pic>
              <p:nvPicPr>
                <p:cNvPr id="20" name="Ink 19">
                  <a:extLst>
                    <a:ext uri="{FF2B5EF4-FFF2-40B4-BE49-F238E27FC236}">
                      <a16:creationId xmlns:a16="http://schemas.microsoft.com/office/drawing/2014/main" id="{488F1F3E-C06B-4D88-B0A9-98209F597729}"/>
                    </a:ext>
                  </a:extLst>
                </p:cNvPr>
                <p:cNvPicPr/>
                <p:nvPr/>
              </p:nvPicPr>
              <p:blipFill>
                <a:blip r:embed="rId28"/>
                <a:stretch>
                  <a:fillRect/>
                </a:stretch>
              </p:blipFill>
              <p:spPr>
                <a:xfrm>
                  <a:off x="2736757" y="5473389"/>
                  <a:ext cx="345600" cy="324339"/>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9F96C5E8-40E1-4E44-9958-EE902C61B8A7}"/>
                    </a:ext>
                  </a:extLst>
                </p14:cNvPr>
                <p14:cNvContentPartPr/>
                <p14:nvPr/>
              </p14:nvContentPartPr>
              <p14:xfrm>
                <a:off x="3250477" y="5480218"/>
                <a:ext cx="205560" cy="321840"/>
              </p14:xfrm>
            </p:contentPart>
          </mc:Choice>
          <mc:Fallback xmlns="">
            <p:pic>
              <p:nvPicPr>
                <p:cNvPr id="21" name="Ink 20">
                  <a:extLst>
                    <a:ext uri="{FF2B5EF4-FFF2-40B4-BE49-F238E27FC236}">
                      <a16:creationId xmlns:a16="http://schemas.microsoft.com/office/drawing/2014/main" id="{9F96C5E8-40E1-4E44-9958-EE902C61B8A7}"/>
                    </a:ext>
                  </a:extLst>
                </p:cNvPr>
                <p:cNvPicPr/>
                <p:nvPr/>
              </p:nvPicPr>
              <p:blipFill>
                <a:blip r:embed="rId30"/>
                <a:stretch>
                  <a:fillRect/>
                </a:stretch>
              </p:blipFill>
              <p:spPr>
                <a:xfrm>
                  <a:off x="3241493" y="5471208"/>
                  <a:ext cx="223169" cy="3395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E51443C3-14A4-4077-AE12-5BE3E6A45867}"/>
                    </a:ext>
                  </a:extLst>
                </p14:cNvPr>
                <p14:cNvContentPartPr/>
                <p14:nvPr/>
              </p14:nvContentPartPr>
              <p14:xfrm>
                <a:off x="3380077" y="5455018"/>
                <a:ext cx="317520" cy="340920"/>
              </p14:xfrm>
            </p:contentPart>
          </mc:Choice>
          <mc:Fallback xmlns="">
            <p:pic>
              <p:nvPicPr>
                <p:cNvPr id="22" name="Ink 21">
                  <a:extLst>
                    <a:ext uri="{FF2B5EF4-FFF2-40B4-BE49-F238E27FC236}">
                      <a16:creationId xmlns:a16="http://schemas.microsoft.com/office/drawing/2014/main" id="{E51443C3-14A4-4077-AE12-5BE3E6A45867}"/>
                    </a:ext>
                  </a:extLst>
                </p:cNvPr>
                <p:cNvPicPr/>
                <p:nvPr/>
              </p:nvPicPr>
              <p:blipFill>
                <a:blip r:embed="rId32"/>
                <a:stretch>
                  <a:fillRect/>
                </a:stretch>
              </p:blipFill>
              <p:spPr>
                <a:xfrm>
                  <a:off x="3371077" y="5446008"/>
                  <a:ext cx="335160" cy="358579"/>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521C4370-26A9-4E8B-9250-E4922993745D}"/>
                    </a:ext>
                  </a:extLst>
                </p14:cNvPr>
                <p14:cNvContentPartPr/>
                <p14:nvPr/>
              </p14:nvContentPartPr>
              <p14:xfrm>
                <a:off x="3496357" y="5460418"/>
                <a:ext cx="245520" cy="133920"/>
              </p14:xfrm>
            </p:contentPart>
          </mc:Choice>
          <mc:Fallback xmlns="">
            <p:pic>
              <p:nvPicPr>
                <p:cNvPr id="23" name="Ink 22">
                  <a:extLst>
                    <a:ext uri="{FF2B5EF4-FFF2-40B4-BE49-F238E27FC236}">
                      <a16:creationId xmlns:a16="http://schemas.microsoft.com/office/drawing/2014/main" id="{521C4370-26A9-4E8B-9250-E4922993745D}"/>
                    </a:ext>
                  </a:extLst>
                </p:cNvPr>
                <p:cNvPicPr/>
                <p:nvPr/>
              </p:nvPicPr>
              <p:blipFill>
                <a:blip r:embed="rId34"/>
                <a:stretch>
                  <a:fillRect/>
                </a:stretch>
              </p:blipFill>
              <p:spPr>
                <a:xfrm>
                  <a:off x="3487344" y="5451418"/>
                  <a:ext cx="263186"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F7CFAD6C-6682-4E06-89E6-3A18EB4BBBF0}"/>
                    </a:ext>
                  </a:extLst>
                </p14:cNvPr>
                <p14:cNvContentPartPr/>
                <p14:nvPr/>
              </p14:nvContentPartPr>
              <p14:xfrm>
                <a:off x="3569437" y="5969818"/>
                <a:ext cx="5760" cy="3600"/>
              </p14:xfrm>
            </p:contentPart>
          </mc:Choice>
          <mc:Fallback xmlns="">
            <p:pic>
              <p:nvPicPr>
                <p:cNvPr id="24" name="Ink 23">
                  <a:extLst>
                    <a:ext uri="{FF2B5EF4-FFF2-40B4-BE49-F238E27FC236}">
                      <a16:creationId xmlns:a16="http://schemas.microsoft.com/office/drawing/2014/main" id="{F7CFAD6C-6682-4E06-89E6-3A18EB4BBBF0}"/>
                    </a:ext>
                  </a:extLst>
                </p:cNvPr>
                <p:cNvPicPr/>
                <p:nvPr/>
              </p:nvPicPr>
              <p:blipFill>
                <a:blip r:embed="rId36"/>
                <a:stretch>
                  <a:fillRect/>
                </a:stretch>
              </p:blipFill>
              <p:spPr>
                <a:xfrm>
                  <a:off x="3559837" y="5960818"/>
                  <a:ext cx="24576"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954C2430-D377-4F7D-BF78-927F0CF236CC}"/>
                    </a:ext>
                  </a:extLst>
                </p14:cNvPr>
                <p14:cNvContentPartPr/>
                <p14:nvPr/>
              </p14:nvContentPartPr>
              <p14:xfrm>
                <a:off x="3932677" y="5444218"/>
                <a:ext cx="210240" cy="376200"/>
              </p14:xfrm>
            </p:contentPart>
          </mc:Choice>
          <mc:Fallback xmlns="">
            <p:pic>
              <p:nvPicPr>
                <p:cNvPr id="25" name="Ink 24">
                  <a:extLst>
                    <a:ext uri="{FF2B5EF4-FFF2-40B4-BE49-F238E27FC236}">
                      <a16:creationId xmlns:a16="http://schemas.microsoft.com/office/drawing/2014/main" id="{954C2430-D377-4F7D-BF78-927F0CF236CC}"/>
                    </a:ext>
                  </a:extLst>
                </p:cNvPr>
                <p:cNvPicPr/>
                <p:nvPr/>
              </p:nvPicPr>
              <p:blipFill>
                <a:blip r:embed="rId38"/>
                <a:stretch>
                  <a:fillRect/>
                </a:stretch>
              </p:blipFill>
              <p:spPr>
                <a:xfrm>
                  <a:off x="3923677" y="5435218"/>
                  <a:ext cx="22788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2537958F-F6A3-4B0D-B840-7B0BDB9CBB8A}"/>
                    </a:ext>
                  </a:extLst>
                </p14:cNvPr>
                <p14:cNvContentPartPr/>
                <p14:nvPr/>
              </p14:nvContentPartPr>
              <p14:xfrm>
                <a:off x="3974437" y="5509378"/>
                <a:ext cx="610560" cy="327960"/>
              </p14:xfrm>
            </p:contentPart>
          </mc:Choice>
          <mc:Fallback xmlns="">
            <p:pic>
              <p:nvPicPr>
                <p:cNvPr id="26" name="Ink 25">
                  <a:extLst>
                    <a:ext uri="{FF2B5EF4-FFF2-40B4-BE49-F238E27FC236}">
                      <a16:creationId xmlns:a16="http://schemas.microsoft.com/office/drawing/2014/main" id="{2537958F-F6A3-4B0D-B840-7B0BDB9CBB8A}"/>
                    </a:ext>
                  </a:extLst>
                </p:cNvPr>
                <p:cNvPicPr/>
                <p:nvPr/>
              </p:nvPicPr>
              <p:blipFill>
                <a:blip r:embed="rId40"/>
                <a:stretch>
                  <a:fillRect/>
                </a:stretch>
              </p:blipFill>
              <p:spPr>
                <a:xfrm>
                  <a:off x="3965432" y="5500368"/>
                  <a:ext cx="628210" cy="345619"/>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677A65AE-BD78-4595-91F3-7B0307F12F24}"/>
                    </a:ext>
                  </a:extLst>
                </p14:cNvPr>
                <p14:cNvContentPartPr/>
                <p14:nvPr/>
              </p14:nvContentPartPr>
              <p14:xfrm>
                <a:off x="4436677" y="5553658"/>
                <a:ext cx="651960" cy="248760"/>
              </p14:xfrm>
            </p:contentPart>
          </mc:Choice>
          <mc:Fallback xmlns="">
            <p:pic>
              <p:nvPicPr>
                <p:cNvPr id="27" name="Ink 26">
                  <a:extLst>
                    <a:ext uri="{FF2B5EF4-FFF2-40B4-BE49-F238E27FC236}">
                      <a16:creationId xmlns:a16="http://schemas.microsoft.com/office/drawing/2014/main" id="{677A65AE-BD78-4595-91F3-7B0307F12F24}"/>
                    </a:ext>
                  </a:extLst>
                </p:cNvPr>
                <p:cNvPicPr/>
                <p:nvPr/>
              </p:nvPicPr>
              <p:blipFill>
                <a:blip r:embed="rId42"/>
                <a:stretch>
                  <a:fillRect/>
                </a:stretch>
              </p:blipFill>
              <p:spPr>
                <a:xfrm>
                  <a:off x="4427677" y="5544658"/>
                  <a:ext cx="6696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AEA42021-AAFA-4DAF-99A5-C20FE1B5512B}"/>
                    </a:ext>
                  </a:extLst>
                </p14:cNvPr>
                <p14:cNvContentPartPr/>
                <p14:nvPr/>
              </p14:nvContentPartPr>
              <p14:xfrm>
                <a:off x="5040037" y="5531338"/>
                <a:ext cx="44280" cy="365760"/>
              </p14:xfrm>
            </p:contentPart>
          </mc:Choice>
          <mc:Fallback xmlns="">
            <p:pic>
              <p:nvPicPr>
                <p:cNvPr id="28" name="Ink 27">
                  <a:extLst>
                    <a:ext uri="{FF2B5EF4-FFF2-40B4-BE49-F238E27FC236}">
                      <a16:creationId xmlns:a16="http://schemas.microsoft.com/office/drawing/2014/main" id="{AEA42021-AAFA-4DAF-99A5-C20FE1B5512B}"/>
                    </a:ext>
                  </a:extLst>
                </p:cNvPr>
                <p:cNvPicPr/>
                <p:nvPr/>
              </p:nvPicPr>
              <p:blipFill>
                <a:blip r:embed="rId44"/>
                <a:stretch>
                  <a:fillRect/>
                </a:stretch>
              </p:blipFill>
              <p:spPr>
                <a:xfrm>
                  <a:off x="5031037" y="5522329"/>
                  <a:ext cx="61920" cy="383417"/>
                </a:xfrm>
                <a:prstGeom prst="rect">
                  <a:avLst/>
                </a:prstGeom>
              </p:spPr>
            </p:pic>
          </mc:Fallback>
        </mc:AlternateContent>
      </p:grpSp>
      <p:grpSp>
        <p:nvGrpSpPr>
          <p:cNvPr id="40" name="Group 39">
            <a:extLst>
              <a:ext uri="{FF2B5EF4-FFF2-40B4-BE49-F238E27FC236}">
                <a16:creationId xmlns:a16="http://schemas.microsoft.com/office/drawing/2014/main" id="{362D5AA9-4767-4FE9-B906-E5FC67944ADD}"/>
              </a:ext>
            </a:extLst>
          </p:cNvPr>
          <p:cNvGrpSpPr/>
          <p:nvPr/>
        </p:nvGrpSpPr>
        <p:grpSpPr>
          <a:xfrm>
            <a:off x="5302837" y="5467618"/>
            <a:ext cx="495360" cy="541800"/>
            <a:chOff x="5302837" y="5467618"/>
            <a:chExt cx="495360" cy="541800"/>
          </a:xfrm>
        </p:grpSpPr>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B987DCF7-F02E-4BB3-837D-5AA529163166}"/>
                    </a:ext>
                  </a:extLst>
                </p14:cNvPr>
                <p14:cNvContentPartPr/>
                <p14:nvPr/>
              </p14:nvContentPartPr>
              <p14:xfrm>
                <a:off x="5302837" y="5467618"/>
                <a:ext cx="184680" cy="281160"/>
              </p14:xfrm>
            </p:contentPart>
          </mc:Choice>
          <mc:Fallback xmlns="">
            <p:pic>
              <p:nvPicPr>
                <p:cNvPr id="29" name="Ink 28">
                  <a:extLst>
                    <a:ext uri="{FF2B5EF4-FFF2-40B4-BE49-F238E27FC236}">
                      <a16:creationId xmlns:a16="http://schemas.microsoft.com/office/drawing/2014/main" id="{B987DCF7-F02E-4BB3-837D-5AA529163166}"/>
                    </a:ext>
                  </a:extLst>
                </p:cNvPr>
                <p:cNvPicPr/>
                <p:nvPr/>
              </p:nvPicPr>
              <p:blipFill>
                <a:blip r:embed="rId46"/>
                <a:stretch>
                  <a:fillRect/>
                </a:stretch>
              </p:blipFill>
              <p:spPr>
                <a:xfrm>
                  <a:off x="5293837" y="5458618"/>
                  <a:ext cx="20232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B3C2EA46-533A-42F8-AE5C-F639B1BCDFC8}"/>
                    </a:ext>
                  </a:extLst>
                </p14:cNvPr>
                <p14:cNvContentPartPr/>
                <p14:nvPr/>
              </p14:nvContentPartPr>
              <p14:xfrm>
                <a:off x="5517037" y="5643298"/>
                <a:ext cx="281160" cy="366120"/>
              </p14:xfrm>
            </p:contentPart>
          </mc:Choice>
          <mc:Fallback xmlns="">
            <p:pic>
              <p:nvPicPr>
                <p:cNvPr id="30" name="Ink 29">
                  <a:extLst>
                    <a:ext uri="{FF2B5EF4-FFF2-40B4-BE49-F238E27FC236}">
                      <a16:creationId xmlns:a16="http://schemas.microsoft.com/office/drawing/2014/main" id="{B3C2EA46-533A-42F8-AE5C-F639B1BCDFC8}"/>
                    </a:ext>
                  </a:extLst>
                </p:cNvPr>
                <p:cNvPicPr/>
                <p:nvPr/>
              </p:nvPicPr>
              <p:blipFill>
                <a:blip r:embed="rId48"/>
                <a:stretch>
                  <a:fillRect/>
                </a:stretch>
              </p:blipFill>
              <p:spPr>
                <a:xfrm>
                  <a:off x="5508037" y="5634298"/>
                  <a:ext cx="29880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0745295F-9AE5-43EA-BF85-A5D879FABF00}"/>
                    </a:ext>
                  </a:extLst>
                </p14:cNvPr>
                <p14:cNvContentPartPr/>
                <p14:nvPr/>
              </p14:nvContentPartPr>
              <p14:xfrm>
                <a:off x="5632957" y="5510818"/>
                <a:ext cx="47520" cy="50760"/>
              </p14:xfrm>
            </p:contentPart>
          </mc:Choice>
          <mc:Fallback xmlns="">
            <p:pic>
              <p:nvPicPr>
                <p:cNvPr id="31" name="Ink 30">
                  <a:extLst>
                    <a:ext uri="{FF2B5EF4-FFF2-40B4-BE49-F238E27FC236}">
                      <a16:creationId xmlns:a16="http://schemas.microsoft.com/office/drawing/2014/main" id="{0745295F-9AE5-43EA-BF85-A5D879FABF00}"/>
                    </a:ext>
                  </a:extLst>
                </p:cNvPr>
                <p:cNvPicPr/>
                <p:nvPr/>
              </p:nvPicPr>
              <p:blipFill>
                <a:blip r:embed="rId50"/>
                <a:stretch>
                  <a:fillRect/>
                </a:stretch>
              </p:blipFill>
              <p:spPr>
                <a:xfrm>
                  <a:off x="5623957" y="5501881"/>
                  <a:ext cx="65160" cy="68276"/>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A4852F7A-4A3B-4842-A443-B9E39E75109F}"/>
                  </a:ext>
                </a:extLst>
              </p14:cNvPr>
              <p14:cNvContentPartPr/>
              <p14:nvPr/>
            </p14:nvContentPartPr>
            <p14:xfrm>
              <a:off x="5640877" y="5318938"/>
              <a:ext cx="159120" cy="26280"/>
            </p14:xfrm>
          </p:contentPart>
        </mc:Choice>
        <mc:Fallback xmlns="">
          <p:pic>
            <p:nvPicPr>
              <p:cNvPr id="32" name="Ink 31">
                <a:extLst>
                  <a:ext uri="{FF2B5EF4-FFF2-40B4-BE49-F238E27FC236}">
                    <a16:creationId xmlns:a16="http://schemas.microsoft.com/office/drawing/2014/main" id="{A4852F7A-4A3B-4842-A443-B9E39E75109F}"/>
                  </a:ext>
                </a:extLst>
              </p:cNvPr>
              <p:cNvPicPr/>
              <p:nvPr/>
            </p:nvPicPr>
            <p:blipFill>
              <a:blip r:embed="rId52"/>
              <a:stretch>
                <a:fillRect/>
              </a:stretch>
            </p:blipFill>
            <p:spPr>
              <a:xfrm>
                <a:off x="5631877" y="5309938"/>
                <a:ext cx="176760" cy="43920"/>
              </a:xfrm>
              <a:prstGeom prst="rect">
                <a:avLst/>
              </a:prstGeom>
            </p:spPr>
          </p:pic>
        </mc:Fallback>
      </mc:AlternateContent>
      <p:grpSp>
        <p:nvGrpSpPr>
          <p:cNvPr id="39" name="Group 38">
            <a:extLst>
              <a:ext uri="{FF2B5EF4-FFF2-40B4-BE49-F238E27FC236}">
                <a16:creationId xmlns:a16="http://schemas.microsoft.com/office/drawing/2014/main" id="{47D52F8B-F0EB-43E0-A32B-4FD26BC5F91A}"/>
              </a:ext>
            </a:extLst>
          </p:cNvPr>
          <p:cNvGrpSpPr/>
          <p:nvPr/>
        </p:nvGrpSpPr>
        <p:grpSpPr>
          <a:xfrm>
            <a:off x="6007717" y="5274658"/>
            <a:ext cx="1329120" cy="549360"/>
            <a:chOff x="6007717" y="5274658"/>
            <a:chExt cx="1329120" cy="549360"/>
          </a:xfrm>
        </p:grpSpPr>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1EA36BB7-6ABD-48B6-8CDA-F726BA5CA047}"/>
                    </a:ext>
                  </a:extLst>
                </p14:cNvPr>
                <p14:cNvContentPartPr/>
                <p14:nvPr/>
              </p14:nvContentPartPr>
              <p14:xfrm>
                <a:off x="6007717" y="5478418"/>
                <a:ext cx="550800" cy="216000"/>
              </p14:xfrm>
            </p:contentPart>
          </mc:Choice>
          <mc:Fallback xmlns="">
            <p:pic>
              <p:nvPicPr>
                <p:cNvPr id="33" name="Ink 32">
                  <a:extLst>
                    <a:ext uri="{FF2B5EF4-FFF2-40B4-BE49-F238E27FC236}">
                      <a16:creationId xmlns:a16="http://schemas.microsoft.com/office/drawing/2014/main" id="{1EA36BB7-6ABD-48B6-8CDA-F726BA5CA047}"/>
                    </a:ext>
                  </a:extLst>
                </p:cNvPr>
                <p:cNvPicPr/>
                <p:nvPr/>
              </p:nvPicPr>
              <p:blipFill>
                <a:blip r:embed="rId54"/>
                <a:stretch>
                  <a:fillRect/>
                </a:stretch>
              </p:blipFill>
              <p:spPr>
                <a:xfrm>
                  <a:off x="5998717" y="5469418"/>
                  <a:ext cx="5684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53CEA8F1-CC8F-40AE-B5F9-E1219ADC72D4}"/>
                    </a:ext>
                  </a:extLst>
                </p14:cNvPr>
                <p14:cNvContentPartPr/>
                <p14:nvPr/>
              </p14:nvContentPartPr>
              <p14:xfrm>
                <a:off x="6712237" y="5274658"/>
                <a:ext cx="93240" cy="332640"/>
              </p14:xfrm>
            </p:contentPart>
          </mc:Choice>
          <mc:Fallback xmlns="">
            <p:pic>
              <p:nvPicPr>
                <p:cNvPr id="34" name="Ink 33">
                  <a:extLst>
                    <a:ext uri="{FF2B5EF4-FFF2-40B4-BE49-F238E27FC236}">
                      <a16:creationId xmlns:a16="http://schemas.microsoft.com/office/drawing/2014/main" id="{53CEA8F1-CC8F-40AE-B5F9-E1219ADC72D4}"/>
                    </a:ext>
                  </a:extLst>
                </p:cNvPr>
                <p:cNvPicPr/>
                <p:nvPr/>
              </p:nvPicPr>
              <p:blipFill>
                <a:blip r:embed="rId56"/>
                <a:stretch>
                  <a:fillRect/>
                </a:stretch>
              </p:blipFill>
              <p:spPr>
                <a:xfrm>
                  <a:off x="6703237" y="5265658"/>
                  <a:ext cx="11088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13764B9D-23A4-4186-A8F0-85249B22C85C}"/>
                    </a:ext>
                  </a:extLst>
                </p14:cNvPr>
                <p14:cNvContentPartPr/>
                <p14:nvPr/>
              </p14:nvContentPartPr>
              <p14:xfrm>
                <a:off x="6571477" y="5453218"/>
                <a:ext cx="420120" cy="160200"/>
              </p14:xfrm>
            </p:contentPart>
          </mc:Choice>
          <mc:Fallback xmlns="">
            <p:pic>
              <p:nvPicPr>
                <p:cNvPr id="35" name="Ink 34">
                  <a:extLst>
                    <a:ext uri="{FF2B5EF4-FFF2-40B4-BE49-F238E27FC236}">
                      <a16:creationId xmlns:a16="http://schemas.microsoft.com/office/drawing/2014/main" id="{13764B9D-23A4-4186-A8F0-85249B22C85C}"/>
                    </a:ext>
                  </a:extLst>
                </p:cNvPr>
                <p:cNvPicPr/>
                <p:nvPr/>
              </p:nvPicPr>
              <p:blipFill>
                <a:blip r:embed="rId58"/>
                <a:stretch>
                  <a:fillRect/>
                </a:stretch>
              </p:blipFill>
              <p:spPr>
                <a:xfrm>
                  <a:off x="6562477" y="5444218"/>
                  <a:ext cx="4377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FD054E4E-1F56-4FA6-9829-CD50B911B5FD}"/>
                    </a:ext>
                  </a:extLst>
                </p14:cNvPr>
                <p14:cNvContentPartPr/>
                <p14:nvPr/>
              </p14:nvContentPartPr>
              <p14:xfrm>
                <a:off x="7080157" y="5543938"/>
                <a:ext cx="256680" cy="133920"/>
              </p14:xfrm>
            </p:contentPart>
          </mc:Choice>
          <mc:Fallback xmlns="">
            <p:pic>
              <p:nvPicPr>
                <p:cNvPr id="36" name="Ink 35">
                  <a:extLst>
                    <a:ext uri="{FF2B5EF4-FFF2-40B4-BE49-F238E27FC236}">
                      <a16:creationId xmlns:a16="http://schemas.microsoft.com/office/drawing/2014/main" id="{FD054E4E-1F56-4FA6-9829-CD50B911B5FD}"/>
                    </a:ext>
                  </a:extLst>
                </p:cNvPr>
                <p:cNvPicPr/>
                <p:nvPr/>
              </p:nvPicPr>
              <p:blipFill>
                <a:blip r:embed="rId60"/>
                <a:stretch>
                  <a:fillRect/>
                </a:stretch>
              </p:blipFill>
              <p:spPr>
                <a:xfrm>
                  <a:off x="7071144" y="5534938"/>
                  <a:ext cx="274345"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6E2D9DAC-2B0F-49E5-9794-9CD07CE8AE2F}"/>
                    </a:ext>
                  </a:extLst>
                </p14:cNvPr>
                <p14:cNvContentPartPr/>
                <p14:nvPr/>
              </p14:nvContentPartPr>
              <p14:xfrm>
                <a:off x="7007077" y="5371498"/>
                <a:ext cx="115200" cy="452520"/>
              </p14:xfrm>
            </p:contentPart>
          </mc:Choice>
          <mc:Fallback xmlns="">
            <p:pic>
              <p:nvPicPr>
                <p:cNvPr id="37" name="Ink 36">
                  <a:extLst>
                    <a:ext uri="{FF2B5EF4-FFF2-40B4-BE49-F238E27FC236}">
                      <a16:creationId xmlns:a16="http://schemas.microsoft.com/office/drawing/2014/main" id="{6E2D9DAC-2B0F-49E5-9794-9CD07CE8AE2F}"/>
                    </a:ext>
                  </a:extLst>
                </p:cNvPr>
                <p:cNvPicPr/>
                <p:nvPr/>
              </p:nvPicPr>
              <p:blipFill>
                <a:blip r:embed="rId62"/>
                <a:stretch>
                  <a:fillRect/>
                </a:stretch>
              </p:blipFill>
              <p:spPr>
                <a:xfrm>
                  <a:off x="6998077" y="5362498"/>
                  <a:ext cx="132840" cy="47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36B3510D-59C1-4C15-AE50-7256E7892E04}"/>
                  </a:ext>
                </a:extLst>
              </p14:cNvPr>
              <p14:cNvContentPartPr/>
              <p14:nvPr/>
            </p14:nvContentPartPr>
            <p14:xfrm>
              <a:off x="7586317" y="5589298"/>
              <a:ext cx="13680" cy="2880"/>
            </p14:xfrm>
          </p:contentPart>
        </mc:Choice>
        <mc:Fallback xmlns="">
          <p:pic>
            <p:nvPicPr>
              <p:cNvPr id="38" name="Ink 37">
                <a:extLst>
                  <a:ext uri="{FF2B5EF4-FFF2-40B4-BE49-F238E27FC236}">
                    <a16:creationId xmlns:a16="http://schemas.microsoft.com/office/drawing/2014/main" id="{36B3510D-59C1-4C15-AE50-7256E7892E04}"/>
                  </a:ext>
                </a:extLst>
              </p:cNvPr>
              <p:cNvPicPr/>
              <p:nvPr/>
            </p:nvPicPr>
            <p:blipFill>
              <a:blip r:embed="rId64"/>
              <a:stretch>
                <a:fillRect/>
              </a:stretch>
            </p:blipFill>
            <p:spPr>
              <a:xfrm>
                <a:off x="7577074" y="5581298"/>
                <a:ext cx="31797" cy="185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5" name="Ink 44">
                <a:extLst>
                  <a:ext uri="{FF2B5EF4-FFF2-40B4-BE49-F238E27FC236}">
                    <a16:creationId xmlns:a16="http://schemas.microsoft.com/office/drawing/2014/main" id="{CD722B5F-2A8D-4DAB-B7FD-E73139961482}"/>
                  </a:ext>
                </a:extLst>
              </p14:cNvPr>
              <p14:cNvContentPartPr/>
              <p14:nvPr/>
            </p14:nvContentPartPr>
            <p14:xfrm>
              <a:off x="238680" y="5233680"/>
              <a:ext cx="8751600" cy="1040040"/>
            </p14:xfrm>
          </p:contentPart>
        </mc:Choice>
        <mc:Fallback xmlns="">
          <p:pic>
            <p:nvPicPr>
              <p:cNvPr id="45" name="Ink 44">
                <a:extLst>
                  <a:ext uri="{FF2B5EF4-FFF2-40B4-BE49-F238E27FC236}">
                    <a16:creationId xmlns:a16="http://schemas.microsoft.com/office/drawing/2014/main" id="{CD722B5F-2A8D-4DAB-B7FD-E73139961482}"/>
                  </a:ext>
                </a:extLst>
              </p:cNvPr>
              <p:cNvPicPr/>
              <p:nvPr/>
            </p:nvPicPr>
            <p:blipFill>
              <a:blip r:embed="rId66"/>
              <a:stretch>
                <a:fillRect/>
              </a:stretch>
            </p:blipFill>
            <p:spPr>
              <a:xfrm>
                <a:off x="229320" y="5224320"/>
                <a:ext cx="8770320" cy="1058760"/>
              </a:xfrm>
              <a:prstGeom prst="rect">
                <a:avLst/>
              </a:prstGeom>
            </p:spPr>
          </p:pic>
        </mc:Fallback>
      </mc:AlternateContent>
    </p:spTree>
    <p:extLst>
      <p:ext uri="{BB962C8B-B14F-4D97-AF65-F5344CB8AC3E}">
        <p14:creationId xmlns:p14="http://schemas.microsoft.com/office/powerpoint/2010/main" val="2740049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2D412-53C9-87C2-6718-90BBE760B2B6}"/>
              </a:ext>
            </a:extLst>
          </p:cNvPr>
          <p:cNvSpPr>
            <a:spLocks noGrp="1"/>
          </p:cNvSpPr>
          <p:nvPr>
            <p:ph type="dt" sz="half" idx="10"/>
          </p:nvPr>
        </p:nvSpPr>
        <p:spPr/>
        <p:txBody>
          <a:bodyPr/>
          <a:lstStyle/>
          <a:p>
            <a:fld id="{83D91678-4A33-4B49-BC80-A7DE587E330C}" type="datetime1">
              <a:rPr lang="en-US" smtClean="0"/>
              <a:t>1/3/25</a:t>
            </a:fld>
            <a:endParaRPr lang="en-US"/>
          </a:p>
        </p:txBody>
      </p:sp>
      <p:sp>
        <p:nvSpPr>
          <p:cNvPr id="3" name="Footer Placeholder 2">
            <a:extLst>
              <a:ext uri="{FF2B5EF4-FFF2-40B4-BE49-F238E27FC236}">
                <a16:creationId xmlns:a16="http://schemas.microsoft.com/office/drawing/2014/main" id="{77EC1735-28B4-F917-04DF-58F421C8551E}"/>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2EFBEEF7-CF93-7E74-A741-A7DFEB1D840B}"/>
              </a:ext>
            </a:extLst>
          </p:cNvPr>
          <p:cNvSpPr>
            <a:spLocks noGrp="1"/>
          </p:cNvSpPr>
          <p:nvPr>
            <p:ph type="sldNum" sz="quarter" idx="12"/>
          </p:nvPr>
        </p:nvSpPr>
        <p:spPr/>
        <p:txBody>
          <a:bodyPr/>
          <a:lstStyle/>
          <a:p>
            <a:fld id="{BA7BC09B-FE30-A349-B1D2-5A364F511F98}" type="slidenum">
              <a:rPr lang="en-US" smtClean="0"/>
              <a:t>12</a:t>
            </a:fld>
            <a:endParaRPr lang="en-US"/>
          </a:p>
        </p:txBody>
      </p:sp>
      <p:sp>
        <p:nvSpPr>
          <p:cNvPr id="6" name="Tiêu đề 5">
            <a:extLst>
              <a:ext uri="{FF2B5EF4-FFF2-40B4-BE49-F238E27FC236}">
                <a16:creationId xmlns:a16="http://schemas.microsoft.com/office/drawing/2014/main" id="{CFAEF503-7F55-4487-4A41-0C6821254459}"/>
              </a:ext>
            </a:extLst>
          </p:cNvPr>
          <p:cNvSpPr>
            <a:spLocks noGrp="1"/>
          </p:cNvSpPr>
          <p:nvPr>
            <p:ph type="title"/>
          </p:nvPr>
        </p:nvSpPr>
        <p:spPr/>
        <p:txBody>
          <a:bodyPr/>
          <a:lstStyle/>
          <a:p>
            <a:endParaRPr lang="vi-VN"/>
          </a:p>
        </p:txBody>
      </p:sp>
      <p:sp>
        <p:nvSpPr>
          <p:cNvPr id="7" name="Chỗ dành sẵn cho Nội dung 6">
            <a:extLst>
              <a:ext uri="{FF2B5EF4-FFF2-40B4-BE49-F238E27FC236}">
                <a16:creationId xmlns:a16="http://schemas.microsoft.com/office/drawing/2014/main" id="{32D46C04-B687-54DB-5F18-2313CABEA08D}"/>
              </a:ext>
            </a:extLst>
          </p:cNvPr>
          <p:cNvSpPr>
            <a:spLocks noGrp="1"/>
          </p:cNvSpPr>
          <p:nvPr>
            <p:ph sz="quarter" idx="13"/>
          </p:nvPr>
        </p:nvSpPr>
        <p:spPr/>
        <p:txBody>
          <a:bodyPr/>
          <a:lstStyle/>
          <a:p>
            <a:endParaRPr lang="vi-V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39057B6B-320F-4A1F-6F20-104619E19E84}"/>
                  </a:ext>
                </a:extLst>
              </p14:cNvPr>
              <p14:cNvContentPartPr/>
              <p14:nvPr/>
            </p14:nvContentPartPr>
            <p14:xfrm>
              <a:off x="994680" y="627120"/>
              <a:ext cx="4619880" cy="4983840"/>
            </p14:xfrm>
          </p:contentPart>
        </mc:Choice>
        <mc:Fallback xmlns="">
          <p:pic>
            <p:nvPicPr>
              <p:cNvPr id="5" name="Ink 4">
                <a:extLst>
                  <a:ext uri="{FF2B5EF4-FFF2-40B4-BE49-F238E27FC236}">
                    <a16:creationId xmlns:a16="http://schemas.microsoft.com/office/drawing/2014/main" id="{39057B6B-320F-4A1F-6F20-104619E19E84}"/>
                  </a:ext>
                </a:extLst>
              </p:cNvPr>
              <p:cNvPicPr/>
              <p:nvPr/>
            </p:nvPicPr>
            <p:blipFill>
              <a:blip r:embed="rId3"/>
              <a:stretch>
                <a:fillRect/>
              </a:stretch>
            </p:blipFill>
            <p:spPr>
              <a:xfrm>
                <a:off x="985320" y="617760"/>
                <a:ext cx="4638600" cy="5002560"/>
              </a:xfrm>
              <a:prstGeom prst="rect">
                <a:avLst/>
              </a:prstGeom>
            </p:spPr>
          </p:pic>
        </mc:Fallback>
      </mc:AlternateContent>
    </p:spTree>
    <p:extLst>
      <p:ext uri="{BB962C8B-B14F-4D97-AF65-F5344CB8AC3E}">
        <p14:creationId xmlns:p14="http://schemas.microsoft.com/office/powerpoint/2010/main" val="260382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CD6DD34-C956-A34A-B535-FFB57D4DD0C2}"/>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5D8A8A3A-4C08-7B47-9ABF-3C370627FE32}"/>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31C30AB7-E8F1-B545-B470-048E4DA3BEB3}"/>
              </a:ext>
            </a:extLst>
          </p:cNvPr>
          <p:cNvSpPr>
            <a:spLocks noGrp="1"/>
          </p:cNvSpPr>
          <p:nvPr>
            <p:ph type="sldNum" sz="quarter" idx="12"/>
          </p:nvPr>
        </p:nvSpPr>
        <p:spPr/>
        <p:txBody>
          <a:bodyPr/>
          <a:lstStyle/>
          <a:p>
            <a:fld id="{BA7BC09B-FE30-A349-B1D2-5A364F511F98}" type="slidenum">
              <a:rPr lang="en-US" smtClean="0"/>
              <a:t>13</a:t>
            </a:fld>
            <a:endParaRPr lang="en-US"/>
          </a:p>
        </p:txBody>
      </p:sp>
      <p:sp>
        <p:nvSpPr>
          <p:cNvPr id="2" name="Title 1">
            <a:extLst>
              <a:ext uri="{FF2B5EF4-FFF2-40B4-BE49-F238E27FC236}">
                <a16:creationId xmlns:a16="http://schemas.microsoft.com/office/drawing/2014/main" id="{0C0A3A2B-6931-564D-912E-5B416024AA6C}"/>
              </a:ext>
            </a:extLst>
          </p:cNvPr>
          <p:cNvSpPr>
            <a:spLocks noGrp="1"/>
          </p:cNvSpPr>
          <p:nvPr>
            <p:ph type="title"/>
          </p:nvPr>
        </p:nvSpPr>
        <p:spPr/>
        <p:txBody>
          <a:bodyPr/>
          <a:lstStyle/>
          <a:p>
            <a:r>
              <a:rPr lang="en-US" err="1"/>
              <a:t>Biểu</a:t>
            </a:r>
            <a:r>
              <a:rPr lang="en-US"/>
              <a:t> </a:t>
            </a:r>
            <a:r>
              <a:rPr lang="en-US" err="1"/>
              <a:t>diễn</a:t>
            </a:r>
            <a:r>
              <a:rPr lang="en-US"/>
              <a:t> </a:t>
            </a:r>
            <a:r>
              <a:rPr lang="en-US" err="1"/>
              <a:t>bằng</a:t>
            </a:r>
            <a:r>
              <a:rPr lang="en-US"/>
              <a:t> </a:t>
            </a:r>
            <a:r>
              <a:rPr lang="en-US" err="1"/>
              <a:t>danh</a:t>
            </a:r>
            <a:r>
              <a:rPr lang="en-US"/>
              <a:t> </a:t>
            </a:r>
            <a:r>
              <a:rPr lang="en-US" err="1"/>
              <a:t>sách</a:t>
            </a:r>
            <a:r>
              <a:rPr lang="en-US"/>
              <a:t> </a:t>
            </a:r>
            <a:r>
              <a:rPr lang="en-US" err="1"/>
              <a:t>lân</a:t>
            </a:r>
            <a:r>
              <a:rPr lang="en-US"/>
              <a:t> </a:t>
            </a:r>
            <a:r>
              <a:rPr lang="en-US" err="1"/>
              <a:t>cận</a:t>
            </a:r>
            <a:endParaRPr lang="en-US"/>
          </a:p>
        </p:txBody>
      </p:sp>
      <p:sp>
        <p:nvSpPr>
          <p:cNvPr id="3" name="Content Placeholder 2">
            <a:extLst>
              <a:ext uri="{FF2B5EF4-FFF2-40B4-BE49-F238E27FC236}">
                <a16:creationId xmlns:a16="http://schemas.microsoft.com/office/drawing/2014/main" id="{18C8BCA4-968B-B442-ACDC-D5C543843A86}"/>
              </a:ext>
            </a:extLst>
          </p:cNvPr>
          <p:cNvSpPr>
            <a:spLocks noGrp="1"/>
          </p:cNvSpPr>
          <p:nvPr>
            <p:ph sz="quarter" idx="13"/>
          </p:nvPr>
        </p:nvSpPr>
        <p:spPr/>
        <p:txBody>
          <a:bodyPr>
            <a:normAutofit/>
          </a:bodyPr>
          <a:lstStyle/>
          <a:p>
            <a:r>
              <a:rPr lang="en-US" sz="2800" err="1"/>
              <a:t>Mỗi</a:t>
            </a:r>
            <a:r>
              <a:rPr lang="en-US" sz="2800"/>
              <a:t> </a:t>
            </a:r>
            <a:r>
              <a:rPr lang="en-US" sz="2800" err="1"/>
              <a:t>đỉnh</a:t>
            </a:r>
            <a:r>
              <a:rPr lang="en-US" sz="2800"/>
              <a:t> </a:t>
            </a:r>
            <a:r>
              <a:rPr lang="en-US" sz="2800" err="1"/>
              <a:t>sẽ</a:t>
            </a:r>
            <a:r>
              <a:rPr lang="en-US" sz="2800"/>
              <a:t> </a:t>
            </a:r>
            <a:r>
              <a:rPr lang="en-US" sz="2800" err="1"/>
              <a:t>ứng</a:t>
            </a:r>
            <a:r>
              <a:rPr lang="en-US" sz="2800"/>
              <a:t> </a:t>
            </a:r>
            <a:r>
              <a:rPr lang="en-US" sz="2800" err="1"/>
              <a:t>với</a:t>
            </a:r>
            <a:r>
              <a:rPr lang="en-US" sz="2800"/>
              <a:t> </a:t>
            </a:r>
            <a:r>
              <a:rPr lang="en-US" sz="2800" err="1"/>
              <a:t>một</a:t>
            </a:r>
            <a:r>
              <a:rPr lang="en-US" sz="2800"/>
              <a:t> </a:t>
            </a:r>
            <a:r>
              <a:rPr lang="en-US" sz="2800" err="1"/>
              <a:t>danh</a:t>
            </a:r>
            <a:r>
              <a:rPr lang="en-US" sz="2800"/>
              <a:t> </a:t>
            </a:r>
            <a:r>
              <a:rPr lang="en-US" sz="2800" err="1"/>
              <a:t>sách</a:t>
            </a:r>
            <a:r>
              <a:rPr lang="en-US" sz="2800"/>
              <a:t> </a:t>
            </a:r>
            <a:r>
              <a:rPr lang="en-US" sz="2800" err="1"/>
              <a:t>móc</a:t>
            </a:r>
            <a:r>
              <a:rPr lang="en-US" sz="2800"/>
              <a:t> </a:t>
            </a:r>
            <a:r>
              <a:rPr lang="en-US" sz="2800" err="1"/>
              <a:t>nối</a:t>
            </a:r>
            <a:endParaRPr lang="en-US" sz="2800"/>
          </a:p>
          <a:p>
            <a:r>
              <a:rPr lang="en-US" sz="2800" err="1"/>
              <a:t>Mỗi</a:t>
            </a:r>
            <a:r>
              <a:rPr lang="en-US" sz="2800"/>
              <a:t> </a:t>
            </a:r>
            <a:r>
              <a:rPr lang="en-US" sz="2800" err="1"/>
              <a:t>nút</a:t>
            </a:r>
            <a:r>
              <a:rPr lang="en-US" sz="2800"/>
              <a:t> </a:t>
            </a:r>
            <a:r>
              <a:rPr lang="en-US" sz="2800" err="1"/>
              <a:t>trong</a:t>
            </a:r>
            <a:r>
              <a:rPr lang="en-US" sz="2800"/>
              <a:t> </a:t>
            </a:r>
            <a:r>
              <a:rPr lang="en-US" sz="2800" err="1"/>
              <a:t>danh</a:t>
            </a:r>
            <a:r>
              <a:rPr lang="en-US" sz="2800"/>
              <a:t> </a:t>
            </a:r>
            <a:r>
              <a:rPr lang="en-US" sz="2800" err="1"/>
              <a:t>sách</a:t>
            </a:r>
            <a:r>
              <a:rPr lang="en-US" sz="2800"/>
              <a:t> </a:t>
            </a:r>
            <a:r>
              <a:rPr lang="en-US" sz="2800" err="1"/>
              <a:t>có</a:t>
            </a:r>
            <a:r>
              <a:rPr lang="en-US" sz="2800"/>
              <a:t> </a:t>
            </a:r>
            <a:r>
              <a:rPr lang="en-US" sz="2800" err="1"/>
              <a:t>quy</a:t>
            </a:r>
            <a:r>
              <a:rPr lang="en-US" sz="2800"/>
              <a:t> </a:t>
            </a:r>
            <a:r>
              <a:rPr lang="en-US" sz="2800" err="1"/>
              <a:t>cách</a:t>
            </a:r>
            <a:r>
              <a:rPr lang="en-US" sz="2800"/>
              <a:t> </a:t>
            </a:r>
          </a:p>
          <a:p>
            <a:pPr lvl="1"/>
            <a:r>
              <a:rPr lang="en-US" sz="2400"/>
              <a:t>VERTEX: </a:t>
            </a:r>
            <a:r>
              <a:rPr lang="en-US" sz="2400" err="1"/>
              <a:t>chứa</a:t>
            </a:r>
            <a:r>
              <a:rPr lang="en-US" sz="2400"/>
              <a:t> </a:t>
            </a:r>
            <a:r>
              <a:rPr lang="en-US" sz="2400" err="1"/>
              <a:t>số</a:t>
            </a:r>
            <a:r>
              <a:rPr lang="en-US" sz="2400"/>
              <a:t> j </a:t>
            </a:r>
            <a:r>
              <a:rPr lang="en-US" sz="2400" err="1"/>
              <a:t>ứng</a:t>
            </a:r>
            <a:r>
              <a:rPr lang="en-US" sz="2400"/>
              <a:t> </a:t>
            </a:r>
            <a:r>
              <a:rPr lang="en-US" sz="2400" err="1"/>
              <a:t>với</a:t>
            </a:r>
            <a:r>
              <a:rPr lang="en-US" sz="2400"/>
              <a:t> </a:t>
            </a:r>
            <a:r>
              <a:rPr lang="en-US" sz="2400" err="1"/>
              <a:t>đỉnh</a:t>
            </a:r>
            <a:r>
              <a:rPr lang="en-US" sz="2400"/>
              <a:t> j </a:t>
            </a:r>
            <a:r>
              <a:rPr lang="en-US" sz="2400" err="1"/>
              <a:t>là</a:t>
            </a:r>
            <a:r>
              <a:rPr lang="en-US" sz="2400"/>
              <a:t> </a:t>
            </a:r>
            <a:r>
              <a:rPr lang="en-US" sz="2400" err="1"/>
              <a:t>lân</a:t>
            </a:r>
            <a:r>
              <a:rPr lang="en-US" sz="2400"/>
              <a:t> </a:t>
            </a:r>
            <a:r>
              <a:rPr lang="en-US" sz="2400" err="1"/>
              <a:t>cận</a:t>
            </a:r>
            <a:r>
              <a:rPr lang="en-US" sz="2400"/>
              <a:t> </a:t>
            </a:r>
            <a:r>
              <a:rPr lang="en-US" sz="2400" err="1"/>
              <a:t>của</a:t>
            </a:r>
            <a:r>
              <a:rPr lang="en-US" sz="2400"/>
              <a:t> </a:t>
            </a:r>
            <a:r>
              <a:rPr lang="en-US" sz="2400" err="1"/>
              <a:t>đỉnh</a:t>
            </a:r>
            <a:r>
              <a:rPr lang="en-US" sz="2400"/>
              <a:t> </a:t>
            </a:r>
            <a:r>
              <a:rPr lang="en-US" sz="2400" err="1"/>
              <a:t>i</a:t>
            </a:r>
            <a:r>
              <a:rPr lang="en-US" sz="2400"/>
              <a:t> (1&lt;= </a:t>
            </a:r>
            <a:r>
              <a:rPr lang="en-US" sz="2400" err="1"/>
              <a:t>i</a:t>
            </a:r>
            <a:r>
              <a:rPr lang="en-US" sz="2400"/>
              <a:t>&lt; = n)</a:t>
            </a:r>
          </a:p>
          <a:p>
            <a:pPr lvl="1"/>
            <a:r>
              <a:rPr lang="en-US" sz="2400"/>
              <a:t>LINK: </a:t>
            </a:r>
            <a:r>
              <a:rPr lang="en-US" sz="2400" err="1"/>
              <a:t>chứa</a:t>
            </a:r>
            <a:r>
              <a:rPr lang="en-US" sz="2400"/>
              <a:t> con </a:t>
            </a:r>
            <a:r>
              <a:rPr lang="en-US" sz="2400" err="1"/>
              <a:t>trỏ</a:t>
            </a:r>
            <a:r>
              <a:rPr lang="en-US" sz="2400"/>
              <a:t>, </a:t>
            </a:r>
            <a:r>
              <a:rPr lang="en-US" sz="2400" err="1"/>
              <a:t>trỏ</a:t>
            </a:r>
            <a:r>
              <a:rPr lang="en-US" sz="2400"/>
              <a:t> </a:t>
            </a:r>
            <a:r>
              <a:rPr lang="en-US" sz="2400" err="1"/>
              <a:t>tới</a:t>
            </a:r>
            <a:r>
              <a:rPr lang="en-US" sz="2400"/>
              <a:t> </a:t>
            </a:r>
            <a:r>
              <a:rPr lang="en-US" sz="2400" err="1"/>
              <a:t>nút</a:t>
            </a:r>
            <a:r>
              <a:rPr lang="en-US" sz="2400"/>
              <a:t> </a:t>
            </a:r>
            <a:r>
              <a:rPr lang="en-US" sz="2400" err="1"/>
              <a:t>tiếp</a:t>
            </a:r>
            <a:r>
              <a:rPr lang="en-US" sz="2400"/>
              <a:t> </a:t>
            </a:r>
            <a:r>
              <a:rPr lang="en-US" sz="2400" err="1"/>
              <a:t>theo</a:t>
            </a:r>
            <a:r>
              <a:rPr lang="en-US" sz="2400"/>
              <a:t> </a:t>
            </a:r>
            <a:r>
              <a:rPr lang="en-US" sz="2400" err="1"/>
              <a:t>trong</a:t>
            </a:r>
            <a:r>
              <a:rPr lang="en-US" sz="2400"/>
              <a:t> </a:t>
            </a:r>
            <a:r>
              <a:rPr lang="en-US" sz="2400" err="1"/>
              <a:t>danh</a:t>
            </a:r>
            <a:r>
              <a:rPr lang="en-US" sz="2400"/>
              <a:t> </a:t>
            </a:r>
            <a:r>
              <a:rPr lang="en-US" sz="2400" err="1"/>
              <a:t>sách</a:t>
            </a:r>
            <a:r>
              <a:rPr lang="en-US" sz="2400"/>
              <a:t> </a:t>
            </a:r>
          </a:p>
          <a:p>
            <a:r>
              <a:rPr lang="en-US" sz="2800" err="1"/>
              <a:t>Danh</a:t>
            </a:r>
            <a:r>
              <a:rPr lang="en-US" sz="2800"/>
              <a:t> </a:t>
            </a:r>
            <a:r>
              <a:rPr lang="en-US" sz="2800" err="1"/>
              <a:t>sách</a:t>
            </a:r>
            <a:r>
              <a:rPr lang="en-US" sz="2800"/>
              <a:t> </a:t>
            </a:r>
            <a:r>
              <a:rPr lang="en-US" sz="2800" err="1"/>
              <a:t>có</a:t>
            </a:r>
            <a:r>
              <a:rPr lang="en-US" sz="2800"/>
              <a:t> m </a:t>
            </a:r>
            <a:r>
              <a:rPr lang="en-US" sz="2800" err="1"/>
              <a:t>nút</a:t>
            </a:r>
            <a:r>
              <a:rPr lang="en-US" sz="2800"/>
              <a:t> (</a:t>
            </a:r>
            <a:r>
              <a:rPr lang="en-US" sz="2800" err="1"/>
              <a:t>nút</a:t>
            </a:r>
            <a:r>
              <a:rPr lang="en-US" sz="2800"/>
              <a:t> </a:t>
            </a:r>
            <a:r>
              <a:rPr lang="en-US" sz="2800" err="1"/>
              <a:t>danh</a:t>
            </a:r>
            <a:r>
              <a:rPr lang="en-US" sz="2800"/>
              <a:t> </a:t>
            </a:r>
            <a:r>
              <a:rPr lang="en-US" sz="2800" err="1"/>
              <a:t>sách</a:t>
            </a:r>
            <a:r>
              <a:rPr lang="en-US" sz="2800"/>
              <a:t>), </a:t>
            </a:r>
            <a:r>
              <a:rPr lang="en-US" sz="2800" err="1"/>
              <a:t>nếu</a:t>
            </a:r>
            <a:r>
              <a:rPr lang="en-US" sz="2800"/>
              <a:t> </a:t>
            </a:r>
            <a:r>
              <a:rPr lang="en-US" sz="2800" err="1"/>
              <a:t>đỉnh</a:t>
            </a:r>
            <a:r>
              <a:rPr lang="en-US" sz="2800"/>
              <a:t> </a:t>
            </a:r>
            <a:r>
              <a:rPr lang="en-US" sz="2800" err="1"/>
              <a:t>i</a:t>
            </a:r>
            <a:r>
              <a:rPr lang="en-US" sz="2800"/>
              <a:t> </a:t>
            </a:r>
            <a:r>
              <a:rPr lang="en-US" sz="2800" err="1"/>
              <a:t>có</a:t>
            </a:r>
            <a:r>
              <a:rPr lang="en-US" sz="2800"/>
              <a:t> m </a:t>
            </a:r>
            <a:r>
              <a:rPr lang="en-US" sz="2800" err="1"/>
              <a:t>đỉnh</a:t>
            </a:r>
            <a:r>
              <a:rPr lang="en-US" sz="2800"/>
              <a:t> </a:t>
            </a:r>
            <a:r>
              <a:rPr lang="en-US" sz="2800" err="1"/>
              <a:t>lân</a:t>
            </a:r>
            <a:r>
              <a:rPr lang="en-US" sz="2800"/>
              <a:t> </a:t>
            </a:r>
            <a:r>
              <a:rPr lang="en-US" sz="2800" err="1"/>
              <a:t>cận</a:t>
            </a:r>
            <a:r>
              <a:rPr lang="en-US" sz="2800"/>
              <a:t>. </a:t>
            </a:r>
          </a:p>
          <a:p>
            <a:r>
              <a:rPr lang="en-US" sz="2800" err="1"/>
              <a:t>Nút</a:t>
            </a:r>
            <a:r>
              <a:rPr lang="en-US" sz="2800"/>
              <a:t> </a:t>
            </a:r>
            <a:r>
              <a:rPr lang="en-US" sz="2800" err="1"/>
              <a:t>đầu</a:t>
            </a:r>
            <a:r>
              <a:rPr lang="en-US" sz="2800"/>
              <a:t> </a:t>
            </a:r>
            <a:r>
              <a:rPr lang="en-US" sz="2800" err="1"/>
              <a:t>danh</a:t>
            </a:r>
            <a:r>
              <a:rPr lang="en-US" sz="2800"/>
              <a:t> </a:t>
            </a:r>
            <a:r>
              <a:rPr lang="en-US" sz="2800" err="1"/>
              <a:t>sách</a:t>
            </a:r>
            <a:r>
              <a:rPr lang="en-US" sz="2800"/>
              <a:t>: </a:t>
            </a:r>
            <a:r>
              <a:rPr lang="en-US" sz="2800" err="1"/>
              <a:t>là</a:t>
            </a:r>
            <a:r>
              <a:rPr lang="en-US" sz="2800"/>
              <a:t> </a:t>
            </a:r>
            <a:r>
              <a:rPr lang="en-US" sz="2800" err="1"/>
              <a:t>các</a:t>
            </a:r>
            <a:r>
              <a:rPr lang="en-US" sz="2800"/>
              <a:t> </a:t>
            </a:r>
            <a:r>
              <a:rPr lang="en-US" sz="2800" err="1"/>
              <a:t>phần</a:t>
            </a:r>
            <a:r>
              <a:rPr lang="en-US" sz="2800"/>
              <a:t> </a:t>
            </a:r>
            <a:r>
              <a:rPr lang="en-US" sz="2800" err="1"/>
              <a:t>tử</a:t>
            </a:r>
            <a:r>
              <a:rPr lang="en-US" sz="2800"/>
              <a:t> </a:t>
            </a:r>
            <a:r>
              <a:rPr lang="en-US" sz="2800" err="1"/>
              <a:t>của</a:t>
            </a:r>
            <a:r>
              <a:rPr lang="en-US" sz="2800"/>
              <a:t> </a:t>
            </a:r>
            <a:r>
              <a:rPr lang="en-US" sz="2800" err="1"/>
              <a:t>một</a:t>
            </a:r>
            <a:r>
              <a:rPr lang="en-US" sz="2800"/>
              <a:t> vector V </a:t>
            </a:r>
            <a:r>
              <a:rPr lang="en-US" sz="2800" err="1"/>
              <a:t>có</a:t>
            </a:r>
            <a:r>
              <a:rPr lang="en-US" sz="2800"/>
              <a:t> </a:t>
            </a:r>
            <a:r>
              <a:rPr lang="en-US" sz="2800" err="1"/>
              <a:t>kích</a:t>
            </a:r>
            <a:r>
              <a:rPr lang="en-US" sz="2800"/>
              <a:t> </a:t>
            </a:r>
            <a:r>
              <a:rPr lang="en-US" sz="2800" err="1"/>
              <a:t>thước</a:t>
            </a:r>
            <a:r>
              <a:rPr lang="en-US" sz="2800"/>
              <a:t> </a:t>
            </a:r>
            <a:r>
              <a:rPr lang="en-US" sz="2800" err="1"/>
              <a:t>bằng</a:t>
            </a:r>
            <a:r>
              <a:rPr lang="en-US" sz="2800"/>
              <a:t> n, </a:t>
            </a:r>
            <a:r>
              <a:rPr lang="en-US" sz="2800" err="1"/>
              <a:t>phần</a:t>
            </a:r>
            <a:r>
              <a:rPr lang="en-US" sz="2800"/>
              <a:t> </a:t>
            </a:r>
            <a:r>
              <a:rPr lang="en-US" sz="2800" err="1"/>
              <a:t>tử</a:t>
            </a:r>
            <a:r>
              <a:rPr lang="en-US" sz="2800"/>
              <a:t> V[</a:t>
            </a:r>
            <a:r>
              <a:rPr lang="en-US" sz="2800" err="1"/>
              <a:t>i</a:t>
            </a:r>
            <a:r>
              <a:rPr lang="en-US" sz="2800"/>
              <a:t>] </a:t>
            </a:r>
            <a:r>
              <a:rPr lang="en-US" sz="2800" err="1"/>
              <a:t>chứa</a:t>
            </a:r>
            <a:r>
              <a:rPr lang="en-US" sz="2800"/>
              <a:t> </a:t>
            </a:r>
            <a:r>
              <a:rPr lang="en-US" sz="2800" err="1"/>
              <a:t>địa</a:t>
            </a:r>
            <a:r>
              <a:rPr lang="en-US" sz="2800"/>
              <a:t> </a:t>
            </a:r>
            <a:r>
              <a:rPr lang="en-US" sz="2800" err="1"/>
              <a:t>chỉ</a:t>
            </a:r>
            <a:r>
              <a:rPr lang="en-US" sz="2800"/>
              <a:t> </a:t>
            </a:r>
            <a:r>
              <a:rPr lang="en-US" sz="2800" err="1"/>
              <a:t>nút</a:t>
            </a:r>
            <a:r>
              <a:rPr lang="en-US" sz="2800"/>
              <a:t> </a:t>
            </a:r>
            <a:r>
              <a:rPr lang="en-US" sz="2800" err="1"/>
              <a:t>đầu</a:t>
            </a:r>
            <a:r>
              <a:rPr lang="en-US" sz="2800"/>
              <a:t> </a:t>
            </a:r>
            <a:r>
              <a:rPr lang="en-US" sz="2800" err="1"/>
              <a:t>tiên</a:t>
            </a:r>
            <a:endParaRPr lang="en-US" sz="2800"/>
          </a:p>
        </p:txBody>
      </p:sp>
      <p:graphicFrame>
        <p:nvGraphicFramePr>
          <p:cNvPr id="7" name="Table 6">
            <a:extLst>
              <a:ext uri="{FF2B5EF4-FFF2-40B4-BE49-F238E27FC236}">
                <a16:creationId xmlns:a16="http://schemas.microsoft.com/office/drawing/2014/main" id="{8EEFCD8E-4F51-744C-A53C-BF81C01845A0}"/>
              </a:ext>
            </a:extLst>
          </p:cNvPr>
          <p:cNvGraphicFramePr>
            <a:graphicFrameLocks noGrp="1"/>
          </p:cNvGraphicFramePr>
          <p:nvPr>
            <p:extLst>
              <p:ext uri="{D42A27DB-BD31-4B8C-83A1-F6EECF244321}">
                <p14:modId xmlns:p14="http://schemas.microsoft.com/office/powerpoint/2010/main" val="1198009303"/>
              </p:ext>
            </p:extLst>
          </p:nvPr>
        </p:nvGraphicFramePr>
        <p:xfrm>
          <a:off x="3420036" y="5504560"/>
          <a:ext cx="2303928" cy="370840"/>
        </p:xfrm>
        <a:graphic>
          <a:graphicData uri="http://schemas.openxmlformats.org/drawingml/2006/table">
            <a:tbl>
              <a:tblPr firstRow="1" bandRow="1">
                <a:tableStyleId>{5940675A-B579-460E-94D1-54222C63F5DA}</a:tableStyleId>
              </a:tblPr>
              <a:tblGrid>
                <a:gridCol w="1024373">
                  <a:extLst>
                    <a:ext uri="{9D8B030D-6E8A-4147-A177-3AD203B41FA5}">
                      <a16:colId xmlns:a16="http://schemas.microsoft.com/office/drawing/2014/main" val="1502083"/>
                    </a:ext>
                  </a:extLst>
                </a:gridCol>
                <a:gridCol w="1279555">
                  <a:extLst>
                    <a:ext uri="{9D8B030D-6E8A-4147-A177-3AD203B41FA5}">
                      <a16:colId xmlns:a16="http://schemas.microsoft.com/office/drawing/2014/main" val="862334593"/>
                    </a:ext>
                  </a:extLst>
                </a:gridCol>
              </a:tblGrid>
              <a:tr h="370840">
                <a:tc>
                  <a:txBody>
                    <a:bodyPr/>
                    <a:lstStyle/>
                    <a:p>
                      <a:r>
                        <a:rPr lang="en-US"/>
                        <a:t>VERTEX</a:t>
                      </a:r>
                    </a:p>
                  </a:txBody>
                  <a:tcPr/>
                </a:tc>
                <a:tc>
                  <a:txBody>
                    <a:bodyPr/>
                    <a:lstStyle/>
                    <a:p>
                      <a:r>
                        <a:rPr lang="en-US"/>
                        <a:t>LINK</a:t>
                      </a:r>
                    </a:p>
                  </a:txBody>
                  <a:tcPr/>
                </a:tc>
                <a:extLst>
                  <a:ext uri="{0D108BD9-81ED-4DB2-BD59-A6C34878D82A}">
                    <a16:rowId xmlns:a16="http://schemas.microsoft.com/office/drawing/2014/main" val="977766852"/>
                  </a:ext>
                </a:extLst>
              </a:tr>
            </a:tbl>
          </a:graphicData>
        </a:graphic>
      </p:graphicFrame>
    </p:spTree>
    <p:extLst>
      <p:ext uri="{BB962C8B-B14F-4D97-AF65-F5344CB8AC3E}">
        <p14:creationId xmlns:p14="http://schemas.microsoft.com/office/powerpoint/2010/main" val="567084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5F2BD56-08DB-B147-9439-2A38B0795FC4}"/>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A5587F42-9FDA-AE48-8984-DEEED6D93943}"/>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E4D1A5CA-CFFB-7E42-9D1B-BDE64B6F53BA}"/>
              </a:ext>
            </a:extLst>
          </p:cNvPr>
          <p:cNvSpPr>
            <a:spLocks noGrp="1"/>
          </p:cNvSpPr>
          <p:nvPr>
            <p:ph type="sldNum" sz="quarter" idx="12"/>
          </p:nvPr>
        </p:nvSpPr>
        <p:spPr/>
        <p:txBody>
          <a:bodyPr/>
          <a:lstStyle/>
          <a:p>
            <a:fld id="{BA7BC09B-FE30-A349-B1D2-5A364F511F98}" type="slidenum">
              <a:rPr lang="en-US" smtClean="0"/>
              <a:t>14</a:t>
            </a:fld>
            <a:endParaRPr lang="en-US"/>
          </a:p>
        </p:txBody>
      </p:sp>
      <p:sp>
        <p:nvSpPr>
          <p:cNvPr id="2" name="Title 1">
            <a:extLst>
              <a:ext uri="{FF2B5EF4-FFF2-40B4-BE49-F238E27FC236}">
                <a16:creationId xmlns:a16="http://schemas.microsoft.com/office/drawing/2014/main" id="{881B84BC-0C8D-904F-9971-D93C3482EA0E}"/>
              </a:ext>
            </a:extLst>
          </p:cNvPr>
          <p:cNvSpPr>
            <a:spLocks noGrp="1"/>
          </p:cNvSpPr>
          <p:nvPr>
            <p:ph type="title"/>
          </p:nvPr>
        </p:nvSpPr>
        <p:spPr/>
        <p:txBody>
          <a:bodyPr>
            <a:normAutofit fontScale="90000"/>
          </a:bodyPr>
          <a:lstStyle/>
          <a:p>
            <a:r>
              <a:rPr lang="en-US" err="1"/>
              <a:t>Biểu</a:t>
            </a:r>
            <a:r>
              <a:rPr lang="en-US"/>
              <a:t> </a:t>
            </a:r>
            <a:r>
              <a:rPr lang="en-US" err="1"/>
              <a:t>diễn</a:t>
            </a:r>
            <a:r>
              <a:rPr lang="en-US"/>
              <a:t> </a:t>
            </a:r>
            <a:r>
              <a:rPr lang="en-US" err="1"/>
              <a:t>bằng</a:t>
            </a:r>
            <a:r>
              <a:rPr lang="en-US"/>
              <a:t> </a:t>
            </a:r>
            <a:r>
              <a:rPr lang="en-US" err="1"/>
              <a:t>danh</a:t>
            </a:r>
            <a:r>
              <a:rPr lang="en-US"/>
              <a:t> </a:t>
            </a:r>
            <a:r>
              <a:rPr lang="en-US" err="1"/>
              <a:t>sách</a:t>
            </a:r>
            <a:r>
              <a:rPr lang="en-US"/>
              <a:t> </a:t>
            </a:r>
            <a:r>
              <a:rPr lang="en-US" err="1"/>
              <a:t>lân</a:t>
            </a:r>
            <a:r>
              <a:rPr lang="en-US"/>
              <a:t> </a:t>
            </a:r>
            <a:r>
              <a:rPr lang="en-US" err="1"/>
              <a:t>cận</a:t>
            </a:r>
            <a:endParaRPr lang="en-US"/>
          </a:p>
        </p:txBody>
      </p:sp>
      <p:sp>
        <p:nvSpPr>
          <p:cNvPr id="3" name="Chỗ dành sẵn cho Nội dung 2">
            <a:extLst>
              <a:ext uri="{FF2B5EF4-FFF2-40B4-BE49-F238E27FC236}">
                <a16:creationId xmlns:a16="http://schemas.microsoft.com/office/drawing/2014/main" id="{BA42C92E-0A97-D148-A17B-D5CE1F3A61E5}"/>
              </a:ext>
            </a:extLst>
          </p:cNvPr>
          <p:cNvSpPr>
            <a:spLocks noGrp="1"/>
          </p:cNvSpPr>
          <p:nvPr>
            <p:ph sz="quarter" idx="13"/>
          </p:nvPr>
        </p:nvSpPr>
        <p:spPr/>
        <p:txBody>
          <a:bodyPr/>
          <a:lstStyle/>
          <a:p>
            <a:endParaRPr lang="vi-VN"/>
          </a:p>
        </p:txBody>
      </p:sp>
      <p:grpSp>
        <p:nvGrpSpPr>
          <p:cNvPr id="76" name="Group 75">
            <a:extLst>
              <a:ext uri="{FF2B5EF4-FFF2-40B4-BE49-F238E27FC236}">
                <a16:creationId xmlns:a16="http://schemas.microsoft.com/office/drawing/2014/main" id="{73AB9B48-0F7D-834F-A893-380BB05C3BC2}"/>
              </a:ext>
            </a:extLst>
          </p:cNvPr>
          <p:cNvGrpSpPr/>
          <p:nvPr/>
        </p:nvGrpSpPr>
        <p:grpSpPr>
          <a:xfrm>
            <a:off x="762000" y="770452"/>
            <a:ext cx="5056095" cy="2379102"/>
            <a:chOff x="753035" y="1291944"/>
            <a:chExt cx="5056095" cy="2379102"/>
          </a:xfrm>
        </p:grpSpPr>
        <p:grpSp>
          <p:nvGrpSpPr>
            <p:cNvPr id="20" name="Group 19">
              <a:extLst>
                <a:ext uri="{FF2B5EF4-FFF2-40B4-BE49-F238E27FC236}">
                  <a16:creationId xmlns:a16="http://schemas.microsoft.com/office/drawing/2014/main" id="{9B0EAEC3-C9AD-3E42-A0AB-B09D68FF232A}"/>
                </a:ext>
              </a:extLst>
            </p:cNvPr>
            <p:cNvGrpSpPr/>
            <p:nvPr/>
          </p:nvGrpSpPr>
          <p:grpSpPr>
            <a:xfrm>
              <a:off x="753035" y="1291944"/>
              <a:ext cx="2303930" cy="2379102"/>
              <a:chOff x="753035" y="1291944"/>
              <a:chExt cx="2303930" cy="2379102"/>
            </a:xfrm>
          </p:grpSpPr>
          <p:sp>
            <p:nvSpPr>
              <p:cNvPr id="8" name="Rectangle 7">
                <a:extLst>
                  <a:ext uri="{FF2B5EF4-FFF2-40B4-BE49-F238E27FC236}">
                    <a16:creationId xmlns:a16="http://schemas.microsoft.com/office/drawing/2014/main" id="{2D853264-B525-324C-AFBE-6DB3B88E2397}"/>
                  </a:ext>
                </a:extLst>
              </p:cNvPr>
              <p:cNvSpPr/>
              <p:nvPr/>
            </p:nvSpPr>
            <p:spPr>
              <a:xfrm>
                <a:off x="753035" y="1291944"/>
                <a:ext cx="914400" cy="5906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V[1]</a:t>
                </a:r>
              </a:p>
            </p:txBody>
          </p:sp>
          <p:sp>
            <p:nvSpPr>
              <p:cNvPr id="13" name="Rectangle 12">
                <a:extLst>
                  <a:ext uri="{FF2B5EF4-FFF2-40B4-BE49-F238E27FC236}">
                    <a16:creationId xmlns:a16="http://schemas.microsoft.com/office/drawing/2014/main" id="{C4B75B7A-F2B2-FD41-BF9D-B87C32D98726}"/>
                  </a:ext>
                </a:extLst>
              </p:cNvPr>
              <p:cNvSpPr/>
              <p:nvPr/>
            </p:nvSpPr>
            <p:spPr>
              <a:xfrm>
                <a:off x="753035" y="1882587"/>
                <a:ext cx="914400" cy="59064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V[2]</a:t>
                </a:r>
              </a:p>
            </p:txBody>
          </p:sp>
          <p:sp>
            <p:nvSpPr>
              <p:cNvPr id="14" name="Rectangle 13">
                <a:extLst>
                  <a:ext uri="{FF2B5EF4-FFF2-40B4-BE49-F238E27FC236}">
                    <a16:creationId xmlns:a16="http://schemas.microsoft.com/office/drawing/2014/main" id="{D5752AD2-46D8-5548-B8FD-42595DC925DA}"/>
                  </a:ext>
                </a:extLst>
              </p:cNvPr>
              <p:cNvSpPr/>
              <p:nvPr/>
            </p:nvSpPr>
            <p:spPr>
              <a:xfrm>
                <a:off x="753035" y="2473231"/>
                <a:ext cx="914400" cy="60717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V[3]</a:t>
                </a:r>
              </a:p>
            </p:txBody>
          </p:sp>
          <p:sp>
            <p:nvSpPr>
              <p:cNvPr id="15" name="Rectangle 14">
                <a:extLst>
                  <a:ext uri="{FF2B5EF4-FFF2-40B4-BE49-F238E27FC236}">
                    <a16:creationId xmlns:a16="http://schemas.microsoft.com/office/drawing/2014/main" id="{FD36F04B-FFC5-4141-83D6-2FB71C73F3F3}"/>
                  </a:ext>
                </a:extLst>
              </p:cNvPr>
              <p:cNvSpPr/>
              <p:nvPr/>
            </p:nvSpPr>
            <p:spPr>
              <a:xfrm>
                <a:off x="753035" y="3063874"/>
                <a:ext cx="914400" cy="60717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V[4]</a:t>
                </a:r>
              </a:p>
            </p:txBody>
          </p:sp>
          <p:sp>
            <p:nvSpPr>
              <p:cNvPr id="16" name="Rectangle 15">
                <a:extLst>
                  <a:ext uri="{FF2B5EF4-FFF2-40B4-BE49-F238E27FC236}">
                    <a16:creationId xmlns:a16="http://schemas.microsoft.com/office/drawing/2014/main" id="{BD040367-BCC7-0844-91FB-07DCDB9E1AF8}"/>
                  </a:ext>
                </a:extLst>
              </p:cNvPr>
              <p:cNvSpPr/>
              <p:nvPr/>
            </p:nvSpPr>
            <p:spPr>
              <a:xfrm>
                <a:off x="2133600" y="1398494"/>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2</a:t>
                </a:r>
              </a:p>
            </p:txBody>
          </p:sp>
          <p:sp>
            <p:nvSpPr>
              <p:cNvPr id="17" name="Rectangle 16">
                <a:extLst>
                  <a:ext uri="{FF2B5EF4-FFF2-40B4-BE49-F238E27FC236}">
                    <a16:creationId xmlns:a16="http://schemas.microsoft.com/office/drawing/2014/main" id="{1086B1FF-8E4C-9E4A-BDB5-200032B620B5}"/>
                  </a:ext>
                </a:extLst>
              </p:cNvPr>
              <p:cNvSpPr/>
              <p:nvPr/>
            </p:nvSpPr>
            <p:spPr>
              <a:xfrm>
                <a:off x="2599765" y="1397641"/>
                <a:ext cx="457200" cy="35762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76E18E31-3032-6740-847D-5225B6C34524}"/>
                </a:ext>
              </a:extLst>
            </p:cNvPr>
            <p:cNvGrpSpPr/>
            <p:nvPr/>
          </p:nvGrpSpPr>
          <p:grpSpPr>
            <a:xfrm>
              <a:off x="3523130" y="1390136"/>
              <a:ext cx="914400" cy="365125"/>
              <a:chOff x="3523130" y="1390136"/>
              <a:chExt cx="914400" cy="365125"/>
            </a:xfrm>
          </p:grpSpPr>
          <p:sp>
            <p:nvSpPr>
              <p:cNvPr id="21" name="Rectangle 20">
                <a:extLst>
                  <a:ext uri="{FF2B5EF4-FFF2-40B4-BE49-F238E27FC236}">
                    <a16:creationId xmlns:a16="http://schemas.microsoft.com/office/drawing/2014/main" id="{A57F53F8-D10C-A542-B302-3BD5C9F8A0B3}"/>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3</a:t>
                </a:r>
              </a:p>
            </p:txBody>
          </p:sp>
          <p:sp>
            <p:nvSpPr>
              <p:cNvPr id="22" name="Rectangle 21">
                <a:extLst>
                  <a:ext uri="{FF2B5EF4-FFF2-40B4-BE49-F238E27FC236}">
                    <a16:creationId xmlns:a16="http://schemas.microsoft.com/office/drawing/2014/main" id="{361815E4-4389-1749-A6FE-821B105AC66B}"/>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AAA6554-81BD-9D43-93C0-A8C0460E368E}"/>
                </a:ext>
              </a:extLst>
            </p:cNvPr>
            <p:cNvGrpSpPr/>
            <p:nvPr/>
          </p:nvGrpSpPr>
          <p:grpSpPr>
            <a:xfrm>
              <a:off x="4894730" y="1398494"/>
              <a:ext cx="914400" cy="365125"/>
              <a:chOff x="3523130" y="1390136"/>
              <a:chExt cx="914400" cy="365125"/>
            </a:xfrm>
          </p:grpSpPr>
          <p:sp>
            <p:nvSpPr>
              <p:cNvPr id="25" name="Rectangle 24">
                <a:extLst>
                  <a:ext uri="{FF2B5EF4-FFF2-40B4-BE49-F238E27FC236}">
                    <a16:creationId xmlns:a16="http://schemas.microsoft.com/office/drawing/2014/main" id="{DAD4B825-F2E2-8741-A7FA-F5097432D565}"/>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4</a:t>
                </a:r>
              </a:p>
            </p:txBody>
          </p:sp>
          <p:sp>
            <p:nvSpPr>
              <p:cNvPr id="26" name="Rectangle 25">
                <a:extLst>
                  <a:ext uri="{FF2B5EF4-FFF2-40B4-BE49-F238E27FC236}">
                    <a16:creationId xmlns:a16="http://schemas.microsoft.com/office/drawing/2014/main" id="{87713B4D-DB8A-FD4F-85A8-192573518F7C}"/>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70282A6D-1D0A-3A4D-93A8-6C51AF1CEE49}"/>
                </a:ext>
              </a:extLst>
            </p:cNvPr>
            <p:cNvGrpSpPr/>
            <p:nvPr/>
          </p:nvGrpSpPr>
          <p:grpSpPr>
            <a:xfrm>
              <a:off x="2142565" y="2001557"/>
              <a:ext cx="914400" cy="365125"/>
              <a:chOff x="3523130" y="1390136"/>
              <a:chExt cx="914400" cy="365125"/>
            </a:xfrm>
          </p:grpSpPr>
          <p:sp>
            <p:nvSpPr>
              <p:cNvPr id="28" name="Rectangle 27">
                <a:extLst>
                  <a:ext uri="{FF2B5EF4-FFF2-40B4-BE49-F238E27FC236}">
                    <a16:creationId xmlns:a16="http://schemas.microsoft.com/office/drawing/2014/main" id="{9591513D-8C86-B044-81C5-1E33BB74E992}"/>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3</a:t>
                </a:r>
              </a:p>
            </p:txBody>
          </p:sp>
          <p:sp>
            <p:nvSpPr>
              <p:cNvPr id="29" name="Rectangle 28">
                <a:extLst>
                  <a:ext uri="{FF2B5EF4-FFF2-40B4-BE49-F238E27FC236}">
                    <a16:creationId xmlns:a16="http://schemas.microsoft.com/office/drawing/2014/main" id="{6C864FF4-0299-8347-834B-015684494807}"/>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57558AA0-6FAB-B04D-AC57-4D74C76800B8}"/>
                </a:ext>
              </a:extLst>
            </p:cNvPr>
            <p:cNvGrpSpPr/>
            <p:nvPr/>
          </p:nvGrpSpPr>
          <p:grpSpPr>
            <a:xfrm>
              <a:off x="2142565" y="2585476"/>
              <a:ext cx="914400" cy="365125"/>
              <a:chOff x="3523130" y="1390136"/>
              <a:chExt cx="914400" cy="365125"/>
            </a:xfrm>
          </p:grpSpPr>
          <p:sp>
            <p:nvSpPr>
              <p:cNvPr id="31" name="Rectangle 30">
                <a:extLst>
                  <a:ext uri="{FF2B5EF4-FFF2-40B4-BE49-F238E27FC236}">
                    <a16:creationId xmlns:a16="http://schemas.microsoft.com/office/drawing/2014/main" id="{95DB043E-9D19-7D41-9365-0759483E1A10}"/>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1</a:t>
                </a:r>
                <a:endParaRPr lang="en-US"/>
              </a:p>
            </p:txBody>
          </p:sp>
          <p:sp>
            <p:nvSpPr>
              <p:cNvPr id="32" name="Rectangle 31">
                <a:extLst>
                  <a:ext uri="{FF2B5EF4-FFF2-40B4-BE49-F238E27FC236}">
                    <a16:creationId xmlns:a16="http://schemas.microsoft.com/office/drawing/2014/main" id="{A56F41C9-E245-AB49-A710-76138877EFE9}"/>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BD0882A4-314D-764A-8696-7EC5681D2AE7}"/>
                </a:ext>
              </a:extLst>
            </p:cNvPr>
            <p:cNvGrpSpPr/>
            <p:nvPr/>
          </p:nvGrpSpPr>
          <p:grpSpPr>
            <a:xfrm>
              <a:off x="3576918" y="2608729"/>
              <a:ext cx="914400" cy="365125"/>
              <a:chOff x="3523130" y="1390136"/>
              <a:chExt cx="914400" cy="365125"/>
            </a:xfrm>
          </p:grpSpPr>
          <p:sp>
            <p:nvSpPr>
              <p:cNvPr id="34" name="Rectangle 33">
                <a:extLst>
                  <a:ext uri="{FF2B5EF4-FFF2-40B4-BE49-F238E27FC236}">
                    <a16:creationId xmlns:a16="http://schemas.microsoft.com/office/drawing/2014/main" id="{516027A3-6CC2-1447-9238-F82DC610B17D}"/>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4</a:t>
                </a:r>
                <a:endParaRPr lang="en-US"/>
              </a:p>
            </p:txBody>
          </p:sp>
          <p:sp>
            <p:nvSpPr>
              <p:cNvPr id="35" name="Rectangle 34">
                <a:extLst>
                  <a:ext uri="{FF2B5EF4-FFF2-40B4-BE49-F238E27FC236}">
                    <a16:creationId xmlns:a16="http://schemas.microsoft.com/office/drawing/2014/main" id="{E8B532AA-0CFE-6B4B-8841-6D143C9992F6}"/>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578CE63E-FE77-3549-87B8-4AC9C2A84EA5}"/>
                </a:ext>
              </a:extLst>
            </p:cNvPr>
            <p:cNvGrpSpPr/>
            <p:nvPr/>
          </p:nvGrpSpPr>
          <p:grpSpPr>
            <a:xfrm>
              <a:off x="2133600" y="3192650"/>
              <a:ext cx="914400" cy="365125"/>
              <a:chOff x="3523130" y="1390136"/>
              <a:chExt cx="914400" cy="365125"/>
            </a:xfrm>
          </p:grpSpPr>
          <p:sp>
            <p:nvSpPr>
              <p:cNvPr id="37" name="Rectangle 36">
                <a:extLst>
                  <a:ext uri="{FF2B5EF4-FFF2-40B4-BE49-F238E27FC236}">
                    <a16:creationId xmlns:a16="http://schemas.microsoft.com/office/drawing/2014/main" id="{2D099094-A599-B944-854A-4D38838F1E98}"/>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2</a:t>
                </a:r>
              </a:p>
            </p:txBody>
          </p:sp>
          <p:sp>
            <p:nvSpPr>
              <p:cNvPr id="38" name="Rectangle 37">
                <a:extLst>
                  <a:ext uri="{FF2B5EF4-FFF2-40B4-BE49-F238E27FC236}">
                    <a16:creationId xmlns:a16="http://schemas.microsoft.com/office/drawing/2014/main" id="{2A7DC672-7CE8-5A47-B1F9-41ADD17C67F2}"/>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2" name="Straight Connector 41">
              <a:extLst>
                <a:ext uri="{FF2B5EF4-FFF2-40B4-BE49-F238E27FC236}">
                  <a16:creationId xmlns:a16="http://schemas.microsoft.com/office/drawing/2014/main" id="{EF8A20B7-BF86-1348-BDA7-26CEE72A6906}"/>
                </a:ext>
              </a:extLst>
            </p:cNvPr>
            <p:cNvCxnSpPr/>
            <p:nvPr/>
          </p:nvCxnSpPr>
          <p:spPr>
            <a:xfrm>
              <a:off x="5351930" y="1398494"/>
              <a:ext cx="457200" cy="356767"/>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ED7AAD3-E4CB-0545-87C4-63E1159A7F74}"/>
                </a:ext>
              </a:extLst>
            </p:cNvPr>
            <p:cNvCxnSpPr/>
            <p:nvPr/>
          </p:nvCxnSpPr>
          <p:spPr>
            <a:xfrm flipV="1">
              <a:off x="5351930" y="1398494"/>
              <a:ext cx="457200" cy="356767"/>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1D1F1FC-9EDC-344E-816D-FAAF346030CA}"/>
                </a:ext>
              </a:extLst>
            </p:cNvPr>
            <p:cNvCxnSpPr/>
            <p:nvPr/>
          </p:nvCxnSpPr>
          <p:spPr>
            <a:xfrm flipV="1">
              <a:off x="4034118" y="2608729"/>
              <a:ext cx="457200" cy="3651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5988FAA-D652-824B-BC02-3D2DE18FEAD1}"/>
                </a:ext>
              </a:extLst>
            </p:cNvPr>
            <p:cNvCxnSpPr/>
            <p:nvPr/>
          </p:nvCxnSpPr>
          <p:spPr>
            <a:xfrm>
              <a:off x="4034118" y="2608729"/>
              <a:ext cx="457200" cy="365125"/>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15C2832-F25D-DD4E-9CC3-D9825077344A}"/>
                </a:ext>
              </a:extLst>
            </p:cNvPr>
            <p:cNvCxnSpPr/>
            <p:nvPr/>
          </p:nvCxnSpPr>
          <p:spPr>
            <a:xfrm>
              <a:off x="2599765" y="2010148"/>
              <a:ext cx="448235" cy="356534"/>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458D240F-FF92-8E4E-ABCA-7F7DB32A154D}"/>
                </a:ext>
              </a:extLst>
            </p:cNvPr>
            <p:cNvCxnSpPr/>
            <p:nvPr/>
          </p:nvCxnSpPr>
          <p:spPr>
            <a:xfrm flipV="1">
              <a:off x="2590800" y="2001557"/>
              <a:ext cx="466165" cy="365125"/>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D431856-BCA1-E544-9BCB-CDA14CF9AF42}"/>
                </a:ext>
              </a:extLst>
            </p:cNvPr>
            <p:cNvCxnSpPr/>
            <p:nvPr/>
          </p:nvCxnSpPr>
          <p:spPr>
            <a:xfrm flipV="1">
              <a:off x="2599765" y="3192650"/>
              <a:ext cx="448235" cy="365125"/>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DCDBF89C-774D-F346-9FDF-09E33CFBDBB2}"/>
                </a:ext>
              </a:extLst>
            </p:cNvPr>
            <p:cNvCxnSpPr>
              <a:cxnSpLocks/>
            </p:cNvCxnSpPr>
            <p:nvPr/>
          </p:nvCxnSpPr>
          <p:spPr>
            <a:xfrm>
              <a:off x="2599765" y="3210579"/>
              <a:ext cx="448235" cy="347196"/>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F0B6E65B-BFD4-984F-9D18-6BB41BA49123}"/>
                </a:ext>
              </a:extLst>
            </p:cNvPr>
            <p:cNvCxnSpPr>
              <a:stCxn id="8" idx="3"/>
              <a:endCxn id="16" idx="1"/>
            </p:cNvCxnSpPr>
            <p:nvPr/>
          </p:nvCxnSpPr>
          <p:spPr>
            <a:xfrm flipV="1">
              <a:off x="1667435" y="1581057"/>
              <a:ext cx="466165" cy="62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69EFA757-837D-4D40-A266-79D616E640E4}"/>
                </a:ext>
              </a:extLst>
            </p:cNvPr>
            <p:cNvCxnSpPr>
              <a:cxnSpLocks/>
              <a:stCxn id="17" idx="3"/>
              <a:endCxn id="21" idx="1"/>
            </p:cNvCxnSpPr>
            <p:nvPr/>
          </p:nvCxnSpPr>
          <p:spPr>
            <a:xfrm flipV="1">
              <a:off x="3056965" y="1572699"/>
              <a:ext cx="466165" cy="3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2F5A6DD0-55C1-FF4C-8D02-2F2CB24936C9}"/>
                </a:ext>
              </a:extLst>
            </p:cNvPr>
            <p:cNvCxnSpPr>
              <a:stCxn id="22" idx="3"/>
              <a:endCxn id="25" idx="1"/>
            </p:cNvCxnSpPr>
            <p:nvPr/>
          </p:nvCxnSpPr>
          <p:spPr>
            <a:xfrm>
              <a:off x="4437530" y="1572699"/>
              <a:ext cx="457200" cy="8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15675D0F-59DF-D445-83D0-AB19A00B9FC8}"/>
                </a:ext>
              </a:extLst>
            </p:cNvPr>
            <p:cNvCxnSpPr>
              <a:stCxn id="13" idx="3"/>
              <a:endCxn id="28" idx="1"/>
            </p:cNvCxnSpPr>
            <p:nvPr/>
          </p:nvCxnSpPr>
          <p:spPr>
            <a:xfrm>
              <a:off x="1667435" y="2177909"/>
              <a:ext cx="475130" cy="62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DAA22552-81EA-7B47-AD19-76402A879C0C}"/>
                </a:ext>
              </a:extLst>
            </p:cNvPr>
            <p:cNvCxnSpPr>
              <a:stCxn id="14" idx="3"/>
              <a:endCxn id="31" idx="1"/>
            </p:cNvCxnSpPr>
            <p:nvPr/>
          </p:nvCxnSpPr>
          <p:spPr>
            <a:xfrm flipV="1">
              <a:off x="1667435" y="2768039"/>
              <a:ext cx="475130" cy="87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A5F380B8-F39C-DE48-A336-776D3D2456D6}"/>
                </a:ext>
              </a:extLst>
            </p:cNvPr>
            <p:cNvCxnSpPr>
              <a:stCxn id="32" idx="3"/>
              <a:endCxn id="34" idx="1"/>
            </p:cNvCxnSpPr>
            <p:nvPr/>
          </p:nvCxnSpPr>
          <p:spPr>
            <a:xfrm>
              <a:off x="3056965" y="2768039"/>
              <a:ext cx="519953" cy="232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F8C2E30-543E-D545-B518-FED10B394B1F}"/>
                </a:ext>
              </a:extLst>
            </p:cNvPr>
            <p:cNvCxnSpPr>
              <a:stCxn id="15" idx="3"/>
              <a:endCxn id="37" idx="1"/>
            </p:cNvCxnSpPr>
            <p:nvPr/>
          </p:nvCxnSpPr>
          <p:spPr>
            <a:xfrm>
              <a:off x="1667435" y="3367460"/>
              <a:ext cx="466165" cy="7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7" name="TextBox 76">
            <a:extLst>
              <a:ext uri="{FF2B5EF4-FFF2-40B4-BE49-F238E27FC236}">
                <a16:creationId xmlns:a16="http://schemas.microsoft.com/office/drawing/2014/main" id="{355A8D8F-2226-2741-BB49-5272766197C7}"/>
              </a:ext>
            </a:extLst>
          </p:cNvPr>
          <p:cNvSpPr txBox="1"/>
          <p:nvPr/>
        </p:nvSpPr>
        <p:spPr>
          <a:xfrm>
            <a:off x="5824818" y="716391"/>
            <a:ext cx="3285563" cy="369332"/>
          </a:xfrm>
          <a:prstGeom prst="rect">
            <a:avLst/>
          </a:prstGeom>
          <a:noFill/>
        </p:spPr>
        <p:txBody>
          <a:bodyPr wrap="square" rtlCol="0">
            <a:spAutoFit/>
          </a:bodyPr>
          <a:lstStyle/>
          <a:p>
            <a:r>
              <a:rPr lang="en-US" err="1"/>
              <a:t>Danh</a:t>
            </a:r>
            <a:r>
              <a:rPr lang="en-US"/>
              <a:t> </a:t>
            </a:r>
            <a:r>
              <a:rPr lang="en-US" err="1"/>
              <a:t>sách</a:t>
            </a:r>
            <a:r>
              <a:rPr lang="en-US"/>
              <a:t> </a:t>
            </a:r>
            <a:r>
              <a:rPr lang="en-US" err="1"/>
              <a:t>lân</a:t>
            </a:r>
            <a:r>
              <a:rPr lang="en-US"/>
              <a:t> </a:t>
            </a:r>
            <a:r>
              <a:rPr lang="en-US" err="1"/>
              <a:t>cận</a:t>
            </a:r>
            <a:r>
              <a:rPr lang="en-US"/>
              <a:t> </a:t>
            </a:r>
            <a:r>
              <a:rPr lang="en-US" err="1"/>
              <a:t>biểu</a:t>
            </a:r>
            <a:r>
              <a:rPr lang="en-US"/>
              <a:t> </a:t>
            </a:r>
            <a:r>
              <a:rPr lang="en-US" err="1"/>
              <a:t>diễn</a:t>
            </a:r>
            <a:r>
              <a:rPr lang="en-US"/>
              <a:t> G2</a:t>
            </a:r>
          </a:p>
        </p:txBody>
      </p:sp>
      <p:grpSp>
        <p:nvGrpSpPr>
          <p:cNvPr id="128" name="Group 127">
            <a:extLst>
              <a:ext uri="{FF2B5EF4-FFF2-40B4-BE49-F238E27FC236}">
                <a16:creationId xmlns:a16="http://schemas.microsoft.com/office/drawing/2014/main" id="{8B1AB9E7-3441-2049-8180-ABE5771C32F2}"/>
              </a:ext>
            </a:extLst>
          </p:cNvPr>
          <p:cNvGrpSpPr/>
          <p:nvPr/>
        </p:nvGrpSpPr>
        <p:grpSpPr>
          <a:xfrm>
            <a:off x="3532095" y="3600007"/>
            <a:ext cx="923365" cy="374557"/>
            <a:chOff x="3532095" y="3600007"/>
            <a:chExt cx="923365" cy="374557"/>
          </a:xfrm>
        </p:grpSpPr>
        <p:grpSp>
          <p:nvGrpSpPr>
            <p:cNvPr id="81" name="Group 80">
              <a:extLst>
                <a:ext uri="{FF2B5EF4-FFF2-40B4-BE49-F238E27FC236}">
                  <a16:creationId xmlns:a16="http://schemas.microsoft.com/office/drawing/2014/main" id="{69C5DB2B-C94A-4C4C-94BC-E3E8FFF2040E}"/>
                </a:ext>
              </a:extLst>
            </p:cNvPr>
            <p:cNvGrpSpPr/>
            <p:nvPr/>
          </p:nvGrpSpPr>
          <p:grpSpPr>
            <a:xfrm>
              <a:off x="3532095" y="3600007"/>
              <a:ext cx="914400" cy="365125"/>
              <a:chOff x="3523130" y="1390136"/>
              <a:chExt cx="914400" cy="365125"/>
            </a:xfrm>
          </p:grpSpPr>
          <p:sp>
            <p:nvSpPr>
              <p:cNvPr id="109" name="Rectangle 108">
                <a:extLst>
                  <a:ext uri="{FF2B5EF4-FFF2-40B4-BE49-F238E27FC236}">
                    <a16:creationId xmlns:a16="http://schemas.microsoft.com/office/drawing/2014/main" id="{221CB769-AA7B-F840-B0E0-1FB78B6B057D}"/>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4</a:t>
                </a:r>
              </a:p>
            </p:txBody>
          </p:sp>
          <p:sp>
            <p:nvSpPr>
              <p:cNvPr id="110" name="Rectangle 109">
                <a:extLst>
                  <a:ext uri="{FF2B5EF4-FFF2-40B4-BE49-F238E27FC236}">
                    <a16:creationId xmlns:a16="http://schemas.microsoft.com/office/drawing/2014/main" id="{FA6CD882-8E74-944E-ADF7-5AA68FD12563}"/>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6" name="Straight Connector 85">
              <a:extLst>
                <a:ext uri="{FF2B5EF4-FFF2-40B4-BE49-F238E27FC236}">
                  <a16:creationId xmlns:a16="http://schemas.microsoft.com/office/drawing/2014/main" id="{4AB07341-AC59-C042-87DF-5E7122C8C0BD}"/>
                </a:ext>
              </a:extLst>
            </p:cNvPr>
            <p:cNvCxnSpPr/>
            <p:nvPr/>
          </p:nvCxnSpPr>
          <p:spPr>
            <a:xfrm>
              <a:off x="399826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58D30D32-F36D-4347-B4D0-68395C4EC079}"/>
                </a:ext>
              </a:extLst>
            </p:cNvPr>
            <p:cNvCxnSpPr/>
            <p:nvPr/>
          </p:nvCxnSpPr>
          <p:spPr>
            <a:xfrm flipV="1">
              <a:off x="398033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68" name="Group 167">
            <a:extLst>
              <a:ext uri="{FF2B5EF4-FFF2-40B4-BE49-F238E27FC236}">
                <a16:creationId xmlns:a16="http://schemas.microsoft.com/office/drawing/2014/main" id="{566C3306-E56D-584B-B344-30A1674123FB}"/>
              </a:ext>
            </a:extLst>
          </p:cNvPr>
          <p:cNvGrpSpPr/>
          <p:nvPr/>
        </p:nvGrpSpPr>
        <p:grpSpPr>
          <a:xfrm>
            <a:off x="762000" y="3511247"/>
            <a:ext cx="3684495" cy="2379102"/>
            <a:chOff x="762000" y="3511247"/>
            <a:chExt cx="3684495" cy="2379102"/>
          </a:xfrm>
        </p:grpSpPr>
        <p:grpSp>
          <p:nvGrpSpPr>
            <p:cNvPr id="79" name="Group 78">
              <a:extLst>
                <a:ext uri="{FF2B5EF4-FFF2-40B4-BE49-F238E27FC236}">
                  <a16:creationId xmlns:a16="http://schemas.microsoft.com/office/drawing/2014/main" id="{7A708634-0F21-C54F-8847-23738DF7A938}"/>
                </a:ext>
              </a:extLst>
            </p:cNvPr>
            <p:cNvGrpSpPr/>
            <p:nvPr/>
          </p:nvGrpSpPr>
          <p:grpSpPr>
            <a:xfrm>
              <a:off x="762000" y="3511247"/>
              <a:ext cx="2303930" cy="2379102"/>
              <a:chOff x="753035" y="1291944"/>
              <a:chExt cx="2303930" cy="2379102"/>
            </a:xfrm>
          </p:grpSpPr>
          <p:sp>
            <p:nvSpPr>
              <p:cNvPr id="113" name="Rectangle 112">
                <a:extLst>
                  <a:ext uri="{FF2B5EF4-FFF2-40B4-BE49-F238E27FC236}">
                    <a16:creationId xmlns:a16="http://schemas.microsoft.com/office/drawing/2014/main" id="{4E41C9A7-580A-5F41-BF21-ACA3294EEB39}"/>
                  </a:ext>
                </a:extLst>
              </p:cNvPr>
              <p:cNvSpPr/>
              <p:nvPr/>
            </p:nvSpPr>
            <p:spPr>
              <a:xfrm>
                <a:off x="753035" y="1291944"/>
                <a:ext cx="914400" cy="5906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V[1]</a:t>
                </a:r>
              </a:p>
            </p:txBody>
          </p:sp>
          <p:sp>
            <p:nvSpPr>
              <p:cNvPr id="114" name="Rectangle 113">
                <a:extLst>
                  <a:ext uri="{FF2B5EF4-FFF2-40B4-BE49-F238E27FC236}">
                    <a16:creationId xmlns:a16="http://schemas.microsoft.com/office/drawing/2014/main" id="{24FAE85B-7BCF-0C4D-B39C-3AB78EAE935C}"/>
                  </a:ext>
                </a:extLst>
              </p:cNvPr>
              <p:cNvSpPr/>
              <p:nvPr/>
            </p:nvSpPr>
            <p:spPr>
              <a:xfrm>
                <a:off x="753035" y="1882587"/>
                <a:ext cx="914400" cy="59064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V[2]</a:t>
                </a:r>
              </a:p>
            </p:txBody>
          </p:sp>
          <p:sp>
            <p:nvSpPr>
              <p:cNvPr id="115" name="Rectangle 114">
                <a:extLst>
                  <a:ext uri="{FF2B5EF4-FFF2-40B4-BE49-F238E27FC236}">
                    <a16:creationId xmlns:a16="http://schemas.microsoft.com/office/drawing/2014/main" id="{0B009817-0B4D-0841-96CC-BB74FB064A9A}"/>
                  </a:ext>
                </a:extLst>
              </p:cNvPr>
              <p:cNvSpPr/>
              <p:nvPr/>
            </p:nvSpPr>
            <p:spPr>
              <a:xfrm>
                <a:off x="753035" y="2473231"/>
                <a:ext cx="914400" cy="60717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V[3]</a:t>
                </a:r>
              </a:p>
            </p:txBody>
          </p:sp>
          <p:sp>
            <p:nvSpPr>
              <p:cNvPr id="116" name="Rectangle 115">
                <a:extLst>
                  <a:ext uri="{FF2B5EF4-FFF2-40B4-BE49-F238E27FC236}">
                    <a16:creationId xmlns:a16="http://schemas.microsoft.com/office/drawing/2014/main" id="{61832CDC-6C7A-5C4A-AB5A-5EE4D9B8D88A}"/>
                  </a:ext>
                </a:extLst>
              </p:cNvPr>
              <p:cNvSpPr/>
              <p:nvPr/>
            </p:nvSpPr>
            <p:spPr>
              <a:xfrm>
                <a:off x="753035" y="3063874"/>
                <a:ext cx="914400" cy="60717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V[4]</a:t>
                </a:r>
              </a:p>
            </p:txBody>
          </p:sp>
          <p:sp>
            <p:nvSpPr>
              <p:cNvPr id="117" name="Rectangle 116">
                <a:extLst>
                  <a:ext uri="{FF2B5EF4-FFF2-40B4-BE49-F238E27FC236}">
                    <a16:creationId xmlns:a16="http://schemas.microsoft.com/office/drawing/2014/main" id="{022F986A-10CB-EE4F-9CCA-271C7E39DE3F}"/>
                  </a:ext>
                </a:extLst>
              </p:cNvPr>
              <p:cNvSpPr/>
              <p:nvPr/>
            </p:nvSpPr>
            <p:spPr>
              <a:xfrm>
                <a:off x="2133600" y="1398494"/>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2</a:t>
                </a:r>
              </a:p>
            </p:txBody>
          </p:sp>
          <p:sp>
            <p:nvSpPr>
              <p:cNvPr id="118" name="Rectangle 117">
                <a:extLst>
                  <a:ext uri="{FF2B5EF4-FFF2-40B4-BE49-F238E27FC236}">
                    <a16:creationId xmlns:a16="http://schemas.microsoft.com/office/drawing/2014/main" id="{A0E1D3E1-C626-E840-AEE1-797A79EE06AC}"/>
                  </a:ext>
                </a:extLst>
              </p:cNvPr>
              <p:cNvSpPr/>
              <p:nvPr/>
            </p:nvSpPr>
            <p:spPr>
              <a:xfrm>
                <a:off x="2599765" y="1405145"/>
                <a:ext cx="457200" cy="3501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CA2C3B3A-ECE4-F848-B170-2C53BCB5321F}"/>
                </a:ext>
              </a:extLst>
            </p:cNvPr>
            <p:cNvGrpSpPr/>
            <p:nvPr/>
          </p:nvGrpSpPr>
          <p:grpSpPr>
            <a:xfrm>
              <a:off x="3532095" y="4221047"/>
              <a:ext cx="914400" cy="365125"/>
              <a:chOff x="3523130" y="1390136"/>
              <a:chExt cx="914400" cy="365125"/>
            </a:xfrm>
          </p:grpSpPr>
          <p:sp>
            <p:nvSpPr>
              <p:cNvPr id="111" name="Rectangle 110">
                <a:extLst>
                  <a:ext uri="{FF2B5EF4-FFF2-40B4-BE49-F238E27FC236}">
                    <a16:creationId xmlns:a16="http://schemas.microsoft.com/office/drawing/2014/main" id="{4885D47E-5B43-ED4E-97C4-0C088F12FA0F}"/>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3</a:t>
                </a:r>
              </a:p>
            </p:txBody>
          </p:sp>
          <p:sp>
            <p:nvSpPr>
              <p:cNvPr id="112" name="Rectangle 111">
                <a:extLst>
                  <a:ext uri="{FF2B5EF4-FFF2-40B4-BE49-F238E27FC236}">
                    <a16:creationId xmlns:a16="http://schemas.microsoft.com/office/drawing/2014/main" id="{67324640-BD9D-D345-9A2B-0B76C5D3D109}"/>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197F0D99-A622-CB4A-BB92-7D4B75D307BF}"/>
                </a:ext>
              </a:extLst>
            </p:cNvPr>
            <p:cNvGrpSpPr/>
            <p:nvPr/>
          </p:nvGrpSpPr>
          <p:grpSpPr>
            <a:xfrm>
              <a:off x="2151530" y="4220860"/>
              <a:ext cx="914400" cy="365125"/>
              <a:chOff x="3523130" y="1390136"/>
              <a:chExt cx="914400" cy="365125"/>
            </a:xfrm>
          </p:grpSpPr>
          <p:sp>
            <p:nvSpPr>
              <p:cNvPr id="107" name="Rectangle 106">
                <a:extLst>
                  <a:ext uri="{FF2B5EF4-FFF2-40B4-BE49-F238E27FC236}">
                    <a16:creationId xmlns:a16="http://schemas.microsoft.com/office/drawing/2014/main" id="{6E219E18-E30B-CC42-BF3B-731E3C5E2EE4}"/>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1</a:t>
                </a:r>
              </a:p>
            </p:txBody>
          </p:sp>
          <p:sp>
            <p:nvSpPr>
              <p:cNvPr id="108" name="Rectangle 107">
                <a:extLst>
                  <a:ext uri="{FF2B5EF4-FFF2-40B4-BE49-F238E27FC236}">
                    <a16:creationId xmlns:a16="http://schemas.microsoft.com/office/drawing/2014/main" id="{668E7F10-26E1-D14E-83BA-49CC352F8986}"/>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4AE753D0-37F7-F344-AB05-E0F69E4375AB}"/>
                </a:ext>
              </a:extLst>
            </p:cNvPr>
            <p:cNvGrpSpPr/>
            <p:nvPr/>
          </p:nvGrpSpPr>
          <p:grpSpPr>
            <a:xfrm>
              <a:off x="2151530" y="4804779"/>
              <a:ext cx="914400" cy="365125"/>
              <a:chOff x="3523130" y="1390136"/>
              <a:chExt cx="914400" cy="365125"/>
            </a:xfrm>
          </p:grpSpPr>
          <p:sp>
            <p:nvSpPr>
              <p:cNvPr id="105" name="Rectangle 104">
                <a:extLst>
                  <a:ext uri="{FF2B5EF4-FFF2-40B4-BE49-F238E27FC236}">
                    <a16:creationId xmlns:a16="http://schemas.microsoft.com/office/drawing/2014/main" id="{9B204B12-7A89-5945-A0F0-F072E07F55D5}"/>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2</a:t>
                </a:r>
                <a:endParaRPr lang="en-US"/>
              </a:p>
            </p:txBody>
          </p:sp>
          <p:sp>
            <p:nvSpPr>
              <p:cNvPr id="106" name="Rectangle 105">
                <a:extLst>
                  <a:ext uri="{FF2B5EF4-FFF2-40B4-BE49-F238E27FC236}">
                    <a16:creationId xmlns:a16="http://schemas.microsoft.com/office/drawing/2014/main" id="{587B05D2-BBCD-1E46-9BDB-6266073663D3}"/>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55B1B86-63B8-A045-9DD0-A970071E3F6B}"/>
                </a:ext>
              </a:extLst>
            </p:cNvPr>
            <p:cNvGrpSpPr/>
            <p:nvPr/>
          </p:nvGrpSpPr>
          <p:grpSpPr>
            <a:xfrm>
              <a:off x="3514167" y="4810103"/>
              <a:ext cx="914400" cy="365125"/>
              <a:chOff x="3523130" y="1390136"/>
              <a:chExt cx="914400" cy="365125"/>
            </a:xfrm>
          </p:grpSpPr>
          <p:sp>
            <p:nvSpPr>
              <p:cNvPr id="103" name="Rectangle 102">
                <a:extLst>
                  <a:ext uri="{FF2B5EF4-FFF2-40B4-BE49-F238E27FC236}">
                    <a16:creationId xmlns:a16="http://schemas.microsoft.com/office/drawing/2014/main" id="{E7DCC9EA-227C-C64C-8399-976C215E8AEA}"/>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5</a:t>
                </a:r>
                <a:endParaRPr lang="en-US"/>
              </a:p>
            </p:txBody>
          </p:sp>
          <p:sp>
            <p:nvSpPr>
              <p:cNvPr id="104" name="Rectangle 103">
                <a:extLst>
                  <a:ext uri="{FF2B5EF4-FFF2-40B4-BE49-F238E27FC236}">
                    <a16:creationId xmlns:a16="http://schemas.microsoft.com/office/drawing/2014/main" id="{BAA14651-7119-1146-ABC0-36F30CB0A23E}"/>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ACF52E6C-64DF-E24C-8825-B818E300E15A}"/>
                </a:ext>
              </a:extLst>
            </p:cNvPr>
            <p:cNvGrpSpPr/>
            <p:nvPr/>
          </p:nvGrpSpPr>
          <p:grpSpPr>
            <a:xfrm>
              <a:off x="2142565" y="5411953"/>
              <a:ext cx="914400" cy="365125"/>
              <a:chOff x="3523130" y="1390136"/>
              <a:chExt cx="914400" cy="365125"/>
            </a:xfrm>
          </p:grpSpPr>
          <p:sp>
            <p:nvSpPr>
              <p:cNvPr id="101" name="Rectangle 100">
                <a:extLst>
                  <a:ext uri="{FF2B5EF4-FFF2-40B4-BE49-F238E27FC236}">
                    <a16:creationId xmlns:a16="http://schemas.microsoft.com/office/drawing/2014/main" id="{48F27FA5-9676-CA4B-BD5A-699F64BD83CC}"/>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1</a:t>
                </a:r>
              </a:p>
            </p:txBody>
          </p:sp>
          <p:sp>
            <p:nvSpPr>
              <p:cNvPr id="102" name="Rectangle 101">
                <a:extLst>
                  <a:ext uri="{FF2B5EF4-FFF2-40B4-BE49-F238E27FC236}">
                    <a16:creationId xmlns:a16="http://schemas.microsoft.com/office/drawing/2014/main" id="{76EC88A8-68ED-FA4A-8B9D-0658E3DC6A15}"/>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8" name="Straight Connector 87">
              <a:extLst>
                <a:ext uri="{FF2B5EF4-FFF2-40B4-BE49-F238E27FC236}">
                  <a16:creationId xmlns:a16="http://schemas.microsoft.com/office/drawing/2014/main" id="{15AC7934-752E-0142-ACDC-593380DBD73D}"/>
                </a:ext>
              </a:extLst>
            </p:cNvPr>
            <p:cNvCxnSpPr>
              <a:cxnSpLocks/>
            </p:cNvCxnSpPr>
            <p:nvPr/>
          </p:nvCxnSpPr>
          <p:spPr>
            <a:xfrm flipV="1">
              <a:off x="3998260" y="4803229"/>
              <a:ext cx="421344" cy="336770"/>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FEFE1676-63FB-B841-8DC9-9BB35812A28B}"/>
                </a:ext>
              </a:extLst>
            </p:cNvPr>
            <p:cNvCxnSpPr>
              <a:cxnSpLocks/>
            </p:cNvCxnSpPr>
            <p:nvPr/>
          </p:nvCxnSpPr>
          <p:spPr>
            <a:xfrm>
              <a:off x="3980330" y="4804779"/>
              <a:ext cx="448237" cy="365125"/>
            </a:xfrm>
            <a:prstGeom prst="line">
              <a:avLst/>
            </a:prstGeom>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3F6C3ACA-25F9-464B-81A2-01D1C641A012}"/>
                </a:ext>
              </a:extLst>
            </p:cNvPr>
            <p:cNvCxnSpPr>
              <a:stCxn id="113" idx="3"/>
              <a:endCxn id="117" idx="1"/>
            </p:cNvCxnSpPr>
            <p:nvPr/>
          </p:nvCxnSpPr>
          <p:spPr>
            <a:xfrm flipV="1">
              <a:off x="1676400" y="3800360"/>
              <a:ext cx="466165" cy="62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1D9BC78F-974E-334E-919E-33EF37367EFE}"/>
                </a:ext>
              </a:extLst>
            </p:cNvPr>
            <p:cNvCxnSpPr>
              <a:cxnSpLocks/>
              <a:stCxn id="108" idx="3"/>
              <a:endCxn id="111" idx="1"/>
            </p:cNvCxnSpPr>
            <p:nvPr/>
          </p:nvCxnSpPr>
          <p:spPr>
            <a:xfrm>
              <a:off x="3065930" y="4403423"/>
              <a:ext cx="466165" cy="1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C27496C8-C062-C74E-B7A1-B49991DBF6D1}"/>
                </a:ext>
              </a:extLst>
            </p:cNvPr>
            <p:cNvCxnSpPr>
              <a:cxnSpLocks/>
              <a:stCxn id="118" idx="3"/>
              <a:endCxn id="109" idx="1"/>
            </p:cNvCxnSpPr>
            <p:nvPr/>
          </p:nvCxnSpPr>
          <p:spPr>
            <a:xfrm flipV="1">
              <a:off x="3065930" y="3782570"/>
              <a:ext cx="466165" cy="16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BF927742-E12D-6942-8F60-44A3861B8D3C}"/>
                </a:ext>
              </a:extLst>
            </p:cNvPr>
            <p:cNvCxnSpPr>
              <a:stCxn id="114" idx="3"/>
              <a:endCxn id="107" idx="1"/>
            </p:cNvCxnSpPr>
            <p:nvPr/>
          </p:nvCxnSpPr>
          <p:spPr>
            <a:xfrm>
              <a:off x="1676400" y="4397212"/>
              <a:ext cx="475130" cy="62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B4FA52C8-759B-A040-B3CF-A65328007361}"/>
                </a:ext>
              </a:extLst>
            </p:cNvPr>
            <p:cNvCxnSpPr>
              <a:stCxn id="115" idx="3"/>
              <a:endCxn id="105" idx="1"/>
            </p:cNvCxnSpPr>
            <p:nvPr/>
          </p:nvCxnSpPr>
          <p:spPr>
            <a:xfrm flipV="1">
              <a:off x="1676400" y="4987342"/>
              <a:ext cx="475130" cy="87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B12D8FF1-D34E-4D48-8D97-B345466E01A6}"/>
                </a:ext>
              </a:extLst>
            </p:cNvPr>
            <p:cNvCxnSpPr>
              <a:stCxn id="106" idx="3"/>
              <a:endCxn id="103" idx="1"/>
            </p:cNvCxnSpPr>
            <p:nvPr/>
          </p:nvCxnSpPr>
          <p:spPr>
            <a:xfrm>
              <a:off x="3065930" y="4987342"/>
              <a:ext cx="448237" cy="53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6769C69B-06C1-B94F-97BF-071D712B1ADE}"/>
                </a:ext>
              </a:extLst>
            </p:cNvPr>
            <p:cNvCxnSpPr>
              <a:stCxn id="116" idx="3"/>
              <a:endCxn id="101" idx="1"/>
            </p:cNvCxnSpPr>
            <p:nvPr/>
          </p:nvCxnSpPr>
          <p:spPr>
            <a:xfrm>
              <a:off x="1676400" y="5586763"/>
              <a:ext cx="466165" cy="7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19" name="Rectangle 118">
            <a:extLst>
              <a:ext uri="{FF2B5EF4-FFF2-40B4-BE49-F238E27FC236}">
                <a16:creationId xmlns:a16="http://schemas.microsoft.com/office/drawing/2014/main" id="{CD4A2746-C82F-7A4C-85D3-BD5A7DCB0BDC}"/>
              </a:ext>
            </a:extLst>
          </p:cNvPr>
          <p:cNvSpPr/>
          <p:nvPr/>
        </p:nvSpPr>
        <p:spPr>
          <a:xfrm>
            <a:off x="779929" y="5898102"/>
            <a:ext cx="914400" cy="60717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V[5]</a:t>
            </a:r>
          </a:p>
        </p:txBody>
      </p:sp>
      <p:grpSp>
        <p:nvGrpSpPr>
          <p:cNvPr id="129" name="Group 128">
            <a:extLst>
              <a:ext uri="{FF2B5EF4-FFF2-40B4-BE49-F238E27FC236}">
                <a16:creationId xmlns:a16="http://schemas.microsoft.com/office/drawing/2014/main" id="{CD5231B4-A520-AC4F-B92F-7B7711526F3C}"/>
              </a:ext>
            </a:extLst>
          </p:cNvPr>
          <p:cNvGrpSpPr/>
          <p:nvPr/>
        </p:nvGrpSpPr>
        <p:grpSpPr>
          <a:xfrm>
            <a:off x="4926107" y="4217078"/>
            <a:ext cx="923365" cy="374557"/>
            <a:chOff x="3532095" y="3600007"/>
            <a:chExt cx="923365" cy="374557"/>
          </a:xfrm>
        </p:grpSpPr>
        <p:grpSp>
          <p:nvGrpSpPr>
            <p:cNvPr id="130" name="Group 129">
              <a:extLst>
                <a:ext uri="{FF2B5EF4-FFF2-40B4-BE49-F238E27FC236}">
                  <a16:creationId xmlns:a16="http://schemas.microsoft.com/office/drawing/2014/main" id="{16CC6BE7-F50E-3249-BFB2-EF53055F1C6B}"/>
                </a:ext>
              </a:extLst>
            </p:cNvPr>
            <p:cNvGrpSpPr/>
            <p:nvPr/>
          </p:nvGrpSpPr>
          <p:grpSpPr>
            <a:xfrm>
              <a:off x="3532095" y="3600007"/>
              <a:ext cx="914400" cy="365125"/>
              <a:chOff x="3523130" y="1390136"/>
              <a:chExt cx="914400" cy="365125"/>
            </a:xfrm>
          </p:grpSpPr>
          <p:sp>
            <p:nvSpPr>
              <p:cNvPr id="133" name="Rectangle 132">
                <a:extLst>
                  <a:ext uri="{FF2B5EF4-FFF2-40B4-BE49-F238E27FC236}">
                    <a16:creationId xmlns:a16="http://schemas.microsoft.com/office/drawing/2014/main" id="{E47874FF-807F-F149-B656-F21DF80F31CA}"/>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4</a:t>
                </a:r>
              </a:p>
            </p:txBody>
          </p:sp>
          <p:sp>
            <p:nvSpPr>
              <p:cNvPr id="134" name="Rectangle 133">
                <a:extLst>
                  <a:ext uri="{FF2B5EF4-FFF2-40B4-BE49-F238E27FC236}">
                    <a16:creationId xmlns:a16="http://schemas.microsoft.com/office/drawing/2014/main" id="{1D404449-CEA4-0B4E-9AF5-8FDA32CA49F6}"/>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31" name="Straight Connector 130">
              <a:extLst>
                <a:ext uri="{FF2B5EF4-FFF2-40B4-BE49-F238E27FC236}">
                  <a16:creationId xmlns:a16="http://schemas.microsoft.com/office/drawing/2014/main" id="{8EACC7D4-B5C7-2642-AE04-8D1C092E4AC8}"/>
                </a:ext>
              </a:extLst>
            </p:cNvPr>
            <p:cNvCxnSpPr/>
            <p:nvPr/>
          </p:nvCxnSpPr>
          <p:spPr>
            <a:xfrm>
              <a:off x="399826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50795E1-1C15-7247-BF99-363757A72A95}"/>
                </a:ext>
              </a:extLst>
            </p:cNvPr>
            <p:cNvCxnSpPr/>
            <p:nvPr/>
          </p:nvCxnSpPr>
          <p:spPr>
            <a:xfrm flipV="1">
              <a:off x="398033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35" name="Group 134">
            <a:extLst>
              <a:ext uri="{FF2B5EF4-FFF2-40B4-BE49-F238E27FC236}">
                <a16:creationId xmlns:a16="http://schemas.microsoft.com/office/drawing/2014/main" id="{B2C13FB9-2D8B-3342-A584-D88C24305EA3}"/>
              </a:ext>
            </a:extLst>
          </p:cNvPr>
          <p:cNvGrpSpPr/>
          <p:nvPr/>
        </p:nvGrpSpPr>
        <p:grpSpPr>
          <a:xfrm>
            <a:off x="3523130" y="5403339"/>
            <a:ext cx="914400" cy="365125"/>
            <a:chOff x="3523130" y="1390136"/>
            <a:chExt cx="914400" cy="365125"/>
          </a:xfrm>
        </p:grpSpPr>
        <p:sp>
          <p:nvSpPr>
            <p:cNvPr id="136" name="Rectangle 135">
              <a:extLst>
                <a:ext uri="{FF2B5EF4-FFF2-40B4-BE49-F238E27FC236}">
                  <a16:creationId xmlns:a16="http://schemas.microsoft.com/office/drawing/2014/main" id="{7311DA1D-4D8E-2941-9EA7-6097E00F9E37}"/>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2</a:t>
              </a:r>
              <a:endParaRPr lang="en-US"/>
            </a:p>
          </p:txBody>
        </p:sp>
        <p:sp>
          <p:nvSpPr>
            <p:cNvPr id="137" name="Rectangle 136">
              <a:extLst>
                <a:ext uri="{FF2B5EF4-FFF2-40B4-BE49-F238E27FC236}">
                  <a16:creationId xmlns:a16="http://schemas.microsoft.com/office/drawing/2014/main" id="{5AE59DAB-0E30-3D4A-AAD5-4AB15BA65AA2}"/>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41" name="Straight Arrow Connector 140">
            <a:extLst>
              <a:ext uri="{FF2B5EF4-FFF2-40B4-BE49-F238E27FC236}">
                <a16:creationId xmlns:a16="http://schemas.microsoft.com/office/drawing/2014/main" id="{9B47639A-A306-CC42-BC44-D0A9761568A5}"/>
              </a:ext>
            </a:extLst>
          </p:cNvPr>
          <p:cNvCxnSpPr>
            <a:stCxn id="112" idx="3"/>
            <a:endCxn id="133" idx="1"/>
          </p:cNvCxnSpPr>
          <p:nvPr/>
        </p:nvCxnSpPr>
        <p:spPr>
          <a:xfrm flipV="1">
            <a:off x="4446495" y="4399641"/>
            <a:ext cx="479612" cy="39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5" name="Group 144">
            <a:extLst>
              <a:ext uri="{FF2B5EF4-FFF2-40B4-BE49-F238E27FC236}">
                <a16:creationId xmlns:a16="http://schemas.microsoft.com/office/drawing/2014/main" id="{497E6757-E274-6B42-A4B8-BF38F0BB8767}"/>
              </a:ext>
            </a:extLst>
          </p:cNvPr>
          <p:cNvGrpSpPr/>
          <p:nvPr/>
        </p:nvGrpSpPr>
        <p:grpSpPr>
          <a:xfrm>
            <a:off x="4930589" y="5407152"/>
            <a:ext cx="923365" cy="374557"/>
            <a:chOff x="3532095" y="3600007"/>
            <a:chExt cx="923365" cy="374557"/>
          </a:xfrm>
        </p:grpSpPr>
        <p:grpSp>
          <p:nvGrpSpPr>
            <p:cNvPr id="146" name="Group 145">
              <a:extLst>
                <a:ext uri="{FF2B5EF4-FFF2-40B4-BE49-F238E27FC236}">
                  <a16:creationId xmlns:a16="http://schemas.microsoft.com/office/drawing/2014/main" id="{EADFE2DB-400D-174F-A0D2-540FED8EE2AD}"/>
                </a:ext>
              </a:extLst>
            </p:cNvPr>
            <p:cNvGrpSpPr/>
            <p:nvPr/>
          </p:nvGrpSpPr>
          <p:grpSpPr>
            <a:xfrm>
              <a:off x="3532095" y="3600007"/>
              <a:ext cx="914400" cy="365125"/>
              <a:chOff x="3523130" y="1390136"/>
              <a:chExt cx="914400" cy="365125"/>
            </a:xfrm>
          </p:grpSpPr>
          <p:sp>
            <p:nvSpPr>
              <p:cNvPr id="149" name="Rectangle 148">
                <a:extLst>
                  <a:ext uri="{FF2B5EF4-FFF2-40B4-BE49-F238E27FC236}">
                    <a16:creationId xmlns:a16="http://schemas.microsoft.com/office/drawing/2014/main" id="{C325446F-64C0-194C-9538-868D1B8A0154}"/>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5</a:t>
                </a:r>
              </a:p>
            </p:txBody>
          </p:sp>
          <p:sp>
            <p:nvSpPr>
              <p:cNvPr id="150" name="Rectangle 149">
                <a:extLst>
                  <a:ext uri="{FF2B5EF4-FFF2-40B4-BE49-F238E27FC236}">
                    <a16:creationId xmlns:a16="http://schemas.microsoft.com/office/drawing/2014/main" id="{0E718BDC-2144-B749-907F-2F83734D2E4D}"/>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47" name="Straight Connector 146">
              <a:extLst>
                <a:ext uri="{FF2B5EF4-FFF2-40B4-BE49-F238E27FC236}">
                  <a16:creationId xmlns:a16="http://schemas.microsoft.com/office/drawing/2014/main" id="{3926968C-8408-CB43-81A2-50D989D94A34}"/>
                </a:ext>
              </a:extLst>
            </p:cNvPr>
            <p:cNvCxnSpPr/>
            <p:nvPr/>
          </p:nvCxnSpPr>
          <p:spPr>
            <a:xfrm>
              <a:off x="399826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4548FEEE-9C77-0841-BAE1-10DEE0A07C5E}"/>
                </a:ext>
              </a:extLst>
            </p:cNvPr>
            <p:cNvCxnSpPr/>
            <p:nvPr/>
          </p:nvCxnSpPr>
          <p:spPr>
            <a:xfrm flipV="1">
              <a:off x="398033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51" name="Group 150">
            <a:extLst>
              <a:ext uri="{FF2B5EF4-FFF2-40B4-BE49-F238E27FC236}">
                <a16:creationId xmlns:a16="http://schemas.microsoft.com/office/drawing/2014/main" id="{498037A8-8468-9043-84C1-4FC7BC3D7C09}"/>
              </a:ext>
            </a:extLst>
          </p:cNvPr>
          <p:cNvGrpSpPr/>
          <p:nvPr/>
        </p:nvGrpSpPr>
        <p:grpSpPr>
          <a:xfrm>
            <a:off x="2151530" y="6013452"/>
            <a:ext cx="914400" cy="365125"/>
            <a:chOff x="3523130" y="1390136"/>
            <a:chExt cx="914400" cy="365125"/>
          </a:xfrm>
        </p:grpSpPr>
        <p:sp>
          <p:nvSpPr>
            <p:cNvPr id="152" name="Rectangle 151">
              <a:extLst>
                <a:ext uri="{FF2B5EF4-FFF2-40B4-BE49-F238E27FC236}">
                  <a16:creationId xmlns:a16="http://schemas.microsoft.com/office/drawing/2014/main" id="{E8D2F6F1-E8D7-584D-8735-1FFD78832980}"/>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 3</a:t>
              </a:r>
            </a:p>
          </p:txBody>
        </p:sp>
        <p:sp>
          <p:nvSpPr>
            <p:cNvPr id="153" name="Rectangle 152">
              <a:extLst>
                <a:ext uri="{FF2B5EF4-FFF2-40B4-BE49-F238E27FC236}">
                  <a16:creationId xmlns:a16="http://schemas.microsoft.com/office/drawing/2014/main" id="{20B32951-F0E8-184F-ACF1-E4EFA99279ED}"/>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54" name="Group 153">
            <a:extLst>
              <a:ext uri="{FF2B5EF4-FFF2-40B4-BE49-F238E27FC236}">
                <a16:creationId xmlns:a16="http://schemas.microsoft.com/office/drawing/2014/main" id="{C566C513-34B6-9C47-ADD0-CF674F48EA79}"/>
              </a:ext>
            </a:extLst>
          </p:cNvPr>
          <p:cNvGrpSpPr/>
          <p:nvPr/>
        </p:nvGrpSpPr>
        <p:grpSpPr>
          <a:xfrm>
            <a:off x="3558989" y="6021949"/>
            <a:ext cx="923365" cy="374557"/>
            <a:chOff x="3532095" y="3600007"/>
            <a:chExt cx="923365" cy="374557"/>
          </a:xfrm>
        </p:grpSpPr>
        <p:grpSp>
          <p:nvGrpSpPr>
            <p:cNvPr id="155" name="Group 154">
              <a:extLst>
                <a:ext uri="{FF2B5EF4-FFF2-40B4-BE49-F238E27FC236}">
                  <a16:creationId xmlns:a16="http://schemas.microsoft.com/office/drawing/2014/main" id="{9D560139-BBDE-584C-9F6D-2DAC0B92CFC9}"/>
                </a:ext>
              </a:extLst>
            </p:cNvPr>
            <p:cNvGrpSpPr/>
            <p:nvPr/>
          </p:nvGrpSpPr>
          <p:grpSpPr>
            <a:xfrm>
              <a:off x="3532095" y="3600007"/>
              <a:ext cx="914400" cy="365125"/>
              <a:chOff x="3523130" y="1390136"/>
              <a:chExt cx="914400" cy="365125"/>
            </a:xfrm>
          </p:grpSpPr>
          <p:sp>
            <p:nvSpPr>
              <p:cNvPr id="158" name="Rectangle 157">
                <a:extLst>
                  <a:ext uri="{FF2B5EF4-FFF2-40B4-BE49-F238E27FC236}">
                    <a16:creationId xmlns:a16="http://schemas.microsoft.com/office/drawing/2014/main" id="{B6CB5EB8-47E9-DA42-B0C0-C98F0057C2DF}"/>
                  </a:ext>
                </a:extLst>
              </p:cNvPr>
              <p:cNvSpPr/>
              <p:nvPr/>
            </p:nvSpPr>
            <p:spPr>
              <a:xfrm>
                <a:off x="35231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r>
                  <a:rPr lang="en-US">
                    <a:solidFill>
                      <a:schemeClr val="tx1"/>
                    </a:solidFill>
                  </a:rPr>
                  <a:t>4</a:t>
                </a:r>
              </a:p>
            </p:txBody>
          </p:sp>
          <p:sp>
            <p:nvSpPr>
              <p:cNvPr id="159" name="Rectangle 158">
                <a:extLst>
                  <a:ext uri="{FF2B5EF4-FFF2-40B4-BE49-F238E27FC236}">
                    <a16:creationId xmlns:a16="http://schemas.microsoft.com/office/drawing/2014/main" id="{41448AEF-FF55-D64E-A097-36ADC8473E09}"/>
                  </a:ext>
                </a:extLst>
              </p:cNvPr>
              <p:cNvSpPr/>
              <p:nvPr/>
            </p:nvSpPr>
            <p:spPr>
              <a:xfrm>
                <a:off x="3980330" y="1390136"/>
                <a:ext cx="457200" cy="36512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56" name="Straight Connector 155">
              <a:extLst>
                <a:ext uri="{FF2B5EF4-FFF2-40B4-BE49-F238E27FC236}">
                  <a16:creationId xmlns:a16="http://schemas.microsoft.com/office/drawing/2014/main" id="{CDB8F88A-5B1B-5847-BF60-AAF123AF3FF6}"/>
                </a:ext>
              </a:extLst>
            </p:cNvPr>
            <p:cNvCxnSpPr/>
            <p:nvPr/>
          </p:nvCxnSpPr>
          <p:spPr>
            <a:xfrm>
              <a:off x="399826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3548AE73-B39B-154E-8DDE-C387A7A05970}"/>
                </a:ext>
              </a:extLst>
            </p:cNvPr>
            <p:cNvCxnSpPr/>
            <p:nvPr/>
          </p:nvCxnSpPr>
          <p:spPr>
            <a:xfrm flipV="1">
              <a:off x="3980330" y="3617797"/>
              <a:ext cx="457200" cy="356767"/>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61" name="Straight Arrow Connector 160">
            <a:extLst>
              <a:ext uri="{FF2B5EF4-FFF2-40B4-BE49-F238E27FC236}">
                <a16:creationId xmlns:a16="http://schemas.microsoft.com/office/drawing/2014/main" id="{87FB58E0-2214-F04A-A891-0E6F2937D4FE}"/>
              </a:ext>
            </a:extLst>
          </p:cNvPr>
          <p:cNvCxnSpPr>
            <a:stCxn id="102" idx="3"/>
            <a:endCxn id="136" idx="1"/>
          </p:cNvCxnSpPr>
          <p:nvPr/>
        </p:nvCxnSpPr>
        <p:spPr>
          <a:xfrm flipV="1">
            <a:off x="3056965" y="5585902"/>
            <a:ext cx="466165" cy="8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3" name="Straight Arrow Connector 162">
            <a:extLst>
              <a:ext uri="{FF2B5EF4-FFF2-40B4-BE49-F238E27FC236}">
                <a16:creationId xmlns:a16="http://schemas.microsoft.com/office/drawing/2014/main" id="{5DC1BD18-B2D8-9D4E-8FAF-D17843BC337E}"/>
              </a:ext>
            </a:extLst>
          </p:cNvPr>
          <p:cNvCxnSpPr>
            <a:stCxn id="137" idx="3"/>
            <a:endCxn id="149" idx="1"/>
          </p:cNvCxnSpPr>
          <p:nvPr/>
        </p:nvCxnSpPr>
        <p:spPr>
          <a:xfrm>
            <a:off x="4437530" y="5585902"/>
            <a:ext cx="493059" cy="38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FB9994F5-806A-9F40-A482-E2E17E3BEE6A}"/>
              </a:ext>
            </a:extLst>
          </p:cNvPr>
          <p:cNvCxnSpPr>
            <a:stCxn id="119" idx="3"/>
            <a:endCxn id="152" idx="1"/>
          </p:cNvCxnSpPr>
          <p:nvPr/>
        </p:nvCxnSpPr>
        <p:spPr>
          <a:xfrm flipV="1">
            <a:off x="1694329" y="6196015"/>
            <a:ext cx="457201" cy="56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A9559CA8-376D-7E4F-A83C-0D2B62EB3981}"/>
              </a:ext>
            </a:extLst>
          </p:cNvPr>
          <p:cNvCxnSpPr>
            <a:stCxn id="153" idx="3"/>
            <a:endCxn id="158" idx="1"/>
          </p:cNvCxnSpPr>
          <p:nvPr/>
        </p:nvCxnSpPr>
        <p:spPr>
          <a:xfrm>
            <a:off x="3065930" y="6196015"/>
            <a:ext cx="493059" cy="84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5" name="TextBox 174">
            <a:extLst>
              <a:ext uri="{FF2B5EF4-FFF2-40B4-BE49-F238E27FC236}">
                <a16:creationId xmlns:a16="http://schemas.microsoft.com/office/drawing/2014/main" id="{8D68610C-1549-0147-8DF8-34FBC3B1F2FD}"/>
              </a:ext>
            </a:extLst>
          </p:cNvPr>
          <p:cNvSpPr txBox="1"/>
          <p:nvPr/>
        </p:nvSpPr>
        <p:spPr>
          <a:xfrm>
            <a:off x="5581244" y="3436078"/>
            <a:ext cx="3285563" cy="369332"/>
          </a:xfrm>
          <a:prstGeom prst="rect">
            <a:avLst/>
          </a:prstGeom>
          <a:noFill/>
        </p:spPr>
        <p:txBody>
          <a:bodyPr wrap="square" rtlCol="0">
            <a:spAutoFit/>
          </a:bodyPr>
          <a:lstStyle/>
          <a:p>
            <a:r>
              <a:rPr lang="en-US" err="1"/>
              <a:t>Danh</a:t>
            </a:r>
            <a:r>
              <a:rPr lang="en-US"/>
              <a:t> </a:t>
            </a:r>
            <a:r>
              <a:rPr lang="en-US" err="1"/>
              <a:t>sách</a:t>
            </a:r>
            <a:r>
              <a:rPr lang="en-US"/>
              <a:t> </a:t>
            </a:r>
            <a:r>
              <a:rPr lang="en-US" err="1"/>
              <a:t>lân</a:t>
            </a:r>
            <a:r>
              <a:rPr lang="en-US"/>
              <a:t> </a:t>
            </a:r>
            <a:r>
              <a:rPr lang="en-US" err="1"/>
              <a:t>cận</a:t>
            </a:r>
            <a:r>
              <a:rPr lang="en-US"/>
              <a:t> </a:t>
            </a:r>
            <a:r>
              <a:rPr lang="en-US" err="1"/>
              <a:t>biểu</a:t>
            </a:r>
            <a:r>
              <a:rPr lang="en-US"/>
              <a:t> </a:t>
            </a:r>
            <a:r>
              <a:rPr lang="en-US" err="1"/>
              <a:t>diễn</a:t>
            </a:r>
            <a:r>
              <a:rPr lang="en-US"/>
              <a:t> G3</a:t>
            </a:r>
          </a:p>
        </p:txBody>
      </p:sp>
      <p:grpSp>
        <p:nvGrpSpPr>
          <p:cNvPr id="176" name="Group 175">
            <a:extLst>
              <a:ext uri="{FF2B5EF4-FFF2-40B4-BE49-F238E27FC236}">
                <a16:creationId xmlns:a16="http://schemas.microsoft.com/office/drawing/2014/main" id="{08C9C011-397F-294F-9776-9A11A608CA53}"/>
              </a:ext>
            </a:extLst>
          </p:cNvPr>
          <p:cNvGrpSpPr/>
          <p:nvPr/>
        </p:nvGrpSpPr>
        <p:grpSpPr>
          <a:xfrm>
            <a:off x="6356690" y="1297868"/>
            <a:ext cx="2025310" cy="1684495"/>
            <a:chOff x="6535271" y="2285186"/>
            <a:chExt cx="2025310" cy="1684495"/>
          </a:xfrm>
        </p:grpSpPr>
        <p:sp>
          <p:nvSpPr>
            <p:cNvPr id="177" name="Oval 176">
              <a:extLst>
                <a:ext uri="{FF2B5EF4-FFF2-40B4-BE49-F238E27FC236}">
                  <a16:creationId xmlns:a16="http://schemas.microsoft.com/office/drawing/2014/main" id="{EFDA55F7-2C88-8246-9B59-CE4BCF9F7399}"/>
                </a:ext>
              </a:extLst>
            </p:cNvPr>
            <p:cNvSpPr/>
            <p:nvPr/>
          </p:nvSpPr>
          <p:spPr>
            <a:xfrm>
              <a:off x="6535271" y="228518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178" name="Oval 177">
              <a:extLst>
                <a:ext uri="{FF2B5EF4-FFF2-40B4-BE49-F238E27FC236}">
                  <a16:creationId xmlns:a16="http://schemas.microsoft.com/office/drawing/2014/main" id="{A2D0D43E-30F6-EB4E-AB31-7670C9A282DE}"/>
                </a:ext>
              </a:extLst>
            </p:cNvPr>
            <p:cNvSpPr/>
            <p:nvPr/>
          </p:nvSpPr>
          <p:spPr>
            <a:xfrm>
              <a:off x="6535271" y="3457055"/>
              <a:ext cx="555812" cy="5126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sp>
          <p:nvSpPr>
            <p:cNvPr id="179" name="Oval 178">
              <a:extLst>
                <a:ext uri="{FF2B5EF4-FFF2-40B4-BE49-F238E27FC236}">
                  <a16:creationId xmlns:a16="http://schemas.microsoft.com/office/drawing/2014/main" id="{0A7921B1-1671-D843-B538-E9AB826488CE}"/>
                </a:ext>
              </a:extLst>
            </p:cNvPr>
            <p:cNvSpPr/>
            <p:nvPr/>
          </p:nvSpPr>
          <p:spPr>
            <a:xfrm>
              <a:off x="7995804" y="2309626"/>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cxnSp>
          <p:nvCxnSpPr>
            <p:cNvPr id="180" name="Straight Arrow Connector 179">
              <a:extLst>
                <a:ext uri="{FF2B5EF4-FFF2-40B4-BE49-F238E27FC236}">
                  <a16:creationId xmlns:a16="http://schemas.microsoft.com/office/drawing/2014/main" id="{F8B77AB2-D4D1-C648-BE22-C04174C29237}"/>
                </a:ext>
              </a:extLst>
            </p:cNvPr>
            <p:cNvCxnSpPr>
              <a:cxnSpLocks/>
              <a:stCxn id="178" idx="0"/>
              <a:endCxn id="177" idx="4"/>
            </p:cNvCxnSpPr>
            <p:nvPr/>
          </p:nvCxnSpPr>
          <p:spPr>
            <a:xfrm flipV="1">
              <a:off x="6813177" y="2769280"/>
              <a:ext cx="0" cy="687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1" name="Straight Arrow Connector 180">
              <a:extLst>
                <a:ext uri="{FF2B5EF4-FFF2-40B4-BE49-F238E27FC236}">
                  <a16:creationId xmlns:a16="http://schemas.microsoft.com/office/drawing/2014/main" id="{3F47CE62-3F4E-694B-AB69-E62EF89D7C6A}"/>
                </a:ext>
              </a:extLst>
            </p:cNvPr>
            <p:cNvCxnSpPr>
              <a:cxnSpLocks/>
              <a:stCxn id="177" idx="6"/>
              <a:endCxn id="179" idx="2"/>
            </p:cNvCxnSpPr>
            <p:nvPr/>
          </p:nvCxnSpPr>
          <p:spPr>
            <a:xfrm>
              <a:off x="7091083" y="2527233"/>
              <a:ext cx="904721" cy="24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2" name="Straight Arrow Connector 181">
              <a:extLst>
                <a:ext uri="{FF2B5EF4-FFF2-40B4-BE49-F238E27FC236}">
                  <a16:creationId xmlns:a16="http://schemas.microsoft.com/office/drawing/2014/main" id="{5BD3A095-1AB9-8740-B70D-4534A9E971F3}"/>
                </a:ext>
              </a:extLst>
            </p:cNvPr>
            <p:cNvCxnSpPr>
              <a:cxnSpLocks/>
              <a:stCxn id="178" idx="6"/>
              <a:endCxn id="183" idx="2"/>
            </p:cNvCxnSpPr>
            <p:nvPr/>
          </p:nvCxnSpPr>
          <p:spPr>
            <a:xfrm flipV="1">
              <a:off x="7091083" y="3704353"/>
              <a:ext cx="913686" cy="90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3" name="Oval 182">
              <a:extLst>
                <a:ext uri="{FF2B5EF4-FFF2-40B4-BE49-F238E27FC236}">
                  <a16:creationId xmlns:a16="http://schemas.microsoft.com/office/drawing/2014/main" id="{66541483-A12C-AD43-82CA-74D69555BA2A}"/>
                </a:ext>
              </a:extLst>
            </p:cNvPr>
            <p:cNvSpPr/>
            <p:nvPr/>
          </p:nvSpPr>
          <p:spPr>
            <a:xfrm>
              <a:off x="8004769" y="3448040"/>
              <a:ext cx="555812" cy="5126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cxnSp>
          <p:nvCxnSpPr>
            <p:cNvPr id="184" name="Straight Arrow Connector 183">
              <a:extLst>
                <a:ext uri="{FF2B5EF4-FFF2-40B4-BE49-F238E27FC236}">
                  <a16:creationId xmlns:a16="http://schemas.microsoft.com/office/drawing/2014/main" id="{6719C69C-623C-2146-A7A7-B35D16CA7EC9}"/>
                </a:ext>
              </a:extLst>
            </p:cNvPr>
            <p:cNvCxnSpPr>
              <a:cxnSpLocks/>
              <a:stCxn id="183" idx="0"/>
              <a:endCxn id="179" idx="4"/>
            </p:cNvCxnSpPr>
            <p:nvPr/>
          </p:nvCxnSpPr>
          <p:spPr>
            <a:xfrm flipH="1" flipV="1">
              <a:off x="8273710" y="2793720"/>
              <a:ext cx="8965" cy="6543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5" name="Straight Arrow Connector 184">
              <a:extLst>
                <a:ext uri="{FF2B5EF4-FFF2-40B4-BE49-F238E27FC236}">
                  <a16:creationId xmlns:a16="http://schemas.microsoft.com/office/drawing/2014/main" id="{955D3D2C-7CC4-714F-853D-2392FE583F37}"/>
                </a:ext>
              </a:extLst>
            </p:cNvPr>
            <p:cNvCxnSpPr>
              <a:stCxn id="177" idx="5"/>
              <a:endCxn id="183" idx="1"/>
            </p:cNvCxnSpPr>
            <p:nvPr/>
          </p:nvCxnSpPr>
          <p:spPr>
            <a:xfrm>
              <a:off x="7009686" y="2698386"/>
              <a:ext cx="1076480" cy="8247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D53ADBAC-FD90-9642-A39A-DB780E0E2321}"/>
                </a:ext>
              </a:extLst>
            </p:cNvPr>
            <p:cNvCxnSpPr>
              <a:stCxn id="179" idx="3"/>
              <a:endCxn id="178" idx="7"/>
            </p:cNvCxnSpPr>
            <p:nvPr/>
          </p:nvCxnSpPr>
          <p:spPr>
            <a:xfrm flipH="1">
              <a:off x="7009686" y="2722826"/>
              <a:ext cx="1067515" cy="8093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Curved Connector 186">
              <a:extLst>
                <a:ext uri="{FF2B5EF4-FFF2-40B4-BE49-F238E27FC236}">
                  <a16:creationId xmlns:a16="http://schemas.microsoft.com/office/drawing/2014/main" id="{33A26EF9-BD4E-4E47-A9BA-BEFBFB7AB197}"/>
                </a:ext>
              </a:extLst>
            </p:cNvPr>
            <p:cNvCxnSpPr>
              <a:stCxn id="177" idx="2"/>
              <a:endCxn id="178" idx="2"/>
            </p:cNvCxnSpPr>
            <p:nvPr/>
          </p:nvCxnSpPr>
          <p:spPr>
            <a:xfrm rot="10800000" flipV="1">
              <a:off x="6535271" y="2527232"/>
              <a:ext cx="12700" cy="1186135"/>
            </a:xfrm>
            <a:prstGeom prst="curvedConnector3">
              <a:avLst>
                <a:gd name="adj1" fmla="val 5047063"/>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0" name="Group 199">
            <a:extLst>
              <a:ext uri="{FF2B5EF4-FFF2-40B4-BE49-F238E27FC236}">
                <a16:creationId xmlns:a16="http://schemas.microsoft.com/office/drawing/2014/main" id="{484D221D-D0DD-9440-B3BA-5A59ACF92083}"/>
              </a:ext>
            </a:extLst>
          </p:cNvPr>
          <p:cNvGrpSpPr/>
          <p:nvPr/>
        </p:nvGrpSpPr>
        <p:grpSpPr>
          <a:xfrm>
            <a:off x="6217025" y="4063279"/>
            <a:ext cx="2513528" cy="2167305"/>
            <a:chOff x="678785" y="4347029"/>
            <a:chExt cx="2513528" cy="2167305"/>
          </a:xfrm>
        </p:grpSpPr>
        <p:sp>
          <p:nvSpPr>
            <p:cNvPr id="201" name="Oval 200">
              <a:extLst>
                <a:ext uri="{FF2B5EF4-FFF2-40B4-BE49-F238E27FC236}">
                  <a16:creationId xmlns:a16="http://schemas.microsoft.com/office/drawing/2014/main" id="{7A9EE4AF-93FB-BD45-B6BA-BFAAA7094732}"/>
                </a:ext>
              </a:extLst>
            </p:cNvPr>
            <p:cNvSpPr/>
            <p:nvPr/>
          </p:nvSpPr>
          <p:spPr>
            <a:xfrm>
              <a:off x="1700762" y="4347029"/>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1</a:t>
              </a:r>
            </a:p>
          </p:txBody>
        </p:sp>
        <p:sp>
          <p:nvSpPr>
            <p:cNvPr id="202" name="Oval 201">
              <a:extLst>
                <a:ext uri="{FF2B5EF4-FFF2-40B4-BE49-F238E27FC236}">
                  <a16:creationId xmlns:a16="http://schemas.microsoft.com/office/drawing/2014/main" id="{42564D9C-CFF8-764B-8899-B9C9D7D17098}"/>
                </a:ext>
              </a:extLst>
            </p:cNvPr>
            <p:cNvSpPr/>
            <p:nvPr/>
          </p:nvSpPr>
          <p:spPr>
            <a:xfrm>
              <a:off x="678785" y="4999007"/>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2</a:t>
              </a:r>
            </a:p>
          </p:txBody>
        </p:sp>
        <p:sp>
          <p:nvSpPr>
            <p:cNvPr id="203" name="Oval 202">
              <a:extLst>
                <a:ext uri="{FF2B5EF4-FFF2-40B4-BE49-F238E27FC236}">
                  <a16:creationId xmlns:a16="http://schemas.microsoft.com/office/drawing/2014/main" id="{F5B95953-0B5B-794D-BA57-708E67B353D8}"/>
                </a:ext>
              </a:extLst>
            </p:cNvPr>
            <p:cNvSpPr/>
            <p:nvPr/>
          </p:nvSpPr>
          <p:spPr>
            <a:xfrm>
              <a:off x="2636501" y="4963058"/>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3</a:t>
              </a:r>
            </a:p>
          </p:txBody>
        </p:sp>
        <p:cxnSp>
          <p:nvCxnSpPr>
            <p:cNvPr id="204" name="Straight Arrow Connector 203">
              <a:extLst>
                <a:ext uri="{FF2B5EF4-FFF2-40B4-BE49-F238E27FC236}">
                  <a16:creationId xmlns:a16="http://schemas.microsoft.com/office/drawing/2014/main" id="{2B0E255F-2C68-E943-964D-5A2BBDD66106}"/>
                </a:ext>
              </a:extLst>
            </p:cNvPr>
            <p:cNvCxnSpPr>
              <a:cxnSpLocks/>
              <a:stCxn id="202" idx="0"/>
              <a:endCxn id="201" idx="2"/>
            </p:cNvCxnSpPr>
            <p:nvPr/>
          </p:nvCxnSpPr>
          <p:spPr>
            <a:xfrm flipV="1">
              <a:off x="956691" y="4589076"/>
              <a:ext cx="744071" cy="40993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5" name="Straight Arrow Connector 204">
              <a:extLst>
                <a:ext uri="{FF2B5EF4-FFF2-40B4-BE49-F238E27FC236}">
                  <a16:creationId xmlns:a16="http://schemas.microsoft.com/office/drawing/2014/main" id="{C6225C3D-7D66-F44A-A900-EB3BC1A961E5}"/>
                </a:ext>
              </a:extLst>
            </p:cNvPr>
            <p:cNvCxnSpPr>
              <a:cxnSpLocks/>
              <a:stCxn id="201" idx="4"/>
              <a:endCxn id="207" idx="0"/>
            </p:cNvCxnSpPr>
            <p:nvPr/>
          </p:nvCxnSpPr>
          <p:spPr>
            <a:xfrm flipH="1">
              <a:off x="1606632" y="4831123"/>
              <a:ext cx="372036" cy="1199117"/>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6" name="Straight Arrow Connector 205">
              <a:extLst>
                <a:ext uri="{FF2B5EF4-FFF2-40B4-BE49-F238E27FC236}">
                  <a16:creationId xmlns:a16="http://schemas.microsoft.com/office/drawing/2014/main" id="{6FBA1655-72D8-8942-B28F-F61D3B8AD2F4}"/>
                </a:ext>
              </a:extLst>
            </p:cNvPr>
            <p:cNvCxnSpPr>
              <a:cxnSpLocks/>
              <a:stCxn id="202" idx="6"/>
              <a:endCxn id="203" idx="2"/>
            </p:cNvCxnSpPr>
            <p:nvPr/>
          </p:nvCxnSpPr>
          <p:spPr>
            <a:xfrm flipV="1">
              <a:off x="1234597" y="5205105"/>
              <a:ext cx="1401904" cy="3594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07" name="Oval 206">
              <a:extLst>
                <a:ext uri="{FF2B5EF4-FFF2-40B4-BE49-F238E27FC236}">
                  <a16:creationId xmlns:a16="http://schemas.microsoft.com/office/drawing/2014/main" id="{A20C9F33-FC00-B44D-890F-5921ABE720A4}"/>
                </a:ext>
              </a:extLst>
            </p:cNvPr>
            <p:cNvSpPr/>
            <p:nvPr/>
          </p:nvSpPr>
          <p:spPr>
            <a:xfrm>
              <a:off x="1328726" y="6030240"/>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4</a:t>
              </a:r>
            </a:p>
          </p:txBody>
        </p:sp>
        <p:sp>
          <p:nvSpPr>
            <p:cNvPr id="208" name="Oval 207">
              <a:extLst>
                <a:ext uri="{FF2B5EF4-FFF2-40B4-BE49-F238E27FC236}">
                  <a16:creationId xmlns:a16="http://schemas.microsoft.com/office/drawing/2014/main" id="{B48E5E17-FC89-3443-9C6F-86009B446CE1}"/>
                </a:ext>
              </a:extLst>
            </p:cNvPr>
            <p:cNvSpPr/>
            <p:nvPr/>
          </p:nvSpPr>
          <p:spPr>
            <a:xfrm>
              <a:off x="2323451" y="5988969"/>
              <a:ext cx="555812" cy="48409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5</a:t>
              </a:r>
            </a:p>
          </p:txBody>
        </p:sp>
        <p:cxnSp>
          <p:nvCxnSpPr>
            <p:cNvPr id="209" name="Straight Connector 208">
              <a:extLst>
                <a:ext uri="{FF2B5EF4-FFF2-40B4-BE49-F238E27FC236}">
                  <a16:creationId xmlns:a16="http://schemas.microsoft.com/office/drawing/2014/main" id="{D819C0AF-CC06-7A4C-B7A5-569DFF9E4FF0}"/>
                </a:ext>
              </a:extLst>
            </p:cNvPr>
            <p:cNvCxnSpPr>
              <a:stCxn id="202" idx="4"/>
              <a:endCxn id="207" idx="1"/>
            </p:cNvCxnSpPr>
            <p:nvPr/>
          </p:nvCxnSpPr>
          <p:spPr>
            <a:xfrm>
              <a:off x="956691" y="5483101"/>
              <a:ext cx="453432" cy="618033"/>
            </a:xfrm>
            <a:prstGeom prst="line">
              <a:avLst/>
            </a:prstGeom>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BA47272D-4D2F-7542-8272-B626D5E7DE79}"/>
                </a:ext>
              </a:extLst>
            </p:cNvPr>
            <p:cNvCxnSpPr>
              <a:stCxn id="207" idx="6"/>
              <a:endCxn id="208" idx="2"/>
            </p:cNvCxnSpPr>
            <p:nvPr/>
          </p:nvCxnSpPr>
          <p:spPr>
            <a:xfrm flipV="1">
              <a:off x="1884538" y="6231016"/>
              <a:ext cx="438913" cy="4127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1" name="Straight Connector 210">
              <a:extLst>
                <a:ext uri="{FF2B5EF4-FFF2-40B4-BE49-F238E27FC236}">
                  <a16:creationId xmlns:a16="http://schemas.microsoft.com/office/drawing/2014/main" id="{F2F7E0CA-38DF-2E47-ACAB-91177195F1B9}"/>
                </a:ext>
              </a:extLst>
            </p:cNvPr>
            <p:cNvCxnSpPr>
              <a:cxnSpLocks/>
              <a:stCxn id="208" idx="7"/>
              <a:endCxn id="203" idx="4"/>
            </p:cNvCxnSpPr>
            <p:nvPr/>
          </p:nvCxnSpPr>
          <p:spPr>
            <a:xfrm flipV="1">
              <a:off x="2797866" y="5447152"/>
              <a:ext cx="116541" cy="612711"/>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67745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2742C56-C1A2-FB43-BAC0-E138AEDBF975}"/>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B1C3965E-558E-AC41-A236-021F9AF098FF}"/>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BC9823E5-BC91-1445-B056-A5BB42D00CE6}"/>
              </a:ext>
            </a:extLst>
          </p:cNvPr>
          <p:cNvSpPr>
            <a:spLocks noGrp="1"/>
          </p:cNvSpPr>
          <p:nvPr>
            <p:ph type="sldNum" sz="quarter" idx="12"/>
          </p:nvPr>
        </p:nvSpPr>
        <p:spPr/>
        <p:txBody>
          <a:bodyPr/>
          <a:lstStyle/>
          <a:p>
            <a:fld id="{BA7BC09B-FE30-A349-B1D2-5A364F511F98}" type="slidenum">
              <a:rPr lang="en-US" smtClean="0"/>
              <a:t>15</a:t>
            </a:fld>
            <a:endParaRPr lang="en-US"/>
          </a:p>
        </p:txBody>
      </p:sp>
      <p:sp>
        <p:nvSpPr>
          <p:cNvPr id="2" name="Title 1">
            <a:extLst>
              <a:ext uri="{FF2B5EF4-FFF2-40B4-BE49-F238E27FC236}">
                <a16:creationId xmlns:a16="http://schemas.microsoft.com/office/drawing/2014/main" id="{ED57C94B-E626-734D-8E7A-01561530B899}"/>
              </a:ext>
            </a:extLst>
          </p:cNvPr>
          <p:cNvSpPr>
            <a:spLocks noGrp="1"/>
          </p:cNvSpPr>
          <p:nvPr>
            <p:ph type="title"/>
          </p:nvPr>
        </p:nvSpPr>
        <p:spPr/>
        <p:txBody>
          <a:bodyPr/>
          <a:lstStyle/>
          <a:p>
            <a:r>
              <a:rPr lang="en-US" err="1"/>
              <a:t>Duyệt</a:t>
            </a:r>
            <a:r>
              <a:rPr lang="en-US"/>
              <a:t> </a:t>
            </a:r>
            <a:r>
              <a:rPr lang="en-US" err="1"/>
              <a:t>đồ</a:t>
            </a:r>
            <a:r>
              <a:rPr lang="en-US"/>
              <a:t> </a:t>
            </a:r>
            <a:r>
              <a:rPr lang="en-US" err="1"/>
              <a:t>thị</a:t>
            </a:r>
            <a:r>
              <a:rPr lang="en-US"/>
              <a:t> </a:t>
            </a:r>
          </a:p>
        </p:txBody>
      </p:sp>
      <p:sp>
        <p:nvSpPr>
          <p:cNvPr id="3" name="Content Placeholder 2">
            <a:extLst>
              <a:ext uri="{FF2B5EF4-FFF2-40B4-BE49-F238E27FC236}">
                <a16:creationId xmlns:a16="http://schemas.microsoft.com/office/drawing/2014/main" id="{00A02E96-BBE0-234D-B518-295106FA1337}"/>
              </a:ext>
            </a:extLst>
          </p:cNvPr>
          <p:cNvSpPr>
            <a:spLocks noGrp="1"/>
          </p:cNvSpPr>
          <p:nvPr>
            <p:ph sz="quarter" idx="13"/>
          </p:nvPr>
        </p:nvSpPr>
        <p:spPr/>
        <p:txBody>
          <a:bodyPr/>
          <a:lstStyle/>
          <a:p>
            <a:r>
              <a:rPr lang="en-US" err="1"/>
              <a:t>Cần</a:t>
            </a:r>
            <a:r>
              <a:rPr lang="en-US"/>
              <a:t> </a:t>
            </a:r>
            <a:r>
              <a:rPr lang="en-US" err="1"/>
              <a:t>đi</a:t>
            </a:r>
            <a:r>
              <a:rPr lang="en-US"/>
              <a:t> qua </a:t>
            </a:r>
            <a:r>
              <a:rPr lang="en-US" err="1"/>
              <a:t>các</a:t>
            </a:r>
            <a:r>
              <a:rPr lang="en-US"/>
              <a:t> </a:t>
            </a:r>
            <a:r>
              <a:rPr lang="en-US" err="1"/>
              <a:t>đỉnh</a:t>
            </a:r>
            <a:r>
              <a:rPr lang="en-US"/>
              <a:t> </a:t>
            </a:r>
            <a:r>
              <a:rPr lang="en-US" err="1"/>
              <a:t>và</a:t>
            </a:r>
            <a:r>
              <a:rPr lang="en-US"/>
              <a:t> </a:t>
            </a:r>
            <a:r>
              <a:rPr lang="en-US" err="1"/>
              <a:t>các</a:t>
            </a:r>
            <a:r>
              <a:rPr lang="en-US"/>
              <a:t> </a:t>
            </a:r>
            <a:r>
              <a:rPr lang="en-US" err="1"/>
              <a:t>cung</a:t>
            </a:r>
            <a:r>
              <a:rPr lang="en-US"/>
              <a:t> </a:t>
            </a:r>
            <a:r>
              <a:rPr lang="en-US" err="1"/>
              <a:t>của</a:t>
            </a:r>
            <a:r>
              <a:rPr lang="en-US"/>
              <a:t> </a:t>
            </a:r>
            <a:r>
              <a:rPr lang="en-US" err="1"/>
              <a:t>đồ</a:t>
            </a:r>
            <a:r>
              <a:rPr lang="en-US"/>
              <a:t> </a:t>
            </a:r>
            <a:r>
              <a:rPr lang="en-US" err="1"/>
              <a:t>thị</a:t>
            </a:r>
            <a:r>
              <a:rPr lang="en-US"/>
              <a:t> </a:t>
            </a:r>
            <a:r>
              <a:rPr lang="en-US" err="1"/>
              <a:t>một</a:t>
            </a:r>
            <a:r>
              <a:rPr lang="en-US"/>
              <a:t> </a:t>
            </a:r>
            <a:r>
              <a:rPr lang="en-US" err="1"/>
              <a:t>cách</a:t>
            </a:r>
            <a:r>
              <a:rPr lang="en-US"/>
              <a:t> </a:t>
            </a:r>
            <a:r>
              <a:rPr lang="en-US" err="1"/>
              <a:t>có</a:t>
            </a:r>
            <a:r>
              <a:rPr lang="en-US"/>
              <a:t> </a:t>
            </a:r>
            <a:r>
              <a:rPr lang="en-US" err="1"/>
              <a:t>hệ</a:t>
            </a:r>
            <a:r>
              <a:rPr lang="en-US"/>
              <a:t> </a:t>
            </a:r>
            <a:r>
              <a:rPr lang="en-US" err="1"/>
              <a:t>thống</a:t>
            </a:r>
            <a:r>
              <a:rPr lang="en-US"/>
              <a:t> </a:t>
            </a:r>
          </a:p>
          <a:p>
            <a:pPr lvl="1"/>
            <a:r>
              <a:rPr lang="en-US" err="1"/>
              <a:t>Duyệt</a:t>
            </a:r>
            <a:r>
              <a:rPr lang="en-US"/>
              <a:t> </a:t>
            </a:r>
            <a:r>
              <a:rPr lang="en-US" err="1"/>
              <a:t>theo</a:t>
            </a:r>
            <a:r>
              <a:rPr lang="en-US"/>
              <a:t> </a:t>
            </a:r>
            <a:r>
              <a:rPr lang="en-US" err="1"/>
              <a:t>chiều</a:t>
            </a:r>
            <a:r>
              <a:rPr lang="en-US"/>
              <a:t> </a:t>
            </a:r>
            <a:r>
              <a:rPr lang="en-US" err="1"/>
              <a:t>rộng</a:t>
            </a:r>
            <a:r>
              <a:rPr lang="en-US"/>
              <a:t> (Breadth – First Search)</a:t>
            </a:r>
          </a:p>
          <a:p>
            <a:pPr lvl="1"/>
            <a:r>
              <a:rPr lang="en-US" err="1"/>
              <a:t>Duyệt</a:t>
            </a:r>
            <a:r>
              <a:rPr lang="en-US"/>
              <a:t> </a:t>
            </a:r>
            <a:r>
              <a:rPr lang="en-US" err="1"/>
              <a:t>theo</a:t>
            </a:r>
            <a:r>
              <a:rPr lang="en-US"/>
              <a:t> </a:t>
            </a:r>
            <a:r>
              <a:rPr lang="en-US" err="1"/>
              <a:t>chiều</a:t>
            </a:r>
            <a:r>
              <a:rPr lang="en-US"/>
              <a:t> </a:t>
            </a:r>
            <a:r>
              <a:rPr lang="en-US" err="1"/>
              <a:t>sâu</a:t>
            </a:r>
            <a:r>
              <a:rPr lang="en-US"/>
              <a:t> (Depth – First Search)</a:t>
            </a:r>
          </a:p>
        </p:txBody>
      </p:sp>
    </p:spTree>
    <p:extLst>
      <p:ext uri="{BB962C8B-B14F-4D97-AF65-F5344CB8AC3E}">
        <p14:creationId xmlns:p14="http://schemas.microsoft.com/office/powerpoint/2010/main" val="446200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FC4080-F9AB-2D55-F5A1-E7851D755A2A}"/>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5551D347-9ECD-50EE-15C7-57DA231CFE52}"/>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CBAF823A-27DD-F996-DEE9-CB8FEEB1F943}"/>
              </a:ext>
            </a:extLst>
          </p:cNvPr>
          <p:cNvSpPr>
            <a:spLocks noGrp="1"/>
          </p:cNvSpPr>
          <p:nvPr>
            <p:ph type="sldNum" sz="quarter" idx="12"/>
          </p:nvPr>
        </p:nvSpPr>
        <p:spPr/>
        <p:txBody>
          <a:bodyPr/>
          <a:lstStyle/>
          <a:p>
            <a:fld id="{BA7BC09B-FE30-A349-B1D2-5A364F511F98}" type="slidenum">
              <a:rPr lang="en-US" smtClean="0"/>
              <a:t>16</a:t>
            </a:fld>
            <a:endParaRPr lang="en-US"/>
          </a:p>
        </p:txBody>
      </p:sp>
      <p:sp>
        <p:nvSpPr>
          <p:cNvPr id="2" name="Tiêu đề 1">
            <a:extLst>
              <a:ext uri="{FF2B5EF4-FFF2-40B4-BE49-F238E27FC236}">
                <a16:creationId xmlns:a16="http://schemas.microsoft.com/office/drawing/2014/main" id="{4B32BF19-E2A1-29CE-7177-512DB1693D22}"/>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D07462BC-82AF-8B0A-0FDB-273EA1B9523A}"/>
              </a:ext>
            </a:extLst>
          </p:cNvPr>
          <p:cNvSpPr>
            <a:spLocks noGrp="1"/>
          </p:cNvSpPr>
          <p:nvPr>
            <p:ph sz="quarter" idx="13"/>
          </p:nvPr>
        </p:nvSpPr>
        <p:spPr/>
        <p:txBody>
          <a:bodyPr/>
          <a:lstStyle/>
          <a:p>
            <a:endParaRPr lang="vi-VN"/>
          </a:p>
        </p:txBody>
      </p:sp>
      <p:pic>
        <p:nvPicPr>
          <p:cNvPr id="1026" name="Picture 2">
            <a:extLst>
              <a:ext uri="{FF2B5EF4-FFF2-40B4-BE49-F238E27FC236}">
                <a16:creationId xmlns:a16="http://schemas.microsoft.com/office/drawing/2014/main" id="{5A32F2B3-E0AA-831E-E942-FE1D12CE9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0590" y="1440787"/>
            <a:ext cx="6286500" cy="3711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36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4CFF819-2D85-BD4F-A3D1-BA44D9FEFB72}"/>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941CADD6-32B3-DC4C-BA01-53E8E12393AE}"/>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B054B152-1EC1-D441-9F92-A08015514082}"/>
              </a:ext>
            </a:extLst>
          </p:cNvPr>
          <p:cNvSpPr>
            <a:spLocks noGrp="1"/>
          </p:cNvSpPr>
          <p:nvPr>
            <p:ph type="sldNum" sz="quarter" idx="12"/>
          </p:nvPr>
        </p:nvSpPr>
        <p:spPr/>
        <p:txBody>
          <a:bodyPr/>
          <a:lstStyle/>
          <a:p>
            <a:fld id="{BA7BC09B-FE30-A349-B1D2-5A364F511F98}" type="slidenum">
              <a:rPr lang="en-US" smtClean="0"/>
              <a:t>17</a:t>
            </a:fld>
            <a:endParaRPr lang="en-US"/>
          </a:p>
        </p:txBody>
      </p:sp>
      <p:sp>
        <p:nvSpPr>
          <p:cNvPr id="2" name="Title 1">
            <a:extLst>
              <a:ext uri="{FF2B5EF4-FFF2-40B4-BE49-F238E27FC236}">
                <a16:creationId xmlns:a16="http://schemas.microsoft.com/office/drawing/2014/main" id="{BE1BD338-312F-EC46-96D2-46B9780F1A04}"/>
              </a:ext>
            </a:extLst>
          </p:cNvPr>
          <p:cNvSpPr>
            <a:spLocks noGrp="1"/>
          </p:cNvSpPr>
          <p:nvPr>
            <p:ph type="title"/>
          </p:nvPr>
        </p:nvSpPr>
        <p:spPr/>
        <p:txBody>
          <a:bodyPr>
            <a:normAutofit fontScale="90000"/>
          </a:bodyPr>
          <a:lstStyle/>
          <a:p>
            <a:r>
              <a:rPr lang="en-US" err="1"/>
              <a:t>Duyệt</a:t>
            </a:r>
            <a:r>
              <a:rPr lang="en-US"/>
              <a:t> </a:t>
            </a:r>
            <a:r>
              <a:rPr lang="en-US" err="1"/>
              <a:t>theo</a:t>
            </a:r>
            <a:r>
              <a:rPr lang="en-US"/>
              <a:t> </a:t>
            </a:r>
            <a:r>
              <a:rPr lang="en-US" err="1"/>
              <a:t>chiều</a:t>
            </a:r>
            <a:r>
              <a:rPr lang="en-US"/>
              <a:t> </a:t>
            </a:r>
            <a:r>
              <a:rPr lang="en-US" err="1"/>
              <a:t>rộng</a:t>
            </a:r>
            <a:r>
              <a:rPr lang="en-US"/>
              <a:t> (BFS)</a:t>
            </a:r>
          </a:p>
        </p:txBody>
      </p:sp>
      <p:sp>
        <p:nvSpPr>
          <p:cNvPr id="3" name="Content Placeholder 2">
            <a:extLst>
              <a:ext uri="{FF2B5EF4-FFF2-40B4-BE49-F238E27FC236}">
                <a16:creationId xmlns:a16="http://schemas.microsoft.com/office/drawing/2014/main" id="{EED447D1-A8E9-294C-BA5F-D7584990D7A0}"/>
              </a:ext>
            </a:extLst>
          </p:cNvPr>
          <p:cNvSpPr>
            <a:spLocks noGrp="1"/>
          </p:cNvSpPr>
          <p:nvPr>
            <p:ph sz="quarter" idx="13"/>
          </p:nvPr>
        </p:nvSpPr>
        <p:spPr/>
        <p:txBody>
          <a:bodyPr/>
          <a:lstStyle/>
          <a:p>
            <a:r>
              <a:rPr lang="vi-VN" b="1"/>
              <a:t>Qui tắc 1</a:t>
            </a:r>
            <a:r>
              <a:rPr lang="vi-VN"/>
              <a:t>: Duyệt tiếp tới đỉnh liền kề mà chưa được duyệt. Đánh dấu đỉnh là đã được duyệt. Hiển thị đỉnh đó và đẩy vào trong một hàng đợi (queue).</a:t>
            </a:r>
          </a:p>
          <a:p>
            <a:r>
              <a:rPr lang="vi-VN" b="1"/>
              <a:t>Qui tắc 2</a:t>
            </a:r>
            <a:r>
              <a:rPr lang="vi-VN"/>
              <a:t>: Nếu không tìm thấy đỉnh liền kề, thì xóa đỉnh đầu tiên trong hàng đợi.</a:t>
            </a:r>
          </a:p>
          <a:p>
            <a:r>
              <a:rPr lang="vi-VN" b="1"/>
              <a:t>Qui tắc 3</a:t>
            </a:r>
            <a:r>
              <a:rPr lang="vi-VN"/>
              <a:t>: Lặp lại Qui tắc 1 và 2 cho tới khi hàng đợi là trống.</a:t>
            </a:r>
          </a:p>
          <a:p>
            <a:endParaRPr lang="en-US"/>
          </a:p>
        </p:txBody>
      </p:sp>
    </p:spTree>
    <p:extLst>
      <p:ext uri="{BB962C8B-B14F-4D97-AF65-F5344CB8AC3E}">
        <p14:creationId xmlns:p14="http://schemas.microsoft.com/office/powerpoint/2010/main" val="1715295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9D1942-5A9E-5A40-A7C6-84B697FB774E}"/>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425DA57A-FC2E-5241-A12A-D263CBE9B3D8}"/>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5174162B-CBC8-DB48-A257-A11AB7106785}"/>
              </a:ext>
            </a:extLst>
          </p:cNvPr>
          <p:cNvSpPr>
            <a:spLocks noGrp="1"/>
          </p:cNvSpPr>
          <p:nvPr>
            <p:ph type="sldNum" sz="quarter" idx="12"/>
          </p:nvPr>
        </p:nvSpPr>
        <p:spPr/>
        <p:txBody>
          <a:bodyPr/>
          <a:lstStyle/>
          <a:p>
            <a:fld id="{BA7BC09B-FE30-A349-B1D2-5A364F511F98}" type="slidenum">
              <a:rPr lang="en-US" smtClean="0"/>
              <a:t>18</a:t>
            </a:fld>
            <a:endParaRPr lang="en-US"/>
          </a:p>
        </p:txBody>
      </p:sp>
      <p:sp>
        <p:nvSpPr>
          <p:cNvPr id="2" name="Title 1">
            <a:extLst>
              <a:ext uri="{FF2B5EF4-FFF2-40B4-BE49-F238E27FC236}">
                <a16:creationId xmlns:a16="http://schemas.microsoft.com/office/drawing/2014/main" id="{01D25201-9340-AB4A-8399-33748887E762}"/>
              </a:ext>
            </a:extLst>
          </p:cNvPr>
          <p:cNvSpPr>
            <a:spLocks noGrp="1"/>
          </p:cNvSpPr>
          <p:nvPr>
            <p:ph type="title"/>
          </p:nvPr>
        </p:nvSpPr>
        <p:spPr/>
        <p:txBody>
          <a:bodyPr>
            <a:normAutofit fontScale="90000"/>
          </a:bodyPr>
          <a:lstStyle/>
          <a:p>
            <a:r>
              <a:rPr lang="en-US" err="1"/>
              <a:t>Duyệt</a:t>
            </a:r>
            <a:r>
              <a:rPr lang="en-US"/>
              <a:t> </a:t>
            </a:r>
            <a:r>
              <a:rPr lang="en-US" err="1"/>
              <a:t>theo</a:t>
            </a:r>
            <a:r>
              <a:rPr lang="en-US"/>
              <a:t> </a:t>
            </a:r>
            <a:r>
              <a:rPr lang="en-US" err="1"/>
              <a:t>chiều</a:t>
            </a:r>
            <a:r>
              <a:rPr lang="en-US"/>
              <a:t> </a:t>
            </a:r>
            <a:r>
              <a:rPr lang="en-US" err="1"/>
              <a:t>rộng</a:t>
            </a:r>
            <a:r>
              <a:rPr lang="en-US"/>
              <a:t> (BFS)</a:t>
            </a:r>
            <a:br>
              <a:rPr lang="en-US"/>
            </a:b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198386-943F-5B4C-8C4F-3628D574574E}"/>
                  </a:ext>
                </a:extLst>
              </p:cNvPr>
              <p:cNvSpPr>
                <a:spLocks noGrp="1"/>
              </p:cNvSpPr>
              <p:nvPr>
                <p:ph sz="quarter" idx="13"/>
              </p:nvPr>
            </p:nvSpPr>
            <p:spPr/>
            <p:txBody>
              <a:bodyPr>
                <a:noAutofit/>
              </a:bodyPr>
              <a:lstStyle/>
              <a:p>
                <a:pPr marL="0" indent="0">
                  <a:buNone/>
                </a:pPr>
                <a:r>
                  <a:rPr lang="en-US" sz="1800" b="1"/>
                  <a:t>P</a:t>
                </a:r>
                <a14:m>
                  <m:oMath xmlns:m="http://schemas.openxmlformats.org/officeDocument/2006/math">
                    <m:r>
                      <a:rPr lang="en-US" sz="1800" b="1" i="0" smtClean="0">
                        <a:latin typeface="Cambria Math"/>
                      </a:rPr>
                      <m:t>𝐫𝐨𝐜𝐞𝐝𝐮𝐫𝐞</m:t>
                    </m:r>
                    <m:r>
                      <a:rPr lang="en-US" sz="1800" b="1" i="0" smtClean="0">
                        <a:latin typeface="Cambria Math"/>
                      </a:rPr>
                      <m:t> </m:t>
                    </m:r>
                    <m:r>
                      <m:rPr>
                        <m:sty m:val="p"/>
                      </m:rPr>
                      <a:rPr lang="en-US" sz="1800" i="0">
                        <a:latin typeface="Cambria Math"/>
                      </a:rPr>
                      <m:t>BFS</m:t>
                    </m:r>
                    <m:d>
                      <m:dPr>
                        <m:ctrlPr>
                          <a:rPr lang="en-US" sz="1800" i="1">
                            <a:latin typeface="Cambria Math" panose="02040503050406030204" pitchFamily="18" charset="0"/>
                          </a:rPr>
                        </m:ctrlPr>
                      </m:dPr>
                      <m:e>
                        <m:r>
                          <m:rPr>
                            <m:sty m:val="p"/>
                          </m:rPr>
                          <a:rPr lang="en-US" sz="1800" i="0">
                            <a:latin typeface="Cambria Math"/>
                          </a:rPr>
                          <m:t>v</m:t>
                        </m:r>
                        <m:r>
                          <a:rPr lang="en-US" sz="1800" i="0">
                            <a:latin typeface="Cambria Math"/>
                          </a:rPr>
                          <m:t> :</m:t>
                        </m:r>
                        <m:r>
                          <m:rPr>
                            <m:sty m:val="p"/>
                          </m:rPr>
                          <a:rPr lang="en-US" sz="1800" i="0">
                            <a:latin typeface="Cambria Math"/>
                          </a:rPr>
                          <m:t>Vertex</m:t>
                        </m:r>
                      </m:e>
                    </m:d>
                  </m:oMath>
                </a14:m>
                <a:endParaRPr lang="en-US" sz="1800">
                  <a:latin typeface="Cambria Math"/>
                </a:endParaRPr>
              </a:p>
              <a:p>
                <a:pPr marL="0" indent="0">
                  <a:buNone/>
                </a:pPr>
                <a:r>
                  <a:rPr lang="en-US" sz="1800"/>
                  <a:t>   </a:t>
                </a:r>
                <a14:m>
                  <m:oMath xmlns:m="http://schemas.openxmlformats.org/officeDocument/2006/math">
                    <m:r>
                      <m:rPr>
                        <m:sty m:val="p"/>
                      </m:rPr>
                      <a:rPr lang="en-US" sz="1800" i="0">
                        <a:latin typeface="Cambria Math"/>
                      </a:rPr>
                      <m:t>q</m:t>
                    </m:r>
                    <m:r>
                      <a:rPr lang="en-US" sz="1800" i="0">
                        <a:latin typeface="Cambria Math"/>
                      </a:rPr>
                      <m:t> :</m:t>
                    </m:r>
                    <m:r>
                      <m:rPr>
                        <m:sty m:val="p"/>
                      </m:rPr>
                      <a:rPr lang="en-US" sz="1800" i="0">
                        <a:latin typeface="Cambria Math"/>
                      </a:rPr>
                      <m:t>Queue</m:t>
                    </m:r>
                    <m:r>
                      <a:rPr lang="en-US" sz="1800" i="0">
                        <a:latin typeface="Cambria Math"/>
                      </a:rPr>
                      <m:t>(</m:t>
                    </m:r>
                    <m:r>
                      <m:rPr>
                        <m:sty m:val="p"/>
                      </m:rPr>
                      <a:rPr lang="en-US" sz="1800" i="0">
                        <a:latin typeface="Cambria Math"/>
                      </a:rPr>
                      <m:t>n</m:t>
                    </m:r>
                    <m:r>
                      <a:rPr lang="en-US" sz="1800" i="0">
                        <a:latin typeface="Cambria Math"/>
                      </a:rPr>
                      <m:t>) </m:t>
                    </m:r>
                    <m:r>
                      <a:rPr lang="en-US" sz="1800" b="1" i="0">
                        <a:latin typeface="Cambria Math"/>
                      </a:rPr>
                      <m:t>𝐨𝐟</m:t>
                    </m:r>
                    <m:r>
                      <a:rPr lang="en-US" sz="1800" i="0">
                        <a:latin typeface="Cambria Math"/>
                      </a:rPr>
                      <m:t> </m:t>
                    </m:r>
                    <m:r>
                      <m:rPr>
                        <m:sty m:val="p"/>
                      </m:rPr>
                      <a:rPr lang="en-US" sz="1800" i="0">
                        <a:latin typeface="Cambria Math"/>
                      </a:rPr>
                      <m:t>Vertex</m:t>
                    </m:r>
                  </m:oMath>
                </a14:m>
                <a:r>
                  <a:rPr lang="en-US" sz="1800">
                    <a:latin typeface="Cambria Math"/>
                  </a:rPr>
                  <a:t> // </a:t>
                </a:r>
                <a:r>
                  <a:rPr lang="en-US" sz="1800" err="1">
                    <a:latin typeface="Cambria Math"/>
                  </a:rPr>
                  <a:t>khởi</a:t>
                </a:r>
                <a:r>
                  <a:rPr lang="en-US" sz="1800">
                    <a:latin typeface="Cambria Math"/>
                  </a:rPr>
                  <a:t> </a:t>
                </a:r>
                <a:r>
                  <a:rPr lang="en-US" sz="1800" err="1">
                    <a:latin typeface="Cambria Math"/>
                  </a:rPr>
                  <a:t>tạo</a:t>
                </a:r>
                <a:r>
                  <a:rPr lang="en-US" sz="1800">
                    <a:latin typeface="Cambria Math"/>
                  </a:rPr>
                  <a:t>.  </a:t>
                </a:r>
                <a:r>
                  <a:rPr lang="en-US" sz="1800" err="1">
                    <a:latin typeface="Cambria Math"/>
                  </a:rPr>
                  <a:t>hàng</a:t>
                </a:r>
                <a:r>
                  <a:rPr lang="en-US" sz="1800">
                    <a:latin typeface="Cambria Math"/>
                  </a:rPr>
                  <a:t> </a:t>
                </a:r>
                <a:r>
                  <a:rPr lang="en-US" sz="1800" err="1">
                    <a:latin typeface="Cambria Math"/>
                  </a:rPr>
                  <a:t>đợi</a:t>
                </a:r>
                <a:endParaRPr lang="en-US" sz="1800">
                  <a:latin typeface="Cambria Math"/>
                </a:endParaRPr>
              </a:p>
              <a:p>
                <a:pPr marL="0" indent="0">
                  <a:buNone/>
                </a:pPr>
                <a:r>
                  <a:rPr lang="en-US" sz="1800"/>
                  <a:t>    </a:t>
                </a:r>
                <a14:m>
                  <m:oMath xmlns:m="http://schemas.openxmlformats.org/officeDocument/2006/math">
                    <m:r>
                      <m:rPr>
                        <m:sty m:val="p"/>
                      </m:rPr>
                      <a:rPr lang="en-US" sz="1800" i="0">
                        <a:latin typeface="Cambria Math"/>
                      </a:rPr>
                      <m:t>mark</m:t>
                    </m:r>
                    <m:r>
                      <a:rPr lang="en-US" sz="1800" i="0">
                        <a:latin typeface="Cambria Math"/>
                      </a:rPr>
                      <m:t> </m:t>
                    </m:r>
                    <m:r>
                      <m:rPr>
                        <m:sty m:val="p"/>
                      </m:rPr>
                      <a:rPr lang="en-US" sz="1800" i="0">
                        <a:latin typeface="Cambria Math"/>
                      </a:rPr>
                      <m:t>v</m:t>
                    </m:r>
                  </m:oMath>
                </a14:m>
                <a:r>
                  <a:rPr lang="en-US" sz="1800">
                    <a:latin typeface="Cambria Math"/>
                  </a:rPr>
                  <a:t>     // </a:t>
                </a:r>
                <a:r>
                  <a:rPr lang="en-US" sz="1800" err="1">
                    <a:latin typeface="Cambria Math"/>
                  </a:rPr>
                  <a:t>đánh</a:t>
                </a:r>
                <a:r>
                  <a:rPr lang="en-US" sz="1800">
                    <a:latin typeface="Cambria Math"/>
                  </a:rPr>
                  <a:t> </a:t>
                </a:r>
                <a:r>
                  <a:rPr lang="en-US" sz="1800" err="1">
                    <a:latin typeface="Cambria Math"/>
                  </a:rPr>
                  <a:t>dấu</a:t>
                </a:r>
                <a:r>
                  <a:rPr lang="en-US" sz="1800">
                    <a:latin typeface="Cambria Math"/>
                  </a:rPr>
                  <a:t> </a:t>
                </a:r>
                <a:r>
                  <a:rPr lang="en-US" sz="1800" err="1">
                    <a:latin typeface="Cambria Math"/>
                  </a:rPr>
                  <a:t>đỉnh</a:t>
                </a:r>
                <a:r>
                  <a:rPr lang="en-US" sz="1800">
                    <a:latin typeface="Cambria Math"/>
                  </a:rPr>
                  <a:t> </a:t>
                </a:r>
                <a:r>
                  <a:rPr lang="en-US" sz="1800" err="1">
                    <a:latin typeface="Cambria Math"/>
                  </a:rPr>
                  <a:t>đã</a:t>
                </a:r>
                <a:r>
                  <a:rPr lang="en-US" sz="1800">
                    <a:latin typeface="Cambria Math"/>
                  </a:rPr>
                  <a:t> </a:t>
                </a:r>
                <a:r>
                  <a:rPr lang="en-US" sz="1800" err="1">
                    <a:latin typeface="Cambria Math"/>
                  </a:rPr>
                  <a:t>duyệt</a:t>
                </a:r>
                <a:r>
                  <a:rPr lang="en-US" sz="1800">
                    <a:latin typeface="Cambria Math"/>
                  </a:rPr>
                  <a:t> </a:t>
                </a:r>
              </a:p>
              <a:p>
                <a:pPr marL="0" indent="0">
                  <a:buNone/>
                </a:pPr>
                <a:r>
                  <a:rPr lang="en-US" sz="1800"/>
                  <a:t>    </a:t>
                </a:r>
                <a14:m>
                  <m:oMath xmlns:m="http://schemas.openxmlformats.org/officeDocument/2006/math">
                    <m:r>
                      <m:rPr>
                        <m:sty m:val="p"/>
                      </m:rPr>
                      <a:rPr lang="en-US" sz="1800" i="0">
                        <a:latin typeface="Cambria Math"/>
                      </a:rPr>
                      <m:t>q</m:t>
                    </m:r>
                    <m:r>
                      <a:rPr lang="en-US" sz="1800" i="0">
                        <a:latin typeface="Cambria Math"/>
                      </a:rPr>
                      <m:t>.</m:t>
                    </m:r>
                    <m:r>
                      <m:rPr>
                        <m:sty m:val="p"/>
                      </m:rPr>
                      <a:rPr lang="en-US" sz="1800" i="0">
                        <a:latin typeface="Cambria Math"/>
                      </a:rPr>
                      <m:t>Enqueue</m:t>
                    </m:r>
                    <m:d>
                      <m:dPr>
                        <m:ctrlPr>
                          <a:rPr lang="en-US" sz="1800" i="1">
                            <a:latin typeface="Cambria Math" panose="02040503050406030204" pitchFamily="18" charset="0"/>
                          </a:rPr>
                        </m:ctrlPr>
                      </m:dPr>
                      <m:e>
                        <m:r>
                          <m:rPr>
                            <m:sty m:val="p"/>
                          </m:rPr>
                          <a:rPr lang="en-US" sz="1800" i="0">
                            <a:latin typeface="Cambria Math"/>
                          </a:rPr>
                          <m:t>v</m:t>
                        </m:r>
                      </m:e>
                    </m:d>
                  </m:oMath>
                </a14:m>
                <a:endParaRPr lang="en-US" sz="1800" b="1"/>
              </a:p>
              <a:p>
                <a:pPr marL="0" indent="0">
                  <a:buNone/>
                </a:pPr>
                <a:r>
                  <a:rPr lang="en-US" sz="1800" b="1"/>
                  <a:t>  </a:t>
                </a:r>
                <a14:m>
                  <m:oMath xmlns:m="http://schemas.openxmlformats.org/officeDocument/2006/math">
                    <m:r>
                      <a:rPr lang="en-US" sz="1800" b="1" i="0">
                        <a:latin typeface="Cambria Math"/>
                      </a:rPr>
                      <m:t>𝐰𝐡𝐢𝐥𝐞</m:t>
                    </m:r>
                    <m:r>
                      <a:rPr lang="en-US" sz="1800" i="0">
                        <a:latin typeface="Cambria Math"/>
                      </a:rPr>
                      <m:t> </m:t>
                    </m:r>
                    <m:r>
                      <a:rPr lang="en-US" sz="1800" i="0">
                        <a:latin typeface="Cambria Math"/>
                        <a:ea typeface="Cambria Math"/>
                      </a:rPr>
                      <m:t>¬</m:t>
                    </m:r>
                    <m:r>
                      <m:rPr>
                        <m:sty m:val="p"/>
                      </m:rPr>
                      <a:rPr lang="en-US" sz="1800" i="0">
                        <a:latin typeface="Cambria Math"/>
                      </a:rPr>
                      <m:t>q</m:t>
                    </m:r>
                    <m:r>
                      <a:rPr lang="en-US" sz="1800" i="0">
                        <a:latin typeface="Cambria Math"/>
                      </a:rPr>
                      <m:t>.</m:t>
                    </m:r>
                    <m:r>
                      <m:rPr>
                        <m:sty m:val="p"/>
                      </m:rPr>
                      <a:rPr lang="en-US" sz="1800" i="0">
                        <a:latin typeface="Cambria Math"/>
                      </a:rPr>
                      <m:t>IsEmpty</m:t>
                    </m:r>
                    <m:r>
                      <a:rPr lang="en-US" sz="1800" i="0">
                        <a:latin typeface="Cambria Math"/>
                      </a:rPr>
                      <m:t> </m:t>
                    </m:r>
                    <m:r>
                      <a:rPr lang="en-US" sz="1800" b="1" i="0">
                        <a:latin typeface="Cambria Math"/>
                      </a:rPr>
                      <m:t>𝐝𝐨</m:t>
                    </m:r>
                  </m:oMath>
                </a14:m>
                <a:endParaRPr lang="en-US" sz="1800" b="1">
                  <a:latin typeface="Cambria Math"/>
                </a:endParaRPr>
              </a:p>
              <a:p>
                <a:pPr marL="0" indent="0">
                  <a:buNone/>
                </a:pPr>
                <a:r>
                  <a:rPr lang="en-US" sz="1800"/>
                  <a:t>       </a:t>
                </a:r>
                <a14:m>
                  <m:oMath xmlns:m="http://schemas.openxmlformats.org/officeDocument/2006/math">
                    <m:r>
                      <m:rPr>
                        <m:sty m:val="p"/>
                      </m:rPr>
                      <a:rPr lang="en-US" sz="1800" i="0">
                        <a:latin typeface="Cambria Math"/>
                      </a:rPr>
                      <m:t>u</m:t>
                    </m:r>
                    <m:r>
                      <a:rPr lang="en-US" sz="1800" i="0">
                        <a:latin typeface="Cambria Math"/>
                      </a:rPr>
                      <m:t>≔</m:t>
                    </m:r>
                    <m:r>
                      <m:rPr>
                        <m:sty m:val="p"/>
                      </m:rPr>
                      <a:rPr lang="en-US" sz="1800" i="0">
                        <a:latin typeface="Cambria Math"/>
                      </a:rPr>
                      <m:t>q</m:t>
                    </m:r>
                    <m:r>
                      <a:rPr lang="en-US" sz="1800" i="0">
                        <a:latin typeface="Cambria Math"/>
                      </a:rPr>
                      <m:t>.</m:t>
                    </m:r>
                    <m:r>
                      <m:rPr>
                        <m:sty m:val="p"/>
                      </m:rPr>
                      <a:rPr lang="en-US" sz="1800" i="0">
                        <a:latin typeface="Cambria Math"/>
                      </a:rPr>
                      <m:t>Dequeue</m:t>
                    </m:r>
                  </m:oMath>
                </a14:m>
                <a:endParaRPr lang="en-US" sz="1800">
                  <a:latin typeface="Cambria Math"/>
                </a:endParaRPr>
              </a:p>
              <a:p>
                <a:pPr marL="0" indent="0">
                  <a:buNone/>
                </a:pPr>
                <a:r>
                  <a:rPr lang="en-US" sz="1800" b="1"/>
                  <a:t>        </a:t>
                </a:r>
                <a14:m>
                  <m:oMath xmlns:m="http://schemas.openxmlformats.org/officeDocument/2006/math">
                    <m:r>
                      <a:rPr lang="en-US" sz="1800" b="1" i="0">
                        <a:latin typeface="Cambria Math"/>
                      </a:rPr>
                      <m:t>𝐟𝐨𝐫𝐞𝐚𝐜𝐡</m:t>
                    </m:r>
                    <m:r>
                      <a:rPr lang="en-US" sz="1800" i="0">
                        <a:latin typeface="Cambria Math"/>
                      </a:rPr>
                      <m:t> </m:t>
                    </m:r>
                    <m:d>
                      <m:dPr>
                        <m:ctrlPr>
                          <a:rPr lang="en-US" sz="1800" i="1">
                            <a:latin typeface="Cambria Math" panose="02040503050406030204" pitchFamily="18" charset="0"/>
                          </a:rPr>
                        </m:ctrlPr>
                      </m:dPr>
                      <m:e>
                        <m:r>
                          <m:rPr>
                            <m:sty m:val="p"/>
                          </m:rPr>
                          <a:rPr lang="en-US" sz="1800" i="0">
                            <a:latin typeface="Cambria Math"/>
                          </a:rPr>
                          <m:t>u</m:t>
                        </m:r>
                        <m:r>
                          <a:rPr lang="en-US" sz="1800" i="0">
                            <a:latin typeface="Cambria Math"/>
                          </a:rPr>
                          <m:t>, </m:t>
                        </m:r>
                        <m:r>
                          <m:rPr>
                            <m:sty m:val="p"/>
                          </m:rPr>
                          <a:rPr lang="en-US" sz="1800" i="0">
                            <a:latin typeface="Cambria Math"/>
                          </a:rPr>
                          <m:t>w</m:t>
                        </m:r>
                      </m:e>
                    </m:d>
                    <m:r>
                      <a:rPr lang="en-US" sz="1800" i="0">
                        <a:latin typeface="Cambria Math"/>
                      </a:rPr>
                      <m:t> </m:t>
                    </m:r>
                    <m:r>
                      <a:rPr lang="en-US" sz="1800" i="0">
                        <a:latin typeface="Cambria Math"/>
                        <a:ea typeface="Cambria Math"/>
                      </a:rPr>
                      <m:t>∈</m:t>
                    </m:r>
                    <m:r>
                      <m:rPr>
                        <m:sty m:val="p"/>
                      </m:rPr>
                      <a:rPr lang="en-US" sz="1800" i="0">
                        <a:latin typeface="Cambria Math"/>
                        <a:ea typeface="Cambria Math"/>
                      </a:rPr>
                      <m:t>E</m:t>
                    </m:r>
                    <m:r>
                      <a:rPr lang="en-US" sz="1800" i="0">
                        <a:latin typeface="Cambria Math"/>
                        <a:ea typeface="Cambria Math"/>
                      </a:rPr>
                      <m:t> </m:t>
                    </m:r>
                    <m:r>
                      <a:rPr lang="en-US" sz="1800" b="1" i="0">
                        <a:latin typeface="Cambria Math"/>
                        <a:ea typeface="Cambria Math"/>
                      </a:rPr>
                      <m:t>𝐝𝐨</m:t>
                    </m:r>
                  </m:oMath>
                </a14:m>
                <a:endParaRPr lang="en-US" sz="1800" b="1">
                  <a:latin typeface="Cambria Math"/>
                  <a:ea typeface="Cambria Math"/>
                </a:endParaRPr>
              </a:p>
              <a:p>
                <a:pPr marL="0" indent="0">
                  <a:buNone/>
                </a:pPr>
                <a:r>
                  <a:rPr lang="en-US" sz="1800" b="1"/>
                  <a:t>            </a:t>
                </a:r>
                <a14:m>
                  <m:oMath xmlns:m="http://schemas.openxmlformats.org/officeDocument/2006/math">
                    <m:r>
                      <a:rPr lang="en-US" sz="1800" b="1" i="0">
                        <a:latin typeface="Cambria Math"/>
                      </a:rPr>
                      <m:t>𝐢𝐟</m:t>
                    </m:r>
                    <m:r>
                      <a:rPr lang="en-US" sz="1800" i="0">
                        <a:latin typeface="Cambria Math"/>
                      </a:rPr>
                      <m:t> </m:t>
                    </m:r>
                    <m:r>
                      <m:rPr>
                        <m:sty m:val="p"/>
                      </m:rPr>
                      <a:rPr lang="en-US" sz="1800" i="0">
                        <a:latin typeface="Cambria Math"/>
                      </a:rPr>
                      <m:t>w</m:t>
                    </m:r>
                    <m:r>
                      <a:rPr lang="en-US" sz="1800" i="0">
                        <a:latin typeface="Cambria Math"/>
                      </a:rPr>
                      <m:t> </m:t>
                    </m:r>
                    <m:r>
                      <m:rPr>
                        <m:sty m:val="p"/>
                      </m:rPr>
                      <a:rPr lang="en-US" sz="1800" i="0">
                        <a:latin typeface="Cambria Math"/>
                      </a:rPr>
                      <m:t>is</m:t>
                    </m:r>
                    <m:r>
                      <a:rPr lang="en-US" sz="1800" i="0">
                        <a:latin typeface="Cambria Math"/>
                      </a:rPr>
                      <m:t> </m:t>
                    </m:r>
                    <m:r>
                      <m:rPr>
                        <m:sty m:val="p"/>
                      </m:rPr>
                      <a:rPr lang="en-US" sz="1800" i="0">
                        <a:latin typeface="Cambria Math"/>
                      </a:rPr>
                      <m:t>not</m:t>
                    </m:r>
                    <m:r>
                      <a:rPr lang="en-US" sz="1800" i="0">
                        <a:latin typeface="Cambria Math"/>
                      </a:rPr>
                      <m:t> </m:t>
                    </m:r>
                    <m:r>
                      <m:rPr>
                        <m:sty m:val="p"/>
                      </m:rPr>
                      <a:rPr lang="en-US" sz="1800" i="0">
                        <a:latin typeface="Cambria Math"/>
                      </a:rPr>
                      <m:t>marked</m:t>
                    </m:r>
                    <m:r>
                      <a:rPr lang="en-US" sz="1800" i="0">
                        <a:latin typeface="Cambria Math"/>
                      </a:rPr>
                      <m:t> </m:t>
                    </m:r>
                    <m:r>
                      <a:rPr lang="en-US" sz="1800" b="1" i="0">
                        <a:latin typeface="Cambria Math"/>
                      </a:rPr>
                      <m:t>𝐭𝐡𝐞𝐧</m:t>
                    </m:r>
                  </m:oMath>
                </a14:m>
                <a:endParaRPr lang="en-US" sz="1800" b="1">
                  <a:latin typeface="Cambria Math"/>
                </a:endParaRPr>
              </a:p>
              <a:p>
                <a:pPr marL="0" indent="0">
                  <a:buNone/>
                </a:pPr>
                <a:r>
                  <a:rPr lang="en-US" sz="1800"/>
                  <a:t>                </a:t>
                </a:r>
                <a14:m>
                  <m:oMath xmlns:m="http://schemas.openxmlformats.org/officeDocument/2006/math">
                    <m:r>
                      <m:rPr>
                        <m:sty m:val="p"/>
                      </m:rPr>
                      <a:rPr lang="en-US" sz="1800" i="0">
                        <a:latin typeface="Cambria Math"/>
                      </a:rPr>
                      <m:t>mark</m:t>
                    </m:r>
                    <m:r>
                      <a:rPr lang="en-US" sz="1800" i="0">
                        <a:latin typeface="Cambria Math"/>
                      </a:rPr>
                      <m:t> </m:t>
                    </m:r>
                    <m:r>
                      <m:rPr>
                        <m:sty m:val="p"/>
                      </m:rPr>
                      <a:rPr lang="en-US" sz="1800" i="0">
                        <a:latin typeface="Cambria Math"/>
                      </a:rPr>
                      <m:t>w</m:t>
                    </m:r>
                  </m:oMath>
                </a14:m>
                <a:endParaRPr lang="en-US" sz="1800">
                  <a:latin typeface="Cambria Math"/>
                </a:endParaRPr>
              </a:p>
              <a:p>
                <a:pPr marL="0" indent="0">
                  <a:buNone/>
                </a:pPr>
                <a:r>
                  <a:rPr lang="en-US" sz="1800"/>
                  <a:t>                </a:t>
                </a:r>
                <a14:m>
                  <m:oMath xmlns:m="http://schemas.openxmlformats.org/officeDocument/2006/math">
                    <m:r>
                      <m:rPr>
                        <m:sty m:val="p"/>
                      </m:rPr>
                      <a:rPr lang="en-US" sz="1800" i="0">
                        <a:latin typeface="Cambria Math"/>
                      </a:rPr>
                      <m:t>q</m:t>
                    </m:r>
                    <m:r>
                      <a:rPr lang="en-US" sz="1800" i="0">
                        <a:latin typeface="Cambria Math"/>
                      </a:rPr>
                      <m:t>.</m:t>
                    </m:r>
                    <m:r>
                      <m:rPr>
                        <m:sty m:val="p"/>
                      </m:rPr>
                      <a:rPr lang="en-US" sz="1800" i="0">
                        <a:latin typeface="Cambria Math"/>
                      </a:rPr>
                      <m:t>Enqueue</m:t>
                    </m:r>
                    <m:d>
                      <m:dPr>
                        <m:ctrlPr>
                          <a:rPr lang="en-US" sz="1800" i="1">
                            <a:latin typeface="Cambria Math" panose="02040503050406030204" pitchFamily="18" charset="0"/>
                          </a:rPr>
                        </m:ctrlPr>
                      </m:dPr>
                      <m:e>
                        <m:r>
                          <m:rPr>
                            <m:sty m:val="p"/>
                          </m:rPr>
                          <a:rPr lang="en-US" sz="1800" i="0">
                            <a:latin typeface="Cambria Math"/>
                          </a:rPr>
                          <m:t>w</m:t>
                        </m:r>
                      </m:e>
                    </m:d>
                  </m:oMath>
                </a14:m>
                <a:endParaRPr lang="en-US" sz="1800">
                  <a:latin typeface="Cambria Math"/>
                </a:endParaRPr>
              </a:p>
              <a:p>
                <a:endParaRPr lang="en-US" sz="1800"/>
              </a:p>
            </p:txBody>
          </p:sp>
        </mc:Choice>
        <mc:Fallback xmlns="">
          <p:sp>
            <p:nvSpPr>
              <p:cNvPr id="3" name="Content Placeholder 2">
                <a:extLst>
                  <a:ext uri="{FF2B5EF4-FFF2-40B4-BE49-F238E27FC236}">
                    <a16:creationId xmlns:a16="http://schemas.microsoft.com/office/drawing/2014/main" id="{89198386-943F-5B4C-8C4F-3628D574574E}"/>
                  </a:ext>
                </a:extLst>
              </p:cNvPr>
              <p:cNvSpPr>
                <a:spLocks noGrp="1" noRot="1" noChangeAspect="1" noMove="1" noResize="1" noEditPoints="1" noAdjustHandles="1" noChangeArrowheads="1" noChangeShapeType="1" noTextEdit="1"/>
              </p:cNvSpPr>
              <p:nvPr>
                <p:ph sz="quarter" idx="13"/>
              </p:nvPr>
            </p:nvSpPr>
            <p:spPr>
              <a:blipFill>
                <a:blip r:embed="rId3"/>
                <a:stretch>
                  <a:fillRect l="-585" t="-1435"/>
                </a:stretch>
              </a:blipFill>
            </p:spPr>
            <p:txBody>
              <a:bodyPr/>
              <a:lstStyle/>
              <a:p>
                <a:r>
                  <a:rPr>
                    <a:noFill/>
                  </a:rPr>
                  <a:t> </a:t>
                </a:r>
              </a:p>
            </p:txBody>
          </p:sp>
        </mc:Fallback>
      </mc:AlternateContent>
      <p:grpSp>
        <p:nvGrpSpPr>
          <p:cNvPr id="7" name="Group 6">
            <a:extLst>
              <a:ext uri="{FF2B5EF4-FFF2-40B4-BE49-F238E27FC236}">
                <a16:creationId xmlns:a16="http://schemas.microsoft.com/office/drawing/2014/main" id="{2D969172-E4E3-FA44-A119-380D261EB376}"/>
              </a:ext>
            </a:extLst>
          </p:cNvPr>
          <p:cNvGrpSpPr/>
          <p:nvPr/>
        </p:nvGrpSpPr>
        <p:grpSpPr>
          <a:xfrm>
            <a:off x="5551461" y="1908129"/>
            <a:ext cx="374681" cy="356519"/>
            <a:chOff x="1178170" y="3200400"/>
            <a:chExt cx="548640" cy="548640"/>
          </a:xfrm>
        </p:grpSpPr>
        <p:sp>
          <p:nvSpPr>
            <p:cNvPr id="8" name="Oval 7">
              <a:extLst>
                <a:ext uri="{FF2B5EF4-FFF2-40B4-BE49-F238E27FC236}">
                  <a16:creationId xmlns:a16="http://schemas.microsoft.com/office/drawing/2014/main" id="{D3A2205E-3C77-F643-B881-8140F1BC4C9E}"/>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9" name="TextBox 8">
              <a:extLst>
                <a:ext uri="{FF2B5EF4-FFF2-40B4-BE49-F238E27FC236}">
                  <a16:creationId xmlns:a16="http://schemas.microsoft.com/office/drawing/2014/main" id="{428C85B9-1796-FA48-9869-82D5B2F00A7D}"/>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a</a:t>
              </a:r>
            </a:p>
          </p:txBody>
        </p:sp>
      </p:grpSp>
      <p:grpSp>
        <p:nvGrpSpPr>
          <p:cNvPr id="10" name="Group 9">
            <a:extLst>
              <a:ext uri="{FF2B5EF4-FFF2-40B4-BE49-F238E27FC236}">
                <a16:creationId xmlns:a16="http://schemas.microsoft.com/office/drawing/2014/main" id="{38A29D11-5AD4-8748-911D-155B4D8ACE2E}"/>
              </a:ext>
            </a:extLst>
          </p:cNvPr>
          <p:cNvGrpSpPr/>
          <p:nvPr/>
        </p:nvGrpSpPr>
        <p:grpSpPr>
          <a:xfrm>
            <a:off x="6365859" y="2593929"/>
            <a:ext cx="374681" cy="356519"/>
            <a:chOff x="1178170" y="3200400"/>
            <a:chExt cx="548640" cy="548640"/>
          </a:xfrm>
        </p:grpSpPr>
        <p:sp>
          <p:nvSpPr>
            <p:cNvPr id="11" name="Oval 10">
              <a:extLst>
                <a:ext uri="{FF2B5EF4-FFF2-40B4-BE49-F238E27FC236}">
                  <a16:creationId xmlns:a16="http://schemas.microsoft.com/office/drawing/2014/main" id="{520F88F3-C399-5146-8272-9E93A9414DBD}"/>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2" name="TextBox 11">
              <a:extLst>
                <a:ext uri="{FF2B5EF4-FFF2-40B4-BE49-F238E27FC236}">
                  <a16:creationId xmlns:a16="http://schemas.microsoft.com/office/drawing/2014/main" id="{A6095022-07CF-9249-8B72-03EC105C5379}"/>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d</a:t>
              </a:r>
            </a:p>
          </p:txBody>
        </p:sp>
      </p:grpSp>
      <p:grpSp>
        <p:nvGrpSpPr>
          <p:cNvPr id="13" name="Group 12">
            <a:extLst>
              <a:ext uri="{FF2B5EF4-FFF2-40B4-BE49-F238E27FC236}">
                <a16:creationId xmlns:a16="http://schemas.microsoft.com/office/drawing/2014/main" id="{69EF665A-63A5-B44B-9079-6D697F800B51}"/>
              </a:ext>
            </a:extLst>
          </p:cNvPr>
          <p:cNvGrpSpPr/>
          <p:nvPr/>
        </p:nvGrpSpPr>
        <p:grpSpPr>
          <a:xfrm>
            <a:off x="6375164" y="1298529"/>
            <a:ext cx="374681" cy="356519"/>
            <a:chOff x="1178170" y="3200400"/>
            <a:chExt cx="548640" cy="548640"/>
          </a:xfrm>
        </p:grpSpPr>
        <p:sp>
          <p:nvSpPr>
            <p:cNvPr id="14" name="Oval 13">
              <a:extLst>
                <a:ext uri="{FF2B5EF4-FFF2-40B4-BE49-F238E27FC236}">
                  <a16:creationId xmlns:a16="http://schemas.microsoft.com/office/drawing/2014/main" id="{D8417504-741B-4247-9077-32789D95F3CE}"/>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5" name="TextBox 14">
              <a:extLst>
                <a:ext uri="{FF2B5EF4-FFF2-40B4-BE49-F238E27FC236}">
                  <a16:creationId xmlns:a16="http://schemas.microsoft.com/office/drawing/2014/main" id="{D626B30A-9BA8-4E4C-BE68-7714D5092A00}"/>
                </a:ext>
              </a:extLst>
            </p:cNvPr>
            <p:cNvSpPr txBox="1"/>
            <p:nvPr/>
          </p:nvSpPr>
          <p:spPr>
            <a:xfrm>
              <a:off x="1371601" y="3253155"/>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b</a:t>
              </a:r>
            </a:p>
          </p:txBody>
        </p:sp>
      </p:grpSp>
      <p:grpSp>
        <p:nvGrpSpPr>
          <p:cNvPr id="16" name="Group 15">
            <a:extLst>
              <a:ext uri="{FF2B5EF4-FFF2-40B4-BE49-F238E27FC236}">
                <a16:creationId xmlns:a16="http://schemas.microsoft.com/office/drawing/2014/main" id="{5A35B8AB-24B7-454F-B28D-21485232811C}"/>
              </a:ext>
            </a:extLst>
          </p:cNvPr>
          <p:cNvGrpSpPr/>
          <p:nvPr/>
        </p:nvGrpSpPr>
        <p:grpSpPr>
          <a:xfrm>
            <a:off x="7283245" y="1298529"/>
            <a:ext cx="374681" cy="356519"/>
            <a:chOff x="1178170" y="3200400"/>
            <a:chExt cx="548640" cy="548640"/>
          </a:xfrm>
        </p:grpSpPr>
        <p:sp>
          <p:nvSpPr>
            <p:cNvPr id="17" name="Oval 16">
              <a:extLst>
                <a:ext uri="{FF2B5EF4-FFF2-40B4-BE49-F238E27FC236}">
                  <a16:creationId xmlns:a16="http://schemas.microsoft.com/office/drawing/2014/main" id="{87972694-673E-0C49-818F-D854F3ED1E4A}"/>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8" name="TextBox 17">
              <a:extLst>
                <a:ext uri="{FF2B5EF4-FFF2-40B4-BE49-F238E27FC236}">
                  <a16:creationId xmlns:a16="http://schemas.microsoft.com/office/drawing/2014/main" id="{E7E9D672-0C6A-5D4C-A5C6-87B603CC0477}"/>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e</a:t>
              </a:r>
            </a:p>
          </p:txBody>
        </p:sp>
      </p:grpSp>
      <p:cxnSp>
        <p:nvCxnSpPr>
          <p:cNvPr id="19" name="Straight Connector 18">
            <a:extLst>
              <a:ext uri="{FF2B5EF4-FFF2-40B4-BE49-F238E27FC236}">
                <a16:creationId xmlns:a16="http://schemas.microsoft.com/office/drawing/2014/main" id="{9F0342C4-59A1-4E4C-BD93-E73EB8E5ACF6}"/>
              </a:ext>
            </a:extLst>
          </p:cNvPr>
          <p:cNvCxnSpPr>
            <a:stCxn id="14" idx="6"/>
            <a:endCxn id="17" idx="2"/>
          </p:cNvCxnSpPr>
          <p:nvPr/>
        </p:nvCxnSpPr>
        <p:spPr>
          <a:xfrm>
            <a:off x="6749845" y="1476789"/>
            <a:ext cx="5334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BA1FA68A-34BA-AE43-A5D2-BCDBD41B0742}"/>
              </a:ext>
            </a:extLst>
          </p:cNvPr>
          <p:cNvGrpSpPr/>
          <p:nvPr/>
        </p:nvGrpSpPr>
        <p:grpSpPr>
          <a:xfrm>
            <a:off x="6368845" y="1908129"/>
            <a:ext cx="374681" cy="356519"/>
            <a:chOff x="1178170" y="3200400"/>
            <a:chExt cx="548640" cy="548640"/>
          </a:xfrm>
        </p:grpSpPr>
        <p:sp>
          <p:nvSpPr>
            <p:cNvPr id="21" name="Oval 20">
              <a:extLst>
                <a:ext uri="{FF2B5EF4-FFF2-40B4-BE49-F238E27FC236}">
                  <a16:creationId xmlns:a16="http://schemas.microsoft.com/office/drawing/2014/main" id="{4A852F00-6F35-8945-8E83-6B022A2B76AE}"/>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2" name="TextBox 21">
              <a:extLst>
                <a:ext uri="{FF2B5EF4-FFF2-40B4-BE49-F238E27FC236}">
                  <a16:creationId xmlns:a16="http://schemas.microsoft.com/office/drawing/2014/main" id="{E7383131-E275-E54E-AC92-5964EB56351B}"/>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c</a:t>
              </a:r>
            </a:p>
          </p:txBody>
        </p:sp>
      </p:grpSp>
      <p:cxnSp>
        <p:nvCxnSpPr>
          <p:cNvPr id="23" name="Straight Connector 22">
            <a:extLst>
              <a:ext uri="{FF2B5EF4-FFF2-40B4-BE49-F238E27FC236}">
                <a16:creationId xmlns:a16="http://schemas.microsoft.com/office/drawing/2014/main" id="{353DCD62-A2FB-9B44-B893-12D92CB2C835}"/>
              </a:ext>
            </a:extLst>
          </p:cNvPr>
          <p:cNvCxnSpPr>
            <a:stCxn id="21" idx="2"/>
            <a:endCxn id="8" idx="6"/>
          </p:cNvCxnSpPr>
          <p:nvPr/>
        </p:nvCxnSpPr>
        <p:spPr>
          <a:xfrm flipH="1">
            <a:off x="5926142" y="2086389"/>
            <a:ext cx="442703" cy="0"/>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FFE9FB1-57CC-5049-9172-2F3AF452DCE4}"/>
              </a:ext>
            </a:extLst>
          </p:cNvPr>
          <p:cNvCxnSpPr>
            <a:stCxn id="11" idx="6"/>
            <a:endCxn id="29" idx="2"/>
          </p:cNvCxnSpPr>
          <p:nvPr/>
        </p:nvCxnSpPr>
        <p:spPr>
          <a:xfrm>
            <a:off x="6740540" y="2772189"/>
            <a:ext cx="542705" cy="24481"/>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B74B17E-CF64-C246-9B4F-FF2543F76438}"/>
              </a:ext>
            </a:extLst>
          </p:cNvPr>
          <p:cNvCxnSpPr>
            <a:stCxn id="8" idx="7"/>
            <a:endCxn id="14" idx="2"/>
          </p:cNvCxnSpPr>
          <p:nvPr/>
        </p:nvCxnSpPr>
        <p:spPr>
          <a:xfrm flipV="1">
            <a:off x="5871271" y="1476789"/>
            <a:ext cx="503893" cy="483551"/>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A3CD5D-EFCA-A34A-80F8-1F95508670F7}"/>
              </a:ext>
            </a:extLst>
          </p:cNvPr>
          <p:cNvCxnSpPr>
            <a:stCxn id="11" idx="7"/>
            <a:endCxn id="17" idx="3"/>
          </p:cNvCxnSpPr>
          <p:nvPr/>
        </p:nvCxnSpPr>
        <p:spPr>
          <a:xfrm flipV="1">
            <a:off x="6685669" y="1602837"/>
            <a:ext cx="652447" cy="1043303"/>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781E708-C29C-7740-8C00-1F1F30B35A38}"/>
              </a:ext>
            </a:extLst>
          </p:cNvPr>
          <p:cNvCxnSpPr>
            <a:stCxn id="32" idx="2"/>
            <a:endCxn id="17" idx="6"/>
          </p:cNvCxnSpPr>
          <p:nvPr/>
        </p:nvCxnSpPr>
        <p:spPr>
          <a:xfrm flipH="1">
            <a:off x="7657926" y="1476789"/>
            <a:ext cx="387319" cy="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7F54709B-DB6F-9547-B4D2-667158B013B2}"/>
              </a:ext>
            </a:extLst>
          </p:cNvPr>
          <p:cNvGrpSpPr/>
          <p:nvPr/>
        </p:nvGrpSpPr>
        <p:grpSpPr>
          <a:xfrm>
            <a:off x="7283245" y="2618410"/>
            <a:ext cx="374681" cy="356519"/>
            <a:chOff x="1178170" y="3200400"/>
            <a:chExt cx="548640" cy="548640"/>
          </a:xfrm>
        </p:grpSpPr>
        <p:sp>
          <p:nvSpPr>
            <p:cNvPr id="29" name="Oval 28">
              <a:extLst>
                <a:ext uri="{FF2B5EF4-FFF2-40B4-BE49-F238E27FC236}">
                  <a16:creationId xmlns:a16="http://schemas.microsoft.com/office/drawing/2014/main" id="{8C7E55E9-4A79-E047-99DC-19B903293A35}"/>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0" name="TextBox 29">
              <a:extLst>
                <a:ext uri="{FF2B5EF4-FFF2-40B4-BE49-F238E27FC236}">
                  <a16:creationId xmlns:a16="http://schemas.microsoft.com/office/drawing/2014/main" id="{201BEBAB-E4A2-D04C-AABB-E17EFA19611C}"/>
                </a:ext>
              </a:extLst>
            </p:cNvPr>
            <p:cNvSpPr txBox="1"/>
            <p:nvPr/>
          </p:nvSpPr>
          <p:spPr>
            <a:xfrm>
              <a:off x="1393196" y="3268486"/>
              <a:ext cx="152400" cy="430886"/>
            </a:xfrm>
            <a:prstGeom prst="rect">
              <a:avLst/>
            </a:prstGeom>
            <a:noFill/>
          </p:spPr>
          <p:txBody>
            <a:bodyPr wrap="square" lIns="0" tIns="0" rIns="0" bIns="0" rtlCol="0">
              <a:spAutoFit/>
            </a:bodyPr>
            <a:lstStyle/>
            <a:p>
              <a:r>
                <a:rPr lang="en-US">
                  <a:latin typeface="Cambria Math" pitchFamily="18" charset="0"/>
                  <a:ea typeface="Cambria Math" pitchFamily="18" charset="0"/>
                </a:rPr>
                <a:t>f</a:t>
              </a:r>
            </a:p>
          </p:txBody>
        </p:sp>
      </p:grpSp>
      <p:grpSp>
        <p:nvGrpSpPr>
          <p:cNvPr id="31" name="Group 30">
            <a:extLst>
              <a:ext uri="{FF2B5EF4-FFF2-40B4-BE49-F238E27FC236}">
                <a16:creationId xmlns:a16="http://schemas.microsoft.com/office/drawing/2014/main" id="{41B4C2FF-E7D5-C54F-96E7-65D1B3BD9C23}"/>
              </a:ext>
            </a:extLst>
          </p:cNvPr>
          <p:cNvGrpSpPr/>
          <p:nvPr/>
        </p:nvGrpSpPr>
        <p:grpSpPr>
          <a:xfrm>
            <a:off x="8045245" y="1298529"/>
            <a:ext cx="374681" cy="356519"/>
            <a:chOff x="1178170" y="3200400"/>
            <a:chExt cx="548640" cy="548640"/>
          </a:xfrm>
        </p:grpSpPr>
        <p:sp>
          <p:nvSpPr>
            <p:cNvPr id="32" name="Oval 31">
              <a:extLst>
                <a:ext uri="{FF2B5EF4-FFF2-40B4-BE49-F238E27FC236}">
                  <a16:creationId xmlns:a16="http://schemas.microsoft.com/office/drawing/2014/main" id="{727EA6DB-6144-AA45-9C4B-DA5C0DC973A3}"/>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3" name="TextBox 32">
              <a:extLst>
                <a:ext uri="{FF2B5EF4-FFF2-40B4-BE49-F238E27FC236}">
                  <a16:creationId xmlns:a16="http://schemas.microsoft.com/office/drawing/2014/main" id="{27D018E4-4274-5248-A320-F6012A0EF8AC}"/>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g</a:t>
              </a:r>
            </a:p>
          </p:txBody>
        </p:sp>
      </p:grpSp>
      <p:cxnSp>
        <p:nvCxnSpPr>
          <p:cNvPr id="34" name="Straight Arrow Connector 33">
            <a:extLst>
              <a:ext uri="{FF2B5EF4-FFF2-40B4-BE49-F238E27FC236}">
                <a16:creationId xmlns:a16="http://schemas.microsoft.com/office/drawing/2014/main" id="{F1BE5C34-2935-E54D-A0BE-B50233AF9D01}"/>
              </a:ext>
            </a:extLst>
          </p:cNvPr>
          <p:cNvCxnSpPr>
            <a:stCxn id="21" idx="7"/>
            <a:endCxn id="17" idx="2"/>
          </p:cNvCxnSpPr>
          <p:nvPr/>
        </p:nvCxnSpPr>
        <p:spPr>
          <a:xfrm flipV="1">
            <a:off x="6688655" y="1476789"/>
            <a:ext cx="594590" cy="483551"/>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17F6B17A-F44E-0541-9605-441E5E468AA6}"/>
              </a:ext>
            </a:extLst>
          </p:cNvPr>
          <p:cNvSpPr/>
          <p:nvPr/>
        </p:nvSpPr>
        <p:spPr>
          <a:xfrm>
            <a:off x="6594243" y="1150799"/>
            <a:ext cx="1679602" cy="528730"/>
          </a:xfrm>
          <a:prstGeom prst="arc">
            <a:avLst>
              <a:gd name="adj1" fmla="val 11228480"/>
              <a:gd name="adj2" fmla="val 2105347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E3D737A5-072C-674B-8DCF-3F1061E810DD}"/>
              </a:ext>
            </a:extLst>
          </p:cNvPr>
          <p:cNvCxnSpPr>
            <a:stCxn id="8" idx="4"/>
            <a:endCxn id="11" idx="1"/>
          </p:cNvCxnSpPr>
          <p:nvPr/>
        </p:nvCxnSpPr>
        <p:spPr>
          <a:xfrm>
            <a:off x="5738802" y="2264648"/>
            <a:ext cx="681928" cy="3814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0CF15F2-6042-6147-99C7-8A5B1F878186}"/>
              </a:ext>
            </a:extLst>
          </p:cNvPr>
          <p:cNvCxnSpPr>
            <a:stCxn id="17" idx="4"/>
            <a:endCxn id="29" idx="0"/>
          </p:cNvCxnSpPr>
          <p:nvPr/>
        </p:nvCxnSpPr>
        <p:spPr>
          <a:xfrm>
            <a:off x="7470586" y="1655048"/>
            <a:ext cx="0" cy="963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2F5E7B3-2421-6442-9171-F7326E260656}"/>
              </a:ext>
            </a:extLst>
          </p:cNvPr>
          <p:cNvCxnSpPr>
            <a:stCxn id="32" idx="3"/>
            <a:endCxn id="29" idx="7"/>
          </p:cNvCxnSpPr>
          <p:nvPr/>
        </p:nvCxnSpPr>
        <p:spPr>
          <a:xfrm flipH="1">
            <a:off x="7603055" y="1602837"/>
            <a:ext cx="497061" cy="10677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7974A36-80A8-9F42-A1F6-DA7FB941114F}"/>
              </a:ext>
            </a:extLst>
          </p:cNvPr>
          <p:cNvSpPr/>
          <p:nvPr/>
        </p:nvSpPr>
        <p:spPr>
          <a:xfrm>
            <a:off x="3601717" y="3113686"/>
            <a:ext cx="5042999" cy="3416320"/>
          </a:xfrm>
          <a:prstGeom prst="rect">
            <a:avLst/>
          </a:prstGeom>
        </p:spPr>
        <p:txBody>
          <a:bodyPr wrap="square">
            <a:spAutoFit/>
          </a:bodyPr>
          <a:lstStyle/>
          <a:p>
            <a:r>
              <a:rPr lang="en-US" b="1" err="1"/>
              <a:t>BreathFirstSearch</a:t>
            </a:r>
            <a:r>
              <a:rPr lang="en-US" b="1"/>
              <a:t>(G, v</a:t>
            </a:r>
            <a:r>
              <a:rPr lang="en-US" b="1" baseline="-25000"/>
              <a:t>s</a:t>
            </a:r>
            <a:r>
              <a:rPr lang="en-US" b="1"/>
              <a:t>)</a:t>
            </a:r>
            <a:r>
              <a:rPr lang="en-US" err="1">
                <a:solidFill>
                  <a:srgbClr val="FFFFFF"/>
                </a:solidFill>
                <a:latin typeface="Helvetica" pitchFamily="2" charset="0"/>
              </a:rPr>
              <a:t>thFirstSearch</a:t>
            </a:r>
            <a:r>
              <a:rPr lang="en-US">
                <a:solidFill>
                  <a:srgbClr val="FFFFFF"/>
                </a:solidFill>
                <a:latin typeface="Helvetica" pitchFamily="2" charset="0"/>
              </a:rPr>
              <a:t>(G, vs)</a:t>
            </a:r>
          </a:p>
          <a:p>
            <a:r>
              <a:rPr lang="en-US">
                <a:latin typeface="Helvetica" pitchFamily="2" charset="0"/>
              </a:rPr>
              <a:t>{</a:t>
            </a:r>
          </a:p>
          <a:p>
            <a:r>
              <a:rPr lang="en-US">
                <a:latin typeface="Helvetica" pitchFamily="2" charset="0"/>
              </a:rPr>
              <a:t>insert(v</a:t>
            </a:r>
            <a:r>
              <a:rPr lang="en-US" baseline="-25000">
                <a:latin typeface="Helvetica" pitchFamily="2" charset="0"/>
              </a:rPr>
              <a:t>s</a:t>
            </a:r>
            <a:r>
              <a:rPr lang="en-US">
                <a:latin typeface="Helvetica" pitchFamily="2" charset="0"/>
              </a:rPr>
              <a:t>, Q);</a:t>
            </a:r>
          </a:p>
          <a:p>
            <a:r>
              <a:rPr lang="en-US">
                <a:latin typeface="Helvetica" pitchFamily="2" charset="0"/>
              </a:rPr>
              <a:t>while (!</a:t>
            </a:r>
            <a:r>
              <a:rPr lang="en-US" err="1">
                <a:latin typeface="Helvetica" pitchFamily="2" charset="0"/>
              </a:rPr>
              <a:t>isEmpty</a:t>
            </a:r>
            <a:r>
              <a:rPr lang="en-US">
                <a:latin typeface="Helvetica" pitchFamily="2" charset="0"/>
              </a:rPr>
              <a:t>(Q))</a:t>
            </a:r>
          </a:p>
          <a:p>
            <a:r>
              <a:rPr lang="en-US">
                <a:latin typeface="Helvetica" pitchFamily="2" charset="0"/>
              </a:rPr>
              <a:t>{</a:t>
            </a:r>
          </a:p>
          <a:p>
            <a:r>
              <a:rPr lang="en-US">
                <a:latin typeface="Helvetica" pitchFamily="2" charset="0"/>
              </a:rPr>
              <a:t>u = remove(Q);</a:t>
            </a:r>
          </a:p>
          <a:p>
            <a:r>
              <a:rPr lang="en-US">
                <a:latin typeface="Helvetica" pitchFamily="2" charset="0"/>
              </a:rPr>
              <a:t>visit(u);</a:t>
            </a:r>
          </a:p>
          <a:p>
            <a:r>
              <a:rPr lang="en-US">
                <a:latin typeface="Helvetica" pitchFamily="2" charset="0"/>
              </a:rPr>
              <a:t>for each </a:t>
            </a:r>
            <a:r>
              <a:rPr lang="en-US" b="1" err="1">
                <a:latin typeface="Helvetica" pitchFamily="2" charset="0"/>
              </a:rPr>
              <a:t>u</a:t>
            </a:r>
            <a:r>
              <a:rPr lang="en-US" b="1" baseline="-25000" err="1">
                <a:latin typeface="Helvetica" pitchFamily="2" charset="0"/>
              </a:rPr>
              <a:t>a</a:t>
            </a:r>
            <a:r>
              <a:rPr lang="en-US">
                <a:latin typeface="Helvetica" pitchFamily="2" charset="0"/>
              </a:rPr>
              <a:t>: (unvisited) and (adjacent to u) and (</a:t>
            </a:r>
            <a:r>
              <a:rPr lang="en-US" b="1" err="1">
                <a:latin typeface="Helvetica" pitchFamily="2" charset="0"/>
              </a:rPr>
              <a:t>u</a:t>
            </a:r>
            <a:r>
              <a:rPr lang="en-US" b="1" baseline="-25000" err="1">
                <a:latin typeface="Helvetica" pitchFamily="2" charset="0"/>
              </a:rPr>
              <a:t>a</a:t>
            </a:r>
            <a:r>
              <a:rPr lang="en-US" b="1">
                <a:latin typeface="Helvetica" pitchFamily="2" charset="0"/>
              </a:rPr>
              <a:t> not in</a:t>
            </a:r>
            <a:r>
              <a:rPr lang="en-US">
                <a:latin typeface="Helvetica" pitchFamily="2" charset="0"/>
              </a:rPr>
              <a:t> </a:t>
            </a:r>
            <a:r>
              <a:rPr lang="en-US" b="1">
                <a:latin typeface="Helvetica" pitchFamily="2" charset="0"/>
              </a:rPr>
              <a:t>Q</a:t>
            </a:r>
            <a:r>
              <a:rPr lang="en-US">
                <a:latin typeface="Helvetica" pitchFamily="2" charset="0"/>
              </a:rPr>
              <a:t>)</a:t>
            </a:r>
          </a:p>
          <a:p>
            <a:r>
              <a:rPr lang="en-US">
                <a:latin typeface="Helvetica" pitchFamily="2" charset="0"/>
              </a:rPr>
              <a:t>insert(</a:t>
            </a:r>
            <a:r>
              <a:rPr lang="en-US" b="1" err="1">
                <a:latin typeface="Helvetica" pitchFamily="2" charset="0"/>
              </a:rPr>
              <a:t>u</a:t>
            </a:r>
            <a:r>
              <a:rPr lang="en-US" b="1" baseline="-25000" err="1">
                <a:latin typeface="Helvetica" pitchFamily="2" charset="0"/>
              </a:rPr>
              <a:t>a</a:t>
            </a:r>
            <a:r>
              <a:rPr lang="en-US">
                <a:latin typeface="Helvetica" pitchFamily="2" charset="0"/>
              </a:rPr>
              <a:t>, Q);</a:t>
            </a:r>
          </a:p>
          <a:p>
            <a:r>
              <a:rPr lang="en-US">
                <a:latin typeface="Helvetica" pitchFamily="2" charset="0"/>
              </a:rPr>
              <a:t>}</a:t>
            </a:r>
          </a:p>
          <a:p>
            <a:r>
              <a:rPr lang="en-US">
                <a:latin typeface="Helvetica" pitchFamily="2" charset="0"/>
              </a:rPr>
              <a:t>}</a:t>
            </a:r>
            <a:endParaRPr lang="en-US">
              <a:effectLst/>
              <a:latin typeface="Helvetica" pitchFamily="2" charset="0"/>
            </a:endParaRPr>
          </a:p>
        </p:txBody>
      </p:sp>
    </p:spTree>
    <p:extLst>
      <p:ext uri="{BB962C8B-B14F-4D97-AF65-F5344CB8AC3E}">
        <p14:creationId xmlns:p14="http://schemas.microsoft.com/office/powerpoint/2010/main" val="568195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303BCF-6622-2642-8CC6-BCF996AF5487}"/>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68CE8DDE-FD4B-9248-8105-C79D6077CA26}"/>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6855764A-8B24-FB41-98C6-6D8D8A7A3D44}"/>
              </a:ext>
            </a:extLst>
          </p:cNvPr>
          <p:cNvSpPr>
            <a:spLocks noGrp="1"/>
          </p:cNvSpPr>
          <p:nvPr>
            <p:ph type="sldNum" sz="quarter" idx="12"/>
          </p:nvPr>
        </p:nvSpPr>
        <p:spPr/>
        <p:txBody>
          <a:bodyPr/>
          <a:lstStyle/>
          <a:p>
            <a:fld id="{BA7BC09B-FE30-A349-B1D2-5A364F511F98}" type="slidenum">
              <a:rPr lang="en-US" smtClean="0"/>
              <a:t>19</a:t>
            </a:fld>
            <a:endParaRPr lang="en-US"/>
          </a:p>
        </p:txBody>
      </p:sp>
      <p:sp>
        <p:nvSpPr>
          <p:cNvPr id="2" name="Title 1">
            <a:extLst>
              <a:ext uri="{FF2B5EF4-FFF2-40B4-BE49-F238E27FC236}">
                <a16:creationId xmlns:a16="http://schemas.microsoft.com/office/drawing/2014/main" id="{9E419492-0A8D-D542-BF80-5627FE4E9A37}"/>
              </a:ext>
            </a:extLst>
          </p:cNvPr>
          <p:cNvSpPr>
            <a:spLocks noGrp="1"/>
          </p:cNvSpPr>
          <p:nvPr>
            <p:ph type="title"/>
          </p:nvPr>
        </p:nvSpPr>
        <p:spPr/>
        <p:txBody>
          <a:bodyPr/>
          <a:lstStyle/>
          <a:p>
            <a:r>
              <a:rPr lang="en-US" err="1"/>
              <a:t>Duyệt</a:t>
            </a:r>
            <a:r>
              <a:rPr lang="en-US"/>
              <a:t> </a:t>
            </a:r>
            <a:r>
              <a:rPr lang="en-US" err="1"/>
              <a:t>theo</a:t>
            </a:r>
            <a:r>
              <a:rPr lang="en-US"/>
              <a:t> </a:t>
            </a:r>
            <a:r>
              <a:rPr lang="en-US" err="1"/>
              <a:t>chiều</a:t>
            </a:r>
            <a:r>
              <a:rPr lang="en-US"/>
              <a:t> </a:t>
            </a:r>
            <a:r>
              <a:rPr lang="en-US" err="1"/>
              <a:t>sâu</a:t>
            </a:r>
            <a:r>
              <a:rPr lang="en-US"/>
              <a:t> (DFS)</a:t>
            </a:r>
          </a:p>
        </p:txBody>
      </p:sp>
      <p:sp>
        <p:nvSpPr>
          <p:cNvPr id="3" name="Content Placeholder 2">
            <a:extLst>
              <a:ext uri="{FF2B5EF4-FFF2-40B4-BE49-F238E27FC236}">
                <a16:creationId xmlns:a16="http://schemas.microsoft.com/office/drawing/2014/main" id="{A8228EC2-48B8-C246-B1D5-7188304997A2}"/>
              </a:ext>
            </a:extLst>
          </p:cNvPr>
          <p:cNvSpPr>
            <a:spLocks noGrp="1"/>
          </p:cNvSpPr>
          <p:nvPr>
            <p:ph sz="quarter" idx="13"/>
          </p:nvPr>
        </p:nvSpPr>
        <p:spPr/>
        <p:txBody>
          <a:bodyPr>
            <a:normAutofit/>
          </a:bodyPr>
          <a:lstStyle/>
          <a:p>
            <a:r>
              <a:rPr lang="vi-VN" b="1"/>
              <a:t>Qui tắc 1</a:t>
            </a:r>
            <a:r>
              <a:rPr lang="vi-VN"/>
              <a:t>: Duyệt tiếp tới đỉnh liền kề mà chưa được duyệt. Đánh dấu đỉnh là đã được duyệt. Hiển thị đỉnh đó và đẩy vào trong một ngăn xếp (stack).</a:t>
            </a:r>
          </a:p>
          <a:p>
            <a:r>
              <a:rPr lang="vi-VN" b="1"/>
              <a:t>Qui tắc 2</a:t>
            </a:r>
            <a:r>
              <a:rPr lang="vi-VN"/>
              <a:t>: Nếu không tìm thấy đỉnh liền kề, thì lấy một đỉnh từ trong ngăn xếp</a:t>
            </a:r>
          </a:p>
          <a:p>
            <a:r>
              <a:rPr lang="vi-VN" b="1"/>
              <a:t>Qui tắc 3</a:t>
            </a:r>
            <a:r>
              <a:rPr lang="vi-VN"/>
              <a:t>: Lặp lại các qui tắc 1 và qui tắc 2 cho tới khi ngăn xếp là trống.</a:t>
            </a:r>
          </a:p>
          <a:p>
            <a:endParaRPr lang="en-US"/>
          </a:p>
        </p:txBody>
      </p:sp>
    </p:spTree>
    <p:extLst>
      <p:ext uri="{BB962C8B-B14F-4D97-AF65-F5344CB8AC3E}">
        <p14:creationId xmlns:p14="http://schemas.microsoft.com/office/powerpoint/2010/main" val="2100535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0F213D6-7D6B-E846-9BEF-90963E6DCEF1}"/>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D413F165-E250-FF45-881B-715390A2D0DC}"/>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A133E305-57F2-324B-BF1F-54F2DB608355}"/>
              </a:ext>
            </a:extLst>
          </p:cNvPr>
          <p:cNvSpPr>
            <a:spLocks noGrp="1"/>
          </p:cNvSpPr>
          <p:nvPr>
            <p:ph type="sldNum" sz="quarter" idx="12"/>
          </p:nvPr>
        </p:nvSpPr>
        <p:spPr/>
        <p:txBody>
          <a:bodyPr/>
          <a:lstStyle/>
          <a:p>
            <a:fld id="{BA7BC09B-FE30-A349-B1D2-5A364F511F98}" type="slidenum">
              <a:rPr lang="en-US" smtClean="0"/>
              <a:t>20</a:t>
            </a:fld>
            <a:endParaRPr lang="en-US"/>
          </a:p>
        </p:txBody>
      </p:sp>
      <p:sp>
        <p:nvSpPr>
          <p:cNvPr id="2" name="Title 1">
            <a:extLst>
              <a:ext uri="{FF2B5EF4-FFF2-40B4-BE49-F238E27FC236}">
                <a16:creationId xmlns:a16="http://schemas.microsoft.com/office/drawing/2014/main" id="{267A2F21-DC00-DF4A-9EF3-DB77EAA07604}"/>
              </a:ext>
            </a:extLst>
          </p:cNvPr>
          <p:cNvSpPr>
            <a:spLocks noGrp="1"/>
          </p:cNvSpPr>
          <p:nvPr>
            <p:ph type="title"/>
          </p:nvPr>
        </p:nvSpPr>
        <p:spPr/>
        <p:txBody>
          <a:bodyPr/>
          <a:lstStyle/>
          <a:p>
            <a:r>
              <a:rPr lang="en-US" err="1"/>
              <a:t>Duyệt</a:t>
            </a:r>
            <a:r>
              <a:rPr lang="en-US"/>
              <a:t> </a:t>
            </a:r>
            <a:r>
              <a:rPr lang="en-US" err="1"/>
              <a:t>theo</a:t>
            </a:r>
            <a:r>
              <a:rPr lang="en-US"/>
              <a:t> </a:t>
            </a:r>
            <a:r>
              <a:rPr lang="en-US" err="1"/>
              <a:t>chiều</a:t>
            </a:r>
            <a:r>
              <a:rPr lang="en-US"/>
              <a:t> </a:t>
            </a:r>
            <a:r>
              <a:rPr lang="en-US" err="1"/>
              <a:t>sâu</a:t>
            </a:r>
            <a:r>
              <a:rPr lang="en-US"/>
              <a:t> (DFS)</a:t>
            </a:r>
          </a:p>
        </p:txBody>
      </p:sp>
      <p:sp>
        <p:nvSpPr>
          <p:cNvPr id="38" name="Content Placeholder 37">
            <a:extLst>
              <a:ext uri="{FF2B5EF4-FFF2-40B4-BE49-F238E27FC236}">
                <a16:creationId xmlns:a16="http://schemas.microsoft.com/office/drawing/2014/main" id="{698DF44E-C6F8-B940-9A2A-749CF29BDAED}"/>
              </a:ext>
            </a:extLst>
          </p:cNvPr>
          <p:cNvSpPr>
            <a:spLocks noGrp="1"/>
          </p:cNvSpPr>
          <p:nvPr>
            <p:ph sz="quarter" idx="13"/>
          </p:nvPr>
        </p:nvSpPr>
        <p:spPr>
          <a:xfrm>
            <a:off x="235077" y="841248"/>
            <a:ext cx="3816661" cy="2240644"/>
          </a:xfrm>
        </p:spPr>
        <p:txBody>
          <a:bodyPr>
            <a:noAutofit/>
          </a:bodyPr>
          <a:lstStyle/>
          <a:p>
            <a:pPr marL="0" indent="0">
              <a:buNone/>
            </a:pPr>
            <a:r>
              <a:rPr lang="en-US" sz="2400" err="1"/>
              <a:t>FullDepthSearch</a:t>
            </a:r>
            <a:r>
              <a:rPr lang="en-US" sz="2400"/>
              <a:t>(G, v</a:t>
            </a:r>
            <a:r>
              <a:rPr lang="en-US" sz="2400" baseline="-25000"/>
              <a:t>s</a:t>
            </a:r>
            <a:r>
              <a:rPr lang="en-US" sz="2400"/>
              <a:t>)</a:t>
            </a:r>
          </a:p>
          <a:p>
            <a:pPr marL="0" indent="0">
              <a:buNone/>
            </a:pPr>
            <a:r>
              <a:rPr lang="en-US" sz="2400"/>
              <a:t>{	v = v</a:t>
            </a:r>
            <a:r>
              <a:rPr lang="en-US" sz="2400" baseline="-25000"/>
              <a:t>s</a:t>
            </a:r>
            <a:r>
              <a:rPr lang="en-US" sz="2400"/>
              <a:t>;</a:t>
            </a:r>
          </a:p>
          <a:p>
            <a:pPr marL="0" indent="0">
              <a:buNone/>
            </a:pPr>
            <a:r>
              <a:rPr lang="en-US" sz="2400" err="1"/>
              <a:t>DepthFirstSearch</a:t>
            </a:r>
            <a:r>
              <a:rPr lang="en-US" sz="2400"/>
              <a:t>(G, v);</a:t>
            </a:r>
          </a:p>
          <a:p>
            <a:pPr marL="0" indent="0">
              <a:buNone/>
            </a:pPr>
            <a:r>
              <a:rPr lang="en-US" sz="2400"/>
              <a:t>	}</a:t>
            </a:r>
          </a:p>
        </p:txBody>
      </p:sp>
      <p:grpSp>
        <p:nvGrpSpPr>
          <p:cNvPr id="7" name="Group 6">
            <a:extLst>
              <a:ext uri="{FF2B5EF4-FFF2-40B4-BE49-F238E27FC236}">
                <a16:creationId xmlns:a16="http://schemas.microsoft.com/office/drawing/2014/main" id="{133542D7-A2D8-D747-89A6-8DB95C14ED2F}"/>
              </a:ext>
            </a:extLst>
          </p:cNvPr>
          <p:cNvGrpSpPr/>
          <p:nvPr/>
        </p:nvGrpSpPr>
        <p:grpSpPr>
          <a:xfrm>
            <a:off x="96830" y="3647137"/>
            <a:ext cx="374681" cy="356519"/>
            <a:chOff x="1178170" y="3200400"/>
            <a:chExt cx="548640" cy="548640"/>
          </a:xfrm>
        </p:grpSpPr>
        <p:sp>
          <p:nvSpPr>
            <p:cNvPr id="8" name="Oval 7">
              <a:extLst>
                <a:ext uri="{FF2B5EF4-FFF2-40B4-BE49-F238E27FC236}">
                  <a16:creationId xmlns:a16="http://schemas.microsoft.com/office/drawing/2014/main" id="{860FC60E-2F09-FC40-A25A-509934E164E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9" name="TextBox 8">
              <a:extLst>
                <a:ext uri="{FF2B5EF4-FFF2-40B4-BE49-F238E27FC236}">
                  <a16:creationId xmlns:a16="http://schemas.microsoft.com/office/drawing/2014/main" id="{B5F4ED66-92E8-7840-BF8C-F7060ECB8D2D}"/>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a</a:t>
              </a:r>
            </a:p>
          </p:txBody>
        </p:sp>
      </p:grpSp>
      <p:grpSp>
        <p:nvGrpSpPr>
          <p:cNvPr id="10" name="Group 9">
            <a:extLst>
              <a:ext uri="{FF2B5EF4-FFF2-40B4-BE49-F238E27FC236}">
                <a16:creationId xmlns:a16="http://schemas.microsoft.com/office/drawing/2014/main" id="{84E44EEA-CD9B-9C4C-980C-EAFAF593BEFF}"/>
              </a:ext>
            </a:extLst>
          </p:cNvPr>
          <p:cNvGrpSpPr/>
          <p:nvPr/>
        </p:nvGrpSpPr>
        <p:grpSpPr>
          <a:xfrm>
            <a:off x="1752414" y="3647137"/>
            <a:ext cx="374681" cy="356519"/>
            <a:chOff x="1178170" y="3200400"/>
            <a:chExt cx="548640" cy="548640"/>
          </a:xfrm>
        </p:grpSpPr>
        <p:sp>
          <p:nvSpPr>
            <p:cNvPr id="11" name="Oval 10">
              <a:extLst>
                <a:ext uri="{FF2B5EF4-FFF2-40B4-BE49-F238E27FC236}">
                  <a16:creationId xmlns:a16="http://schemas.microsoft.com/office/drawing/2014/main" id="{9BCBE0F3-8103-C146-B58E-BEA4C8608F71}"/>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2" name="TextBox 11">
              <a:extLst>
                <a:ext uri="{FF2B5EF4-FFF2-40B4-BE49-F238E27FC236}">
                  <a16:creationId xmlns:a16="http://schemas.microsoft.com/office/drawing/2014/main" id="{2C368852-5FD3-5045-88CB-4982A0F25D40}"/>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d</a:t>
              </a:r>
            </a:p>
          </p:txBody>
        </p:sp>
      </p:grpSp>
      <p:grpSp>
        <p:nvGrpSpPr>
          <p:cNvPr id="13" name="Group 12">
            <a:extLst>
              <a:ext uri="{FF2B5EF4-FFF2-40B4-BE49-F238E27FC236}">
                <a16:creationId xmlns:a16="http://schemas.microsoft.com/office/drawing/2014/main" id="{645060FD-4725-924D-AB5D-09D63BDEA466}"/>
              </a:ext>
            </a:extLst>
          </p:cNvPr>
          <p:cNvGrpSpPr/>
          <p:nvPr/>
        </p:nvGrpSpPr>
        <p:grpSpPr>
          <a:xfrm>
            <a:off x="920533" y="3647137"/>
            <a:ext cx="374681" cy="356519"/>
            <a:chOff x="1178170" y="3200400"/>
            <a:chExt cx="548640" cy="548640"/>
          </a:xfrm>
        </p:grpSpPr>
        <p:sp>
          <p:nvSpPr>
            <p:cNvPr id="14" name="Oval 13">
              <a:extLst>
                <a:ext uri="{FF2B5EF4-FFF2-40B4-BE49-F238E27FC236}">
                  <a16:creationId xmlns:a16="http://schemas.microsoft.com/office/drawing/2014/main" id="{E6AE6E8A-C868-444D-8C13-10C3CA1A93B5}"/>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5" name="TextBox 14">
              <a:extLst>
                <a:ext uri="{FF2B5EF4-FFF2-40B4-BE49-F238E27FC236}">
                  <a16:creationId xmlns:a16="http://schemas.microsoft.com/office/drawing/2014/main" id="{4E1F8C4F-91C9-A841-80CD-4C658114B656}"/>
                </a:ext>
              </a:extLst>
            </p:cNvPr>
            <p:cNvSpPr txBox="1"/>
            <p:nvPr/>
          </p:nvSpPr>
          <p:spPr>
            <a:xfrm>
              <a:off x="1371601" y="3253155"/>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b</a:t>
              </a:r>
            </a:p>
          </p:txBody>
        </p:sp>
      </p:grpSp>
      <p:grpSp>
        <p:nvGrpSpPr>
          <p:cNvPr id="16" name="Group 15">
            <a:extLst>
              <a:ext uri="{FF2B5EF4-FFF2-40B4-BE49-F238E27FC236}">
                <a16:creationId xmlns:a16="http://schemas.microsoft.com/office/drawing/2014/main" id="{57035869-1327-9248-BFFB-1C4553E8B9FD}"/>
              </a:ext>
            </a:extLst>
          </p:cNvPr>
          <p:cNvGrpSpPr/>
          <p:nvPr/>
        </p:nvGrpSpPr>
        <p:grpSpPr>
          <a:xfrm>
            <a:off x="2596933" y="3647137"/>
            <a:ext cx="374681" cy="356519"/>
            <a:chOff x="1178170" y="3200400"/>
            <a:chExt cx="548640" cy="548640"/>
          </a:xfrm>
        </p:grpSpPr>
        <p:sp>
          <p:nvSpPr>
            <p:cNvPr id="17" name="Oval 16">
              <a:extLst>
                <a:ext uri="{FF2B5EF4-FFF2-40B4-BE49-F238E27FC236}">
                  <a16:creationId xmlns:a16="http://schemas.microsoft.com/office/drawing/2014/main" id="{CE5B32C0-2281-4C4A-842B-3ACB7D5652FA}"/>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8" name="TextBox 17">
              <a:extLst>
                <a:ext uri="{FF2B5EF4-FFF2-40B4-BE49-F238E27FC236}">
                  <a16:creationId xmlns:a16="http://schemas.microsoft.com/office/drawing/2014/main" id="{1B2F5550-8CCE-E448-867F-E7F526C3744D}"/>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e</a:t>
              </a:r>
            </a:p>
          </p:txBody>
        </p:sp>
      </p:grpSp>
      <p:cxnSp>
        <p:nvCxnSpPr>
          <p:cNvPr id="19" name="Straight Connector 18">
            <a:extLst>
              <a:ext uri="{FF2B5EF4-FFF2-40B4-BE49-F238E27FC236}">
                <a16:creationId xmlns:a16="http://schemas.microsoft.com/office/drawing/2014/main" id="{491F2090-A339-E14D-B30E-FEF9D65C8B02}"/>
              </a:ext>
            </a:extLst>
          </p:cNvPr>
          <p:cNvCxnSpPr>
            <a:stCxn id="14" idx="6"/>
            <a:endCxn id="11" idx="2"/>
          </p:cNvCxnSpPr>
          <p:nvPr/>
        </p:nvCxnSpPr>
        <p:spPr>
          <a:xfrm>
            <a:off x="1295214" y="38253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3D7202AE-4151-4D4B-ADF1-E448BFDA93A9}"/>
              </a:ext>
            </a:extLst>
          </p:cNvPr>
          <p:cNvGrpSpPr/>
          <p:nvPr/>
        </p:nvGrpSpPr>
        <p:grpSpPr>
          <a:xfrm>
            <a:off x="914214" y="4256737"/>
            <a:ext cx="374681" cy="356519"/>
            <a:chOff x="1178170" y="3200400"/>
            <a:chExt cx="548640" cy="548640"/>
          </a:xfrm>
        </p:grpSpPr>
        <p:sp>
          <p:nvSpPr>
            <p:cNvPr id="21" name="Oval 20">
              <a:extLst>
                <a:ext uri="{FF2B5EF4-FFF2-40B4-BE49-F238E27FC236}">
                  <a16:creationId xmlns:a16="http://schemas.microsoft.com/office/drawing/2014/main" id="{CB81F133-C4CF-3E40-92C9-495214EC328F}"/>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2" name="TextBox 21">
              <a:extLst>
                <a:ext uri="{FF2B5EF4-FFF2-40B4-BE49-F238E27FC236}">
                  <a16:creationId xmlns:a16="http://schemas.microsoft.com/office/drawing/2014/main" id="{14D7DE89-8C48-1846-87F9-E7EAEE19806F}"/>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c</a:t>
              </a:r>
            </a:p>
          </p:txBody>
        </p:sp>
      </p:grpSp>
      <p:cxnSp>
        <p:nvCxnSpPr>
          <p:cNvPr id="23" name="Straight Connector 22">
            <a:extLst>
              <a:ext uri="{FF2B5EF4-FFF2-40B4-BE49-F238E27FC236}">
                <a16:creationId xmlns:a16="http://schemas.microsoft.com/office/drawing/2014/main" id="{BC0B775D-60EE-EA4D-9B45-287C5AB12F1B}"/>
              </a:ext>
            </a:extLst>
          </p:cNvPr>
          <p:cNvCxnSpPr>
            <a:stCxn id="21" idx="1"/>
            <a:endCxn id="8" idx="5"/>
          </p:cNvCxnSpPr>
          <p:nvPr/>
        </p:nvCxnSpPr>
        <p:spPr>
          <a:xfrm flipH="1" flipV="1">
            <a:off x="416640" y="3951445"/>
            <a:ext cx="552445" cy="357503"/>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84F5F4-0B3F-F24D-9109-4155A2D14FE6}"/>
              </a:ext>
            </a:extLst>
          </p:cNvPr>
          <p:cNvCxnSpPr>
            <a:stCxn id="11" idx="5"/>
            <a:endCxn id="29" idx="1"/>
          </p:cNvCxnSpPr>
          <p:nvPr/>
        </p:nvCxnSpPr>
        <p:spPr>
          <a:xfrm>
            <a:off x="2072224" y="3951445"/>
            <a:ext cx="573261" cy="381984"/>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B149FE7-2E02-0D40-B9E8-B94ADF3B0998}"/>
              </a:ext>
            </a:extLst>
          </p:cNvPr>
          <p:cNvCxnSpPr>
            <a:stCxn id="8" idx="6"/>
            <a:endCxn id="14" idx="2"/>
          </p:cNvCxnSpPr>
          <p:nvPr/>
        </p:nvCxnSpPr>
        <p:spPr>
          <a:xfrm>
            <a:off x="471511" y="3825397"/>
            <a:ext cx="449022"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638A217-AB9C-7D4B-9A72-C5E3611E9A52}"/>
              </a:ext>
            </a:extLst>
          </p:cNvPr>
          <p:cNvCxnSpPr>
            <a:stCxn id="11" idx="6"/>
            <a:endCxn id="17" idx="2"/>
          </p:cNvCxnSpPr>
          <p:nvPr/>
        </p:nvCxnSpPr>
        <p:spPr>
          <a:xfrm>
            <a:off x="2127095" y="3825397"/>
            <a:ext cx="469838"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E9CE68-0DC5-0344-AE1F-E975A8413DE0}"/>
              </a:ext>
            </a:extLst>
          </p:cNvPr>
          <p:cNvCxnSpPr>
            <a:stCxn id="32" idx="2"/>
            <a:endCxn id="17" idx="6"/>
          </p:cNvCxnSpPr>
          <p:nvPr/>
        </p:nvCxnSpPr>
        <p:spPr>
          <a:xfrm flipH="1">
            <a:off x="2971614" y="3825397"/>
            <a:ext cx="463519" cy="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91AD311D-B8F9-504A-9BE6-E9B4320928DE}"/>
              </a:ext>
            </a:extLst>
          </p:cNvPr>
          <p:cNvGrpSpPr/>
          <p:nvPr/>
        </p:nvGrpSpPr>
        <p:grpSpPr>
          <a:xfrm>
            <a:off x="2590614" y="4281218"/>
            <a:ext cx="374681" cy="356519"/>
            <a:chOff x="1178170" y="3200400"/>
            <a:chExt cx="548640" cy="548640"/>
          </a:xfrm>
        </p:grpSpPr>
        <p:sp>
          <p:nvSpPr>
            <p:cNvPr id="29" name="Oval 28">
              <a:extLst>
                <a:ext uri="{FF2B5EF4-FFF2-40B4-BE49-F238E27FC236}">
                  <a16:creationId xmlns:a16="http://schemas.microsoft.com/office/drawing/2014/main" id="{E85FB893-13E3-7442-B094-7B08AB1FD5FA}"/>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0" name="TextBox 29">
              <a:extLst>
                <a:ext uri="{FF2B5EF4-FFF2-40B4-BE49-F238E27FC236}">
                  <a16:creationId xmlns:a16="http://schemas.microsoft.com/office/drawing/2014/main" id="{5604FE88-DCA4-454E-94DD-C81E9C8D8186}"/>
                </a:ext>
              </a:extLst>
            </p:cNvPr>
            <p:cNvSpPr txBox="1"/>
            <p:nvPr/>
          </p:nvSpPr>
          <p:spPr>
            <a:xfrm>
              <a:off x="1393196" y="3268486"/>
              <a:ext cx="152400" cy="430886"/>
            </a:xfrm>
            <a:prstGeom prst="rect">
              <a:avLst/>
            </a:prstGeom>
            <a:noFill/>
          </p:spPr>
          <p:txBody>
            <a:bodyPr wrap="square" lIns="0" tIns="0" rIns="0" bIns="0" rtlCol="0">
              <a:spAutoFit/>
            </a:bodyPr>
            <a:lstStyle/>
            <a:p>
              <a:r>
                <a:rPr lang="en-US">
                  <a:latin typeface="Cambria Math" pitchFamily="18" charset="0"/>
                  <a:ea typeface="Cambria Math" pitchFamily="18" charset="0"/>
                </a:rPr>
                <a:t>f</a:t>
              </a:r>
            </a:p>
          </p:txBody>
        </p:sp>
      </p:grpSp>
      <p:grpSp>
        <p:nvGrpSpPr>
          <p:cNvPr id="31" name="Group 30">
            <a:extLst>
              <a:ext uri="{FF2B5EF4-FFF2-40B4-BE49-F238E27FC236}">
                <a16:creationId xmlns:a16="http://schemas.microsoft.com/office/drawing/2014/main" id="{01236D26-3170-1749-99FB-F942DBA32730}"/>
              </a:ext>
            </a:extLst>
          </p:cNvPr>
          <p:cNvGrpSpPr/>
          <p:nvPr/>
        </p:nvGrpSpPr>
        <p:grpSpPr>
          <a:xfrm>
            <a:off x="3435133" y="3647137"/>
            <a:ext cx="374681" cy="356519"/>
            <a:chOff x="1178170" y="3200400"/>
            <a:chExt cx="548640" cy="548640"/>
          </a:xfrm>
        </p:grpSpPr>
        <p:sp>
          <p:nvSpPr>
            <p:cNvPr id="32" name="Oval 31">
              <a:extLst>
                <a:ext uri="{FF2B5EF4-FFF2-40B4-BE49-F238E27FC236}">
                  <a16:creationId xmlns:a16="http://schemas.microsoft.com/office/drawing/2014/main" id="{75D7A5E4-0CCE-5C43-A69F-5474EB2CD95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3" name="TextBox 32">
              <a:extLst>
                <a:ext uri="{FF2B5EF4-FFF2-40B4-BE49-F238E27FC236}">
                  <a16:creationId xmlns:a16="http://schemas.microsoft.com/office/drawing/2014/main" id="{4AF75524-B6C0-CB42-9B09-AE8550128209}"/>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g</a:t>
              </a:r>
            </a:p>
          </p:txBody>
        </p:sp>
      </p:grpSp>
      <p:cxnSp>
        <p:nvCxnSpPr>
          <p:cNvPr id="34" name="Straight Arrow Connector 33">
            <a:extLst>
              <a:ext uri="{FF2B5EF4-FFF2-40B4-BE49-F238E27FC236}">
                <a16:creationId xmlns:a16="http://schemas.microsoft.com/office/drawing/2014/main" id="{5402B231-07F9-3444-A087-5BE71D7837C0}"/>
              </a:ext>
            </a:extLst>
          </p:cNvPr>
          <p:cNvCxnSpPr>
            <a:stCxn id="21" idx="7"/>
            <a:endCxn id="11" idx="3"/>
          </p:cNvCxnSpPr>
          <p:nvPr/>
        </p:nvCxnSpPr>
        <p:spPr>
          <a:xfrm flipV="1">
            <a:off x="1234024" y="3951445"/>
            <a:ext cx="573261" cy="3575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FA16BBD8-631D-B543-B6A9-259E1F68F76C}"/>
              </a:ext>
            </a:extLst>
          </p:cNvPr>
          <p:cNvSpPr/>
          <p:nvPr/>
        </p:nvSpPr>
        <p:spPr>
          <a:xfrm>
            <a:off x="1139612" y="3499407"/>
            <a:ext cx="1679602" cy="528730"/>
          </a:xfrm>
          <a:prstGeom prst="arc">
            <a:avLst>
              <a:gd name="adj1" fmla="val 11228480"/>
              <a:gd name="adj2" fmla="val 2105347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D3230DF5-AB0E-AA49-A501-8410B9E91D26}"/>
              </a:ext>
            </a:extLst>
          </p:cNvPr>
          <p:cNvSpPr/>
          <p:nvPr/>
        </p:nvSpPr>
        <p:spPr>
          <a:xfrm>
            <a:off x="2012752" y="3499407"/>
            <a:ext cx="1644662" cy="528730"/>
          </a:xfrm>
          <a:prstGeom prst="arc">
            <a:avLst>
              <a:gd name="adj1" fmla="val 11104373"/>
              <a:gd name="adj2" fmla="val 2109309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a:extLst>
              <a:ext uri="{FF2B5EF4-FFF2-40B4-BE49-F238E27FC236}">
                <a16:creationId xmlns:a16="http://schemas.microsoft.com/office/drawing/2014/main" id="{9DCDA611-96E0-7D4D-AE57-233B82A551BD}"/>
              </a:ext>
            </a:extLst>
          </p:cNvPr>
          <p:cNvSpPr txBox="1"/>
          <p:nvPr/>
        </p:nvSpPr>
        <p:spPr>
          <a:xfrm>
            <a:off x="4339411" y="1460583"/>
            <a:ext cx="4707759" cy="4487382"/>
          </a:xfrm>
          <a:prstGeom prst="rect">
            <a:avLst/>
          </a:prstGeom>
          <a:noFill/>
        </p:spPr>
        <p:txBody>
          <a:bodyPr wrap="square" rtlCol="0">
            <a:spAutoFit/>
          </a:bodyPr>
          <a:lstStyle/>
          <a:p>
            <a:pPr>
              <a:spcBef>
                <a:spcPct val="20000"/>
              </a:spcBef>
              <a:buFont typeface="Arial"/>
            </a:pPr>
            <a:r>
              <a:rPr lang="en-US" sz="2800" err="1"/>
              <a:t>DepthFirstSeach</a:t>
            </a:r>
            <a:r>
              <a:rPr lang="en-US" sz="2800"/>
              <a:t>(G, v)</a:t>
            </a:r>
          </a:p>
          <a:p>
            <a:pPr>
              <a:spcBef>
                <a:spcPct val="20000"/>
              </a:spcBef>
              <a:buFont typeface="Arial"/>
            </a:pPr>
            <a:r>
              <a:rPr lang="en-US" sz="2800"/>
              <a:t>{</a:t>
            </a:r>
          </a:p>
          <a:p>
            <a:pPr>
              <a:spcBef>
                <a:spcPct val="20000"/>
              </a:spcBef>
              <a:buFont typeface="Arial"/>
            </a:pPr>
            <a:r>
              <a:rPr lang="en-US" sz="2800"/>
              <a:t>if (v == NULL) return; //diem dung</a:t>
            </a:r>
          </a:p>
          <a:p>
            <a:pPr>
              <a:spcBef>
                <a:spcPct val="20000"/>
              </a:spcBef>
              <a:buFont typeface="Arial"/>
            </a:pPr>
            <a:r>
              <a:rPr lang="en-US" sz="2800"/>
              <a:t>visit(v);</a:t>
            </a:r>
          </a:p>
          <a:p>
            <a:pPr>
              <a:spcBef>
                <a:spcPct val="20000"/>
              </a:spcBef>
              <a:buFont typeface="Arial"/>
            </a:pPr>
            <a:r>
              <a:rPr lang="en-US" sz="2800"/>
              <a:t>for each unvisited adjacent </a:t>
            </a:r>
            <a:r>
              <a:rPr lang="en-US" sz="2800" err="1"/>
              <a:t>v</a:t>
            </a:r>
            <a:r>
              <a:rPr lang="en-US" sz="2800" baseline="-25000" err="1"/>
              <a:t>a</a:t>
            </a:r>
            <a:r>
              <a:rPr lang="en-US" sz="2800"/>
              <a:t> to v</a:t>
            </a:r>
          </a:p>
          <a:p>
            <a:pPr>
              <a:spcBef>
                <a:spcPct val="20000"/>
              </a:spcBef>
              <a:buFont typeface="Arial"/>
            </a:pPr>
            <a:r>
              <a:rPr lang="en-US" sz="2800" err="1"/>
              <a:t>DepthFirstSearch</a:t>
            </a:r>
            <a:r>
              <a:rPr lang="en-US" sz="2800"/>
              <a:t>(G, </a:t>
            </a:r>
            <a:r>
              <a:rPr lang="en-US" sz="2800" err="1"/>
              <a:t>v</a:t>
            </a:r>
            <a:r>
              <a:rPr lang="en-US" sz="2800" baseline="-25000" err="1"/>
              <a:t>a</a:t>
            </a:r>
            <a:r>
              <a:rPr lang="en-US" sz="2800"/>
              <a:t>);</a:t>
            </a:r>
          </a:p>
          <a:p>
            <a:pPr>
              <a:spcBef>
                <a:spcPct val="20000"/>
              </a:spcBef>
              <a:buFont typeface="Arial"/>
            </a:pPr>
            <a:r>
              <a:rPr lang="en-US" sz="2800"/>
              <a:t>}</a:t>
            </a:r>
          </a:p>
        </p:txBody>
      </p:sp>
      <p:sp>
        <p:nvSpPr>
          <p:cNvPr id="43" name="Rectangle 42">
            <a:extLst>
              <a:ext uri="{FF2B5EF4-FFF2-40B4-BE49-F238E27FC236}">
                <a16:creationId xmlns:a16="http://schemas.microsoft.com/office/drawing/2014/main" id="{F32FB398-2CF4-9E42-B526-B8BEEE8294A1}"/>
              </a:ext>
            </a:extLst>
          </p:cNvPr>
          <p:cNvSpPr/>
          <p:nvPr/>
        </p:nvSpPr>
        <p:spPr>
          <a:xfrm>
            <a:off x="228929" y="4750945"/>
            <a:ext cx="3442381" cy="1938992"/>
          </a:xfrm>
          <a:prstGeom prst="rect">
            <a:avLst/>
          </a:prstGeom>
        </p:spPr>
        <p:txBody>
          <a:bodyPr wrap="square">
            <a:spAutoFit/>
          </a:bodyPr>
          <a:lstStyle/>
          <a:p>
            <a:r>
              <a:rPr lang="en-US" sz="2000" b="1">
                <a:latin typeface="Helvetica" pitchFamily="2" charset="0"/>
              </a:rPr>
              <a:t>P</a:t>
            </a:r>
            <a:r>
              <a:rPr lang="en-US" sz="2000">
                <a:latin typeface="Helvetica" pitchFamily="2" charset="0"/>
              </a:rPr>
              <a:t>𝐫𝐨𝐜𝐞𝐝𝐮𝐫𝐞 𝐷𝐹𝑆 𝑣 ∶ 𝑉𝑒𝑟𝑡𝑒𝑥</a:t>
            </a:r>
          </a:p>
          <a:p>
            <a:r>
              <a:rPr lang="en-US" sz="2000">
                <a:latin typeface="Helvetica" pitchFamily="2" charset="0"/>
              </a:rPr>
              <a:t>𝐢𝐟 𝑣 is not marked 𝐭𝐡𝐞𝐧</a:t>
            </a:r>
          </a:p>
          <a:p>
            <a:r>
              <a:rPr lang="en-US" sz="2000">
                <a:latin typeface="Helvetica" pitchFamily="2" charset="0"/>
              </a:rPr>
              <a:t>mark 𝑣</a:t>
            </a:r>
          </a:p>
          <a:p>
            <a:r>
              <a:rPr lang="en-US" sz="2000">
                <a:latin typeface="Helvetica" pitchFamily="2" charset="0"/>
              </a:rPr>
              <a:t>𝐟𝐨𝐫𝐞𝐚𝐜𝐡 𝑣,𝑤 ∈ 𝐸 𝐝𝐨</a:t>
            </a:r>
          </a:p>
          <a:p>
            <a:r>
              <a:rPr lang="en-US" sz="2000">
                <a:latin typeface="Helvetica" pitchFamily="2" charset="0"/>
              </a:rPr>
              <a:t>𝐢𝐟 𝑤 is not marked 𝐭𝐡𝐞𝐧 𝐷𝐹𝑆 𝑤</a:t>
            </a:r>
            <a:endParaRPr lang="en-US" sz="2000">
              <a:effectLst/>
              <a:latin typeface="Helvetica" pitchFamily="2" charset="0"/>
            </a:endParaRPr>
          </a:p>
        </p:txBody>
      </p:sp>
      <p:sp>
        <p:nvSpPr>
          <p:cNvPr id="44" name="TextBox 43">
            <a:extLst>
              <a:ext uri="{FF2B5EF4-FFF2-40B4-BE49-F238E27FC236}">
                <a16:creationId xmlns:a16="http://schemas.microsoft.com/office/drawing/2014/main" id="{892F6A0C-F33C-EF4C-8B95-28E50A2F6C25}"/>
              </a:ext>
            </a:extLst>
          </p:cNvPr>
          <p:cNvSpPr txBox="1"/>
          <p:nvPr/>
        </p:nvSpPr>
        <p:spPr>
          <a:xfrm>
            <a:off x="4658927" y="5720441"/>
            <a:ext cx="4388243" cy="707886"/>
          </a:xfrm>
          <a:prstGeom prst="rect">
            <a:avLst/>
          </a:prstGeom>
          <a:noFill/>
        </p:spPr>
        <p:txBody>
          <a:bodyPr wrap="square" rtlCol="0">
            <a:spAutoFit/>
          </a:bodyPr>
          <a:lstStyle/>
          <a:p>
            <a:r>
              <a:rPr lang="en-US" sz="2000" err="1"/>
              <a:t>Cần</a:t>
            </a:r>
            <a:r>
              <a:rPr lang="en-US" sz="2000"/>
              <a:t> </a:t>
            </a:r>
            <a:r>
              <a:rPr lang="en-US" sz="2000" err="1"/>
              <a:t>đánh</a:t>
            </a:r>
            <a:r>
              <a:rPr lang="en-US" sz="2000"/>
              <a:t> </a:t>
            </a:r>
            <a:r>
              <a:rPr lang="en-US" sz="2000" err="1"/>
              <a:t>dấu</a:t>
            </a:r>
            <a:r>
              <a:rPr lang="en-US" sz="2000"/>
              <a:t> </a:t>
            </a:r>
            <a:r>
              <a:rPr lang="en-US" sz="2000" err="1"/>
              <a:t>những</a:t>
            </a:r>
            <a:r>
              <a:rPr lang="en-US" sz="2000"/>
              <a:t> </a:t>
            </a:r>
            <a:r>
              <a:rPr lang="en-US" sz="2000" err="1"/>
              <a:t>nút</a:t>
            </a:r>
            <a:r>
              <a:rPr lang="en-US" sz="2000"/>
              <a:t> </a:t>
            </a:r>
            <a:r>
              <a:rPr lang="en-US" sz="2000" err="1"/>
              <a:t>đã</a:t>
            </a:r>
            <a:r>
              <a:rPr lang="en-US" sz="2000"/>
              <a:t> </a:t>
            </a:r>
            <a:r>
              <a:rPr lang="en-US" sz="2000" err="1"/>
              <a:t>thăm</a:t>
            </a:r>
            <a:r>
              <a:rPr lang="en-US" sz="2000"/>
              <a:t>/</a:t>
            </a:r>
            <a:r>
              <a:rPr lang="en-US" sz="2000" err="1"/>
              <a:t>chưa</a:t>
            </a:r>
            <a:r>
              <a:rPr lang="en-US" sz="2000"/>
              <a:t> </a:t>
            </a:r>
            <a:r>
              <a:rPr lang="en-US" sz="2000" err="1"/>
              <a:t>thăm</a:t>
            </a:r>
            <a:r>
              <a:rPr lang="en-US" sz="2000"/>
              <a:t> </a:t>
            </a:r>
            <a:r>
              <a:rPr lang="en-US" sz="2000" err="1"/>
              <a:t>để</a:t>
            </a:r>
            <a:r>
              <a:rPr lang="en-US" sz="2000"/>
              <a:t> </a:t>
            </a:r>
            <a:r>
              <a:rPr lang="en-US" sz="2000" err="1"/>
              <a:t>tránh</a:t>
            </a:r>
            <a:r>
              <a:rPr lang="en-US" sz="2000"/>
              <a:t> </a:t>
            </a:r>
            <a:r>
              <a:rPr lang="en-US" sz="2000" err="1"/>
              <a:t>rơi</a:t>
            </a:r>
            <a:r>
              <a:rPr lang="en-US" sz="2000"/>
              <a:t> </a:t>
            </a:r>
            <a:r>
              <a:rPr lang="en-US" sz="2000" err="1"/>
              <a:t>vào</a:t>
            </a:r>
            <a:r>
              <a:rPr lang="en-US" sz="2000"/>
              <a:t> </a:t>
            </a:r>
            <a:r>
              <a:rPr lang="en-US" sz="2000" err="1"/>
              <a:t>vòng</a:t>
            </a:r>
            <a:r>
              <a:rPr lang="en-US" sz="2000"/>
              <a:t> </a:t>
            </a:r>
            <a:r>
              <a:rPr lang="en-US" sz="2000" err="1"/>
              <a:t>lặp</a:t>
            </a:r>
            <a:r>
              <a:rPr lang="en-US" sz="2000"/>
              <a:t> </a:t>
            </a:r>
            <a:r>
              <a:rPr lang="en-US" sz="2000" err="1"/>
              <a:t>vô</a:t>
            </a:r>
            <a:r>
              <a:rPr lang="en-US" sz="2000"/>
              <a:t> </a:t>
            </a:r>
            <a:r>
              <a:rPr lang="en-US" sz="2000" err="1"/>
              <a:t>hạn</a:t>
            </a:r>
            <a:endParaRPr lang="en-US" sz="2000"/>
          </a:p>
        </p:txBody>
      </p:sp>
    </p:spTree>
    <p:extLst>
      <p:ext uri="{BB962C8B-B14F-4D97-AF65-F5344CB8AC3E}">
        <p14:creationId xmlns:p14="http://schemas.microsoft.com/office/powerpoint/2010/main" val="515085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BD723FD-015A-C04C-BD97-5C8365601967}"/>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316494BB-0043-DA4A-9673-FAF4D1B789E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25C745E5-FEA2-4E4F-8AFC-F4116F4F48F3}"/>
              </a:ext>
            </a:extLst>
          </p:cNvPr>
          <p:cNvSpPr>
            <a:spLocks noGrp="1"/>
          </p:cNvSpPr>
          <p:nvPr>
            <p:ph type="sldNum" sz="quarter" idx="12"/>
          </p:nvPr>
        </p:nvSpPr>
        <p:spPr/>
        <p:txBody>
          <a:bodyPr/>
          <a:lstStyle/>
          <a:p>
            <a:fld id="{BA7BC09B-FE30-A349-B1D2-5A364F511F98}" type="slidenum">
              <a:rPr lang="en-US" smtClean="0"/>
              <a:t>21</a:t>
            </a:fld>
            <a:endParaRPr lang="en-US"/>
          </a:p>
        </p:txBody>
      </p:sp>
      <p:sp>
        <p:nvSpPr>
          <p:cNvPr id="2" name="Title 1">
            <a:extLst>
              <a:ext uri="{FF2B5EF4-FFF2-40B4-BE49-F238E27FC236}">
                <a16:creationId xmlns:a16="http://schemas.microsoft.com/office/drawing/2014/main" id="{2B352AAF-26DC-824B-87AA-A91D2E4A9B7D}"/>
              </a:ext>
            </a:extLst>
          </p:cNvPr>
          <p:cNvSpPr>
            <a:spLocks noGrp="1"/>
          </p:cNvSpPr>
          <p:nvPr>
            <p:ph type="title"/>
          </p:nvPr>
        </p:nvSpPr>
        <p:spPr/>
        <p:txBody>
          <a:bodyPr/>
          <a:lstStyle/>
          <a:p>
            <a:r>
              <a:rPr lang="en-US" err="1"/>
              <a:t>Ví</a:t>
            </a:r>
            <a:r>
              <a:rPr lang="en-US"/>
              <a:t> </a:t>
            </a:r>
            <a:r>
              <a:rPr lang="en-US" err="1"/>
              <a:t>dụ</a:t>
            </a:r>
            <a:r>
              <a:rPr lang="en-US"/>
              <a:t> </a:t>
            </a:r>
          </a:p>
        </p:txBody>
      </p:sp>
      <p:sp>
        <p:nvSpPr>
          <p:cNvPr id="3" name="Chỗ dành sẵn cho Nội dung 2">
            <a:extLst>
              <a:ext uri="{FF2B5EF4-FFF2-40B4-BE49-F238E27FC236}">
                <a16:creationId xmlns:a16="http://schemas.microsoft.com/office/drawing/2014/main" id="{4D9548FB-E558-BA0C-BDF8-633F9878C349}"/>
              </a:ext>
            </a:extLst>
          </p:cNvPr>
          <p:cNvSpPr>
            <a:spLocks noGrp="1"/>
          </p:cNvSpPr>
          <p:nvPr>
            <p:ph sz="quarter" idx="13"/>
          </p:nvPr>
        </p:nvSpPr>
        <p:spPr/>
        <p:txBody>
          <a:bodyPr/>
          <a:lstStyle/>
          <a:p>
            <a:endParaRPr lang="vi-VN"/>
          </a:p>
        </p:txBody>
      </p:sp>
      <p:grpSp>
        <p:nvGrpSpPr>
          <p:cNvPr id="7" name="Group 6">
            <a:extLst>
              <a:ext uri="{FF2B5EF4-FFF2-40B4-BE49-F238E27FC236}">
                <a16:creationId xmlns:a16="http://schemas.microsoft.com/office/drawing/2014/main" id="{A208CFDB-4D27-A245-A28A-5C4AFBAC8248}"/>
              </a:ext>
            </a:extLst>
          </p:cNvPr>
          <p:cNvGrpSpPr/>
          <p:nvPr/>
        </p:nvGrpSpPr>
        <p:grpSpPr>
          <a:xfrm>
            <a:off x="2687816" y="1747930"/>
            <a:ext cx="374681" cy="356519"/>
            <a:chOff x="1178170" y="3200400"/>
            <a:chExt cx="548640" cy="548640"/>
          </a:xfrm>
        </p:grpSpPr>
        <p:sp>
          <p:nvSpPr>
            <p:cNvPr id="8" name="Oval 7">
              <a:extLst>
                <a:ext uri="{FF2B5EF4-FFF2-40B4-BE49-F238E27FC236}">
                  <a16:creationId xmlns:a16="http://schemas.microsoft.com/office/drawing/2014/main" id="{6A3F333E-81EA-E34D-9C9E-32A6FD2BE7B7}"/>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9" name="TextBox 8">
              <a:extLst>
                <a:ext uri="{FF2B5EF4-FFF2-40B4-BE49-F238E27FC236}">
                  <a16:creationId xmlns:a16="http://schemas.microsoft.com/office/drawing/2014/main" id="{32CCCB60-ADDF-8B4E-99DC-2DD087B79590}"/>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a</a:t>
              </a:r>
            </a:p>
          </p:txBody>
        </p:sp>
      </p:grpSp>
      <p:grpSp>
        <p:nvGrpSpPr>
          <p:cNvPr id="10" name="Group 9">
            <a:extLst>
              <a:ext uri="{FF2B5EF4-FFF2-40B4-BE49-F238E27FC236}">
                <a16:creationId xmlns:a16="http://schemas.microsoft.com/office/drawing/2014/main" id="{3561CAA0-5A64-2541-995C-0A51DD2E2DB8}"/>
              </a:ext>
            </a:extLst>
          </p:cNvPr>
          <p:cNvGrpSpPr/>
          <p:nvPr/>
        </p:nvGrpSpPr>
        <p:grpSpPr>
          <a:xfrm>
            <a:off x="4343400" y="1747930"/>
            <a:ext cx="374681" cy="356519"/>
            <a:chOff x="1178170" y="3200400"/>
            <a:chExt cx="548640" cy="548640"/>
          </a:xfrm>
        </p:grpSpPr>
        <p:sp>
          <p:nvSpPr>
            <p:cNvPr id="11" name="Oval 10">
              <a:extLst>
                <a:ext uri="{FF2B5EF4-FFF2-40B4-BE49-F238E27FC236}">
                  <a16:creationId xmlns:a16="http://schemas.microsoft.com/office/drawing/2014/main" id="{35BEA34E-B134-8249-A685-11D79FA5A59D}"/>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2" name="TextBox 11">
              <a:extLst>
                <a:ext uri="{FF2B5EF4-FFF2-40B4-BE49-F238E27FC236}">
                  <a16:creationId xmlns:a16="http://schemas.microsoft.com/office/drawing/2014/main" id="{C0426D48-4F94-DE40-9BC9-34FC6E60C029}"/>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d</a:t>
              </a:r>
            </a:p>
          </p:txBody>
        </p:sp>
      </p:grpSp>
      <p:grpSp>
        <p:nvGrpSpPr>
          <p:cNvPr id="13" name="Group 12">
            <a:extLst>
              <a:ext uri="{FF2B5EF4-FFF2-40B4-BE49-F238E27FC236}">
                <a16:creationId xmlns:a16="http://schemas.microsoft.com/office/drawing/2014/main" id="{1E27B941-E3B8-EE4C-BD8F-D090030C29B7}"/>
              </a:ext>
            </a:extLst>
          </p:cNvPr>
          <p:cNvGrpSpPr/>
          <p:nvPr/>
        </p:nvGrpSpPr>
        <p:grpSpPr>
          <a:xfrm>
            <a:off x="3511519" y="1747930"/>
            <a:ext cx="374681" cy="356519"/>
            <a:chOff x="1178170" y="3200400"/>
            <a:chExt cx="548640" cy="548640"/>
          </a:xfrm>
        </p:grpSpPr>
        <p:sp>
          <p:nvSpPr>
            <p:cNvPr id="14" name="Oval 13">
              <a:extLst>
                <a:ext uri="{FF2B5EF4-FFF2-40B4-BE49-F238E27FC236}">
                  <a16:creationId xmlns:a16="http://schemas.microsoft.com/office/drawing/2014/main" id="{D8D87E6A-0EFB-0E4A-8BF2-1C610D336186}"/>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5" name="TextBox 14">
              <a:extLst>
                <a:ext uri="{FF2B5EF4-FFF2-40B4-BE49-F238E27FC236}">
                  <a16:creationId xmlns:a16="http://schemas.microsoft.com/office/drawing/2014/main" id="{9DDEFBAC-2A9B-DF47-B646-F3F77EA3F66F}"/>
                </a:ext>
              </a:extLst>
            </p:cNvPr>
            <p:cNvSpPr txBox="1"/>
            <p:nvPr/>
          </p:nvSpPr>
          <p:spPr>
            <a:xfrm>
              <a:off x="1371601" y="3253155"/>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b</a:t>
              </a:r>
            </a:p>
          </p:txBody>
        </p:sp>
      </p:grpSp>
      <p:grpSp>
        <p:nvGrpSpPr>
          <p:cNvPr id="16" name="Group 15">
            <a:extLst>
              <a:ext uri="{FF2B5EF4-FFF2-40B4-BE49-F238E27FC236}">
                <a16:creationId xmlns:a16="http://schemas.microsoft.com/office/drawing/2014/main" id="{EF75F322-70CC-D44D-B223-1F0E6795D11B}"/>
              </a:ext>
            </a:extLst>
          </p:cNvPr>
          <p:cNvGrpSpPr/>
          <p:nvPr/>
        </p:nvGrpSpPr>
        <p:grpSpPr>
          <a:xfrm>
            <a:off x="5187919" y="1747930"/>
            <a:ext cx="374681" cy="356519"/>
            <a:chOff x="1178170" y="3200400"/>
            <a:chExt cx="548640" cy="548640"/>
          </a:xfrm>
        </p:grpSpPr>
        <p:sp>
          <p:nvSpPr>
            <p:cNvPr id="17" name="Oval 16">
              <a:extLst>
                <a:ext uri="{FF2B5EF4-FFF2-40B4-BE49-F238E27FC236}">
                  <a16:creationId xmlns:a16="http://schemas.microsoft.com/office/drawing/2014/main" id="{119394F2-C4F0-1D45-AE4D-0A1C84F6FBC9}"/>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8" name="TextBox 17">
              <a:extLst>
                <a:ext uri="{FF2B5EF4-FFF2-40B4-BE49-F238E27FC236}">
                  <a16:creationId xmlns:a16="http://schemas.microsoft.com/office/drawing/2014/main" id="{0618ABD8-909E-7A45-949F-7D1A19CCD76A}"/>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e</a:t>
              </a:r>
            </a:p>
          </p:txBody>
        </p:sp>
      </p:grpSp>
      <p:cxnSp>
        <p:nvCxnSpPr>
          <p:cNvPr id="19" name="Straight Connector 18">
            <a:extLst>
              <a:ext uri="{FF2B5EF4-FFF2-40B4-BE49-F238E27FC236}">
                <a16:creationId xmlns:a16="http://schemas.microsoft.com/office/drawing/2014/main" id="{6761BB88-7B02-2940-9A00-B9668222B203}"/>
              </a:ext>
            </a:extLst>
          </p:cNvPr>
          <p:cNvCxnSpPr>
            <a:stCxn id="14" idx="6"/>
            <a:endCxn id="11" idx="2"/>
          </p:cNvCxnSpPr>
          <p:nvPr/>
        </p:nvCxnSpPr>
        <p:spPr>
          <a:xfrm>
            <a:off x="3886200" y="1926190"/>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D2EA31-3B8B-FF42-B3D2-D963E1392190}"/>
              </a:ext>
            </a:extLst>
          </p:cNvPr>
          <p:cNvGrpSpPr/>
          <p:nvPr/>
        </p:nvGrpSpPr>
        <p:grpSpPr>
          <a:xfrm>
            <a:off x="3505200" y="2357530"/>
            <a:ext cx="374681" cy="356519"/>
            <a:chOff x="1178170" y="3200400"/>
            <a:chExt cx="548640" cy="548640"/>
          </a:xfrm>
        </p:grpSpPr>
        <p:sp>
          <p:nvSpPr>
            <p:cNvPr id="21" name="Oval 20">
              <a:extLst>
                <a:ext uri="{FF2B5EF4-FFF2-40B4-BE49-F238E27FC236}">
                  <a16:creationId xmlns:a16="http://schemas.microsoft.com/office/drawing/2014/main" id="{688CBBB8-ACC8-A146-AFFD-C3C3CBFD1A74}"/>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2" name="TextBox 21">
              <a:extLst>
                <a:ext uri="{FF2B5EF4-FFF2-40B4-BE49-F238E27FC236}">
                  <a16:creationId xmlns:a16="http://schemas.microsoft.com/office/drawing/2014/main" id="{6DB95D7E-3768-1D41-8964-A6BC401BFE4C}"/>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c</a:t>
              </a:r>
            </a:p>
          </p:txBody>
        </p:sp>
      </p:grpSp>
      <p:cxnSp>
        <p:nvCxnSpPr>
          <p:cNvPr id="23" name="Straight Connector 22">
            <a:extLst>
              <a:ext uri="{FF2B5EF4-FFF2-40B4-BE49-F238E27FC236}">
                <a16:creationId xmlns:a16="http://schemas.microsoft.com/office/drawing/2014/main" id="{A946EBD7-FC9C-9743-9852-016F3CF62717}"/>
              </a:ext>
            </a:extLst>
          </p:cNvPr>
          <p:cNvCxnSpPr>
            <a:stCxn id="21" idx="1"/>
            <a:endCxn id="8" idx="5"/>
          </p:cNvCxnSpPr>
          <p:nvPr/>
        </p:nvCxnSpPr>
        <p:spPr>
          <a:xfrm flipH="1" flipV="1">
            <a:off x="3007626" y="2052238"/>
            <a:ext cx="552445" cy="357503"/>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F53A31-9B26-174E-BBE4-BFE370938C73}"/>
              </a:ext>
            </a:extLst>
          </p:cNvPr>
          <p:cNvCxnSpPr>
            <a:stCxn id="11" idx="5"/>
            <a:endCxn id="29" idx="1"/>
          </p:cNvCxnSpPr>
          <p:nvPr/>
        </p:nvCxnSpPr>
        <p:spPr>
          <a:xfrm>
            <a:off x="4663210" y="2052238"/>
            <a:ext cx="573261" cy="381984"/>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D7B18C2-18D2-4E4F-86BB-AD6F3939A786}"/>
              </a:ext>
            </a:extLst>
          </p:cNvPr>
          <p:cNvCxnSpPr>
            <a:stCxn id="8" idx="6"/>
            <a:endCxn id="14" idx="2"/>
          </p:cNvCxnSpPr>
          <p:nvPr/>
        </p:nvCxnSpPr>
        <p:spPr>
          <a:xfrm>
            <a:off x="3062497" y="1926190"/>
            <a:ext cx="449022"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7DF9099-0E1D-D84C-9CC8-CCC3AA04AF2B}"/>
              </a:ext>
            </a:extLst>
          </p:cNvPr>
          <p:cNvCxnSpPr>
            <a:stCxn id="11" idx="6"/>
            <a:endCxn id="17" idx="2"/>
          </p:cNvCxnSpPr>
          <p:nvPr/>
        </p:nvCxnSpPr>
        <p:spPr>
          <a:xfrm>
            <a:off x="4718081" y="1926190"/>
            <a:ext cx="469838"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73FF41B-15C1-684B-B9BF-41AF6C9F7223}"/>
              </a:ext>
            </a:extLst>
          </p:cNvPr>
          <p:cNvCxnSpPr>
            <a:stCxn id="32" idx="2"/>
            <a:endCxn id="17" idx="6"/>
          </p:cNvCxnSpPr>
          <p:nvPr/>
        </p:nvCxnSpPr>
        <p:spPr>
          <a:xfrm flipH="1">
            <a:off x="5562600" y="1926190"/>
            <a:ext cx="463519" cy="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5821E9DB-8264-454F-B1C5-354FE06DF22B}"/>
              </a:ext>
            </a:extLst>
          </p:cNvPr>
          <p:cNvGrpSpPr/>
          <p:nvPr/>
        </p:nvGrpSpPr>
        <p:grpSpPr>
          <a:xfrm>
            <a:off x="5181600" y="2382011"/>
            <a:ext cx="374681" cy="356519"/>
            <a:chOff x="1178170" y="3200400"/>
            <a:chExt cx="548640" cy="548640"/>
          </a:xfrm>
        </p:grpSpPr>
        <p:sp>
          <p:nvSpPr>
            <p:cNvPr id="29" name="Oval 28">
              <a:extLst>
                <a:ext uri="{FF2B5EF4-FFF2-40B4-BE49-F238E27FC236}">
                  <a16:creationId xmlns:a16="http://schemas.microsoft.com/office/drawing/2014/main" id="{35E70351-0E0D-1A41-8609-98F1F53A151F}"/>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0" name="TextBox 29">
              <a:extLst>
                <a:ext uri="{FF2B5EF4-FFF2-40B4-BE49-F238E27FC236}">
                  <a16:creationId xmlns:a16="http://schemas.microsoft.com/office/drawing/2014/main" id="{1A33AC7F-269C-9749-82F3-E106A8EC07C0}"/>
                </a:ext>
              </a:extLst>
            </p:cNvPr>
            <p:cNvSpPr txBox="1"/>
            <p:nvPr/>
          </p:nvSpPr>
          <p:spPr>
            <a:xfrm>
              <a:off x="1393196" y="3268486"/>
              <a:ext cx="152400" cy="430886"/>
            </a:xfrm>
            <a:prstGeom prst="rect">
              <a:avLst/>
            </a:prstGeom>
            <a:noFill/>
          </p:spPr>
          <p:txBody>
            <a:bodyPr wrap="square" lIns="0" tIns="0" rIns="0" bIns="0" rtlCol="0">
              <a:spAutoFit/>
            </a:bodyPr>
            <a:lstStyle/>
            <a:p>
              <a:r>
                <a:rPr lang="en-US">
                  <a:latin typeface="Cambria Math" pitchFamily="18" charset="0"/>
                  <a:ea typeface="Cambria Math" pitchFamily="18" charset="0"/>
                </a:rPr>
                <a:t>f</a:t>
              </a:r>
            </a:p>
          </p:txBody>
        </p:sp>
      </p:grpSp>
      <p:grpSp>
        <p:nvGrpSpPr>
          <p:cNvPr id="31" name="Group 30">
            <a:extLst>
              <a:ext uri="{FF2B5EF4-FFF2-40B4-BE49-F238E27FC236}">
                <a16:creationId xmlns:a16="http://schemas.microsoft.com/office/drawing/2014/main" id="{7C0BB2E7-2619-F941-8FDF-09B425F57605}"/>
              </a:ext>
            </a:extLst>
          </p:cNvPr>
          <p:cNvGrpSpPr/>
          <p:nvPr/>
        </p:nvGrpSpPr>
        <p:grpSpPr>
          <a:xfrm>
            <a:off x="6026119" y="1747930"/>
            <a:ext cx="374681" cy="356519"/>
            <a:chOff x="1178170" y="3200400"/>
            <a:chExt cx="548640" cy="548640"/>
          </a:xfrm>
        </p:grpSpPr>
        <p:sp>
          <p:nvSpPr>
            <p:cNvPr id="32" name="Oval 31">
              <a:extLst>
                <a:ext uri="{FF2B5EF4-FFF2-40B4-BE49-F238E27FC236}">
                  <a16:creationId xmlns:a16="http://schemas.microsoft.com/office/drawing/2014/main" id="{2E10B651-F674-184C-9E44-98AF0B6A2353}"/>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3" name="TextBox 32">
              <a:extLst>
                <a:ext uri="{FF2B5EF4-FFF2-40B4-BE49-F238E27FC236}">
                  <a16:creationId xmlns:a16="http://schemas.microsoft.com/office/drawing/2014/main" id="{38B7C13E-057D-0743-ADDF-9FBBE4A1CDCB}"/>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g</a:t>
              </a:r>
            </a:p>
          </p:txBody>
        </p:sp>
      </p:grpSp>
      <p:cxnSp>
        <p:nvCxnSpPr>
          <p:cNvPr id="34" name="Straight Arrow Connector 33">
            <a:extLst>
              <a:ext uri="{FF2B5EF4-FFF2-40B4-BE49-F238E27FC236}">
                <a16:creationId xmlns:a16="http://schemas.microsoft.com/office/drawing/2014/main" id="{6CDFC72F-723F-724D-8E63-3095CD31430F}"/>
              </a:ext>
            </a:extLst>
          </p:cNvPr>
          <p:cNvCxnSpPr>
            <a:stCxn id="21" idx="7"/>
            <a:endCxn id="11" idx="3"/>
          </p:cNvCxnSpPr>
          <p:nvPr/>
        </p:nvCxnSpPr>
        <p:spPr>
          <a:xfrm flipV="1">
            <a:off x="3825010" y="2052238"/>
            <a:ext cx="573261" cy="3575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9A582D5C-A62C-E541-B290-19F9CDD80DE9}"/>
              </a:ext>
            </a:extLst>
          </p:cNvPr>
          <p:cNvSpPr/>
          <p:nvPr/>
        </p:nvSpPr>
        <p:spPr>
          <a:xfrm>
            <a:off x="3730598" y="1600200"/>
            <a:ext cx="1679602" cy="528730"/>
          </a:xfrm>
          <a:prstGeom prst="arc">
            <a:avLst>
              <a:gd name="adj1" fmla="val 11228480"/>
              <a:gd name="adj2" fmla="val 2105347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EEA1156E-8819-504F-81EC-07375C509B41}"/>
              </a:ext>
            </a:extLst>
          </p:cNvPr>
          <p:cNvSpPr/>
          <p:nvPr/>
        </p:nvSpPr>
        <p:spPr>
          <a:xfrm>
            <a:off x="4603738" y="1600200"/>
            <a:ext cx="1644662" cy="528730"/>
          </a:xfrm>
          <a:prstGeom prst="arc">
            <a:avLst>
              <a:gd name="adj1" fmla="val 11104373"/>
              <a:gd name="adj2" fmla="val 2109309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a:extLst>
              <a:ext uri="{FF2B5EF4-FFF2-40B4-BE49-F238E27FC236}">
                <a16:creationId xmlns:a16="http://schemas.microsoft.com/office/drawing/2014/main" id="{13E89DDC-8470-2F49-91C3-CAE9355A6D97}"/>
              </a:ext>
            </a:extLst>
          </p:cNvPr>
          <p:cNvSpPr txBox="1"/>
          <p:nvPr/>
        </p:nvSpPr>
        <p:spPr>
          <a:xfrm>
            <a:off x="3276600" y="3124200"/>
            <a:ext cx="2901756" cy="400110"/>
          </a:xfrm>
          <a:prstGeom prst="rect">
            <a:avLst/>
          </a:prstGeom>
          <a:noFill/>
        </p:spPr>
        <p:txBody>
          <a:bodyPr wrap="none" rtlCol="0">
            <a:spAutoFit/>
          </a:bodyPr>
          <a:lstStyle/>
          <a:p>
            <a:r>
              <a:rPr lang="en-US" sz="2000" i="1">
                <a:latin typeface="Times New Roman" pitchFamily="18" charset="0"/>
                <a:cs typeface="Times New Roman" pitchFamily="18" charset="0"/>
              </a:rPr>
              <a:t>DFS</a:t>
            </a:r>
            <a:r>
              <a:rPr lang="en-US" sz="2000">
                <a:latin typeface="Times New Roman" pitchFamily="18" charset="0"/>
                <a:cs typeface="Times New Roman" pitchFamily="18" charset="0"/>
              </a:rPr>
              <a:t>(a) </a:t>
            </a:r>
            <a:r>
              <a:rPr lang="en-US" sz="2000">
                <a:latin typeface="Times New Roman" pitchFamily="18" charset="0"/>
                <a:cs typeface="Times New Roman" pitchFamily="18" charset="0"/>
                <a:sym typeface="Symbol"/>
              </a:rPr>
              <a:t> a, b, d, e, g, f, c</a:t>
            </a:r>
            <a:endParaRPr lang="en-US" sz="2000">
              <a:latin typeface="Times New Roman" pitchFamily="18" charset="0"/>
              <a:cs typeface="Times New Roman" pitchFamily="18" charset="0"/>
            </a:endParaRPr>
          </a:p>
        </p:txBody>
      </p:sp>
      <p:grpSp>
        <p:nvGrpSpPr>
          <p:cNvPr id="38" name="Group 37">
            <a:extLst>
              <a:ext uri="{FF2B5EF4-FFF2-40B4-BE49-F238E27FC236}">
                <a16:creationId xmlns:a16="http://schemas.microsoft.com/office/drawing/2014/main" id="{A0999500-DC9A-744F-9B59-337EC11D4A55}"/>
              </a:ext>
            </a:extLst>
          </p:cNvPr>
          <p:cNvGrpSpPr/>
          <p:nvPr/>
        </p:nvGrpSpPr>
        <p:grpSpPr>
          <a:xfrm>
            <a:off x="2846535" y="4567330"/>
            <a:ext cx="374681" cy="356519"/>
            <a:chOff x="1178170" y="3200400"/>
            <a:chExt cx="548640" cy="548640"/>
          </a:xfrm>
        </p:grpSpPr>
        <p:sp>
          <p:nvSpPr>
            <p:cNvPr id="39" name="Oval 38">
              <a:extLst>
                <a:ext uri="{FF2B5EF4-FFF2-40B4-BE49-F238E27FC236}">
                  <a16:creationId xmlns:a16="http://schemas.microsoft.com/office/drawing/2014/main" id="{7531C839-407F-494E-9993-33C03312FC11}"/>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0" name="TextBox 39">
              <a:extLst>
                <a:ext uri="{FF2B5EF4-FFF2-40B4-BE49-F238E27FC236}">
                  <a16:creationId xmlns:a16="http://schemas.microsoft.com/office/drawing/2014/main" id="{80F41322-93CB-274D-A512-AF3D489785E5}"/>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a</a:t>
              </a:r>
            </a:p>
          </p:txBody>
        </p:sp>
      </p:grpSp>
      <p:grpSp>
        <p:nvGrpSpPr>
          <p:cNvPr id="41" name="Group 40">
            <a:extLst>
              <a:ext uri="{FF2B5EF4-FFF2-40B4-BE49-F238E27FC236}">
                <a16:creationId xmlns:a16="http://schemas.microsoft.com/office/drawing/2014/main" id="{2B1D996B-3504-A94B-BC50-49F290EF3168}"/>
              </a:ext>
            </a:extLst>
          </p:cNvPr>
          <p:cNvGrpSpPr/>
          <p:nvPr/>
        </p:nvGrpSpPr>
        <p:grpSpPr>
          <a:xfrm>
            <a:off x="3660933" y="5253130"/>
            <a:ext cx="374681" cy="356519"/>
            <a:chOff x="1178170" y="3200400"/>
            <a:chExt cx="548640" cy="548640"/>
          </a:xfrm>
        </p:grpSpPr>
        <p:sp>
          <p:nvSpPr>
            <p:cNvPr id="42" name="Oval 41">
              <a:extLst>
                <a:ext uri="{FF2B5EF4-FFF2-40B4-BE49-F238E27FC236}">
                  <a16:creationId xmlns:a16="http://schemas.microsoft.com/office/drawing/2014/main" id="{D310C9BA-02BB-8C47-94E2-70805C4661B9}"/>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3" name="TextBox 42">
              <a:extLst>
                <a:ext uri="{FF2B5EF4-FFF2-40B4-BE49-F238E27FC236}">
                  <a16:creationId xmlns:a16="http://schemas.microsoft.com/office/drawing/2014/main" id="{60CB184E-AC1A-5A41-BD73-6AF4D9D7AFD8}"/>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d</a:t>
              </a:r>
            </a:p>
          </p:txBody>
        </p:sp>
      </p:grpSp>
      <p:grpSp>
        <p:nvGrpSpPr>
          <p:cNvPr id="44" name="Group 43">
            <a:extLst>
              <a:ext uri="{FF2B5EF4-FFF2-40B4-BE49-F238E27FC236}">
                <a16:creationId xmlns:a16="http://schemas.microsoft.com/office/drawing/2014/main" id="{383688D3-A30E-0A47-8485-2A0C23AB5338}"/>
              </a:ext>
            </a:extLst>
          </p:cNvPr>
          <p:cNvGrpSpPr/>
          <p:nvPr/>
        </p:nvGrpSpPr>
        <p:grpSpPr>
          <a:xfrm>
            <a:off x="3670238" y="3957730"/>
            <a:ext cx="374681" cy="356519"/>
            <a:chOff x="1178170" y="3200400"/>
            <a:chExt cx="548640" cy="548640"/>
          </a:xfrm>
        </p:grpSpPr>
        <p:sp>
          <p:nvSpPr>
            <p:cNvPr id="45" name="Oval 44">
              <a:extLst>
                <a:ext uri="{FF2B5EF4-FFF2-40B4-BE49-F238E27FC236}">
                  <a16:creationId xmlns:a16="http://schemas.microsoft.com/office/drawing/2014/main" id="{D64A88CA-219C-0E45-A61A-4C7A779EE365}"/>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6" name="TextBox 45">
              <a:extLst>
                <a:ext uri="{FF2B5EF4-FFF2-40B4-BE49-F238E27FC236}">
                  <a16:creationId xmlns:a16="http://schemas.microsoft.com/office/drawing/2014/main" id="{B232EF77-3190-1D42-84F8-44B3A933D74D}"/>
                </a:ext>
              </a:extLst>
            </p:cNvPr>
            <p:cNvSpPr txBox="1"/>
            <p:nvPr/>
          </p:nvSpPr>
          <p:spPr>
            <a:xfrm>
              <a:off x="1371601" y="3253155"/>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b</a:t>
              </a:r>
            </a:p>
          </p:txBody>
        </p:sp>
      </p:grpSp>
      <p:grpSp>
        <p:nvGrpSpPr>
          <p:cNvPr id="47" name="Group 46">
            <a:extLst>
              <a:ext uri="{FF2B5EF4-FFF2-40B4-BE49-F238E27FC236}">
                <a16:creationId xmlns:a16="http://schemas.microsoft.com/office/drawing/2014/main" id="{13CFCB54-7FEC-F743-BD2C-866783404869}"/>
              </a:ext>
            </a:extLst>
          </p:cNvPr>
          <p:cNvGrpSpPr/>
          <p:nvPr/>
        </p:nvGrpSpPr>
        <p:grpSpPr>
          <a:xfrm>
            <a:off x="4578319" y="3957730"/>
            <a:ext cx="374681" cy="356519"/>
            <a:chOff x="1178170" y="3200400"/>
            <a:chExt cx="548640" cy="548640"/>
          </a:xfrm>
        </p:grpSpPr>
        <p:sp>
          <p:nvSpPr>
            <p:cNvPr id="48" name="Oval 47">
              <a:extLst>
                <a:ext uri="{FF2B5EF4-FFF2-40B4-BE49-F238E27FC236}">
                  <a16:creationId xmlns:a16="http://schemas.microsoft.com/office/drawing/2014/main" id="{759A8A22-35AE-6E42-9D24-0F9C7A5F0016}"/>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9" name="TextBox 48">
              <a:extLst>
                <a:ext uri="{FF2B5EF4-FFF2-40B4-BE49-F238E27FC236}">
                  <a16:creationId xmlns:a16="http://schemas.microsoft.com/office/drawing/2014/main" id="{E89B0F2D-028E-9C48-934D-AD7E21812AFC}"/>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e</a:t>
              </a:r>
            </a:p>
          </p:txBody>
        </p:sp>
      </p:grpSp>
      <p:cxnSp>
        <p:nvCxnSpPr>
          <p:cNvPr id="50" name="Straight Connector 49">
            <a:extLst>
              <a:ext uri="{FF2B5EF4-FFF2-40B4-BE49-F238E27FC236}">
                <a16:creationId xmlns:a16="http://schemas.microsoft.com/office/drawing/2014/main" id="{9FCDEC53-F95B-DC44-86A9-979D6F21D828}"/>
              </a:ext>
            </a:extLst>
          </p:cNvPr>
          <p:cNvCxnSpPr>
            <a:stCxn id="45" idx="6"/>
            <a:endCxn id="48" idx="2"/>
          </p:cNvCxnSpPr>
          <p:nvPr/>
        </p:nvCxnSpPr>
        <p:spPr>
          <a:xfrm>
            <a:off x="4044919" y="4135990"/>
            <a:ext cx="5334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D92BF7F0-0AD4-064F-8C2C-039A1FCCE1E0}"/>
              </a:ext>
            </a:extLst>
          </p:cNvPr>
          <p:cNvGrpSpPr/>
          <p:nvPr/>
        </p:nvGrpSpPr>
        <p:grpSpPr>
          <a:xfrm>
            <a:off x="3663919" y="4567330"/>
            <a:ext cx="374681" cy="356519"/>
            <a:chOff x="1178170" y="3200400"/>
            <a:chExt cx="548640" cy="548640"/>
          </a:xfrm>
        </p:grpSpPr>
        <p:sp>
          <p:nvSpPr>
            <p:cNvPr id="52" name="Oval 51">
              <a:extLst>
                <a:ext uri="{FF2B5EF4-FFF2-40B4-BE49-F238E27FC236}">
                  <a16:creationId xmlns:a16="http://schemas.microsoft.com/office/drawing/2014/main" id="{312E78DF-71B5-5742-83DF-B5E8D828FD9D}"/>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53" name="TextBox 52">
              <a:extLst>
                <a:ext uri="{FF2B5EF4-FFF2-40B4-BE49-F238E27FC236}">
                  <a16:creationId xmlns:a16="http://schemas.microsoft.com/office/drawing/2014/main" id="{2BD29F20-3291-9F4C-A21C-33A6A67AE5EC}"/>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c</a:t>
              </a:r>
            </a:p>
          </p:txBody>
        </p:sp>
      </p:grpSp>
      <p:cxnSp>
        <p:nvCxnSpPr>
          <p:cNvPr id="54" name="Straight Connector 53">
            <a:extLst>
              <a:ext uri="{FF2B5EF4-FFF2-40B4-BE49-F238E27FC236}">
                <a16:creationId xmlns:a16="http://schemas.microsoft.com/office/drawing/2014/main" id="{48AA270E-F209-EF41-902B-660790D9C1A9}"/>
              </a:ext>
            </a:extLst>
          </p:cNvPr>
          <p:cNvCxnSpPr>
            <a:stCxn id="52" idx="2"/>
            <a:endCxn id="39" idx="6"/>
          </p:cNvCxnSpPr>
          <p:nvPr/>
        </p:nvCxnSpPr>
        <p:spPr>
          <a:xfrm flipH="1">
            <a:off x="3221216" y="4745590"/>
            <a:ext cx="442703" cy="0"/>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18AE4C3-D8E7-284E-8EA7-750D250032E1}"/>
              </a:ext>
            </a:extLst>
          </p:cNvPr>
          <p:cNvCxnSpPr>
            <a:stCxn id="42" idx="6"/>
            <a:endCxn id="60" idx="2"/>
          </p:cNvCxnSpPr>
          <p:nvPr/>
        </p:nvCxnSpPr>
        <p:spPr>
          <a:xfrm>
            <a:off x="4035614" y="5431390"/>
            <a:ext cx="542705" cy="24481"/>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992BC6-845C-3245-91B2-B6E87F8B1E0E}"/>
              </a:ext>
            </a:extLst>
          </p:cNvPr>
          <p:cNvCxnSpPr>
            <a:stCxn id="39" idx="7"/>
            <a:endCxn id="45" idx="2"/>
          </p:cNvCxnSpPr>
          <p:nvPr/>
        </p:nvCxnSpPr>
        <p:spPr>
          <a:xfrm flipV="1">
            <a:off x="3166345" y="4135990"/>
            <a:ext cx="503893" cy="483551"/>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9191AB0-0E02-3F43-A234-B316B09BCD78}"/>
              </a:ext>
            </a:extLst>
          </p:cNvPr>
          <p:cNvCxnSpPr>
            <a:stCxn id="42" idx="7"/>
            <a:endCxn id="48" idx="3"/>
          </p:cNvCxnSpPr>
          <p:nvPr/>
        </p:nvCxnSpPr>
        <p:spPr>
          <a:xfrm flipV="1">
            <a:off x="3980743" y="4262038"/>
            <a:ext cx="652447" cy="1043303"/>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43FC945-2B30-5046-BD05-87C117DC9AD4}"/>
              </a:ext>
            </a:extLst>
          </p:cNvPr>
          <p:cNvCxnSpPr>
            <a:stCxn id="63" idx="2"/>
            <a:endCxn id="48" idx="6"/>
          </p:cNvCxnSpPr>
          <p:nvPr/>
        </p:nvCxnSpPr>
        <p:spPr>
          <a:xfrm flipH="1">
            <a:off x="4953000" y="4135990"/>
            <a:ext cx="387319" cy="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207977DA-5E67-AD4D-9A84-6F67744C0841}"/>
              </a:ext>
            </a:extLst>
          </p:cNvPr>
          <p:cNvGrpSpPr/>
          <p:nvPr/>
        </p:nvGrpSpPr>
        <p:grpSpPr>
          <a:xfrm>
            <a:off x="4578319" y="5277611"/>
            <a:ext cx="374681" cy="356519"/>
            <a:chOff x="1178170" y="3200400"/>
            <a:chExt cx="548640" cy="548640"/>
          </a:xfrm>
        </p:grpSpPr>
        <p:sp>
          <p:nvSpPr>
            <p:cNvPr id="60" name="Oval 59">
              <a:extLst>
                <a:ext uri="{FF2B5EF4-FFF2-40B4-BE49-F238E27FC236}">
                  <a16:creationId xmlns:a16="http://schemas.microsoft.com/office/drawing/2014/main" id="{B2C14E7D-D7A2-8643-991F-EEC667C802F9}"/>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1" name="TextBox 60">
              <a:extLst>
                <a:ext uri="{FF2B5EF4-FFF2-40B4-BE49-F238E27FC236}">
                  <a16:creationId xmlns:a16="http://schemas.microsoft.com/office/drawing/2014/main" id="{B2C81218-46C3-A34B-AF7C-FDDC24AB3EDD}"/>
                </a:ext>
              </a:extLst>
            </p:cNvPr>
            <p:cNvSpPr txBox="1"/>
            <p:nvPr/>
          </p:nvSpPr>
          <p:spPr>
            <a:xfrm>
              <a:off x="1393196" y="3268486"/>
              <a:ext cx="152400" cy="430886"/>
            </a:xfrm>
            <a:prstGeom prst="rect">
              <a:avLst/>
            </a:prstGeom>
            <a:noFill/>
          </p:spPr>
          <p:txBody>
            <a:bodyPr wrap="square" lIns="0" tIns="0" rIns="0" bIns="0" rtlCol="0">
              <a:spAutoFit/>
            </a:bodyPr>
            <a:lstStyle/>
            <a:p>
              <a:r>
                <a:rPr lang="en-US">
                  <a:latin typeface="Cambria Math" pitchFamily="18" charset="0"/>
                  <a:ea typeface="Cambria Math" pitchFamily="18" charset="0"/>
                </a:rPr>
                <a:t>f</a:t>
              </a:r>
            </a:p>
          </p:txBody>
        </p:sp>
      </p:grpSp>
      <p:grpSp>
        <p:nvGrpSpPr>
          <p:cNvPr id="62" name="Group 61">
            <a:extLst>
              <a:ext uri="{FF2B5EF4-FFF2-40B4-BE49-F238E27FC236}">
                <a16:creationId xmlns:a16="http://schemas.microsoft.com/office/drawing/2014/main" id="{571E7FD6-B1B0-0243-9B19-CB27238824FD}"/>
              </a:ext>
            </a:extLst>
          </p:cNvPr>
          <p:cNvGrpSpPr/>
          <p:nvPr/>
        </p:nvGrpSpPr>
        <p:grpSpPr>
          <a:xfrm>
            <a:off x="5340319" y="3957730"/>
            <a:ext cx="374681" cy="356519"/>
            <a:chOff x="1178170" y="3200400"/>
            <a:chExt cx="548640" cy="548640"/>
          </a:xfrm>
        </p:grpSpPr>
        <p:sp>
          <p:nvSpPr>
            <p:cNvPr id="63" name="Oval 62">
              <a:extLst>
                <a:ext uri="{FF2B5EF4-FFF2-40B4-BE49-F238E27FC236}">
                  <a16:creationId xmlns:a16="http://schemas.microsoft.com/office/drawing/2014/main" id="{D95A7DCE-EDD3-D847-AEAD-5F551067CE52}"/>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4" name="TextBox 63">
              <a:extLst>
                <a:ext uri="{FF2B5EF4-FFF2-40B4-BE49-F238E27FC236}">
                  <a16:creationId xmlns:a16="http://schemas.microsoft.com/office/drawing/2014/main" id="{C9914A6E-9A0F-4A43-AF5A-D226CDACEF9E}"/>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g</a:t>
              </a:r>
            </a:p>
          </p:txBody>
        </p:sp>
      </p:grpSp>
      <p:cxnSp>
        <p:nvCxnSpPr>
          <p:cNvPr id="65" name="Straight Arrow Connector 64">
            <a:extLst>
              <a:ext uri="{FF2B5EF4-FFF2-40B4-BE49-F238E27FC236}">
                <a16:creationId xmlns:a16="http://schemas.microsoft.com/office/drawing/2014/main" id="{A70B910A-4654-6B4C-B2BC-9039204771A5}"/>
              </a:ext>
            </a:extLst>
          </p:cNvPr>
          <p:cNvCxnSpPr>
            <a:stCxn id="52" idx="7"/>
            <a:endCxn id="48" idx="2"/>
          </p:cNvCxnSpPr>
          <p:nvPr/>
        </p:nvCxnSpPr>
        <p:spPr>
          <a:xfrm flipV="1">
            <a:off x="3983729" y="4135990"/>
            <a:ext cx="594590" cy="483551"/>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6" name="Arc 65">
            <a:extLst>
              <a:ext uri="{FF2B5EF4-FFF2-40B4-BE49-F238E27FC236}">
                <a16:creationId xmlns:a16="http://schemas.microsoft.com/office/drawing/2014/main" id="{910B6A05-FD31-3E4E-90BC-BBF41111E817}"/>
              </a:ext>
            </a:extLst>
          </p:cNvPr>
          <p:cNvSpPr/>
          <p:nvPr/>
        </p:nvSpPr>
        <p:spPr>
          <a:xfrm>
            <a:off x="3889317" y="3810000"/>
            <a:ext cx="1679602" cy="528730"/>
          </a:xfrm>
          <a:prstGeom prst="arc">
            <a:avLst>
              <a:gd name="adj1" fmla="val 11228480"/>
              <a:gd name="adj2" fmla="val 2105347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B85E011F-C710-8B42-9E05-BC78D6EA35C5}"/>
              </a:ext>
            </a:extLst>
          </p:cNvPr>
          <p:cNvCxnSpPr>
            <a:stCxn id="39" idx="4"/>
            <a:endCxn id="42" idx="1"/>
          </p:cNvCxnSpPr>
          <p:nvPr/>
        </p:nvCxnSpPr>
        <p:spPr>
          <a:xfrm>
            <a:off x="3033876" y="4923849"/>
            <a:ext cx="681928" cy="3814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C89F01B-CBF1-624B-8236-5547DE91720B}"/>
              </a:ext>
            </a:extLst>
          </p:cNvPr>
          <p:cNvCxnSpPr>
            <a:stCxn id="48" idx="4"/>
            <a:endCxn id="60" idx="0"/>
          </p:cNvCxnSpPr>
          <p:nvPr/>
        </p:nvCxnSpPr>
        <p:spPr>
          <a:xfrm>
            <a:off x="4765660" y="4314249"/>
            <a:ext cx="0" cy="963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9CE0308-B935-CE42-8DB4-0B615518F441}"/>
              </a:ext>
            </a:extLst>
          </p:cNvPr>
          <p:cNvCxnSpPr>
            <a:stCxn id="63" idx="3"/>
            <a:endCxn id="60" idx="7"/>
          </p:cNvCxnSpPr>
          <p:nvPr/>
        </p:nvCxnSpPr>
        <p:spPr>
          <a:xfrm flipH="1">
            <a:off x="4898129" y="4262038"/>
            <a:ext cx="497061" cy="10677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4821F311-6D46-FE47-BDB3-FD86372C2820}"/>
              </a:ext>
            </a:extLst>
          </p:cNvPr>
          <p:cNvSpPr txBox="1"/>
          <p:nvPr/>
        </p:nvSpPr>
        <p:spPr>
          <a:xfrm>
            <a:off x="3276600" y="5715000"/>
            <a:ext cx="2901756" cy="400110"/>
          </a:xfrm>
          <a:prstGeom prst="rect">
            <a:avLst/>
          </a:prstGeom>
          <a:noFill/>
        </p:spPr>
        <p:txBody>
          <a:bodyPr wrap="none" rtlCol="0">
            <a:spAutoFit/>
          </a:bodyPr>
          <a:lstStyle/>
          <a:p>
            <a:r>
              <a:rPr lang="en-US" sz="2000" i="1">
                <a:latin typeface="Times New Roman" pitchFamily="18" charset="0"/>
                <a:cs typeface="Times New Roman" pitchFamily="18" charset="0"/>
              </a:rPr>
              <a:t>BFS</a:t>
            </a:r>
            <a:r>
              <a:rPr lang="en-US" sz="2000">
                <a:latin typeface="Times New Roman" pitchFamily="18" charset="0"/>
                <a:cs typeface="Times New Roman" pitchFamily="18" charset="0"/>
              </a:rPr>
              <a:t>(a) </a:t>
            </a:r>
            <a:r>
              <a:rPr lang="en-US" sz="2000">
                <a:latin typeface="Times New Roman" pitchFamily="18" charset="0"/>
                <a:cs typeface="Times New Roman" pitchFamily="18" charset="0"/>
                <a:sym typeface="Symbol"/>
              </a:rPr>
              <a:t> a, b, c, d, e, f, g</a:t>
            </a: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3593899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4BD7E6E-519C-CC44-9D33-BFCDCE45AD9E}"/>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C688FB78-7A4C-174B-A675-FAF6E3F75938}"/>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1B38E84C-62B7-BF4A-A754-33BE4C811E31}"/>
              </a:ext>
            </a:extLst>
          </p:cNvPr>
          <p:cNvSpPr>
            <a:spLocks noGrp="1"/>
          </p:cNvSpPr>
          <p:nvPr>
            <p:ph type="sldNum" sz="quarter" idx="12"/>
          </p:nvPr>
        </p:nvSpPr>
        <p:spPr/>
        <p:txBody>
          <a:bodyPr/>
          <a:lstStyle/>
          <a:p>
            <a:fld id="{BA7BC09B-FE30-A349-B1D2-5A364F511F98}" type="slidenum">
              <a:rPr lang="en-US" smtClean="0"/>
              <a:t>22</a:t>
            </a:fld>
            <a:endParaRPr lang="en-US"/>
          </a:p>
        </p:txBody>
      </p:sp>
      <p:sp>
        <p:nvSpPr>
          <p:cNvPr id="2" name="Title 1">
            <a:extLst>
              <a:ext uri="{FF2B5EF4-FFF2-40B4-BE49-F238E27FC236}">
                <a16:creationId xmlns:a16="http://schemas.microsoft.com/office/drawing/2014/main" id="{D3017ABE-7BE9-6C47-9BD2-6196EB315C35}"/>
              </a:ext>
            </a:extLst>
          </p:cNvPr>
          <p:cNvSpPr>
            <a:spLocks noGrp="1"/>
          </p:cNvSpPr>
          <p:nvPr>
            <p:ph type="title"/>
          </p:nvPr>
        </p:nvSpPr>
        <p:spPr/>
        <p:txBody>
          <a:bodyPr/>
          <a:lstStyle/>
          <a:p>
            <a:r>
              <a:rPr lang="en-US" err="1"/>
              <a:t>Thuật</a:t>
            </a:r>
            <a:r>
              <a:rPr lang="en-US"/>
              <a:t> </a:t>
            </a:r>
            <a:r>
              <a:rPr lang="en-US" err="1"/>
              <a:t>toán</a:t>
            </a:r>
            <a:r>
              <a:rPr lang="en-US"/>
              <a:t> </a:t>
            </a:r>
            <a:r>
              <a:rPr lang="en-US" err="1"/>
              <a:t>áp</a:t>
            </a:r>
            <a:r>
              <a:rPr lang="en-US"/>
              <a:t> </a:t>
            </a:r>
            <a:r>
              <a:rPr lang="en-US" err="1"/>
              <a:t>dụng</a:t>
            </a:r>
            <a:r>
              <a:rPr lang="en-US"/>
              <a:t> </a:t>
            </a:r>
            <a:r>
              <a:rPr lang="en-US" err="1"/>
              <a:t>đồ</a:t>
            </a:r>
            <a:r>
              <a:rPr lang="en-US"/>
              <a:t> </a:t>
            </a:r>
            <a:r>
              <a:rPr lang="en-US" err="1"/>
              <a:t>thị</a:t>
            </a:r>
            <a:endParaRPr lang="en-US"/>
          </a:p>
        </p:txBody>
      </p:sp>
      <p:sp>
        <p:nvSpPr>
          <p:cNvPr id="3" name="Content Placeholder 2">
            <a:extLst>
              <a:ext uri="{FF2B5EF4-FFF2-40B4-BE49-F238E27FC236}">
                <a16:creationId xmlns:a16="http://schemas.microsoft.com/office/drawing/2014/main" id="{2F6FE315-E426-A749-99DF-C5AD26770289}"/>
              </a:ext>
            </a:extLst>
          </p:cNvPr>
          <p:cNvSpPr>
            <a:spLocks noGrp="1"/>
          </p:cNvSpPr>
          <p:nvPr>
            <p:ph sz="quarter" idx="13"/>
          </p:nvPr>
        </p:nvSpPr>
        <p:spPr/>
        <p:txBody>
          <a:bodyPr/>
          <a:lstStyle/>
          <a:p>
            <a:r>
              <a:rPr lang="en-US" err="1"/>
              <a:t>Bài</a:t>
            </a:r>
            <a:r>
              <a:rPr lang="en-US"/>
              <a:t> </a:t>
            </a:r>
            <a:r>
              <a:rPr lang="en-US" err="1"/>
              <a:t>toán</a:t>
            </a:r>
            <a:r>
              <a:rPr lang="en-US"/>
              <a:t> </a:t>
            </a:r>
            <a:r>
              <a:rPr lang="en-US" err="1"/>
              <a:t>tìm</a:t>
            </a:r>
            <a:r>
              <a:rPr lang="en-US"/>
              <a:t> </a:t>
            </a:r>
            <a:r>
              <a:rPr lang="en-US" err="1"/>
              <a:t>đường</a:t>
            </a:r>
            <a:r>
              <a:rPr lang="en-US"/>
              <a:t> </a:t>
            </a:r>
            <a:r>
              <a:rPr lang="en-US" err="1"/>
              <a:t>đi</a:t>
            </a:r>
            <a:endParaRPr lang="en-US"/>
          </a:p>
          <a:p>
            <a:r>
              <a:rPr lang="en-US" err="1"/>
              <a:t>Bài</a:t>
            </a:r>
            <a:r>
              <a:rPr lang="en-US"/>
              <a:t> </a:t>
            </a:r>
            <a:r>
              <a:rPr lang="en-US" err="1"/>
              <a:t>toán</a:t>
            </a:r>
            <a:r>
              <a:rPr lang="en-US"/>
              <a:t> </a:t>
            </a:r>
            <a:r>
              <a:rPr lang="en-US" err="1"/>
              <a:t>sắp</a:t>
            </a:r>
            <a:r>
              <a:rPr lang="en-US"/>
              <a:t> </a:t>
            </a:r>
            <a:r>
              <a:rPr lang="en-US" err="1"/>
              <a:t>xếp</a:t>
            </a:r>
            <a:r>
              <a:rPr lang="en-US"/>
              <a:t> topo</a:t>
            </a:r>
          </a:p>
        </p:txBody>
      </p:sp>
    </p:spTree>
    <p:extLst>
      <p:ext uri="{BB962C8B-B14F-4D97-AF65-F5344CB8AC3E}">
        <p14:creationId xmlns:p14="http://schemas.microsoft.com/office/powerpoint/2010/main" val="2481135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0C4FBDE-05B9-BB45-B7FA-0D71B5D36BB0}"/>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B29A8C4B-2FAD-FF48-8E24-8535765DDF10}"/>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C7536B2-DD3D-604C-9C9B-503BEB8BFD8D}"/>
              </a:ext>
            </a:extLst>
          </p:cNvPr>
          <p:cNvSpPr>
            <a:spLocks noGrp="1"/>
          </p:cNvSpPr>
          <p:nvPr>
            <p:ph type="sldNum" sz="quarter" idx="12"/>
          </p:nvPr>
        </p:nvSpPr>
        <p:spPr/>
        <p:txBody>
          <a:bodyPr/>
          <a:lstStyle/>
          <a:p>
            <a:fld id="{BA7BC09B-FE30-A349-B1D2-5A364F511F98}" type="slidenum">
              <a:rPr lang="en-US" smtClean="0"/>
              <a:t>23</a:t>
            </a:fld>
            <a:endParaRPr lang="en-US"/>
          </a:p>
        </p:txBody>
      </p:sp>
      <p:sp>
        <p:nvSpPr>
          <p:cNvPr id="2" name="Title 1">
            <a:extLst>
              <a:ext uri="{FF2B5EF4-FFF2-40B4-BE49-F238E27FC236}">
                <a16:creationId xmlns:a16="http://schemas.microsoft.com/office/drawing/2014/main" id="{8F28F65A-7A4E-CF40-9AB7-459063B64A20}"/>
              </a:ext>
            </a:extLst>
          </p:cNvPr>
          <p:cNvSpPr>
            <a:spLocks noGrp="1"/>
          </p:cNvSpPr>
          <p:nvPr>
            <p:ph type="title"/>
          </p:nvPr>
        </p:nvSpPr>
        <p:spPr/>
        <p:txBody>
          <a:bodyPr/>
          <a:lstStyle/>
          <a:p>
            <a:r>
              <a:rPr lang="en-US" err="1"/>
              <a:t>Bài</a:t>
            </a:r>
            <a:r>
              <a:rPr lang="en-US"/>
              <a:t> </a:t>
            </a:r>
            <a:r>
              <a:rPr lang="en-US" err="1"/>
              <a:t>toán</a:t>
            </a:r>
            <a:r>
              <a:rPr lang="en-US"/>
              <a:t> </a:t>
            </a:r>
            <a:r>
              <a:rPr lang="en-US" err="1"/>
              <a:t>tìm</a:t>
            </a:r>
            <a:r>
              <a:rPr lang="en-US"/>
              <a:t> </a:t>
            </a:r>
            <a:r>
              <a:rPr lang="en-US" err="1"/>
              <a:t>đường</a:t>
            </a:r>
            <a:r>
              <a:rPr lang="en-US"/>
              <a:t> </a:t>
            </a:r>
            <a:r>
              <a:rPr lang="en-US" err="1"/>
              <a:t>đi</a:t>
            </a:r>
            <a:endParaRPr lang="en-US"/>
          </a:p>
        </p:txBody>
      </p:sp>
      <p:sp>
        <p:nvSpPr>
          <p:cNvPr id="3" name="Content Placeholder 2">
            <a:extLst>
              <a:ext uri="{FF2B5EF4-FFF2-40B4-BE49-F238E27FC236}">
                <a16:creationId xmlns:a16="http://schemas.microsoft.com/office/drawing/2014/main" id="{9F349F79-F1B9-6849-A94C-3525D0524C9F}"/>
              </a:ext>
            </a:extLst>
          </p:cNvPr>
          <p:cNvSpPr>
            <a:spLocks noGrp="1"/>
          </p:cNvSpPr>
          <p:nvPr>
            <p:ph sz="quarter" idx="13"/>
          </p:nvPr>
        </p:nvSpPr>
        <p:spPr/>
        <p:txBody>
          <a:bodyPr>
            <a:normAutofit/>
          </a:bodyPr>
          <a:lstStyle/>
          <a:p>
            <a:r>
              <a:rPr lang="en-US" err="1"/>
              <a:t>Xét</a:t>
            </a:r>
            <a:r>
              <a:rPr lang="en-US"/>
              <a:t> </a:t>
            </a:r>
            <a:r>
              <a:rPr lang="en-US" err="1"/>
              <a:t>một</a:t>
            </a:r>
            <a:r>
              <a:rPr lang="en-US"/>
              <a:t> </a:t>
            </a:r>
            <a:r>
              <a:rPr lang="en-US" err="1"/>
              <a:t>đồ</a:t>
            </a:r>
            <a:r>
              <a:rPr lang="en-US"/>
              <a:t> </a:t>
            </a:r>
            <a:r>
              <a:rPr lang="en-US" err="1"/>
              <a:t>thị</a:t>
            </a:r>
            <a:r>
              <a:rPr lang="en-US"/>
              <a:t> G(V,E) </a:t>
            </a:r>
            <a:r>
              <a:rPr lang="en-US" err="1"/>
              <a:t>với</a:t>
            </a:r>
            <a:r>
              <a:rPr lang="en-US"/>
              <a:t> n </a:t>
            </a:r>
            <a:r>
              <a:rPr lang="en-US" err="1"/>
              <a:t>đỉnh</a:t>
            </a:r>
            <a:r>
              <a:rPr lang="en-US"/>
              <a:t> </a:t>
            </a:r>
            <a:r>
              <a:rPr lang="en-US" err="1"/>
              <a:t>được</a:t>
            </a:r>
            <a:r>
              <a:rPr lang="en-US"/>
              <a:t> </a:t>
            </a:r>
            <a:r>
              <a:rPr lang="en-US" err="1"/>
              <a:t>đánh</a:t>
            </a:r>
            <a:r>
              <a:rPr lang="en-US"/>
              <a:t> </a:t>
            </a:r>
            <a:r>
              <a:rPr lang="en-US" err="1"/>
              <a:t>số</a:t>
            </a:r>
            <a:r>
              <a:rPr lang="en-US"/>
              <a:t> </a:t>
            </a:r>
            <a:r>
              <a:rPr lang="en-US" err="1"/>
              <a:t>từ</a:t>
            </a:r>
            <a:r>
              <a:rPr lang="en-US"/>
              <a:t> 1 </a:t>
            </a:r>
            <a:r>
              <a:rPr lang="en-US" err="1"/>
              <a:t>đến</a:t>
            </a:r>
            <a:r>
              <a:rPr lang="en-US"/>
              <a:t> n</a:t>
            </a:r>
          </a:p>
          <a:p>
            <a:r>
              <a:rPr lang="en-US" err="1"/>
              <a:t>Đồ</a:t>
            </a:r>
            <a:r>
              <a:rPr lang="en-US"/>
              <a:t> </a:t>
            </a:r>
            <a:r>
              <a:rPr lang="en-US" err="1"/>
              <a:t>thị</a:t>
            </a:r>
            <a:r>
              <a:rPr lang="en-US"/>
              <a:t> G(V,E) </a:t>
            </a:r>
            <a:r>
              <a:rPr lang="en-US" err="1"/>
              <a:t>được</a:t>
            </a:r>
            <a:r>
              <a:rPr lang="en-US"/>
              <a:t> </a:t>
            </a:r>
            <a:r>
              <a:rPr lang="en-US" err="1"/>
              <a:t>biểu</a:t>
            </a:r>
            <a:r>
              <a:rPr lang="en-US"/>
              <a:t> </a:t>
            </a:r>
            <a:r>
              <a:rPr lang="en-US" err="1"/>
              <a:t>diễn</a:t>
            </a:r>
            <a:r>
              <a:rPr lang="en-US"/>
              <a:t> </a:t>
            </a:r>
            <a:r>
              <a:rPr lang="en-US" err="1"/>
              <a:t>máy</a:t>
            </a:r>
            <a:r>
              <a:rPr lang="en-US"/>
              <a:t> </a:t>
            </a:r>
            <a:r>
              <a:rPr lang="en-US" err="1"/>
              <a:t>bởi</a:t>
            </a:r>
            <a:r>
              <a:rPr lang="en-US"/>
              <a:t> ma </a:t>
            </a:r>
            <a:r>
              <a:rPr lang="en-US" err="1"/>
              <a:t>trận</a:t>
            </a:r>
            <a:r>
              <a:rPr lang="en-US"/>
              <a:t> </a:t>
            </a:r>
            <a:r>
              <a:rPr lang="en-US" err="1"/>
              <a:t>lân</a:t>
            </a:r>
            <a:r>
              <a:rPr lang="en-US"/>
              <a:t> </a:t>
            </a:r>
            <a:r>
              <a:rPr lang="en-US" err="1"/>
              <a:t>cận</a:t>
            </a:r>
            <a:r>
              <a:rPr lang="en-US"/>
              <a:t> A. </a:t>
            </a:r>
          </a:p>
          <a:p>
            <a:pPr lvl="1"/>
            <a:r>
              <a:rPr lang="en-US" err="1"/>
              <a:t>Nếu</a:t>
            </a:r>
            <a:r>
              <a:rPr lang="en-US"/>
              <a:t> </a:t>
            </a:r>
            <a:r>
              <a:rPr lang="en-US" err="1"/>
              <a:t>Aij</a:t>
            </a:r>
            <a:r>
              <a:rPr lang="en-US"/>
              <a:t> = 1 -&gt; </a:t>
            </a:r>
            <a:r>
              <a:rPr lang="en-US" err="1"/>
              <a:t>có</a:t>
            </a:r>
            <a:r>
              <a:rPr lang="en-US"/>
              <a:t> 1 </a:t>
            </a:r>
            <a:r>
              <a:rPr lang="en-US" err="1"/>
              <a:t>cung</a:t>
            </a:r>
            <a:r>
              <a:rPr lang="en-US"/>
              <a:t> </a:t>
            </a:r>
            <a:r>
              <a:rPr lang="en-US" err="1"/>
              <a:t>đi</a:t>
            </a:r>
            <a:r>
              <a:rPr lang="en-US"/>
              <a:t> </a:t>
            </a:r>
            <a:r>
              <a:rPr lang="en-US" err="1"/>
              <a:t>từ</a:t>
            </a:r>
            <a:r>
              <a:rPr lang="en-US"/>
              <a:t> </a:t>
            </a:r>
            <a:r>
              <a:rPr lang="en-US" err="1"/>
              <a:t>i</a:t>
            </a:r>
            <a:r>
              <a:rPr lang="en-US"/>
              <a:t> </a:t>
            </a:r>
            <a:r>
              <a:rPr lang="en-US" err="1"/>
              <a:t>tới</a:t>
            </a:r>
            <a:r>
              <a:rPr lang="en-US"/>
              <a:t> j </a:t>
            </a:r>
            <a:r>
              <a:rPr lang="en-US" err="1"/>
              <a:t>bằng</a:t>
            </a:r>
            <a:r>
              <a:rPr lang="en-US"/>
              <a:t> 1.</a:t>
            </a:r>
          </a:p>
          <a:p>
            <a:pPr lvl="1"/>
            <a:r>
              <a:rPr lang="en-US" err="1"/>
              <a:t>Nếu</a:t>
            </a:r>
            <a:r>
              <a:rPr lang="en-US"/>
              <a:t> </a:t>
            </a:r>
            <a:r>
              <a:rPr lang="en-US" err="1"/>
              <a:t>Aij</a:t>
            </a:r>
            <a:r>
              <a:rPr lang="en-US"/>
              <a:t> = 0 -&gt; </a:t>
            </a:r>
            <a:r>
              <a:rPr lang="en-US" err="1"/>
              <a:t>vẫn</a:t>
            </a:r>
            <a:r>
              <a:rPr lang="en-US"/>
              <a:t> </a:t>
            </a:r>
            <a:r>
              <a:rPr lang="en-US" err="1"/>
              <a:t>có</a:t>
            </a:r>
            <a:r>
              <a:rPr lang="en-US"/>
              <a:t> </a:t>
            </a:r>
            <a:r>
              <a:rPr lang="en-US" err="1"/>
              <a:t>thể</a:t>
            </a:r>
            <a:r>
              <a:rPr lang="en-US"/>
              <a:t> </a:t>
            </a:r>
            <a:r>
              <a:rPr lang="en-US" err="1"/>
              <a:t>tồn</a:t>
            </a:r>
            <a:r>
              <a:rPr lang="en-US"/>
              <a:t> </a:t>
            </a:r>
            <a:r>
              <a:rPr lang="en-US" err="1"/>
              <a:t>tại</a:t>
            </a:r>
            <a:r>
              <a:rPr lang="en-US"/>
              <a:t> </a:t>
            </a:r>
            <a:r>
              <a:rPr lang="en-US" err="1"/>
              <a:t>đường</a:t>
            </a:r>
            <a:r>
              <a:rPr lang="en-US"/>
              <a:t> </a:t>
            </a:r>
            <a:r>
              <a:rPr lang="en-US" err="1"/>
              <a:t>từ</a:t>
            </a:r>
            <a:r>
              <a:rPr lang="en-US"/>
              <a:t> </a:t>
            </a:r>
            <a:r>
              <a:rPr lang="en-US" err="1"/>
              <a:t>i</a:t>
            </a:r>
            <a:r>
              <a:rPr lang="en-US"/>
              <a:t> </a:t>
            </a:r>
            <a:r>
              <a:rPr lang="en-US" err="1"/>
              <a:t>tới</a:t>
            </a:r>
            <a:r>
              <a:rPr lang="en-US"/>
              <a:t> j qua </a:t>
            </a:r>
            <a:r>
              <a:rPr lang="en-US" err="1"/>
              <a:t>một</a:t>
            </a:r>
            <a:r>
              <a:rPr lang="en-US"/>
              <a:t> </a:t>
            </a:r>
            <a:r>
              <a:rPr lang="en-US" err="1"/>
              <a:t>số</a:t>
            </a:r>
            <a:r>
              <a:rPr lang="en-US"/>
              <a:t> </a:t>
            </a:r>
            <a:r>
              <a:rPr lang="en-US" err="1"/>
              <a:t>đỉnh</a:t>
            </a:r>
            <a:r>
              <a:rPr lang="en-US"/>
              <a:t> </a:t>
            </a:r>
            <a:r>
              <a:rPr lang="en-US" err="1"/>
              <a:t>khác</a:t>
            </a:r>
            <a:endParaRPr lang="en-US"/>
          </a:p>
          <a:p>
            <a:r>
              <a:rPr lang="en-US" err="1"/>
              <a:t>Có</a:t>
            </a:r>
            <a:r>
              <a:rPr lang="en-US"/>
              <a:t> hay </a:t>
            </a:r>
            <a:r>
              <a:rPr lang="en-US" err="1"/>
              <a:t>không</a:t>
            </a:r>
            <a:r>
              <a:rPr lang="en-US"/>
              <a:t> </a:t>
            </a:r>
            <a:r>
              <a:rPr lang="en-US" err="1"/>
              <a:t>đường</a:t>
            </a:r>
            <a:r>
              <a:rPr lang="en-US"/>
              <a:t> </a:t>
            </a:r>
            <a:r>
              <a:rPr lang="en-US" err="1"/>
              <a:t>đi</a:t>
            </a:r>
            <a:r>
              <a:rPr lang="en-US"/>
              <a:t> </a:t>
            </a:r>
            <a:r>
              <a:rPr lang="en-US" err="1"/>
              <a:t>từ</a:t>
            </a:r>
            <a:r>
              <a:rPr lang="en-US"/>
              <a:t> </a:t>
            </a:r>
            <a:r>
              <a:rPr lang="en-US" err="1"/>
              <a:t>đỉnh</a:t>
            </a:r>
            <a:r>
              <a:rPr lang="en-US"/>
              <a:t> </a:t>
            </a:r>
            <a:r>
              <a:rPr lang="en-US" err="1"/>
              <a:t>i</a:t>
            </a:r>
            <a:r>
              <a:rPr lang="en-US"/>
              <a:t> </a:t>
            </a:r>
            <a:r>
              <a:rPr lang="en-US" err="1"/>
              <a:t>đến</a:t>
            </a:r>
            <a:r>
              <a:rPr lang="en-US"/>
              <a:t> j ? </a:t>
            </a:r>
          </a:p>
          <a:p>
            <a:pPr lvl="1"/>
            <a:r>
              <a:rPr lang="en-US" err="1"/>
              <a:t>Không</a:t>
            </a:r>
            <a:r>
              <a:rPr lang="en-US"/>
              <a:t> </a:t>
            </a:r>
          </a:p>
          <a:p>
            <a:pPr lvl="1"/>
            <a:r>
              <a:rPr lang="en-US" err="1"/>
              <a:t>Có</a:t>
            </a:r>
            <a:r>
              <a:rPr lang="en-US"/>
              <a:t> </a:t>
            </a:r>
            <a:r>
              <a:rPr lang="en-US" err="1"/>
              <a:t>ít</a:t>
            </a:r>
            <a:r>
              <a:rPr lang="en-US"/>
              <a:t> </a:t>
            </a:r>
            <a:r>
              <a:rPr lang="en-US" err="1"/>
              <a:t>nhất</a:t>
            </a:r>
            <a:r>
              <a:rPr lang="en-US"/>
              <a:t> </a:t>
            </a:r>
            <a:r>
              <a:rPr lang="en-US" err="1"/>
              <a:t>một</a:t>
            </a:r>
            <a:r>
              <a:rPr lang="en-US"/>
              <a:t> </a:t>
            </a:r>
            <a:r>
              <a:rPr lang="en-US" err="1"/>
              <a:t>đường</a:t>
            </a:r>
            <a:r>
              <a:rPr lang="en-US"/>
              <a:t>  </a:t>
            </a:r>
          </a:p>
        </p:txBody>
      </p:sp>
    </p:spTree>
    <p:extLst>
      <p:ext uri="{BB962C8B-B14F-4D97-AF65-F5344CB8AC3E}">
        <p14:creationId xmlns:p14="http://schemas.microsoft.com/office/powerpoint/2010/main" val="702049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31B68B8-A2C9-F043-8CEE-E51A70843D93}"/>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21EC799A-A1B9-5644-8D51-DBEA56EBD116}"/>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5260798F-B0AC-BA49-AC25-AAC388EB6CBF}"/>
              </a:ext>
            </a:extLst>
          </p:cNvPr>
          <p:cNvSpPr>
            <a:spLocks noGrp="1"/>
          </p:cNvSpPr>
          <p:nvPr>
            <p:ph type="sldNum" sz="quarter" idx="12"/>
          </p:nvPr>
        </p:nvSpPr>
        <p:spPr/>
        <p:txBody>
          <a:bodyPr/>
          <a:lstStyle/>
          <a:p>
            <a:fld id="{BA7BC09B-FE30-A349-B1D2-5A364F511F98}" type="slidenum">
              <a:rPr lang="en-US" smtClean="0"/>
              <a:t>24</a:t>
            </a:fld>
            <a:endParaRPr lang="en-US"/>
          </a:p>
        </p:txBody>
      </p:sp>
      <p:sp>
        <p:nvSpPr>
          <p:cNvPr id="2" name="Title 1">
            <a:extLst>
              <a:ext uri="{FF2B5EF4-FFF2-40B4-BE49-F238E27FC236}">
                <a16:creationId xmlns:a16="http://schemas.microsoft.com/office/drawing/2014/main" id="{A3B395EA-347E-A64E-B5E5-569CE265BFB4}"/>
              </a:ext>
            </a:extLst>
          </p:cNvPr>
          <p:cNvSpPr>
            <a:spLocks noGrp="1"/>
          </p:cNvSpPr>
          <p:nvPr>
            <p:ph type="title"/>
          </p:nvPr>
        </p:nvSpPr>
        <p:spPr/>
        <p:txBody>
          <a:bodyPr>
            <a:normAutofit fontScale="90000"/>
          </a:bodyPr>
          <a:lstStyle/>
          <a:p>
            <a:r>
              <a:rPr lang="en-US"/>
              <a:t>Ma </a:t>
            </a:r>
            <a:r>
              <a:rPr lang="en-US" err="1"/>
              <a:t>trận</a:t>
            </a:r>
            <a:r>
              <a:rPr lang="en-US"/>
              <a:t> </a:t>
            </a:r>
            <a:r>
              <a:rPr lang="en-US" err="1"/>
              <a:t>đường</a:t>
            </a:r>
            <a:r>
              <a:rPr lang="en-US"/>
              <a:t> </a:t>
            </a:r>
            <a:r>
              <a:rPr lang="en-US" err="1"/>
              <a:t>đi</a:t>
            </a:r>
            <a:r>
              <a:rPr lang="en-US"/>
              <a:t> (path matrix)</a:t>
            </a:r>
          </a:p>
        </p:txBody>
      </p:sp>
      <p:sp>
        <p:nvSpPr>
          <p:cNvPr id="8" name="Content Placeholder 7">
            <a:extLst>
              <a:ext uri="{FF2B5EF4-FFF2-40B4-BE49-F238E27FC236}">
                <a16:creationId xmlns:a16="http://schemas.microsoft.com/office/drawing/2014/main" id="{CB601F46-D582-5F4A-8564-36E203E2B03E}"/>
              </a:ext>
            </a:extLst>
          </p:cNvPr>
          <p:cNvSpPr>
            <a:spLocks noGrp="1"/>
          </p:cNvSpPr>
          <p:nvPr>
            <p:ph sz="quarter" idx="13"/>
          </p:nvPr>
        </p:nvSpPr>
        <p:spPr/>
        <p:txBody>
          <a:bodyPr>
            <a:normAutofit/>
          </a:bodyPr>
          <a:lstStyle/>
          <a:p>
            <a:r>
              <a:rPr lang="en-US"/>
              <a:t>Ma </a:t>
            </a:r>
            <a:r>
              <a:rPr lang="en-US" err="1"/>
              <a:t>trận</a:t>
            </a:r>
            <a:r>
              <a:rPr lang="en-US"/>
              <a:t> </a:t>
            </a:r>
            <a:r>
              <a:rPr lang="en-US" err="1"/>
              <a:t>đường</a:t>
            </a:r>
            <a:r>
              <a:rPr lang="en-US"/>
              <a:t> </a:t>
            </a:r>
            <a:r>
              <a:rPr lang="en-US" err="1"/>
              <a:t>đi</a:t>
            </a:r>
            <a:r>
              <a:rPr lang="en-US"/>
              <a:t> </a:t>
            </a:r>
            <a:r>
              <a:rPr lang="en-US" err="1"/>
              <a:t>của</a:t>
            </a:r>
            <a:r>
              <a:rPr lang="en-US"/>
              <a:t> </a:t>
            </a:r>
            <a:r>
              <a:rPr lang="en-US" err="1"/>
              <a:t>đồ</a:t>
            </a:r>
            <a:r>
              <a:rPr lang="en-US"/>
              <a:t> </a:t>
            </a:r>
            <a:r>
              <a:rPr lang="en-US" err="1"/>
              <a:t>thị</a:t>
            </a:r>
            <a:r>
              <a:rPr lang="en-US"/>
              <a:t> G </a:t>
            </a:r>
            <a:r>
              <a:rPr lang="en-US" err="1"/>
              <a:t>được</a:t>
            </a:r>
            <a:r>
              <a:rPr lang="en-US"/>
              <a:t> </a:t>
            </a:r>
            <a:r>
              <a:rPr lang="en-US" err="1"/>
              <a:t>định</a:t>
            </a:r>
            <a:r>
              <a:rPr lang="en-US"/>
              <a:t> </a:t>
            </a:r>
            <a:r>
              <a:rPr lang="en-US" err="1"/>
              <a:t>nghĩa</a:t>
            </a:r>
            <a:r>
              <a:rPr lang="en-US"/>
              <a:t> </a:t>
            </a:r>
            <a:r>
              <a:rPr lang="en-US" err="1"/>
              <a:t>như</a:t>
            </a:r>
            <a:r>
              <a:rPr lang="en-US"/>
              <a:t> </a:t>
            </a:r>
            <a:r>
              <a:rPr lang="en-US" err="1"/>
              <a:t>sau</a:t>
            </a:r>
            <a:endParaRPr lang="en-US"/>
          </a:p>
          <a:p>
            <a:r>
              <a:rPr lang="en-US"/>
              <a:t>P = A v A</a:t>
            </a:r>
            <a:r>
              <a:rPr lang="en-US" baseline="30000"/>
              <a:t>(2)</a:t>
            </a:r>
            <a:r>
              <a:rPr lang="en-US"/>
              <a:t> v A</a:t>
            </a:r>
            <a:r>
              <a:rPr lang="en-US" baseline="30000"/>
              <a:t>(3)</a:t>
            </a:r>
            <a:r>
              <a:rPr lang="en-US"/>
              <a:t> v …. v A</a:t>
            </a:r>
            <a:r>
              <a:rPr lang="en-US" baseline="30000"/>
              <a:t>(n)</a:t>
            </a:r>
            <a:r>
              <a:rPr lang="en-US"/>
              <a:t> </a:t>
            </a:r>
          </a:p>
          <a:p>
            <a:r>
              <a:rPr lang="en-US"/>
              <a:t> A</a:t>
            </a:r>
            <a:r>
              <a:rPr lang="en-US" baseline="30000"/>
              <a:t>(2)</a:t>
            </a:r>
            <a:r>
              <a:rPr lang="en-US"/>
              <a:t>  = A^A</a:t>
            </a:r>
          </a:p>
          <a:p>
            <a:r>
              <a:rPr lang="en-US"/>
              <a:t>v: </a:t>
            </a:r>
            <a:r>
              <a:rPr lang="en-US" err="1"/>
              <a:t>là</a:t>
            </a:r>
            <a:r>
              <a:rPr lang="en-US"/>
              <a:t> </a:t>
            </a:r>
            <a:r>
              <a:rPr lang="en-US" err="1"/>
              <a:t>toán</a:t>
            </a:r>
            <a:r>
              <a:rPr lang="en-US"/>
              <a:t> </a:t>
            </a:r>
            <a:r>
              <a:rPr lang="en-US" err="1"/>
              <a:t>tử</a:t>
            </a:r>
            <a:r>
              <a:rPr lang="en-US"/>
              <a:t> </a:t>
            </a:r>
            <a:r>
              <a:rPr lang="en-US" err="1"/>
              <a:t>hoặc</a:t>
            </a:r>
            <a:r>
              <a:rPr lang="en-US"/>
              <a:t> (</a:t>
            </a:r>
            <a:r>
              <a:rPr lang="en-US" err="1"/>
              <a:t>tuyển</a:t>
            </a:r>
            <a:r>
              <a:rPr lang="en-US"/>
              <a:t>) OR</a:t>
            </a:r>
          </a:p>
          <a:p>
            <a:r>
              <a:rPr lang="en-US"/>
              <a:t>^ : </a:t>
            </a:r>
            <a:r>
              <a:rPr lang="en-US" err="1"/>
              <a:t>là</a:t>
            </a:r>
            <a:r>
              <a:rPr lang="en-US"/>
              <a:t> </a:t>
            </a:r>
            <a:r>
              <a:rPr lang="en-US" err="1"/>
              <a:t>toán</a:t>
            </a:r>
            <a:r>
              <a:rPr lang="en-US"/>
              <a:t> </a:t>
            </a:r>
            <a:r>
              <a:rPr lang="en-US" err="1"/>
              <a:t>tử</a:t>
            </a:r>
            <a:r>
              <a:rPr lang="en-US"/>
              <a:t> </a:t>
            </a:r>
            <a:r>
              <a:rPr lang="en-US" err="1"/>
              <a:t>và</a:t>
            </a:r>
            <a:r>
              <a:rPr lang="en-US"/>
              <a:t> (</a:t>
            </a:r>
            <a:r>
              <a:rPr lang="en-US" err="1"/>
              <a:t>hội</a:t>
            </a:r>
            <a:r>
              <a:rPr lang="en-US"/>
              <a:t>) AND</a:t>
            </a:r>
          </a:p>
          <a:p>
            <a:r>
              <a:rPr lang="en-US" err="1"/>
              <a:t>P</a:t>
            </a:r>
            <a:r>
              <a:rPr lang="en-US" baseline="-25000" err="1"/>
              <a:t>ij</a:t>
            </a:r>
            <a:r>
              <a:rPr lang="en-US" baseline="-25000"/>
              <a:t> </a:t>
            </a:r>
            <a:r>
              <a:rPr lang="en-US"/>
              <a:t> = 1 : </a:t>
            </a:r>
            <a:r>
              <a:rPr lang="en-US" err="1"/>
              <a:t>có</a:t>
            </a:r>
            <a:r>
              <a:rPr lang="en-US"/>
              <a:t> </a:t>
            </a:r>
            <a:r>
              <a:rPr lang="en-US" err="1"/>
              <a:t>đường</a:t>
            </a:r>
            <a:r>
              <a:rPr lang="en-US"/>
              <a:t> </a:t>
            </a:r>
            <a:r>
              <a:rPr lang="en-US" err="1"/>
              <a:t>đi</a:t>
            </a:r>
            <a:r>
              <a:rPr lang="en-US"/>
              <a:t> </a:t>
            </a:r>
            <a:r>
              <a:rPr lang="en-US" err="1"/>
              <a:t>từ</a:t>
            </a:r>
            <a:r>
              <a:rPr lang="en-US"/>
              <a:t> </a:t>
            </a:r>
            <a:r>
              <a:rPr lang="en-US" err="1"/>
              <a:t>i</a:t>
            </a:r>
            <a:r>
              <a:rPr lang="en-US"/>
              <a:t> </a:t>
            </a:r>
            <a:r>
              <a:rPr lang="en-US" err="1"/>
              <a:t>đến</a:t>
            </a:r>
            <a:r>
              <a:rPr lang="en-US"/>
              <a:t> j </a:t>
            </a:r>
          </a:p>
          <a:p>
            <a:r>
              <a:rPr lang="en-US" err="1"/>
              <a:t>P</a:t>
            </a:r>
            <a:r>
              <a:rPr lang="en-US" baseline="-25000" err="1"/>
              <a:t>ij</a:t>
            </a:r>
            <a:r>
              <a:rPr lang="en-US"/>
              <a:t> = 0 : </a:t>
            </a:r>
            <a:r>
              <a:rPr lang="en-US" err="1"/>
              <a:t>không</a:t>
            </a:r>
            <a:r>
              <a:rPr lang="en-US"/>
              <a:t> </a:t>
            </a:r>
            <a:r>
              <a:rPr lang="en-US" err="1"/>
              <a:t>có</a:t>
            </a:r>
            <a:r>
              <a:rPr lang="en-US"/>
              <a:t> </a:t>
            </a:r>
            <a:r>
              <a:rPr lang="en-US" err="1"/>
              <a:t>đường</a:t>
            </a:r>
            <a:r>
              <a:rPr lang="en-US"/>
              <a:t> </a:t>
            </a:r>
            <a:r>
              <a:rPr lang="en-US" err="1"/>
              <a:t>đi</a:t>
            </a:r>
            <a:r>
              <a:rPr lang="en-US"/>
              <a:t> </a:t>
            </a:r>
            <a:r>
              <a:rPr lang="en-US" err="1"/>
              <a:t>từ</a:t>
            </a:r>
            <a:r>
              <a:rPr lang="en-US"/>
              <a:t> </a:t>
            </a:r>
            <a:r>
              <a:rPr lang="en-US" err="1"/>
              <a:t>i</a:t>
            </a:r>
            <a:r>
              <a:rPr lang="en-US"/>
              <a:t> </a:t>
            </a:r>
            <a:r>
              <a:rPr lang="en-US" err="1"/>
              <a:t>đến</a:t>
            </a:r>
            <a:r>
              <a:rPr lang="en-US"/>
              <a:t> j </a:t>
            </a:r>
          </a:p>
          <a:p>
            <a:r>
              <a:rPr lang="en-US" err="1"/>
              <a:t>Thuật</a:t>
            </a:r>
            <a:r>
              <a:rPr lang="en-US"/>
              <a:t> </a:t>
            </a:r>
            <a:r>
              <a:rPr lang="en-US" err="1"/>
              <a:t>toán</a:t>
            </a:r>
            <a:r>
              <a:rPr lang="en-US"/>
              <a:t> WARSHALL </a:t>
            </a:r>
            <a:r>
              <a:rPr lang="en-US" err="1"/>
              <a:t>tính</a:t>
            </a:r>
            <a:r>
              <a:rPr lang="en-US"/>
              <a:t> ma </a:t>
            </a:r>
            <a:r>
              <a:rPr lang="en-US" err="1"/>
              <a:t>trận</a:t>
            </a:r>
            <a:r>
              <a:rPr lang="en-US"/>
              <a:t> P</a:t>
            </a:r>
          </a:p>
        </p:txBody>
      </p:sp>
      <p:graphicFrame>
        <p:nvGraphicFramePr>
          <p:cNvPr id="3" name="Table 2">
            <a:extLst>
              <a:ext uri="{FF2B5EF4-FFF2-40B4-BE49-F238E27FC236}">
                <a16:creationId xmlns:a16="http://schemas.microsoft.com/office/drawing/2014/main" id="{413789F8-899F-F042-A63C-6651865F7813}"/>
              </a:ext>
            </a:extLst>
          </p:cNvPr>
          <p:cNvGraphicFramePr>
            <a:graphicFrameLocks noGrp="1"/>
          </p:cNvGraphicFramePr>
          <p:nvPr>
            <p:extLst>
              <p:ext uri="{D42A27DB-BD31-4B8C-83A1-F6EECF244321}">
                <p14:modId xmlns:p14="http://schemas.microsoft.com/office/powerpoint/2010/main" val="2299343214"/>
              </p:ext>
            </p:extLst>
          </p:nvPr>
        </p:nvGraphicFramePr>
        <p:xfrm>
          <a:off x="5663296" y="2501900"/>
          <a:ext cx="2513551" cy="1854200"/>
        </p:xfrm>
        <a:graphic>
          <a:graphicData uri="http://schemas.openxmlformats.org/drawingml/2006/table">
            <a:tbl>
              <a:tblPr firstRow="1" bandRow="1">
                <a:tableStyleId>{2D5ABB26-0587-4C30-8999-92F81FD0307C}</a:tableStyleId>
              </a:tblPr>
              <a:tblGrid>
                <a:gridCol w="402138">
                  <a:extLst>
                    <a:ext uri="{9D8B030D-6E8A-4147-A177-3AD203B41FA5}">
                      <a16:colId xmlns:a16="http://schemas.microsoft.com/office/drawing/2014/main" val="1158340100"/>
                    </a:ext>
                  </a:extLst>
                </a:gridCol>
                <a:gridCol w="429683">
                  <a:extLst>
                    <a:ext uri="{9D8B030D-6E8A-4147-A177-3AD203B41FA5}">
                      <a16:colId xmlns:a16="http://schemas.microsoft.com/office/drawing/2014/main" val="3681041470"/>
                    </a:ext>
                  </a:extLst>
                </a:gridCol>
                <a:gridCol w="840865">
                  <a:extLst>
                    <a:ext uri="{9D8B030D-6E8A-4147-A177-3AD203B41FA5}">
                      <a16:colId xmlns:a16="http://schemas.microsoft.com/office/drawing/2014/main" val="2875718559"/>
                    </a:ext>
                  </a:extLst>
                </a:gridCol>
                <a:gridCol w="840865">
                  <a:extLst>
                    <a:ext uri="{9D8B030D-6E8A-4147-A177-3AD203B41FA5}">
                      <a16:colId xmlns:a16="http://schemas.microsoft.com/office/drawing/2014/main" val="3813907470"/>
                    </a:ext>
                  </a:extLst>
                </a:gridCol>
              </a:tblGrid>
              <a:tr h="370840">
                <a:tc>
                  <a:txBody>
                    <a:bodyPr/>
                    <a:lstStyle/>
                    <a:p>
                      <a:r>
                        <a:rPr lang="en-US"/>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 v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154158"/>
                  </a:ext>
                </a:extLst>
              </a:tr>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352422"/>
                  </a:ext>
                </a:extLst>
              </a:tr>
              <a:tr h="370840">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902239"/>
                  </a:ext>
                </a:extLst>
              </a:tr>
              <a:tr h="370840">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5966726"/>
                  </a:ext>
                </a:extLst>
              </a:tr>
              <a:tr h="370840">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9468459"/>
                  </a:ext>
                </a:extLst>
              </a:tr>
            </a:tbl>
          </a:graphicData>
        </a:graphic>
      </p:graphicFrame>
    </p:spTree>
    <p:extLst>
      <p:ext uri="{BB962C8B-B14F-4D97-AF65-F5344CB8AC3E}">
        <p14:creationId xmlns:p14="http://schemas.microsoft.com/office/powerpoint/2010/main" val="892163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8C470A-73A0-C849-A8F3-1821335C6AC6}"/>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577C032B-505D-CA42-BEC2-967B8E9F091A}"/>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13C73BD9-75C8-2844-868F-4330D084A073}"/>
              </a:ext>
            </a:extLst>
          </p:cNvPr>
          <p:cNvSpPr>
            <a:spLocks noGrp="1"/>
          </p:cNvSpPr>
          <p:nvPr>
            <p:ph type="sldNum" sz="quarter" idx="12"/>
          </p:nvPr>
        </p:nvSpPr>
        <p:spPr/>
        <p:txBody>
          <a:bodyPr/>
          <a:lstStyle/>
          <a:p>
            <a:fld id="{BA7BC09B-FE30-A349-B1D2-5A364F511F98}" type="slidenum">
              <a:rPr lang="en-US" smtClean="0"/>
              <a:t>25</a:t>
            </a:fld>
            <a:endParaRPr lang="en-US"/>
          </a:p>
        </p:txBody>
      </p:sp>
      <p:sp>
        <p:nvSpPr>
          <p:cNvPr id="2" name="Title 1">
            <a:extLst>
              <a:ext uri="{FF2B5EF4-FFF2-40B4-BE49-F238E27FC236}">
                <a16:creationId xmlns:a16="http://schemas.microsoft.com/office/drawing/2014/main" id="{FD2E5D0B-E984-314A-BED7-B862E05B531B}"/>
              </a:ext>
            </a:extLst>
          </p:cNvPr>
          <p:cNvSpPr>
            <a:spLocks noGrp="1"/>
          </p:cNvSpPr>
          <p:nvPr>
            <p:ph type="title"/>
          </p:nvPr>
        </p:nvSpPr>
        <p:spPr/>
        <p:txBody>
          <a:bodyPr/>
          <a:lstStyle/>
          <a:p>
            <a:r>
              <a:rPr lang="en-US" err="1"/>
              <a:t>Thuật</a:t>
            </a:r>
            <a:r>
              <a:rPr lang="en-US"/>
              <a:t> </a:t>
            </a:r>
            <a:r>
              <a:rPr lang="en-US" err="1"/>
              <a:t>toán</a:t>
            </a:r>
            <a:r>
              <a:rPr lang="en-US"/>
              <a:t> WARSHALL</a:t>
            </a:r>
          </a:p>
        </p:txBody>
      </p:sp>
      <p:sp>
        <p:nvSpPr>
          <p:cNvPr id="3" name="Content Placeholder 2">
            <a:extLst>
              <a:ext uri="{FF2B5EF4-FFF2-40B4-BE49-F238E27FC236}">
                <a16:creationId xmlns:a16="http://schemas.microsoft.com/office/drawing/2014/main" id="{11DF08EC-5F83-FD49-BF6E-2AC463ACE4B2}"/>
              </a:ext>
            </a:extLst>
          </p:cNvPr>
          <p:cNvSpPr>
            <a:spLocks noGrp="1"/>
          </p:cNvSpPr>
          <p:nvPr>
            <p:ph sz="quarter" idx="13"/>
          </p:nvPr>
        </p:nvSpPr>
        <p:spPr/>
        <p:txBody>
          <a:bodyPr>
            <a:normAutofit/>
          </a:bodyPr>
          <a:lstStyle/>
          <a:p>
            <a:pPr marL="0" indent="0">
              <a:buNone/>
            </a:pPr>
            <a:r>
              <a:rPr lang="en-US" b="1"/>
              <a:t>Procedure WARSHALL (</a:t>
            </a:r>
            <a:r>
              <a:rPr lang="en-US" b="1" err="1"/>
              <a:t>A,n,P</a:t>
            </a:r>
            <a:r>
              <a:rPr lang="en-US" b="1"/>
              <a:t>)</a:t>
            </a:r>
          </a:p>
          <a:p>
            <a:pPr marL="0" indent="0">
              <a:buNone/>
            </a:pPr>
            <a:r>
              <a:rPr lang="en-US"/>
              <a:t>1. For </a:t>
            </a:r>
            <a:r>
              <a:rPr lang="en-US" err="1"/>
              <a:t>i</a:t>
            </a:r>
            <a:r>
              <a:rPr lang="en-US"/>
              <a:t> = 1 to n do </a:t>
            </a:r>
          </a:p>
          <a:p>
            <a:pPr marL="0" indent="0">
              <a:buNone/>
            </a:pPr>
            <a:r>
              <a:rPr lang="en-US"/>
              <a:t>		For j = 1 to n do</a:t>
            </a:r>
          </a:p>
          <a:p>
            <a:pPr marL="0" indent="0">
              <a:buNone/>
            </a:pPr>
            <a:r>
              <a:rPr lang="en-US"/>
              <a:t>			P[</a:t>
            </a:r>
            <a:r>
              <a:rPr lang="en-US" err="1"/>
              <a:t>i,j</a:t>
            </a:r>
            <a:r>
              <a:rPr lang="en-US"/>
              <a:t>] = A[</a:t>
            </a:r>
            <a:r>
              <a:rPr lang="en-US" err="1"/>
              <a:t>i,j</a:t>
            </a:r>
            <a:r>
              <a:rPr lang="en-US"/>
              <a:t>];</a:t>
            </a:r>
          </a:p>
          <a:p>
            <a:pPr marL="0" indent="0">
              <a:buNone/>
            </a:pPr>
            <a:r>
              <a:rPr lang="en-US"/>
              <a:t>2. For k = 1 to n do </a:t>
            </a:r>
          </a:p>
          <a:p>
            <a:pPr marL="0" indent="0">
              <a:buNone/>
            </a:pPr>
            <a:r>
              <a:rPr lang="en-US"/>
              <a:t>		For </a:t>
            </a:r>
            <a:r>
              <a:rPr lang="en-US" err="1"/>
              <a:t>i</a:t>
            </a:r>
            <a:r>
              <a:rPr lang="en-US"/>
              <a:t> = 1 to n do</a:t>
            </a:r>
          </a:p>
          <a:p>
            <a:pPr marL="0" indent="0">
              <a:buNone/>
            </a:pPr>
            <a:r>
              <a:rPr lang="en-US"/>
              <a:t>			For j = 1 to n do </a:t>
            </a:r>
          </a:p>
          <a:p>
            <a:pPr marL="0" indent="0">
              <a:buNone/>
            </a:pPr>
            <a:r>
              <a:rPr lang="en-US"/>
              <a:t>				P[</a:t>
            </a:r>
            <a:r>
              <a:rPr lang="en-US" err="1"/>
              <a:t>i,j</a:t>
            </a:r>
            <a:r>
              <a:rPr lang="en-US"/>
              <a:t>] = P[</a:t>
            </a:r>
            <a:r>
              <a:rPr lang="en-US" err="1"/>
              <a:t>i,j</a:t>
            </a:r>
            <a:r>
              <a:rPr lang="en-US"/>
              <a:t>] v (P[</a:t>
            </a:r>
            <a:r>
              <a:rPr lang="en-US" err="1"/>
              <a:t>i,k</a:t>
            </a:r>
            <a:r>
              <a:rPr lang="en-US"/>
              <a:t>] ^ P[</a:t>
            </a:r>
            <a:r>
              <a:rPr lang="en-US" err="1"/>
              <a:t>k,j</a:t>
            </a:r>
            <a:r>
              <a:rPr lang="en-US"/>
              <a:t>]);</a:t>
            </a:r>
          </a:p>
          <a:p>
            <a:pPr marL="0" indent="0">
              <a:buNone/>
            </a:pPr>
            <a:r>
              <a:rPr lang="en-US"/>
              <a:t>3. Return </a:t>
            </a:r>
          </a:p>
          <a:p>
            <a:pPr marL="0" indent="0">
              <a:buNone/>
            </a:pPr>
            <a:r>
              <a:rPr lang="en-US"/>
              <a:t> </a:t>
            </a:r>
          </a:p>
        </p:txBody>
      </p:sp>
    </p:spTree>
    <p:extLst>
      <p:ext uri="{BB962C8B-B14F-4D97-AF65-F5344CB8AC3E}">
        <p14:creationId xmlns:p14="http://schemas.microsoft.com/office/powerpoint/2010/main" val="3428749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ACD609C-3366-6F42-AB5B-AC186E682DB5}"/>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4E9D1D3F-8923-A749-B164-2058B5A95D4B}"/>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2321EF70-E442-6F46-90A5-C9A7AB8B1937}"/>
              </a:ext>
            </a:extLst>
          </p:cNvPr>
          <p:cNvSpPr>
            <a:spLocks noGrp="1"/>
          </p:cNvSpPr>
          <p:nvPr>
            <p:ph type="sldNum" sz="quarter" idx="12"/>
          </p:nvPr>
        </p:nvSpPr>
        <p:spPr/>
        <p:txBody>
          <a:bodyPr/>
          <a:lstStyle/>
          <a:p>
            <a:fld id="{BA7BC09B-FE30-A349-B1D2-5A364F511F98}" type="slidenum">
              <a:rPr lang="en-US" smtClean="0"/>
              <a:t>26</a:t>
            </a:fld>
            <a:endParaRPr lang="en-US"/>
          </a:p>
        </p:txBody>
      </p:sp>
      <p:sp>
        <p:nvSpPr>
          <p:cNvPr id="2" name="Title 1">
            <a:extLst>
              <a:ext uri="{FF2B5EF4-FFF2-40B4-BE49-F238E27FC236}">
                <a16:creationId xmlns:a16="http://schemas.microsoft.com/office/drawing/2014/main" id="{03841F3D-9AC3-BC42-B237-9DC9BAFF2F41}"/>
              </a:ext>
            </a:extLst>
          </p:cNvPr>
          <p:cNvSpPr>
            <a:spLocks noGrp="1"/>
          </p:cNvSpPr>
          <p:nvPr>
            <p:ph type="title"/>
          </p:nvPr>
        </p:nvSpPr>
        <p:spPr/>
        <p:txBody>
          <a:bodyPr/>
          <a:lstStyle/>
          <a:p>
            <a:r>
              <a:rPr lang="en-US" err="1"/>
              <a:t>Ví</a:t>
            </a:r>
            <a:r>
              <a:rPr lang="en-US"/>
              <a:t> </a:t>
            </a:r>
            <a:r>
              <a:rPr lang="en-US" err="1"/>
              <a:t>dụ</a:t>
            </a:r>
            <a:r>
              <a:rPr lang="en-US"/>
              <a:t> : </a:t>
            </a:r>
            <a:r>
              <a:rPr lang="en-US" err="1"/>
              <a:t>Tìm</a:t>
            </a:r>
            <a:r>
              <a:rPr lang="en-US"/>
              <a:t> </a:t>
            </a:r>
            <a:r>
              <a:rPr lang="en-US" err="1"/>
              <a:t>đường</a:t>
            </a:r>
            <a:r>
              <a:rPr lang="en-US"/>
              <a:t> </a:t>
            </a:r>
            <a:r>
              <a:rPr lang="en-US" err="1"/>
              <a:t>đi</a:t>
            </a:r>
            <a:r>
              <a:rPr lang="en-US"/>
              <a:t> </a:t>
            </a:r>
          </a:p>
        </p:txBody>
      </p:sp>
      <p:sp>
        <p:nvSpPr>
          <p:cNvPr id="3" name="Content Placeholder 2">
            <a:extLst>
              <a:ext uri="{FF2B5EF4-FFF2-40B4-BE49-F238E27FC236}">
                <a16:creationId xmlns:a16="http://schemas.microsoft.com/office/drawing/2014/main" id="{83B52DF2-43AC-5A42-9A45-49C3B3438F0D}"/>
              </a:ext>
            </a:extLst>
          </p:cNvPr>
          <p:cNvSpPr>
            <a:spLocks noGrp="1"/>
          </p:cNvSpPr>
          <p:nvPr>
            <p:ph sz="quarter" idx="13"/>
          </p:nvPr>
        </p:nvSpPr>
        <p:spPr/>
        <p:txBody>
          <a:bodyPr>
            <a:normAutofit/>
          </a:bodyPr>
          <a:lstStyle/>
          <a:p>
            <a:r>
              <a:rPr lang="en-US"/>
              <a:t>Cho </a:t>
            </a:r>
            <a:r>
              <a:rPr lang="en-US" err="1"/>
              <a:t>đồ</a:t>
            </a:r>
            <a:r>
              <a:rPr lang="en-US"/>
              <a:t> </a:t>
            </a:r>
            <a:r>
              <a:rPr lang="en-US" err="1"/>
              <a:t>thị</a:t>
            </a:r>
            <a:r>
              <a:rPr lang="en-US"/>
              <a:t> G </a:t>
            </a:r>
            <a:r>
              <a:rPr lang="en-US" err="1"/>
              <a:t>có</a:t>
            </a:r>
            <a:r>
              <a:rPr lang="en-US"/>
              <a:t> ma </a:t>
            </a:r>
            <a:r>
              <a:rPr lang="en-US" err="1"/>
              <a:t>trận</a:t>
            </a:r>
            <a:r>
              <a:rPr lang="en-US"/>
              <a:t> </a:t>
            </a:r>
            <a:r>
              <a:rPr lang="en-US" err="1"/>
              <a:t>lân</a:t>
            </a:r>
            <a:r>
              <a:rPr lang="en-US"/>
              <a:t> </a:t>
            </a:r>
            <a:r>
              <a:rPr lang="en-US" err="1"/>
              <a:t>cận</a:t>
            </a:r>
            <a:r>
              <a:rPr lang="en-US"/>
              <a:t> A </a:t>
            </a:r>
            <a:r>
              <a:rPr lang="en-US" err="1"/>
              <a:t>có</a:t>
            </a:r>
            <a:r>
              <a:rPr lang="en-US"/>
              <a:t> </a:t>
            </a:r>
            <a:r>
              <a:rPr lang="en-US" err="1"/>
              <a:t>dạng</a:t>
            </a:r>
            <a:r>
              <a:rPr lang="en-US"/>
              <a:t> </a:t>
            </a:r>
            <a:r>
              <a:rPr lang="en-US" err="1"/>
              <a:t>như</a:t>
            </a:r>
            <a:r>
              <a:rPr lang="en-US"/>
              <a:t> </a:t>
            </a:r>
            <a:r>
              <a:rPr lang="en-US" err="1"/>
              <a:t>sau</a:t>
            </a:r>
            <a:r>
              <a:rPr lang="en-US"/>
              <a:t> </a:t>
            </a:r>
          </a:p>
          <a:p>
            <a:r>
              <a:rPr lang="en-US" err="1"/>
              <a:t>Tìm</a:t>
            </a:r>
            <a:r>
              <a:rPr lang="en-US"/>
              <a:t> A</a:t>
            </a:r>
            <a:r>
              <a:rPr lang="en-US" baseline="30000"/>
              <a:t>(2)</a:t>
            </a:r>
            <a:r>
              <a:rPr lang="en-US" baseline="-25000" err="1"/>
              <a:t>ij</a:t>
            </a:r>
            <a:r>
              <a:rPr lang="en-US" baseline="-25000"/>
              <a:t>  </a:t>
            </a:r>
            <a:r>
              <a:rPr lang="en-US" err="1"/>
              <a:t>có</a:t>
            </a:r>
            <a:r>
              <a:rPr lang="en-US"/>
              <a:t> </a:t>
            </a:r>
            <a:r>
              <a:rPr lang="en-US" err="1"/>
              <a:t>tồn</a:t>
            </a:r>
            <a:r>
              <a:rPr lang="en-US"/>
              <a:t> </a:t>
            </a:r>
            <a:r>
              <a:rPr lang="en-US" err="1"/>
              <a:t>tại</a:t>
            </a:r>
            <a:r>
              <a:rPr lang="en-US"/>
              <a:t> </a:t>
            </a:r>
            <a:r>
              <a:rPr lang="en-US" err="1"/>
              <a:t>đường</a:t>
            </a:r>
            <a:r>
              <a:rPr lang="en-US"/>
              <a:t> </a:t>
            </a:r>
            <a:r>
              <a:rPr lang="en-US" err="1"/>
              <a:t>đi</a:t>
            </a:r>
            <a:r>
              <a:rPr lang="en-US"/>
              <a:t> </a:t>
            </a:r>
            <a:r>
              <a:rPr lang="en-US" err="1"/>
              <a:t>từ</a:t>
            </a:r>
            <a:r>
              <a:rPr lang="en-US"/>
              <a:t> </a:t>
            </a:r>
            <a:r>
              <a:rPr lang="en-US" err="1"/>
              <a:t>i</a:t>
            </a:r>
            <a:r>
              <a:rPr lang="en-US"/>
              <a:t> </a:t>
            </a:r>
            <a:r>
              <a:rPr lang="en-US" err="1"/>
              <a:t>đến</a:t>
            </a:r>
            <a:r>
              <a:rPr lang="en-US"/>
              <a:t> j </a:t>
            </a:r>
            <a:r>
              <a:rPr lang="en-US" err="1"/>
              <a:t>có</a:t>
            </a:r>
            <a:r>
              <a:rPr lang="en-US"/>
              <a:t> </a:t>
            </a:r>
            <a:r>
              <a:rPr lang="en-US" err="1"/>
              <a:t>độ</a:t>
            </a:r>
            <a:r>
              <a:rPr lang="en-US"/>
              <a:t> </a:t>
            </a:r>
            <a:r>
              <a:rPr lang="en-US" err="1"/>
              <a:t>dài</a:t>
            </a:r>
            <a:r>
              <a:rPr lang="en-US"/>
              <a:t> </a:t>
            </a:r>
            <a:r>
              <a:rPr lang="en-US" err="1"/>
              <a:t>bằng</a:t>
            </a:r>
            <a:r>
              <a:rPr lang="en-US"/>
              <a:t> 2 </a:t>
            </a:r>
            <a:r>
              <a:rPr lang="en-US" err="1"/>
              <a:t>không</a:t>
            </a:r>
            <a:r>
              <a:rPr lang="en-US"/>
              <a:t>? </a:t>
            </a:r>
            <a:endParaRPr lang="en-US" baseline="-25000"/>
          </a:p>
        </p:txBody>
      </p:sp>
      <p:grpSp>
        <p:nvGrpSpPr>
          <p:cNvPr id="45" name="Group 44">
            <a:extLst>
              <a:ext uri="{FF2B5EF4-FFF2-40B4-BE49-F238E27FC236}">
                <a16:creationId xmlns:a16="http://schemas.microsoft.com/office/drawing/2014/main" id="{114AC18A-1AB1-2145-B7FB-88F3EB18043B}"/>
              </a:ext>
            </a:extLst>
          </p:cNvPr>
          <p:cNvGrpSpPr/>
          <p:nvPr/>
        </p:nvGrpSpPr>
        <p:grpSpPr>
          <a:xfrm>
            <a:off x="768897" y="3771705"/>
            <a:ext cx="2054067" cy="1824130"/>
            <a:chOff x="768897" y="3771705"/>
            <a:chExt cx="2054067" cy="1824130"/>
          </a:xfrm>
        </p:grpSpPr>
        <p:grpSp>
          <p:nvGrpSpPr>
            <p:cNvPr id="10" name="Group 9">
              <a:extLst>
                <a:ext uri="{FF2B5EF4-FFF2-40B4-BE49-F238E27FC236}">
                  <a16:creationId xmlns:a16="http://schemas.microsoft.com/office/drawing/2014/main" id="{90DA4796-A11C-0E41-9AE4-3B12582E528C}"/>
                </a:ext>
              </a:extLst>
            </p:cNvPr>
            <p:cNvGrpSpPr/>
            <p:nvPr/>
          </p:nvGrpSpPr>
          <p:grpSpPr>
            <a:xfrm>
              <a:off x="768897" y="5214835"/>
              <a:ext cx="374681" cy="356519"/>
              <a:chOff x="1178170" y="3200400"/>
              <a:chExt cx="548640" cy="548640"/>
            </a:xfrm>
          </p:grpSpPr>
          <p:sp>
            <p:nvSpPr>
              <p:cNvPr id="11" name="Oval 10">
                <a:extLst>
                  <a:ext uri="{FF2B5EF4-FFF2-40B4-BE49-F238E27FC236}">
                    <a16:creationId xmlns:a16="http://schemas.microsoft.com/office/drawing/2014/main" id="{970E3323-C2FD-E74C-AEF9-FE91FABBF220}"/>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2" name="TextBox 11">
                <a:extLst>
                  <a:ext uri="{FF2B5EF4-FFF2-40B4-BE49-F238E27FC236}">
                    <a16:creationId xmlns:a16="http://schemas.microsoft.com/office/drawing/2014/main" id="{D98615CA-8C9E-3746-91B0-12EC10A7E0E0}"/>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grpSp>
          <p:nvGrpSpPr>
            <p:cNvPr id="13" name="Group 12">
              <a:extLst>
                <a:ext uri="{FF2B5EF4-FFF2-40B4-BE49-F238E27FC236}">
                  <a16:creationId xmlns:a16="http://schemas.microsoft.com/office/drawing/2014/main" id="{3BD221A2-FCB7-0342-9DB5-B1806B8AB210}"/>
                </a:ext>
              </a:extLst>
            </p:cNvPr>
            <p:cNvGrpSpPr/>
            <p:nvPr/>
          </p:nvGrpSpPr>
          <p:grpSpPr>
            <a:xfrm>
              <a:off x="778202" y="3919435"/>
              <a:ext cx="374681" cy="356519"/>
              <a:chOff x="1178170" y="3200400"/>
              <a:chExt cx="548640" cy="548640"/>
            </a:xfrm>
          </p:grpSpPr>
          <p:sp>
            <p:nvSpPr>
              <p:cNvPr id="14" name="Oval 13">
                <a:extLst>
                  <a:ext uri="{FF2B5EF4-FFF2-40B4-BE49-F238E27FC236}">
                    <a16:creationId xmlns:a16="http://schemas.microsoft.com/office/drawing/2014/main" id="{C1566247-5295-C444-A35C-2E2969B90F4C}"/>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5" name="TextBox 14">
                <a:extLst>
                  <a:ext uri="{FF2B5EF4-FFF2-40B4-BE49-F238E27FC236}">
                    <a16:creationId xmlns:a16="http://schemas.microsoft.com/office/drawing/2014/main" id="{612E4C98-321C-2944-AFA3-35C55EFC1841}"/>
                  </a:ext>
                </a:extLst>
              </p:cNvPr>
              <p:cNvSpPr txBox="1"/>
              <p:nvPr/>
            </p:nvSpPr>
            <p:spPr>
              <a:xfrm>
                <a:off x="1371601" y="3253155"/>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sp>
          <p:nvSpPr>
            <p:cNvPr id="17" name="Oval 16">
              <a:extLst>
                <a:ext uri="{FF2B5EF4-FFF2-40B4-BE49-F238E27FC236}">
                  <a16:creationId xmlns:a16="http://schemas.microsoft.com/office/drawing/2014/main" id="{76E00E55-F9F2-F244-86ED-E9D74C0E5E93}"/>
                </a:ext>
              </a:extLst>
            </p:cNvPr>
            <p:cNvSpPr/>
            <p:nvPr/>
          </p:nvSpPr>
          <p:spPr>
            <a:xfrm>
              <a:off x="1686283" y="3919435"/>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2</a:t>
              </a:r>
            </a:p>
          </p:txBody>
        </p:sp>
        <p:cxnSp>
          <p:nvCxnSpPr>
            <p:cNvPr id="19" name="Straight Connector 18">
              <a:extLst>
                <a:ext uri="{FF2B5EF4-FFF2-40B4-BE49-F238E27FC236}">
                  <a16:creationId xmlns:a16="http://schemas.microsoft.com/office/drawing/2014/main" id="{57F8B304-BF2C-5F4F-826F-1FAC54DA51BE}"/>
                </a:ext>
              </a:extLst>
            </p:cNvPr>
            <p:cNvCxnSpPr>
              <a:stCxn id="14" idx="6"/>
              <a:endCxn id="17" idx="2"/>
            </p:cNvCxnSpPr>
            <p:nvPr/>
          </p:nvCxnSpPr>
          <p:spPr>
            <a:xfrm>
              <a:off x="1152883" y="4097695"/>
              <a:ext cx="5334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36F5F47-B68E-1245-B64D-5A1E13E95CC4}"/>
                </a:ext>
              </a:extLst>
            </p:cNvPr>
            <p:cNvCxnSpPr>
              <a:cxnSpLocks/>
              <a:stCxn id="29" idx="2"/>
              <a:endCxn id="11" idx="6"/>
            </p:cNvCxnSpPr>
            <p:nvPr/>
          </p:nvCxnSpPr>
          <p:spPr>
            <a:xfrm flipH="1" flipV="1">
              <a:off x="1143578" y="5393095"/>
              <a:ext cx="542705" cy="24481"/>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E6B7890-9C93-4E4A-9180-BC08DCAC8D6A}"/>
                </a:ext>
              </a:extLst>
            </p:cNvPr>
            <p:cNvCxnSpPr>
              <a:stCxn id="11" idx="7"/>
              <a:endCxn id="17" idx="3"/>
            </p:cNvCxnSpPr>
            <p:nvPr/>
          </p:nvCxnSpPr>
          <p:spPr>
            <a:xfrm flipV="1">
              <a:off x="1088707" y="4223743"/>
              <a:ext cx="652447" cy="1043303"/>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A0C8BCF-9437-644F-9A65-F891C9C9CC66}"/>
                </a:ext>
              </a:extLst>
            </p:cNvPr>
            <p:cNvCxnSpPr>
              <a:stCxn id="32" idx="2"/>
              <a:endCxn id="17" idx="6"/>
            </p:cNvCxnSpPr>
            <p:nvPr/>
          </p:nvCxnSpPr>
          <p:spPr>
            <a:xfrm flipH="1">
              <a:off x="2060964" y="4097695"/>
              <a:ext cx="387319" cy="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20558C42-1BD4-B549-86F5-E4CED4A1DF13}"/>
                </a:ext>
              </a:extLst>
            </p:cNvPr>
            <p:cNvGrpSpPr/>
            <p:nvPr/>
          </p:nvGrpSpPr>
          <p:grpSpPr>
            <a:xfrm>
              <a:off x="1686283" y="5239316"/>
              <a:ext cx="374681" cy="356519"/>
              <a:chOff x="1178170" y="3200400"/>
              <a:chExt cx="548640" cy="548640"/>
            </a:xfrm>
          </p:grpSpPr>
          <p:sp>
            <p:nvSpPr>
              <p:cNvPr id="29" name="Oval 28">
                <a:extLst>
                  <a:ext uri="{FF2B5EF4-FFF2-40B4-BE49-F238E27FC236}">
                    <a16:creationId xmlns:a16="http://schemas.microsoft.com/office/drawing/2014/main" id="{A9264C16-AB4E-7D43-9F8F-FB5F949B1B52}"/>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0" name="TextBox 29">
                <a:extLst>
                  <a:ext uri="{FF2B5EF4-FFF2-40B4-BE49-F238E27FC236}">
                    <a16:creationId xmlns:a16="http://schemas.microsoft.com/office/drawing/2014/main" id="{058D0A83-B97A-0A46-B3C6-8FD2911C655F}"/>
                  </a:ext>
                </a:extLst>
              </p:cNvPr>
              <p:cNvSpPr txBox="1"/>
              <p:nvPr/>
            </p:nvSpPr>
            <p:spPr>
              <a:xfrm>
                <a:off x="1393196" y="3268486"/>
                <a:ext cx="152400" cy="430886"/>
              </a:xfrm>
              <a:prstGeom prst="rect">
                <a:avLst/>
              </a:prstGeom>
              <a:noFill/>
            </p:spPr>
            <p:txBody>
              <a:bodyPr wrap="square" lIns="0" tIns="0" rIns="0" bIns="0" rtlCol="0">
                <a:spAutoFit/>
              </a:bodyPr>
              <a:lstStyle/>
              <a:p>
                <a:r>
                  <a:rPr lang="en-US">
                    <a:latin typeface="Cambria Math" pitchFamily="18" charset="0"/>
                    <a:ea typeface="Cambria Math" pitchFamily="18" charset="0"/>
                  </a:rPr>
                  <a:t>4</a:t>
                </a:r>
              </a:p>
            </p:txBody>
          </p:sp>
        </p:grpSp>
        <p:grpSp>
          <p:nvGrpSpPr>
            <p:cNvPr id="31" name="Group 30">
              <a:extLst>
                <a:ext uri="{FF2B5EF4-FFF2-40B4-BE49-F238E27FC236}">
                  <a16:creationId xmlns:a16="http://schemas.microsoft.com/office/drawing/2014/main" id="{E08C8581-850B-3B40-8506-BEFC5E0EBC4D}"/>
                </a:ext>
              </a:extLst>
            </p:cNvPr>
            <p:cNvGrpSpPr/>
            <p:nvPr/>
          </p:nvGrpSpPr>
          <p:grpSpPr>
            <a:xfrm>
              <a:off x="2448283" y="3919435"/>
              <a:ext cx="374681" cy="356519"/>
              <a:chOff x="1178170" y="3200400"/>
              <a:chExt cx="548640" cy="548640"/>
            </a:xfrm>
          </p:grpSpPr>
          <p:sp>
            <p:nvSpPr>
              <p:cNvPr id="32" name="Oval 31">
                <a:extLst>
                  <a:ext uri="{FF2B5EF4-FFF2-40B4-BE49-F238E27FC236}">
                    <a16:creationId xmlns:a16="http://schemas.microsoft.com/office/drawing/2014/main" id="{F7E018FF-61E2-614D-BB9E-D91F327175E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3" name="TextBox 32">
                <a:extLst>
                  <a:ext uri="{FF2B5EF4-FFF2-40B4-BE49-F238E27FC236}">
                    <a16:creationId xmlns:a16="http://schemas.microsoft.com/office/drawing/2014/main" id="{90300025-6FDA-6544-8F1A-C8E3D70DB34B}"/>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3</a:t>
                </a:r>
              </a:p>
            </p:txBody>
          </p:sp>
        </p:grpSp>
        <p:sp>
          <p:nvSpPr>
            <p:cNvPr id="35" name="Arc 34">
              <a:extLst>
                <a:ext uri="{FF2B5EF4-FFF2-40B4-BE49-F238E27FC236}">
                  <a16:creationId xmlns:a16="http://schemas.microsoft.com/office/drawing/2014/main" id="{B63AAF96-3B95-0544-8EFC-154CC1040F7A}"/>
                </a:ext>
              </a:extLst>
            </p:cNvPr>
            <p:cNvSpPr/>
            <p:nvPr/>
          </p:nvSpPr>
          <p:spPr>
            <a:xfrm>
              <a:off x="997281" y="3771705"/>
              <a:ext cx="1679602" cy="528730"/>
            </a:xfrm>
            <a:prstGeom prst="arc">
              <a:avLst>
                <a:gd name="adj1" fmla="val 11228480"/>
                <a:gd name="adj2" fmla="val 2105347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575CF0FB-15B5-8C45-B738-4234FD7CF7E7}"/>
                </a:ext>
              </a:extLst>
            </p:cNvPr>
            <p:cNvCxnSpPr>
              <a:cxnSpLocks/>
              <a:stCxn id="14" idx="5"/>
              <a:endCxn id="29" idx="1"/>
            </p:cNvCxnSpPr>
            <p:nvPr/>
          </p:nvCxnSpPr>
          <p:spPr>
            <a:xfrm>
              <a:off x="1098012" y="4223743"/>
              <a:ext cx="643142" cy="10677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B97E3D3-8013-D142-AA0B-B1416A6BBC8A}"/>
                </a:ext>
              </a:extLst>
            </p:cNvPr>
            <p:cNvCxnSpPr>
              <a:cxnSpLocks/>
              <a:stCxn id="17" idx="4"/>
              <a:endCxn id="29" idx="0"/>
            </p:cNvCxnSpPr>
            <p:nvPr/>
          </p:nvCxnSpPr>
          <p:spPr>
            <a:xfrm>
              <a:off x="1873624" y="4275954"/>
              <a:ext cx="0" cy="963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aphicFrame>
        <p:nvGraphicFramePr>
          <p:cNvPr id="44" name="Table 43">
            <a:extLst>
              <a:ext uri="{FF2B5EF4-FFF2-40B4-BE49-F238E27FC236}">
                <a16:creationId xmlns:a16="http://schemas.microsoft.com/office/drawing/2014/main" id="{30613115-D5CD-0042-8F57-C40A1D044FC2}"/>
              </a:ext>
            </a:extLst>
          </p:cNvPr>
          <p:cNvGraphicFramePr>
            <a:graphicFrameLocks noGrp="1"/>
          </p:cNvGraphicFramePr>
          <p:nvPr>
            <p:extLst>
              <p:ext uri="{D42A27DB-BD31-4B8C-83A1-F6EECF244321}">
                <p14:modId xmlns:p14="http://schemas.microsoft.com/office/powerpoint/2010/main" val="1883790044"/>
              </p:ext>
            </p:extLst>
          </p:nvPr>
        </p:nvGraphicFramePr>
        <p:xfrm>
          <a:off x="5082753" y="3598166"/>
          <a:ext cx="2972540" cy="2344694"/>
        </p:xfrm>
        <a:graphic>
          <a:graphicData uri="http://schemas.openxmlformats.org/drawingml/2006/table">
            <a:tbl>
              <a:tblPr firstRow="1" bandRow="1">
                <a:tableStyleId>{2D5ABB26-0587-4C30-8999-92F81FD0307C}</a:tableStyleId>
              </a:tblPr>
              <a:tblGrid>
                <a:gridCol w="594508">
                  <a:extLst>
                    <a:ext uri="{9D8B030D-6E8A-4147-A177-3AD203B41FA5}">
                      <a16:colId xmlns:a16="http://schemas.microsoft.com/office/drawing/2014/main" val="2194518692"/>
                    </a:ext>
                  </a:extLst>
                </a:gridCol>
                <a:gridCol w="594508">
                  <a:extLst>
                    <a:ext uri="{9D8B030D-6E8A-4147-A177-3AD203B41FA5}">
                      <a16:colId xmlns:a16="http://schemas.microsoft.com/office/drawing/2014/main" val="4255478199"/>
                    </a:ext>
                  </a:extLst>
                </a:gridCol>
                <a:gridCol w="594508">
                  <a:extLst>
                    <a:ext uri="{9D8B030D-6E8A-4147-A177-3AD203B41FA5}">
                      <a16:colId xmlns:a16="http://schemas.microsoft.com/office/drawing/2014/main" val="377532319"/>
                    </a:ext>
                  </a:extLst>
                </a:gridCol>
                <a:gridCol w="594508">
                  <a:extLst>
                    <a:ext uri="{9D8B030D-6E8A-4147-A177-3AD203B41FA5}">
                      <a16:colId xmlns:a16="http://schemas.microsoft.com/office/drawing/2014/main" val="2776908622"/>
                    </a:ext>
                  </a:extLst>
                </a:gridCol>
                <a:gridCol w="594508">
                  <a:extLst>
                    <a:ext uri="{9D8B030D-6E8A-4147-A177-3AD203B41FA5}">
                      <a16:colId xmlns:a16="http://schemas.microsoft.com/office/drawing/2014/main" val="3418658536"/>
                    </a:ext>
                  </a:extLst>
                </a:gridCol>
              </a:tblGrid>
              <a:tr h="463786">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800404"/>
                  </a:ext>
                </a:extLst>
              </a:tr>
              <a:tr h="470227">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769421"/>
                  </a:ext>
                </a:extLst>
              </a:tr>
              <a:tr h="470227">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133186"/>
                  </a:ext>
                </a:extLst>
              </a:tr>
              <a:tr h="470227">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755582"/>
                  </a:ext>
                </a:extLst>
              </a:tr>
              <a:tr h="470227">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402848"/>
                  </a:ext>
                </a:extLst>
              </a:tr>
            </a:tbl>
          </a:graphicData>
        </a:graphic>
      </p:graphicFrame>
      <p:sp>
        <p:nvSpPr>
          <p:cNvPr id="46" name="TextBox 45">
            <a:extLst>
              <a:ext uri="{FF2B5EF4-FFF2-40B4-BE49-F238E27FC236}">
                <a16:creationId xmlns:a16="http://schemas.microsoft.com/office/drawing/2014/main" id="{8ECBAA36-734B-0941-8FA4-EC64FF1AEE1E}"/>
              </a:ext>
            </a:extLst>
          </p:cNvPr>
          <p:cNvSpPr txBox="1"/>
          <p:nvPr/>
        </p:nvSpPr>
        <p:spPr>
          <a:xfrm>
            <a:off x="4451195" y="4599217"/>
            <a:ext cx="623496" cy="369332"/>
          </a:xfrm>
          <a:prstGeom prst="rect">
            <a:avLst/>
          </a:prstGeom>
          <a:noFill/>
        </p:spPr>
        <p:txBody>
          <a:bodyPr wrap="square" rtlCol="0">
            <a:spAutoFit/>
          </a:bodyPr>
          <a:lstStyle/>
          <a:p>
            <a:r>
              <a:rPr lang="en-US"/>
              <a:t>A = </a:t>
            </a:r>
          </a:p>
        </p:txBody>
      </p:sp>
    </p:spTree>
    <p:extLst>
      <p:ext uri="{BB962C8B-B14F-4D97-AF65-F5344CB8AC3E}">
        <p14:creationId xmlns:p14="http://schemas.microsoft.com/office/powerpoint/2010/main" val="1070490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2E1A7A5-D0BF-B54F-B2A5-742F3AA60ABE}"/>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F951413A-1DA0-0141-8A21-AEB23D5B375F}"/>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2E65C209-D679-B44E-9F75-F9FD46A365FD}"/>
              </a:ext>
            </a:extLst>
          </p:cNvPr>
          <p:cNvSpPr>
            <a:spLocks noGrp="1"/>
          </p:cNvSpPr>
          <p:nvPr>
            <p:ph type="sldNum" sz="quarter" idx="12"/>
          </p:nvPr>
        </p:nvSpPr>
        <p:spPr/>
        <p:txBody>
          <a:bodyPr/>
          <a:lstStyle/>
          <a:p>
            <a:fld id="{BA7BC09B-FE30-A349-B1D2-5A364F511F98}" type="slidenum">
              <a:rPr lang="en-US" smtClean="0"/>
              <a:t>27</a:t>
            </a:fld>
            <a:endParaRPr lang="en-US"/>
          </a:p>
        </p:txBody>
      </p:sp>
      <p:sp>
        <p:nvSpPr>
          <p:cNvPr id="2" name="Title 1">
            <a:extLst>
              <a:ext uri="{FF2B5EF4-FFF2-40B4-BE49-F238E27FC236}">
                <a16:creationId xmlns:a16="http://schemas.microsoft.com/office/drawing/2014/main" id="{CB07ED9B-9D5B-2B40-86E8-8C29823F4F1F}"/>
              </a:ext>
            </a:extLst>
          </p:cNvPr>
          <p:cNvSpPr>
            <a:spLocks noGrp="1"/>
          </p:cNvSpPr>
          <p:nvPr>
            <p:ph type="title"/>
          </p:nvPr>
        </p:nvSpPr>
        <p:spPr/>
        <p:txBody>
          <a:bodyPr/>
          <a:lstStyle/>
          <a:p>
            <a:r>
              <a:rPr lang="en-US" err="1"/>
              <a:t>Ví</a:t>
            </a:r>
            <a:r>
              <a:rPr lang="en-US"/>
              <a:t> </a:t>
            </a:r>
            <a:r>
              <a:rPr lang="en-US" err="1"/>
              <a:t>dụ</a:t>
            </a:r>
            <a:r>
              <a:rPr lang="en-US"/>
              <a:t>: </a:t>
            </a:r>
            <a:r>
              <a:rPr lang="en-US" err="1"/>
              <a:t>Tìm</a:t>
            </a:r>
            <a:r>
              <a:rPr lang="en-US"/>
              <a:t> </a:t>
            </a:r>
            <a:r>
              <a:rPr lang="en-US" err="1"/>
              <a:t>đường</a:t>
            </a:r>
            <a:r>
              <a:rPr lang="en-US"/>
              <a:t> </a:t>
            </a:r>
            <a:r>
              <a:rPr lang="en-US" err="1"/>
              <a:t>đi</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84C712-66BD-1446-9386-7A3A7D328A6E}"/>
                  </a:ext>
                </a:extLst>
              </p:cNvPr>
              <p:cNvSpPr>
                <a:spLocks noGrp="1"/>
              </p:cNvSpPr>
              <p:nvPr>
                <p:ph sz="quarter" idx="13"/>
              </p:nvPr>
            </p:nvSpPr>
            <p:spPr/>
            <p:txBody>
              <a:bodyPr>
                <a:normAutofit/>
              </a:bodyPr>
              <a:lstStyle/>
              <a:p>
                <a:r>
                  <a:rPr lang="en-US" err="1"/>
                  <a:t>Xét</a:t>
                </a:r>
                <a:r>
                  <a:rPr lang="en-US"/>
                  <a:t> </a:t>
                </a:r>
                <a:r>
                  <a:rPr lang="en-US" err="1"/>
                  <a:t>hai</a:t>
                </a:r>
                <a:r>
                  <a:rPr lang="en-US"/>
                  <a:t> ma </a:t>
                </a:r>
                <a:r>
                  <a:rPr lang="en-US" err="1"/>
                  <a:t>trận</a:t>
                </a:r>
                <a:r>
                  <a:rPr lang="en-US"/>
                  <a:t> A, B </a:t>
                </a:r>
                <a:r>
                  <a:rPr lang="en-US" err="1"/>
                  <a:t>kích</a:t>
                </a:r>
                <a:r>
                  <a:rPr lang="en-US"/>
                  <a:t> </a:t>
                </a:r>
                <a:r>
                  <a:rPr lang="en-US" err="1"/>
                  <a:t>thước</a:t>
                </a:r>
                <a:r>
                  <a:rPr lang="en-US"/>
                  <a:t> </a:t>
                </a:r>
                <a:r>
                  <a:rPr lang="en-US" err="1"/>
                  <a:t>nxn</a:t>
                </a:r>
                <a:r>
                  <a:rPr lang="en-US"/>
                  <a:t> </a:t>
                </a:r>
              </a:p>
              <a:p>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 = </m:t>
                    </m:r>
                    <m:r>
                      <a:rPr lang="en-US" i="1" dirty="0" smtClean="0">
                        <a:latin typeface="Cambria Math" panose="02040503050406030204" pitchFamily="18" charset="0"/>
                      </a:rPr>
                      <m:t>𝐴</m:t>
                    </m:r>
                    <m:r>
                      <a:rPr lang="en-US" i="1" dirty="0" smtClean="0">
                        <a:latin typeface="Cambria Math" panose="02040503050406030204" pitchFamily="18" charset="0"/>
                      </a:rPr>
                      <m:t> ∨ </m:t>
                    </m:r>
                    <m:r>
                      <a:rPr lang="en-US" i="1" dirty="0" smtClean="0">
                        <a:latin typeface="Cambria Math" panose="02040503050406030204" pitchFamily="18" charset="0"/>
                      </a:rPr>
                      <m:t>𝐵</m:t>
                    </m:r>
                    <m:r>
                      <a:rPr lang="en-US" i="1" dirty="0" smtClean="0">
                        <a:latin typeface="Cambria Math" panose="02040503050406030204" pitchFamily="18" charset="0"/>
                      </a:rPr>
                      <m:t> =&gt; </m:t>
                    </m:r>
                    <m:r>
                      <a:rPr lang="en-US" i="1" dirty="0" err="1" smtClean="0">
                        <a:latin typeface="Cambria Math" panose="02040503050406030204" pitchFamily="18" charset="0"/>
                      </a:rPr>
                      <m:t>𝐶</m:t>
                    </m:r>
                    <m:r>
                      <a:rPr lang="en-US" i="1" baseline="-25000" dirty="0" err="1" smtClean="0">
                        <a:latin typeface="Cambria Math" panose="02040503050406030204" pitchFamily="18" charset="0"/>
                      </a:rPr>
                      <m:t>𝑖𝑗</m:t>
                    </m:r>
                    <m:r>
                      <a:rPr lang="vi-VN" b="0" i="1" dirty="0" smtClean="0">
                        <a:latin typeface="Cambria Math" panose="02040503050406030204" pitchFamily="18" charset="0"/>
                      </a:rPr>
                      <m:t>= </m:t>
                    </m:r>
                    <m:r>
                      <a:rPr lang="en-US" i="1" dirty="0" err="1" smtClean="0">
                        <a:latin typeface="Cambria Math" panose="02040503050406030204" pitchFamily="18" charset="0"/>
                      </a:rPr>
                      <m:t>𝐴</m:t>
                    </m:r>
                    <m:r>
                      <a:rPr lang="en-US" i="1" baseline="-25000" dirty="0" err="1" smtClean="0">
                        <a:latin typeface="Cambria Math" panose="02040503050406030204" pitchFamily="18" charset="0"/>
                      </a:rPr>
                      <m:t>𝑖𝑗</m:t>
                    </m:r>
                    <m:r>
                      <a:rPr lang="en-US" i="1" dirty="0" smtClean="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 </m:t>
                    </m:r>
                    <m:r>
                      <a:rPr lang="en-US" i="1" dirty="0" err="1" smtClean="0">
                        <a:latin typeface="Cambria Math" panose="02040503050406030204" pitchFamily="18" charset="0"/>
                      </a:rPr>
                      <m:t>𝐵</m:t>
                    </m:r>
                    <m:r>
                      <a:rPr lang="en-US" i="1" baseline="-25000" dirty="0" err="1" smtClean="0">
                        <a:latin typeface="Cambria Math" panose="02040503050406030204" pitchFamily="18" charset="0"/>
                      </a:rPr>
                      <m:t>𝑖𝑗</m:t>
                    </m:r>
                    <m:r>
                      <a:rPr lang="en-US" i="1" dirty="0" smtClean="0">
                        <a:latin typeface="Cambria Math" panose="02040503050406030204" pitchFamily="18" charset="0"/>
                      </a:rPr>
                      <m:t> </m:t>
                    </m:r>
                  </m:oMath>
                </a14:m>
                <a:endParaRPr lang="en-US"/>
              </a:p>
              <a:p>
                <a14:m>
                  <m:oMath xmlns:m="http://schemas.openxmlformats.org/officeDocument/2006/math">
                    <m:r>
                      <a:rPr lang="en-US" i="1" dirty="0" smtClean="0">
                        <a:latin typeface="Cambria Math" panose="02040503050406030204" pitchFamily="18" charset="0"/>
                      </a:rPr>
                      <m:t>𝐷</m:t>
                    </m:r>
                    <m:r>
                      <a:rPr lang="en-US" i="1" dirty="0" smtClean="0">
                        <a:latin typeface="Cambria Math" panose="02040503050406030204" pitchFamily="18" charset="0"/>
                      </a:rPr>
                      <m:t> = </m:t>
                    </m:r>
                    <m:r>
                      <a:rPr lang="en-US" i="1" dirty="0" smtClean="0">
                        <a:latin typeface="Cambria Math" panose="02040503050406030204" pitchFamily="18" charset="0"/>
                      </a:rPr>
                      <m:t>𝐴</m:t>
                    </m:r>
                    <m:r>
                      <a:rPr lang="en-US" i="1" dirty="0" smtClean="0">
                        <a:latin typeface="Cambria Math" panose="02040503050406030204" pitchFamily="18" charset="0"/>
                      </a:rPr>
                      <m:t> ∧ </m:t>
                    </m:r>
                    <m:r>
                      <a:rPr lang="en-US" i="1" dirty="0" smtClean="0">
                        <a:latin typeface="Cambria Math" panose="02040503050406030204" pitchFamily="18" charset="0"/>
                      </a:rPr>
                      <m:t>𝐵</m:t>
                    </m:r>
                    <m:r>
                      <a:rPr lang="en-US" i="1" dirty="0" smtClean="0">
                        <a:latin typeface="Cambria Math" panose="02040503050406030204" pitchFamily="18" charset="0"/>
                      </a:rPr>
                      <m:t> =&gt;</m:t>
                    </m:r>
                    <m:sSub>
                      <m:sSubPr>
                        <m:ctrlPr>
                          <a:rPr lang="vi-VN" b="0" i="1" smtClean="0">
                            <a:latin typeface="Cambria Math" panose="02040503050406030204" pitchFamily="18" charset="0"/>
                          </a:rPr>
                        </m:ctrlPr>
                      </m:sSubPr>
                      <m:e>
                        <m:r>
                          <a:rPr lang="vi-VN" i="1">
                            <a:latin typeface="Cambria Math" panose="02040503050406030204" pitchFamily="18" charset="0"/>
                          </a:rPr>
                          <m:t>𝐷</m:t>
                        </m:r>
                      </m:e>
                      <m:sub>
                        <m:r>
                          <m:rPr>
                            <m:sty m:val="p"/>
                          </m:rPr>
                          <a:rPr lang="vi-VN" i="1">
                            <a:latin typeface="Cambria Math" panose="02040503050406030204" pitchFamily="18" charset="0"/>
                          </a:rPr>
                          <m:t>ij</m:t>
                        </m:r>
                      </m:sub>
                    </m:sSub>
                  </m:oMath>
                </a14:m>
                <a:r>
                  <a:rPr lang="en-US"/>
                  <a:t> =</a:t>
                </a:r>
                <a:r>
                  <a:rPr lang="en-US">
                    <a:ea typeface="Cambria Math" panose="02040503050406030204" pitchFamily="18" charset="0"/>
                  </a:rPr>
                  <a:t> </a:t>
                </a:r>
                <a14:m>
                  <m:oMath xmlns:m="http://schemas.openxmlformats.org/officeDocument/2006/math">
                    <m:sSubSup>
                      <m:sSubSupPr>
                        <m:ctrlPr>
                          <a:rPr lang="en-US" i="1" dirty="0" smtClean="0">
                            <a:latin typeface="Cambria Math" panose="02040503050406030204" pitchFamily="18" charset="0"/>
                            <a:ea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rPr>
                          <m:t>∨</m:t>
                        </m:r>
                      </m:e>
                      <m:sub>
                        <m:r>
                          <m:rPr>
                            <m:sty m:val="p"/>
                          </m:rPr>
                          <a:rPr lang="en-US" i="1" dirty="0">
                            <a:latin typeface="Cambria Math" panose="02040503050406030204" pitchFamily="18" charset="0"/>
                            <a:ea typeface="Cambria Math" panose="02040503050406030204" pitchFamily="18" charset="0"/>
                          </a:rPr>
                          <m:t>k</m:t>
                        </m:r>
                        <m:r>
                          <a:rPr lang="vi-VN" b="0" i="1" dirty="0" smtClean="0">
                            <a:latin typeface="Cambria Math" panose="02040503050406030204" pitchFamily="18" charset="0"/>
                            <a:ea typeface="Cambria Math" panose="02040503050406030204" pitchFamily="18" charset="0"/>
                          </a:rPr>
                          <m:t>=1</m:t>
                        </m:r>
                      </m:sub>
                      <m:sup>
                        <m:r>
                          <m:rPr>
                            <m:sty m:val="p"/>
                          </m:rPr>
                          <a:rPr lang="en-US" i="1" dirty="0">
                            <a:latin typeface="Cambria Math" panose="02040503050406030204" pitchFamily="18" charset="0"/>
                            <a:ea typeface="Cambria Math" panose="02040503050406030204" pitchFamily="18" charset="0"/>
                          </a:rPr>
                          <m:t>n</m:t>
                        </m:r>
                      </m:sup>
                    </m:sSubSup>
                    <m:r>
                      <a:rPr lang="vi-VN" b="0" i="0" dirty="0" smtClean="0">
                        <a:latin typeface="Cambria Math" panose="02040503050406030204" pitchFamily="18" charset="0"/>
                      </a:rPr>
                      <m:t>(</m:t>
                    </m:r>
                    <m:r>
                      <a:rPr lang="en-US" i="1" dirty="0">
                        <a:latin typeface="Cambria Math" panose="02040503050406030204" pitchFamily="18" charset="0"/>
                      </a:rPr>
                      <m:t>𝐴</m:t>
                    </m:r>
                    <m:r>
                      <a:rPr lang="en-US" i="1" baseline="-25000" dirty="0" err="1">
                        <a:latin typeface="Cambria Math" panose="02040503050406030204" pitchFamily="18" charset="0"/>
                      </a:rPr>
                      <m:t>𝑖</m:t>
                    </m:r>
                    <m:r>
                      <m:rPr>
                        <m:sty m:val="p"/>
                      </m:rPr>
                      <a:rPr lang="en-US" i="1" baseline="-25000" dirty="0" err="1" smtClean="0">
                        <a:latin typeface="Cambria Math" panose="02040503050406030204" pitchFamily="18" charset="0"/>
                      </a:rPr>
                      <m:t>k</m:t>
                    </m:r>
                    <m:r>
                      <a:rPr lang="en-US" i="1" dirty="0">
                        <a:latin typeface="Cambria Math" panose="02040503050406030204" pitchFamily="18" charset="0"/>
                        <a:ea typeface="Cambria Math" panose="02040503050406030204" pitchFamily="18" charset="0"/>
                      </a:rPr>
                      <m:t>∧</m:t>
                    </m:r>
                    <m:r>
                      <a:rPr lang="en-US" i="1" dirty="0" err="1">
                        <a:latin typeface="Cambria Math" panose="02040503050406030204" pitchFamily="18" charset="0"/>
                      </a:rPr>
                      <m:t>𝐵</m:t>
                    </m:r>
                    <m:r>
                      <m:rPr>
                        <m:sty m:val="p"/>
                      </m:rPr>
                      <a:rPr lang="en-US" i="1" baseline="-25000" dirty="0" err="1" smtClean="0">
                        <a:latin typeface="Cambria Math" panose="02040503050406030204" pitchFamily="18" charset="0"/>
                      </a:rPr>
                      <m:t>k</m:t>
                    </m:r>
                    <m:r>
                      <a:rPr lang="en-US" i="1" baseline="-25000" dirty="0" err="1">
                        <a:latin typeface="Cambria Math" panose="02040503050406030204" pitchFamily="18" charset="0"/>
                      </a:rPr>
                      <m:t>𝑗</m:t>
                    </m:r>
                    <m:r>
                      <a:rPr lang="en-US" i="1" dirty="0">
                        <a:latin typeface="Cambria Math" panose="02040503050406030204" pitchFamily="18" charset="0"/>
                      </a:rPr>
                      <m:t> </m:t>
                    </m:r>
                    <m:r>
                      <a:rPr lang="vi-VN" b="0" i="1" dirty="0" smtClean="0">
                        <a:latin typeface="Cambria Math" panose="02040503050406030204" pitchFamily="18" charset="0"/>
                      </a:rPr>
                      <m:t>)</m:t>
                    </m:r>
                  </m:oMath>
                </a14:m>
                <a:endParaRPr lang="en-US"/>
              </a:p>
              <a:p>
                <a:r>
                  <a:rPr lang="en-US"/>
                  <a:t>Ta </a:t>
                </a:r>
                <a:r>
                  <a:rPr lang="en-US" err="1"/>
                  <a:t>có</a:t>
                </a:r>
                <a:r>
                  <a:rPr lang="en-US"/>
                  <a:t> : A</a:t>
                </a:r>
                <a:r>
                  <a:rPr lang="en-US" baseline="30000"/>
                  <a:t> (2) </a:t>
                </a:r>
                <a:r>
                  <a:rPr lang="en-US"/>
                  <a:t>= A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a:t> A; P =</a:t>
                </a:r>
                <a:r>
                  <a:rPr lang="en-US">
                    <a:ea typeface="Cambria Math" panose="02040503050406030204" pitchFamily="18" charset="0"/>
                  </a:rPr>
                  <a:t> </a:t>
                </a:r>
                <a14:m>
                  <m:oMath xmlns:m="http://schemas.openxmlformats.org/officeDocument/2006/math">
                    <m:sSubSup>
                      <m:sSubSupPr>
                        <m:ctrlPr>
                          <a:rPr lang="en-US" i="1" dirty="0">
                            <a:latin typeface="Cambria Math" panose="02040503050406030204" pitchFamily="18" charset="0"/>
                            <a:ea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rPr>
                          <m:t>∨</m:t>
                        </m:r>
                      </m:e>
                      <m:sub>
                        <m:r>
                          <m:rPr>
                            <m:sty m:val="p"/>
                          </m:rPr>
                          <a:rPr lang="en-US" i="1" dirty="0">
                            <a:latin typeface="Cambria Math" panose="02040503050406030204" pitchFamily="18" charset="0"/>
                            <a:ea typeface="Cambria Math" panose="02040503050406030204" pitchFamily="18" charset="0"/>
                          </a:rPr>
                          <m:t>k</m:t>
                        </m:r>
                        <m:r>
                          <a:rPr lang="vi-VN" i="1" dirty="0">
                            <a:latin typeface="Cambria Math" panose="02040503050406030204" pitchFamily="18" charset="0"/>
                            <a:ea typeface="Cambria Math" panose="02040503050406030204" pitchFamily="18" charset="0"/>
                          </a:rPr>
                          <m:t>=1</m:t>
                        </m:r>
                      </m:sub>
                      <m:sup>
                        <m:r>
                          <m:rPr>
                            <m:sty m:val="p"/>
                          </m:rPr>
                          <a:rPr lang="en-US" i="1" dirty="0">
                            <a:latin typeface="Cambria Math" panose="02040503050406030204" pitchFamily="18" charset="0"/>
                            <a:ea typeface="Cambria Math" panose="02040503050406030204" pitchFamily="18" charset="0"/>
                          </a:rPr>
                          <m:t>n</m:t>
                        </m:r>
                      </m:sup>
                    </m:sSubSup>
                    <m:r>
                      <m:rPr>
                        <m:nor/>
                      </m:rPr>
                      <a:rPr lang="en-US" dirty="0"/>
                      <m:t>A</m:t>
                    </m:r>
                    <m:r>
                      <m:rPr>
                        <m:nor/>
                      </m:rPr>
                      <a:rPr lang="en-US" baseline="30000" dirty="0"/>
                      <m:t> (</m:t>
                    </m:r>
                    <m:r>
                      <m:rPr>
                        <m:sty m:val="p"/>
                      </m:rPr>
                      <a:rPr lang="en-US" i="1" baseline="30000" dirty="0" smtClean="0">
                        <a:latin typeface="Cambria Math" panose="02040503050406030204" pitchFamily="18" charset="0"/>
                      </a:rPr>
                      <m:t>k</m:t>
                    </m:r>
                    <m:r>
                      <m:rPr>
                        <m:nor/>
                      </m:rPr>
                      <a:rPr lang="en-US" baseline="30000" dirty="0"/>
                      <m:t>)</m:t>
                    </m:r>
                  </m:oMath>
                </a14:m>
                <a:endParaRPr lang="en-US"/>
              </a:p>
              <a:p>
                <a:r>
                  <a:rPr lang="en-US" err="1"/>
                  <a:t>Nếu</a:t>
                </a:r>
                <a:r>
                  <a:rPr lang="en-US"/>
                  <a:t> A</a:t>
                </a:r>
                <a:r>
                  <a:rPr lang="en-US" baseline="30000"/>
                  <a:t> (2)</a:t>
                </a:r>
                <a:r>
                  <a:rPr lang="en-US"/>
                  <a:t> </a:t>
                </a:r>
                <a:r>
                  <a:rPr lang="en-US" baseline="-25000" err="1"/>
                  <a:t>ij</a:t>
                </a:r>
                <a:r>
                  <a:rPr lang="en-US"/>
                  <a:t> = 1 : </a:t>
                </a:r>
                <a:r>
                  <a:rPr lang="en-US" err="1"/>
                  <a:t>có</a:t>
                </a:r>
                <a:r>
                  <a:rPr lang="en-US"/>
                  <a:t> </a:t>
                </a:r>
                <a:r>
                  <a:rPr lang="en-US" err="1"/>
                  <a:t>đường</a:t>
                </a:r>
                <a:r>
                  <a:rPr lang="en-US"/>
                  <a:t> </a:t>
                </a:r>
                <a:r>
                  <a:rPr lang="en-US" err="1"/>
                  <a:t>đi</a:t>
                </a:r>
                <a:r>
                  <a:rPr lang="en-US"/>
                  <a:t> </a:t>
                </a:r>
                <a:r>
                  <a:rPr lang="en-US" err="1"/>
                  <a:t>từ</a:t>
                </a:r>
                <a:r>
                  <a:rPr lang="en-US"/>
                  <a:t> </a:t>
                </a:r>
                <a:r>
                  <a:rPr lang="en-US" err="1"/>
                  <a:t>i</a:t>
                </a:r>
                <a:r>
                  <a:rPr lang="en-US"/>
                  <a:t> </a:t>
                </a:r>
                <a:r>
                  <a:rPr lang="en-US" err="1"/>
                  <a:t>đến</a:t>
                </a:r>
                <a:r>
                  <a:rPr lang="en-US"/>
                  <a:t> j </a:t>
                </a:r>
                <a:r>
                  <a:rPr lang="en-US" err="1"/>
                  <a:t>có</a:t>
                </a:r>
                <a:r>
                  <a:rPr lang="en-US"/>
                  <a:t> </a:t>
                </a:r>
                <a:r>
                  <a:rPr lang="en-US" err="1"/>
                  <a:t>độ</a:t>
                </a:r>
                <a:r>
                  <a:rPr lang="en-US"/>
                  <a:t> </a:t>
                </a:r>
                <a:r>
                  <a:rPr lang="en-US" err="1"/>
                  <a:t>dài</a:t>
                </a:r>
                <a:r>
                  <a:rPr lang="en-US"/>
                  <a:t> </a:t>
                </a:r>
                <a:r>
                  <a:rPr lang="en-US" err="1"/>
                  <a:t>bằng</a:t>
                </a:r>
                <a:r>
                  <a:rPr lang="en-US"/>
                  <a:t> 2</a:t>
                </a:r>
              </a:p>
              <a:p>
                <a:r>
                  <a:rPr lang="en-US" err="1"/>
                  <a:t>Nếu</a:t>
                </a:r>
                <a:r>
                  <a:rPr lang="en-US"/>
                  <a:t> A</a:t>
                </a:r>
                <a:r>
                  <a:rPr lang="en-US" baseline="30000"/>
                  <a:t> (2)</a:t>
                </a:r>
                <a:r>
                  <a:rPr lang="en-US"/>
                  <a:t> </a:t>
                </a:r>
                <a:r>
                  <a:rPr lang="en-US" baseline="-25000" err="1"/>
                  <a:t>ij</a:t>
                </a:r>
                <a:r>
                  <a:rPr lang="en-US"/>
                  <a:t> = 0 : </a:t>
                </a:r>
                <a:r>
                  <a:rPr lang="en-US" err="1"/>
                  <a:t>Không</a:t>
                </a:r>
                <a:r>
                  <a:rPr lang="en-US"/>
                  <a:t> </a:t>
                </a:r>
                <a:r>
                  <a:rPr lang="en-US" err="1"/>
                  <a:t>có</a:t>
                </a:r>
                <a:r>
                  <a:rPr lang="en-US"/>
                  <a:t> </a:t>
                </a:r>
                <a:r>
                  <a:rPr lang="en-US" err="1"/>
                  <a:t>đường</a:t>
                </a:r>
                <a:r>
                  <a:rPr lang="en-US"/>
                  <a:t> </a:t>
                </a:r>
                <a:r>
                  <a:rPr lang="en-US" err="1"/>
                  <a:t>đi</a:t>
                </a:r>
                <a:r>
                  <a:rPr lang="en-US"/>
                  <a:t> </a:t>
                </a:r>
                <a:r>
                  <a:rPr lang="en-US" err="1"/>
                  <a:t>từ</a:t>
                </a:r>
                <a:r>
                  <a:rPr lang="en-US"/>
                  <a:t> </a:t>
                </a:r>
                <a:r>
                  <a:rPr lang="en-US" err="1"/>
                  <a:t>i</a:t>
                </a:r>
                <a:r>
                  <a:rPr lang="en-US"/>
                  <a:t> </a:t>
                </a:r>
                <a:r>
                  <a:rPr lang="en-US" err="1"/>
                  <a:t>đến</a:t>
                </a:r>
                <a:r>
                  <a:rPr lang="en-US"/>
                  <a:t> j </a:t>
                </a:r>
                <a:r>
                  <a:rPr lang="en-US" err="1"/>
                  <a:t>có</a:t>
                </a:r>
                <a:r>
                  <a:rPr lang="en-US"/>
                  <a:t> </a:t>
                </a:r>
                <a:r>
                  <a:rPr lang="en-US" err="1"/>
                  <a:t>độ</a:t>
                </a:r>
                <a:r>
                  <a:rPr lang="en-US"/>
                  <a:t> </a:t>
                </a:r>
                <a:r>
                  <a:rPr lang="en-US" err="1"/>
                  <a:t>dài</a:t>
                </a:r>
                <a:r>
                  <a:rPr lang="en-US"/>
                  <a:t> </a:t>
                </a:r>
                <a:r>
                  <a:rPr lang="en-US" err="1"/>
                  <a:t>bằng</a:t>
                </a:r>
                <a:r>
                  <a:rPr lang="en-US"/>
                  <a:t> 2</a:t>
                </a:r>
              </a:p>
              <a:p>
                <a:r>
                  <a:rPr lang="en-US" err="1"/>
                  <a:t>P</a:t>
                </a:r>
                <a:r>
                  <a:rPr lang="en-US" baseline="-25000" err="1"/>
                  <a:t>ij</a:t>
                </a:r>
                <a:r>
                  <a:rPr lang="en-US"/>
                  <a:t> = 1 : </a:t>
                </a:r>
                <a:r>
                  <a:rPr lang="en-US" err="1"/>
                  <a:t>có</a:t>
                </a:r>
                <a:r>
                  <a:rPr lang="en-US"/>
                  <a:t> </a:t>
                </a:r>
                <a:r>
                  <a:rPr lang="en-US" err="1"/>
                  <a:t>đường</a:t>
                </a:r>
                <a:r>
                  <a:rPr lang="en-US"/>
                  <a:t> </a:t>
                </a:r>
                <a:r>
                  <a:rPr lang="en-US" err="1"/>
                  <a:t>đi</a:t>
                </a:r>
                <a:r>
                  <a:rPr lang="en-US"/>
                  <a:t> </a:t>
                </a:r>
                <a:r>
                  <a:rPr lang="en-US" err="1"/>
                  <a:t>từ</a:t>
                </a:r>
                <a:r>
                  <a:rPr lang="en-US"/>
                  <a:t> </a:t>
                </a:r>
                <a:r>
                  <a:rPr lang="en-US" err="1"/>
                  <a:t>ij</a:t>
                </a:r>
                <a:r>
                  <a:rPr lang="en-US"/>
                  <a:t> </a:t>
                </a:r>
                <a:r>
                  <a:rPr lang="en-US" err="1"/>
                  <a:t>không</a:t>
                </a:r>
                <a:r>
                  <a:rPr lang="en-US"/>
                  <a:t> </a:t>
                </a:r>
                <a:r>
                  <a:rPr lang="en-US" err="1"/>
                  <a:t>xác</a:t>
                </a:r>
                <a:r>
                  <a:rPr lang="en-US"/>
                  <a:t> </a:t>
                </a:r>
                <a:r>
                  <a:rPr lang="en-US" err="1"/>
                  <a:t>định</a:t>
                </a:r>
                <a:r>
                  <a:rPr lang="en-US"/>
                  <a:t> </a:t>
                </a:r>
                <a:r>
                  <a:rPr lang="en-US" err="1"/>
                  <a:t>độ</a:t>
                </a:r>
                <a:r>
                  <a:rPr lang="en-US"/>
                  <a:t> </a:t>
                </a:r>
                <a:r>
                  <a:rPr lang="en-US" err="1"/>
                  <a:t>dài</a:t>
                </a:r>
                <a:endParaRPr lang="en-US"/>
              </a:p>
              <a:p>
                <a:endParaRPr lang="en-US"/>
              </a:p>
            </p:txBody>
          </p:sp>
        </mc:Choice>
        <mc:Fallback xmlns="">
          <p:sp>
            <p:nvSpPr>
              <p:cNvPr id="3" name="Content Placeholder 2">
                <a:extLst>
                  <a:ext uri="{FF2B5EF4-FFF2-40B4-BE49-F238E27FC236}">
                    <a16:creationId xmlns:a16="http://schemas.microsoft.com/office/drawing/2014/main" id="{F484C712-66BD-1446-9386-7A3A7D328A6E}"/>
                  </a:ext>
                </a:extLst>
              </p:cNvPr>
              <p:cNvSpPr>
                <a:spLocks noGrp="1" noRot="1" noChangeAspect="1" noMove="1" noResize="1" noEditPoints="1" noAdjustHandles="1" noChangeArrowheads="1" noChangeShapeType="1" noTextEdit="1"/>
              </p:cNvSpPr>
              <p:nvPr>
                <p:ph sz="quarter" idx="13"/>
              </p:nvPr>
            </p:nvSpPr>
            <p:spPr>
              <a:blipFill>
                <a:blip r:embed="rId3"/>
                <a:stretch>
                  <a:fillRect l="-1170" t="-2153"/>
                </a:stretch>
              </a:blipFill>
            </p:spPr>
            <p:txBody>
              <a:bodyPr/>
              <a:lstStyle/>
              <a:p>
                <a:r>
                  <a:rPr>
                    <a:noFill/>
                  </a:rPr>
                  <a:t> </a:t>
                </a:r>
              </a:p>
            </p:txBody>
          </p:sp>
        </mc:Fallback>
      </mc:AlternateContent>
    </p:spTree>
    <p:extLst>
      <p:ext uri="{BB962C8B-B14F-4D97-AF65-F5344CB8AC3E}">
        <p14:creationId xmlns:p14="http://schemas.microsoft.com/office/powerpoint/2010/main" val="3333957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6938DB5-A57B-C34D-9713-B0CFA19F732E}"/>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311573B3-2402-8E48-8164-4548D392FA37}"/>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465966A6-4764-E145-929E-AF7A09548558}"/>
              </a:ext>
            </a:extLst>
          </p:cNvPr>
          <p:cNvSpPr>
            <a:spLocks noGrp="1"/>
          </p:cNvSpPr>
          <p:nvPr>
            <p:ph type="sldNum" sz="quarter" idx="12"/>
          </p:nvPr>
        </p:nvSpPr>
        <p:spPr/>
        <p:txBody>
          <a:bodyPr/>
          <a:lstStyle/>
          <a:p>
            <a:fld id="{BA7BC09B-FE30-A349-B1D2-5A364F511F98}" type="slidenum">
              <a:rPr lang="en-US" smtClean="0"/>
              <a:t>28</a:t>
            </a:fld>
            <a:endParaRPr lang="en-US"/>
          </a:p>
        </p:txBody>
      </p:sp>
      <p:sp>
        <p:nvSpPr>
          <p:cNvPr id="2" name="Title 1">
            <a:extLst>
              <a:ext uri="{FF2B5EF4-FFF2-40B4-BE49-F238E27FC236}">
                <a16:creationId xmlns:a16="http://schemas.microsoft.com/office/drawing/2014/main" id="{3837716E-CA64-F649-9DEF-D9FCFD10C317}"/>
              </a:ext>
            </a:extLst>
          </p:cNvPr>
          <p:cNvSpPr>
            <a:spLocks noGrp="1"/>
          </p:cNvSpPr>
          <p:nvPr>
            <p:ph type="title"/>
          </p:nvPr>
        </p:nvSpPr>
        <p:spPr/>
        <p:txBody>
          <a:bodyPr/>
          <a:lstStyle/>
          <a:p>
            <a:r>
              <a:rPr lang="en-US" err="1"/>
              <a:t>Ví</a:t>
            </a:r>
            <a:r>
              <a:rPr lang="en-US"/>
              <a:t> </a:t>
            </a:r>
            <a:r>
              <a:rPr lang="en-US" err="1"/>
              <a:t>dụ</a:t>
            </a:r>
            <a:r>
              <a:rPr lang="en-US"/>
              <a:t>: </a:t>
            </a:r>
            <a:r>
              <a:rPr lang="en-US" err="1"/>
              <a:t>Tìm</a:t>
            </a:r>
            <a:r>
              <a:rPr lang="en-US"/>
              <a:t> </a:t>
            </a:r>
            <a:r>
              <a:rPr lang="en-US" err="1"/>
              <a:t>đường</a:t>
            </a:r>
            <a:r>
              <a:rPr lang="en-US"/>
              <a:t> </a:t>
            </a:r>
            <a:r>
              <a:rPr lang="en-US" err="1"/>
              <a:t>đi</a:t>
            </a:r>
            <a:endParaRPr lang="en-US"/>
          </a:p>
        </p:txBody>
      </p:sp>
      <p:sp>
        <p:nvSpPr>
          <p:cNvPr id="3" name="Chỗ dành sẵn cho Nội dung 2">
            <a:extLst>
              <a:ext uri="{FF2B5EF4-FFF2-40B4-BE49-F238E27FC236}">
                <a16:creationId xmlns:a16="http://schemas.microsoft.com/office/drawing/2014/main" id="{FFD4DA7C-B01D-CC5B-D56A-36236C83A5B2}"/>
              </a:ext>
            </a:extLst>
          </p:cNvPr>
          <p:cNvSpPr>
            <a:spLocks noGrp="1"/>
          </p:cNvSpPr>
          <p:nvPr>
            <p:ph sz="quarter" idx="13"/>
          </p:nvPr>
        </p:nvSpPr>
        <p:spPr/>
        <p:txBody>
          <a:bodyPr/>
          <a:lstStyle/>
          <a:p>
            <a:endParaRPr lang="vi-VN"/>
          </a:p>
        </p:txBody>
      </p:sp>
      <p:graphicFrame>
        <p:nvGraphicFramePr>
          <p:cNvPr id="7" name="Table 6">
            <a:extLst>
              <a:ext uri="{FF2B5EF4-FFF2-40B4-BE49-F238E27FC236}">
                <a16:creationId xmlns:a16="http://schemas.microsoft.com/office/drawing/2014/main" id="{F1A321BF-34FC-2F41-8502-B5A69DC19BF2}"/>
              </a:ext>
            </a:extLst>
          </p:cNvPr>
          <p:cNvGraphicFramePr>
            <a:graphicFrameLocks noGrp="1"/>
          </p:cNvGraphicFramePr>
          <p:nvPr>
            <p:extLst>
              <p:ext uri="{D42A27DB-BD31-4B8C-83A1-F6EECF244321}">
                <p14:modId xmlns:p14="http://schemas.microsoft.com/office/powerpoint/2010/main" val="1872319611"/>
              </p:ext>
            </p:extLst>
          </p:nvPr>
        </p:nvGraphicFramePr>
        <p:xfrm>
          <a:off x="1036307" y="1486694"/>
          <a:ext cx="1851715" cy="1828800"/>
        </p:xfrm>
        <a:graphic>
          <a:graphicData uri="http://schemas.openxmlformats.org/drawingml/2006/table">
            <a:tbl>
              <a:tblPr firstRow="1" bandRow="1">
                <a:tableStyleId>{2D5ABB26-0587-4C30-8999-92F81FD0307C}</a:tableStyleId>
              </a:tblPr>
              <a:tblGrid>
                <a:gridCol w="370343">
                  <a:extLst>
                    <a:ext uri="{9D8B030D-6E8A-4147-A177-3AD203B41FA5}">
                      <a16:colId xmlns:a16="http://schemas.microsoft.com/office/drawing/2014/main" val="2194518692"/>
                    </a:ext>
                  </a:extLst>
                </a:gridCol>
                <a:gridCol w="370343">
                  <a:extLst>
                    <a:ext uri="{9D8B030D-6E8A-4147-A177-3AD203B41FA5}">
                      <a16:colId xmlns:a16="http://schemas.microsoft.com/office/drawing/2014/main" val="4255478199"/>
                    </a:ext>
                  </a:extLst>
                </a:gridCol>
                <a:gridCol w="370343">
                  <a:extLst>
                    <a:ext uri="{9D8B030D-6E8A-4147-A177-3AD203B41FA5}">
                      <a16:colId xmlns:a16="http://schemas.microsoft.com/office/drawing/2014/main" val="377532319"/>
                    </a:ext>
                  </a:extLst>
                </a:gridCol>
                <a:gridCol w="370343">
                  <a:extLst>
                    <a:ext uri="{9D8B030D-6E8A-4147-A177-3AD203B41FA5}">
                      <a16:colId xmlns:a16="http://schemas.microsoft.com/office/drawing/2014/main" val="2776908622"/>
                    </a:ext>
                  </a:extLst>
                </a:gridCol>
                <a:gridCol w="370343">
                  <a:extLst>
                    <a:ext uri="{9D8B030D-6E8A-4147-A177-3AD203B41FA5}">
                      <a16:colId xmlns:a16="http://schemas.microsoft.com/office/drawing/2014/main" val="3418658536"/>
                    </a:ext>
                  </a:extLst>
                </a:gridCol>
              </a:tblGrid>
              <a:tr h="358469">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800404"/>
                  </a:ext>
                </a:extLst>
              </a:tr>
              <a:tr h="358469">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769421"/>
                  </a:ext>
                </a:extLst>
              </a:tr>
              <a:tr h="358469">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133186"/>
                  </a:ext>
                </a:extLst>
              </a:tr>
              <a:tr h="358469">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755582"/>
                  </a:ext>
                </a:extLst>
              </a:tr>
              <a:tr h="358469">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402848"/>
                  </a:ext>
                </a:extLst>
              </a:tr>
            </a:tbl>
          </a:graphicData>
        </a:graphic>
      </p:graphicFrame>
      <p:graphicFrame>
        <p:nvGraphicFramePr>
          <p:cNvPr id="8" name="Table 7">
            <a:extLst>
              <a:ext uri="{FF2B5EF4-FFF2-40B4-BE49-F238E27FC236}">
                <a16:creationId xmlns:a16="http://schemas.microsoft.com/office/drawing/2014/main" id="{26033C9C-84E8-3141-A880-65B080458AD1}"/>
              </a:ext>
            </a:extLst>
          </p:cNvPr>
          <p:cNvGraphicFramePr>
            <a:graphicFrameLocks noGrp="1"/>
          </p:cNvGraphicFramePr>
          <p:nvPr>
            <p:extLst>
              <p:ext uri="{D42A27DB-BD31-4B8C-83A1-F6EECF244321}">
                <p14:modId xmlns:p14="http://schemas.microsoft.com/office/powerpoint/2010/main" val="3622437540"/>
              </p:ext>
            </p:extLst>
          </p:nvPr>
        </p:nvGraphicFramePr>
        <p:xfrm>
          <a:off x="3886200" y="1417638"/>
          <a:ext cx="1851715" cy="1869510"/>
        </p:xfrm>
        <a:graphic>
          <a:graphicData uri="http://schemas.openxmlformats.org/drawingml/2006/table">
            <a:tbl>
              <a:tblPr firstRow="1" bandRow="1">
                <a:tableStyleId>{2D5ABB26-0587-4C30-8999-92F81FD0307C}</a:tableStyleId>
              </a:tblPr>
              <a:tblGrid>
                <a:gridCol w="370343">
                  <a:extLst>
                    <a:ext uri="{9D8B030D-6E8A-4147-A177-3AD203B41FA5}">
                      <a16:colId xmlns:a16="http://schemas.microsoft.com/office/drawing/2014/main" val="2194518692"/>
                    </a:ext>
                  </a:extLst>
                </a:gridCol>
                <a:gridCol w="370343">
                  <a:extLst>
                    <a:ext uri="{9D8B030D-6E8A-4147-A177-3AD203B41FA5}">
                      <a16:colId xmlns:a16="http://schemas.microsoft.com/office/drawing/2014/main" val="4255478199"/>
                    </a:ext>
                  </a:extLst>
                </a:gridCol>
                <a:gridCol w="370343">
                  <a:extLst>
                    <a:ext uri="{9D8B030D-6E8A-4147-A177-3AD203B41FA5}">
                      <a16:colId xmlns:a16="http://schemas.microsoft.com/office/drawing/2014/main" val="377532319"/>
                    </a:ext>
                  </a:extLst>
                </a:gridCol>
                <a:gridCol w="370343">
                  <a:extLst>
                    <a:ext uri="{9D8B030D-6E8A-4147-A177-3AD203B41FA5}">
                      <a16:colId xmlns:a16="http://schemas.microsoft.com/office/drawing/2014/main" val="2776908622"/>
                    </a:ext>
                  </a:extLst>
                </a:gridCol>
                <a:gridCol w="370343">
                  <a:extLst>
                    <a:ext uri="{9D8B030D-6E8A-4147-A177-3AD203B41FA5}">
                      <a16:colId xmlns:a16="http://schemas.microsoft.com/office/drawing/2014/main" val="3418658536"/>
                    </a:ext>
                  </a:extLst>
                </a:gridCol>
              </a:tblGrid>
              <a:tr h="373902">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800404"/>
                  </a:ext>
                </a:extLst>
              </a:tr>
              <a:tr h="373902">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769421"/>
                  </a:ext>
                </a:extLst>
              </a:tr>
              <a:tr h="373902">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133186"/>
                  </a:ext>
                </a:extLst>
              </a:tr>
              <a:tr h="373902">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755582"/>
                  </a:ext>
                </a:extLst>
              </a:tr>
              <a:tr h="373902">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402848"/>
                  </a:ext>
                </a:extLst>
              </a:tr>
            </a:tbl>
          </a:graphicData>
        </a:graphic>
      </p:graphicFrame>
      <p:graphicFrame>
        <p:nvGraphicFramePr>
          <p:cNvPr id="9" name="Table 8">
            <a:extLst>
              <a:ext uri="{FF2B5EF4-FFF2-40B4-BE49-F238E27FC236}">
                <a16:creationId xmlns:a16="http://schemas.microsoft.com/office/drawing/2014/main" id="{15D621C0-4841-AC4B-BCAA-6F7FAB3008D0}"/>
              </a:ext>
            </a:extLst>
          </p:cNvPr>
          <p:cNvGraphicFramePr>
            <a:graphicFrameLocks noGrp="1"/>
          </p:cNvGraphicFramePr>
          <p:nvPr>
            <p:extLst>
              <p:ext uri="{D42A27DB-BD31-4B8C-83A1-F6EECF244321}">
                <p14:modId xmlns:p14="http://schemas.microsoft.com/office/powerpoint/2010/main" val="3145697183"/>
              </p:ext>
            </p:extLst>
          </p:nvPr>
        </p:nvGraphicFramePr>
        <p:xfrm>
          <a:off x="1037078" y="3645739"/>
          <a:ext cx="1851715" cy="1828800"/>
        </p:xfrm>
        <a:graphic>
          <a:graphicData uri="http://schemas.openxmlformats.org/drawingml/2006/table">
            <a:tbl>
              <a:tblPr firstRow="1" bandRow="1">
                <a:tableStyleId>{2D5ABB26-0587-4C30-8999-92F81FD0307C}</a:tableStyleId>
              </a:tblPr>
              <a:tblGrid>
                <a:gridCol w="370343">
                  <a:extLst>
                    <a:ext uri="{9D8B030D-6E8A-4147-A177-3AD203B41FA5}">
                      <a16:colId xmlns:a16="http://schemas.microsoft.com/office/drawing/2014/main" val="2194518692"/>
                    </a:ext>
                  </a:extLst>
                </a:gridCol>
                <a:gridCol w="370343">
                  <a:extLst>
                    <a:ext uri="{9D8B030D-6E8A-4147-A177-3AD203B41FA5}">
                      <a16:colId xmlns:a16="http://schemas.microsoft.com/office/drawing/2014/main" val="4255478199"/>
                    </a:ext>
                  </a:extLst>
                </a:gridCol>
                <a:gridCol w="370343">
                  <a:extLst>
                    <a:ext uri="{9D8B030D-6E8A-4147-A177-3AD203B41FA5}">
                      <a16:colId xmlns:a16="http://schemas.microsoft.com/office/drawing/2014/main" val="377532319"/>
                    </a:ext>
                  </a:extLst>
                </a:gridCol>
                <a:gridCol w="370343">
                  <a:extLst>
                    <a:ext uri="{9D8B030D-6E8A-4147-A177-3AD203B41FA5}">
                      <a16:colId xmlns:a16="http://schemas.microsoft.com/office/drawing/2014/main" val="2776908622"/>
                    </a:ext>
                  </a:extLst>
                </a:gridCol>
                <a:gridCol w="370343">
                  <a:extLst>
                    <a:ext uri="{9D8B030D-6E8A-4147-A177-3AD203B41FA5}">
                      <a16:colId xmlns:a16="http://schemas.microsoft.com/office/drawing/2014/main" val="3418658536"/>
                    </a:ext>
                  </a:extLst>
                </a:gridCol>
              </a:tblGrid>
              <a:tr h="365686">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800404"/>
                  </a:ext>
                </a:extLst>
              </a:tr>
              <a:tr h="365686">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769421"/>
                  </a:ext>
                </a:extLst>
              </a:tr>
              <a:tr h="365686">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133186"/>
                  </a:ext>
                </a:extLst>
              </a:tr>
              <a:tr h="365686">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755582"/>
                  </a:ext>
                </a:extLst>
              </a:tr>
              <a:tr h="365686">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402848"/>
                  </a:ext>
                </a:extLst>
              </a:tr>
            </a:tbl>
          </a:graphicData>
        </a:graphic>
      </p:graphicFrame>
      <p:graphicFrame>
        <p:nvGraphicFramePr>
          <p:cNvPr id="11" name="Table 10">
            <a:extLst>
              <a:ext uri="{FF2B5EF4-FFF2-40B4-BE49-F238E27FC236}">
                <a16:creationId xmlns:a16="http://schemas.microsoft.com/office/drawing/2014/main" id="{EE63F1FC-58B8-414A-BF9D-E800D8AE311A}"/>
              </a:ext>
            </a:extLst>
          </p:cNvPr>
          <p:cNvGraphicFramePr>
            <a:graphicFrameLocks noGrp="1"/>
          </p:cNvGraphicFramePr>
          <p:nvPr>
            <p:extLst>
              <p:ext uri="{D42A27DB-BD31-4B8C-83A1-F6EECF244321}">
                <p14:modId xmlns:p14="http://schemas.microsoft.com/office/powerpoint/2010/main" val="4093639604"/>
              </p:ext>
            </p:extLst>
          </p:nvPr>
        </p:nvGraphicFramePr>
        <p:xfrm>
          <a:off x="6694142" y="1381185"/>
          <a:ext cx="1851715" cy="1828800"/>
        </p:xfrm>
        <a:graphic>
          <a:graphicData uri="http://schemas.openxmlformats.org/drawingml/2006/table">
            <a:tbl>
              <a:tblPr firstRow="1" bandRow="1">
                <a:tableStyleId>{2D5ABB26-0587-4C30-8999-92F81FD0307C}</a:tableStyleId>
              </a:tblPr>
              <a:tblGrid>
                <a:gridCol w="370343">
                  <a:extLst>
                    <a:ext uri="{9D8B030D-6E8A-4147-A177-3AD203B41FA5}">
                      <a16:colId xmlns:a16="http://schemas.microsoft.com/office/drawing/2014/main" val="2194518692"/>
                    </a:ext>
                  </a:extLst>
                </a:gridCol>
                <a:gridCol w="370343">
                  <a:extLst>
                    <a:ext uri="{9D8B030D-6E8A-4147-A177-3AD203B41FA5}">
                      <a16:colId xmlns:a16="http://schemas.microsoft.com/office/drawing/2014/main" val="4255478199"/>
                    </a:ext>
                  </a:extLst>
                </a:gridCol>
                <a:gridCol w="370343">
                  <a:extLst>
                    <a:ext uri="{9D8B030D-6E8A-4147-A177-3AD203B41FA5}">
                      <a16:colId xmlns:a16="http://schemas.microsoft.com/office/drawing/2014/main" val="377532319"/>
                    </a:ext>
                  </a:extLst>
                </a:gridCol>
                <a:gridCol w="370343">
                  <a:extLst>
                    <a:ext uri="{9D8B030D-6E8A-4147-A177-3AD203B41FA5}">
                      <a16:colId xmlns:a16="http://schemas.microsoft.com/office/drawing/2014/main" val="2776908622"/>
                    </a:ext>
                  </a:extLst>
                </a:gridCol>
                <a:gridCol w="370343">
                  <a:extLst>
                    <a:ext uri="{9D8B030D-6E8A-4147-A177-3AD203B41FA5}">
                      <a16:colId xmlns:a16="http://schemas.microsoft.com/office/drawing/2014/main" val="3418658536"/>
                    </a:ext>
                  </a:extLst>
                </a:gridCol>
              </a:tblGrid>
              <a:tr h="358885">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800404"/>
                  </a:ext>
                </a:extLst>
              </a:tr>
              <a:tr h="363869">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769421"/>
                  </a:ext>
                </a:extLst>
              </a:tr>
              <a:tr h="363869">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133186"/>
                  </a:ext>
                </a:extLst>
              </a:tr>
              <a:tr h="363869">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755582"/>
                  </a:ext>
                </a:extLst>
              </a:tr>
              <a:tr h="363869">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402848"/>
                  </a:ext>
                </a:extLst>
              </a:tr>
            </a:tbl>
          </a:graphicData>
        </a:graphic>
      </p:graphicFrame>
      <p:graphicFrame>
        <p:nvGraphicFramePr>
          <p:cNvPr id="12" name="Table 11">
            <a:extLst>
              <a:ext uri="{FF2B5EF4-FFF2-40B4-BE49-F238E27FC236}">
                <a16:creationId xmlns:a16="http://schemas.microsoft.com/office/drawing/2014/main" id="{1E0C7DD9-8DA3-1F4B-86E6-3B6E2CD19D30}"/>
              </a:ext>
            </a:extLst>
          </p:cNvPr>
          <p:cNvGraphicFramePr>
            <a:graphicFrameLocks noGrp="1"/>
          </p:cNvGraphicFramePr>
          <p:nvPr>
            <p:extLst>
              <p:ext uri="{D42A27DB-BD31-4B8C-83A1-F6EECF244321}">
                <p14:modId xmlns:p14="http://schemas.microsoft.com/office/powerpoint/2010/main" val="163540400"/>
              </p:ext>
            </p:extLst>
          </p:nvPr>
        </p:nvGraphicFramePr>
        <p:xfrm>
          <a:off x="3886199" y="3686736"/>
          <a:ext cx="1851715" cy="1828800"/>
        </p:xfrm>
        <a:graphic>
          <a:graphicData uri="http://schemas.openxmlformats.org/drawingml/2006/table">
            <a:tbl>
              <a:tblPr firstRow="1" bandRow="1">
                <a:tableStyleId>{2D5ABB26-0587-4C30-8999-92F81FD0307C}</a:tableStyleId>
              </a:tblPr>
              <a:tblGrid>
                <a:gridCol w="370343">
                  <a:extLst>
                    <a:ext uri="{9D8B030D-6E8A-4147-A177-3AD203B41FA5}">
                      <a16:colId xmlns:a16="http://schemas.microsoft.com/office/drawing/2014/main" val="2194518692"/>
                    </a:ext>
                  </a:extLst>
                </a:gridCol>
                <a:gridCol w="370343">
                  <a:extLst>
                    <a:ext uri="{9D8B030D-6E8A-4147-A177-3AD203B41FA5}">
                      <a16:colId xmlns:a16="http://schemas.microsoft.com/office/drawing/2014/main" val="4255478199"/>
                    </a:ext>
                  </a:extLst>
                </a:gridCol>
                <a:gridCol w="370343">
                  <a:extLst>
                    <a:ext uri="{9D8B030D-6E8A-4147-A177-3AD203B41FA5}">
                      <a16:colId xmlns:a16="http://schemas.microsoft.com/office/drawing/2014/main" val="377532319"/>
                    </a:ext>
                  </a:extLst>
                </a:gridCol>
                <a:gridCol w="370343">
                  <a:extLst>
                    <a:ext uri="{9D8B030D-6E8A-4147-A177-3AD203B41FA5}">
                      <a16:colId xmlns:a16="http://schemas.microsoft.com/office/drawing/2014/main" val="2776908622"/>
                    </a:ext>
                  </a:extLst>
                </a:gridCol>
                <a:gridCol w="370343">
                  <a:extLst>
                    <a:ext uri="{9D8B030D-6E8A-4147-A177-3AD203B41FA5}">
                      <a16:colId xmlns:a16="http://schemas.microsoft.com/office/drawing/2014/main" val="3418658536"/>
                    </a:ext>
                  </a:extLst>
                </a:gridCol>
              </a:tblGrid>
              <a:tr h="326394">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800404"/>
                  </a:ext>
                </a:extLst>
              </a:tr>
              <a:tr h="330927">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769421"/>
                  </a:ext>
                </a:extLst>
              </a:tr>
              <a:tr h="330927">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133186"/>
                  </a:ext>
                </a:extLst>
              </a:tr>
              <a:tr h="330927">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755582"/>
                  </a:ext>
                </a:extLst>
              </a:tr>
              <a:tr h="330927">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402848"/>
                  </a:ext>
                </a:extLst>
              </a:tr>
            </a:tbl>
          </a:graphicData>
        </a:graphic>
      </p:graphicFrame>
      <p:sp>
        <p:nvSpPr>
          <p:cNvPr id="13" name="TextBox 12">
            <a:extLst>
              <a:ext uri="{FF2B5EF4-FFF2-40B4-BE49-F238E27FC236}">
                <a16:creationId xmlns:a16="http://schemas.microsoft.com/office/drawing/2014/main" id="{7C5F77C4-5EA4-8244-B52C-66D98D591547}"/>
              </a:ext>
            </a:extLst>
          </p:cNvPr>
          <p:cNvSpPr txBox="1"/>
          <p:nvPr/>
        </p:nvSpPr>
        <p:spPr>
          <a:xfrm>
            <a:off x="82069" y="2256865"/>
            <a:ext cx="923869" cy="523220"/>
          </a:xfrm>
          <a:prstGeom prst="rect">
            <a:avLst/>
          </a:prstGeom>
          <a:noFill/>
        </p:spPr>
        <p:txBody>
          <a:bodyPr wrap="square" rtlCol="0">
            <a:spAutoFit/>
          </a:bodyPr>
          <a:lstStyle/>
          <a:p>
            <a:r>
              <a:rPr lang="en-US" sz="2800"/>
              <a:t>A</a:t>
            </a:r>
            <a:r>
              <a:rPr lang="en-US" sz="2800" baseline="30000"/>
              <a:t>(2)</a:t>
            </a:r>
            <a:r>
              <a:rPr lang="en-US" sz="2800"/>
              <a:t> = </a:t>
            </a:r>
          </a:p>
        </p:txBody>
      </p:sp>
      <p:sp>
        <p:nvSpPr>
          <p:cNvPr id="14" name="TextBox 13">
            <a:extLst>
              <a:ext uri="{FF2B5EF4-FFF2-40B4-BE49-F238E27FC236}">
                <a16:creationId xmlns:a16="http://schemas.microsoft.com/office/drawing/2014/main" id="{7027F1F9-79FC-9D4A-835F-400051E50038}"/>
              </a:ext>
            </a:extLst>
          </p:cNvPr>
          <p:cNvSpPr txBox="1"/>
          <p:nvPr/>
        </p:nvSpPr>
        <p:spPr>
          <a:xfrm>
            <a:off x="3058337" y="2276555"/>
            <a:ext cx="1190093" cy="523220"/>
          </a:xfrm>
          <a:prstGeom prst="rect">
            <a:avLst/>
          </a:prstGeom>
          <a:noFill/>
        </p:spPr>
        <p:txBody>
          <a:bodyPr wrap="square" rtlCol="0">
            <a:spAutoFit/>
          </a:bodyPr>
          <a:lstStyle>
            <a:defPPr>
              <a:defRPr lang="en-US"/>
            </a:defPPr>
            <a:lvl1pPr>
              <a:defRPr sz="2800"/>
            </a:lvl1pPr>
          </a:lstStyle>
          <a:p>
            <a:r>
              <a:rPr lang="en-US"/>
              <a:t>A</a:t>
            </a:r>
            <a:r>
              <a:rPr lang="en-US" baseline="30000"/>
              <a:t>(3) </a:t>
            </a:r>
            <a:r>
              <a:rPr lang="en-US"/>
              <a:t>= </a:t>
            </a:r>
          </a:p>
        </p:txBody>
      </p:sp>
      <p:sp>
        <p:nvSpPr>
          <p:cNvPr id="15" name="TextBox 14">
            <a:extLst>
              <a:ext uri="{FF2B5EF4-FFF2-40B4-BE49-F238E27FC236}">
                <a16:creationId xmlns:a16="http://schemas.microsoft.com/office/drawing/2014/main" id="{61617157-A659-BA40-9F61-70A53435EFCA}"/>
              </a:ext>
            </a:extLst>
          </p:cNvPr>
          <p:cNvSpPr txBox="1"/>
          <p:nvPr/>
        </p:nvSpPr>
        <p:spPr>
          <a:xfrm>
            <a:off x="5839904" y="2231268"/>
            <a:ext cx="1277218" cy="523220"/>
          </a:xfrm>
          <a:prstGeom prst="rect">
            <a:avLst/>
          </a:prstGeom>
          <a:noFill/>
        </p:spPr>
        <p:txBody>
          <a:bodyPr wrap="square" rtlCol="0">
            <a:spAutoFit/>
          </a:bodyPr>
          <a:lstStyle>
            <a:defPPr>
              <a:defRPr lang="en-US"/>
            </a:defPPr>
            <a:lvl1pPr>
              <a:defRPr sz="2800"/>
            </a:lvl1pPr>
          </a:lstStyle>
          <a:p>
            <a:r>
              <a:rPr lang="en-US"/>
              <a:t>A</a:t>
            </a:r>
            <a:r>
              <a:rPr lang="en-US" baseline="30000"/>
              <a:t>(4)</a:t>
            </a:r>
            <a:r>
              <a:rPr lang="en-US"/>
              <a:t> = </a:t>
            </a:r>
          </a:p>
        </p:txBody>
      </p:sp>
      <p:sp>
        <p:nvSpPr>
          <p:cNvPr id="16" name="TextBox 15">
            <a:extLst>
              <a:ext uri="{FF2B5EF4-FFF2-40B4-BE49-F238E27FC236}">
                <a16:creationId xmlns:a16="http://schemas.microsoft.com/office/drawing/2014/main" id="{F4275342-74FB-6648-98B4-F7ADE004645F}"/>
              </a:ext>
            </a:extLst>
          </p:cNvPr>
          <p:cNvSpPr txBox="1"/>
          <p:nvPr/>
        </p:nvSpPr>
        <p:spPr>
          <a:xfrm>
            <a:off x="81943" y="4077916"/>
            <a:ext cx="923869" cy="523220"/>
          </a:xfrm>
          <a:prstGeom prst="rect">
            <a:avLst/>
          </a:prstGeom>
          <a:noFill/>
        </p:spPr>
        <p:txBody>
          <a:bodyPr wrap="square" rtlCol="0">
            <a:spAutoFit/>
          </a:bodyPr>
          <a:lstStyle>
            <a:defPPr>
              <a:defRPr lang="en-US"/>
            </a:defPPr>
            <a:lvl1pPr>
              <a:defRPr sz="2800"/>
            </a:lvl1pPr>
          </a:lstStyle>
          <a:p>
            <a:r>
              <a:rPr lang="en-US"/>
              <a:t>A</a:t>
            </a:r>
            <a:r>
              <a:rPr lang="en-US" baseline="30000"/>
              <a:t>(5)</a:t>
            </a:r>
            <a:r>
              <a:rPr lang="en-US"/>
              <a:t> = </a:t>
            </a:r>
          </a:p>
        </p:txBody>
      </p:sp>
      <p:sp>
        <p:nvSpPr>
          <p:cNvPr id="18" name="TextBox 17">
            <a:extLst>
              <a:ext uri="{FF2B5EF4-FFF2-40B4-BE49-F238E27FC236}">
                <a16:creationId xmlns:a16="http://schemas.microsoft.com/office/drawing/2014/main" id="{DF22D3D1-172E-AB48-B2A8-B5BE0B050209}"/>
              </a:ext>
            </a:extLst>
          </p:cNvPr>
          <p:cNvSpPr txBox="1"/>
          <p:nvPr/>
        </p:nvSpPr>
        <p:spPr>
          <a:xfrm>
            <a:off x="3025480" y="4054842"/>
            <a:ext cx="923869" cy="523220"/>
          </a:xfrm>
          <a:prstGeom prst="rect">
            <a:avLst/>
          </a:prstGeom>
          <a:noFill/>
        </p:spPr>
        <p:txBody>
          <a:bodyPr wrap="square" rtlCol="0">
            <a:spAutoFit/>
          </a:bodyPr>
          <a:lstStyle>
            <a:defPPr>
              <a:defRPr lang="en-US"/>
            </a:defPPr>
            <a:lvl1pPr>
              <a:defRPr sz="2800"/>
            </a:lvl1pPr>
          </a:lstStyle>
          <a:p>
            <a:r>
              <a:rPr lang="en-US"/>
              <a:t>P = </a:t>
            </a:r>
          </a:p>
        </p:txBody>
      </p:sp>
      <p:sp>
        <p:nvSpPr>
          <p:cNvPr id="19" name="TextBox 18">
            <a:extLst>
              <a:ext uri="{FF2B5EF4-FFF2-40B4-BE49-F238E27FC236}">
                <a16:creationId xmlns:a16="http://schemas.microsoft.com/office/drawing/2014/main" id="{98089DEA-F60E-E143-A075-374BC807B7D3}"/>
              </a:ext>
            </a:extLst>
          </p:cNvPr>
          <p:cNvSpPr txBox="1"/>
          <p:nvPr/>
        </p:nvSpPr>
        <p:spPr>
          <a:xfrm>
            <a:off x="6019800" y="3645739"/>
            <a:ext cx="2895600" cy="1569660"/>
          </a:xfrm>
          <a:prstGeom prst="rect">
            <a:avLst/>
          </a:prstGeom>
          <a:noFill/>
        </p:spPr>
        <p:txBody>
          <a:bodyPr wrap="square" rtlCol="0">
            <a:spAutoFit/>
          </a:bodyPr>
          <a:lstStyle/>
          <a:p>
            <a:r>
              <a:rPr lang="en-US" sz="2400" err="1"/>
              <a:t>Tất</a:t>
            </a:r>
            <a:r>
              <a:rPr lang="en-US" sz="2400"/>
              <a:t> </a:t>
            </a:r>
            <a:r>
              <a:rPr lang="en-US" sz="2400" err="1"/>
              <a:t>cả</a:t>
            </a:r>
            <a:r>
              <a:rPr lang="en-US" sz="2400"/>
              <a:t> </a:t>
            </a:r>
            <a:r>
              <a:rPr lang="en-US" sz="2400" err="1"/>
              <a:t>các</a:t>
            </a:r>
            <a:r>
              <a:rPr lang="en-US" sz="2400"/>
              <a:t> </a:t>
            </a:r>
            <a:r>
              <a:rPr lang="en-US" sz="2400" err="1"/>
              <a:t>phần</a:t>
            </a:r>
            <a:r>
              <a:rPr lang="en-US" sz="2400"/>
              <a:t> </a:t>
            </a:r>
            <a:r>
              <a:rPr lang="en-US" sz="2400" err="1"/>
              <a:t>tử</a:t>
            </a:r>
            <a:r>
              <a:rPr lang="en-US" sz="2400"/>
              <a:t> </a:t>
            </a:r>
            <a:r>
              <a:rPr lang="en-US" sz="2400" err="1"/>
              <a:t>của</a:t>
            </a:r>
            <a:r>
              <a:rPr lang="en-US" sz="2400"/>
              <a:t> P </a:t>
            </a:r>
            <a:r>
              <a:rPr lang="en-US" sz="2400" err="1"/>
              <a:t>đều</a:t>
            </a:r>
            <a:r>
              <a:rPr lang="en-US" sz="2400"/>
              <a:t> </a:t>
            </a:r>
            <a:r>
              <a:rPr lang="en-US" sz="2400" err="1"/>
              <a:t>bằng</a:t>
            </a:r>
            <a:r>
              <a:rPr lang="en-US" sz="2400"/>
              <a:t> 1 =&gt; </a:t>
            </a:r>
            <a:r>
              <a:rPr lang="en-US" sz="2400" err="1">
                <a:solidFill>
                  <a:srgbClr val="FF0000"/>
                </a:solidFill>
              </a:rPr>
              <a:t>Đồ</a:t>
            </a:r>
            <a:r>
              <a:rPr lang="en-US" sz="2400">
                <a:solidFill>
                  <a:srgbClr val="FF0000"/>
                </a:solidFill>
              </a:rPr>
              <a:t> </a:t>
            </a:r>
            <a:r>
              <a:rPr lang="en-US" sz="2400" err="1">
                <a:solidFill>
                  <a:srgbClr val="FF0000"/>
                </a:solidFill>
              </a:rPr>
              <a:t>thị</a:t>
            </a:r>
            <a:r>
              <a:rPr lang="en-US" sz="2400">
                <a:solidFill>
                  <a:srgbClr val="FF0000"/>
                </a:solidFill>
              </a:rPr>
              <a:t> G </a:t>
            </a:r>
            <a:r>
              <a:rPr lang="en-US" sz="2400" err="1">
                <a:solidFill>
                  <a:srgbClr val="FF0000"/>
                </a:solidFill>
              </a:rPr>
              <a:t>liên</a:t>
            </a:r>
            <a:r>
              <a:rPr lang="en-US" sz="2400">
                <a:solidFill>
                  <a:srgbClr val="FF0000"/>
                </a:solidFill>
              </a:rPr>
              <a:t> </a:t>
            </a:r>
            <a:r>
              <a:rPr lang="en-US" sz="2400" err="1">
                <a:solidFill>
                  <a:srgbClr val="FF0000"/>
                </a:solidFill>
              </a:rPr>
              <a:t>thông</a:t>
            </a:r>
            <a:r>
              <a:rPr lang="en-US" sz="2400">
                <a:solidFill>
                  <a:srgbClr val="FF0000"/>
                </a:solidFill>
              </a:rPr>
              <a:t> </a:t>
            </a:r>
            <a:r>
              <a:rPr lang="en-US" sz="2400" err="1">
                <a:solidFill>
                  <a:srgbClr val="FF0000"/>
                </a:solidFill>
              </a:rPr>
              <a:t>mạnh</a:t>
            </a:r>
            <a:r>
              <a:rPr lang="en-US" sz="2400">
                <a:solidFill>
                  <a:srgbClr val="FF0000"/>
                </a:solidFill>
              </a:rPr>
              <a:t> </a:t>
            </a:r>
          </a:p>
        </p:txBody>
      </p:sp>
    </p:spTree>
    <p:extLst>
      <p:ext uri="{BB962C8B-B14F-4D97-AF65-F5344CB8AC3E}">
        <p14:creationId xmlns:p14="http://schemas.microsoft.com/office/powerpoint/2010/main" val="2002875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02349-10D7-347C-E5C0-D784F08F8BE1}"/>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ED39BB0D-4A39-C760-F94C-F86F3573ECEC}"/>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DF7402DA-3B18-215D-A268-097473E46855}"/>
              </a:ext>
            </a:extLst>
          </p:cNvPr>
          <p:cNvSpPr>
            <a:spLocks noGrp="1"/>
          </p:cNvSpPr>
          <p:nvPr>
            <p:ph type="sldNum" sz="quarter" idx="12"/>
          </p:nvPr>
        </p:nvSpPr>
        <p:spPr/>
        <p:txBody>
          <a:bodyPr/>
          <a:lstStyle/>
          <a:p>
            <a:fld id="{BA7BC09B-FE30-A349-B1D2-5A364F511F98}" type="slidenum">
              <a:rPr lang="en-US" smtClean="0"/>
              <a:t>29</a:t>
            </a:fld>
            <a:endParaRPr lang="en-US"/>
          </a:p>
        </p:txBody>
      </p:sp>
      <p:sp>
        <p:nvSpPr>
          <p:cNvPr id="5" name="Title 4">
            <a:extLst>
              <a:ext uri="{FF2B5EF4-FFF2-40B4-BE49-F238E27FC236}">
                <a16:creationId xmlns:a16="http://schemas.microsoft.com/office/drawing/2014/main" id="{01E6BBA9-7F05-49CD-CFD1-2FB10FCFADD3}"/>
              </a:ext>
            </a:extLst>
          </p:cNvPr>
          <p:cNvSpPr>
            <a:spLocks noGrp="1"/>
          </p:cNvSpPr>
          <p:nvPr>
            <p:ph type="title"/>
          </p:nvPr>
        </p:nvSpPr>
        <p:spPr/>
        <p:txBody>
          <a:bodyPr lIns="91440" tIns="45720" rIns="91440" bIns="45720" anchor="t"/>
          <a:lstStyle/>
          <a:p>
            <a:r>
              <a:rPr lang="en-US" err="1">
                <a:latin typeface="Lato"/>
                <a:ea typeface="Lato"/>
                <a:cs typeface="Lato"/>
              </a:rPr>
              <a:t>Thuật</a:t>
            </a:r>
            <a:r>
              <a:rPr lang="en-US">
                <a:latin typeface="Lato"/>
                <a:ea typeface="Lato"/>
                <a:cs typeface="Lato"/>
              </a:rPr>
              <a:t> </a:t>
            </a:r>
            <a:r>
              <a:rPr lang="en-US" err="1">
                <a:latin typeface="Lato"/>
                <a:ea typeface="Lato"/>
                <a:cs typeface="Lato"/>
              </a:rPr>
              <a:t>toán</a:t>
            </a:r>
            <a:r>
              <a:rPr lang="en-US">
                <a:latin typeface="Lato"/>
                <a:ea typeface="Lato"/>
                <a:cs typeface="Lato"/>
              </a:rPr>
              <a:t> Dijkstra </a:t>
            </a:r>
            <a:endParaRPr lang="en-US"/>
          </a:p>
        </p:txBody>
      </p:sp>
      <p:sp>
        <p:nvSpPr>
          <p:cNvPr id="6" name="Content Placeholder 5">
            <a:extLst>
              <a:ext uri="{FF2B5EF4-FFF2-40B4-BE49-F238E27FC236}">
                <a16:creationId xmlns:a16="http://schemas.microsoft.com/office/drawing/2014/main" id="{3A5083C0-D877-1C7A-ABB7-5ED57764D57A}"/>
              </a:ext>
            </a:extLst>
          </p:cNvPr>
          <p:cNvSpPr>
            <a:spLocks noGrp="1"/>
          </p:cNvSpPr>
          <p:nvPr>
            <p:ph sz="quarter" idx="13"/>
          </p:nvPr>
        </p:nvSpPr>
        <p:spPr/>
        <p:txBody>
          <a:bodyPr/>
          <a:lstStyle/>
          <a:p>
            <a:r>
              <a:rPr lang="vi-VN" b="1" i="0" u="none" strike="noStrike">
                <a:solidFill>
                  <a:srgbClr val="000000"/>
                </a:solidFill>
                <a:effectLst/>
              </a:rPr>
              <a:t>Thuật toán Dijkstra</a:t>
            </a:r>
            <a:r>
              <a:rPr lang="vi-VN" b="0" i="0" u="none" strike="noStrike">
                <a:solidFill>
                  <a:srgbClr val="000000"/>
                </a:solidFill>
                <a:effectLst/>
              </a:rPr>
              <a:t> được sử dụng để tìm đường đi ngắn nhất từ một đỉnh nguồn trong đồ thị có trọng số dương đến tất cả các đỉnh khác. </a:t>
            </a:r>
          </a:p>
          <a:p>
            <a:pPr algn="l"/>
            <a:r>
              <a:rPr lang="vi-VN" b="1" i="0" u="none" strike="noStrike">
                <a:solidFill>
                  <a:srgbClr val="000000"/>
                </a:solidFill>
                <a:effectLst/>
              </a:rPr>
              <a:t>Khởi tạo:</a:t>
            </a:r>
            <a:endParaRPr lang="vi-VN" b="0" i="0" u="none" strike="noStrike">
              <a:solidFill>
                <a:srgbClr val="000000"/>
              </a:solidFill>
              <a:effectLst/>
            </a:endParaRPr>
          </a:p>
          <a:p>
            <a:pPr lvl="1"/>
            <a:r>
              <a:rPr lang="vi-VN" b="0" i="0" u="none" strike="noStrike">
                <a:solidFill>
                  <a:srgbClr val="000000"/>
                </a:solidFill>
                <a:effectLst/>
              </a:rPr>
              <a:t>Gán khoảng cách từ đỉnh nguồn đến chính nó bằng 0, đến các đỉnh khác là vô cực (∞).</a:t>
            </a:r>
          </a:p>
          <a:p>
            <a:pPr lvl="1"/>
            <a:r>
              <a:rPr lang="vi-VN" b="0" i="0" u="none" strike="noStrike">
                <a:solidFill>
                  <a:srgbClr val="000000"/>
                </a:solidFill>
                <a:effectLst/>
              </a:rPr>
              <a:t>Tạo tập hợp các đỉnh chưa được duyệt (Q), ban đầu bao gồm tất cả các đỉnh trong đồ thị.</a:t>
            </a:r>
          </a:p>
          <a:p>
            <a:pPr algn="l"/>
            <a:r>
              <a:rPr lang="en-US" b="1" i="0" u="none" strike="noStrike" err="1">
                <a:solidFill>
                  <a:srgbClr val="000000"/>
                </a:solidFill>
                <a:effectLst/>
              </a:rPr>
              <a:t>Chọn</a:t>
            </a:r>
            <a:r>
              <a:rPr lang="en-US" b="1" i="0" u="none" strike="noStrike">
                <a:solidFill>
                  <a:srgbClr val="000000"/>
                </a:solidFill>
                <a:effectLst/>
              </a:rPr>
              <a:t> </a:t>
            </a:r>
            <a:r>
              <a:rPr lang="en-US" b="1" i="0" u="none" strike="noStrike" err="1">
                <a:solidFill>
                  <a:srgbClr val="000000"/>
                </a:solidFill>
                <a:effectLst/>
              </a:rPr>
              <a:t>đỉnh</a:t>
            </a:r>
            <a:r>
              <a:rPr lang="en-US" b="1" i="0" u="none" strike="noStrike">
                <a:solidFill>
                  <a:srgbClr val="000000"/>
                </a:solidFill>
                <a:effectLst/>
              </a:rPr>
              <a:t>:</a:t>
            </a:r>
            <a:endParaRPr lang="en-US" b="0" i="0" u="none" strike="noStrike">
              <a:solidFill>
                <a:srgbClr val="000000"/>
              </a:solidFill>
              <a:effectLst/>
            </a:endParaRPr>
          </a:p>
          <a:p>
            <a:pPr lvl="1"/>
            <a:r>
              <a:rPr lang="en-US" b="0" i="0" u="none" strike="noStrike" err="1">
                <a:solidFill>
                  <a:srgbClr val="000000"/>
                </a:solidFill>
                <a:effectLst/>
              </a:rPr>
              <a:t>Chọn</a:t>
            </a:r>
            <a:r>
              <a:rPr lang="en-US" b="0" i="0" u="none" strike="noStrike">
                <a:solidFill>
                  <a:srgbClr val="000000"/>
                </a:solidFill>
                <a:effectLst/>
              </a:rPr>
              <a:t> </a:t>
            </a:r>
            <a:r>
              <a:rPr lang="en-US" b="0" i="0" u="none" strike="noStrike" err="1">
                <a:solidFill>
                  <a:srgbClr val="000000"/>
                </a:solidFill>
                <a:effectLst/>
              </a:rPr>
              <a:t>đỉnh</a:t>
            </a:r>
            <a:r>
              <a:rPr lang="en-US" b="0" i="0" u="none" strike="noStrike">
                <a:solidFill>
                  <a:srgbClr val="000000"/>
                </a:solidFill>
                <a:effectLst/>
              </a:rPr>
              <a:t> </a:t>
            </a:r>
            <a:r>
              <a:rPr lang="en-US" b="0" i="0" u="none" strike="noStrike" err="1">
                <a:solidFill>
                  <a:srgbClr val="000000"/>
                </a:solidFill>
                <a:effectLst/>
              </a:rPr>
              <a:t>có</a:t>
            </a:r>
            <a:r>
              <a:rPr lang="en-US" b="0" i="0" u="none" strike="noStrike">
                <a:solidFill>
                  <a:srgbClr val="000000"/>
                </a:solidFill>
                <a:effectLst/>
              </a:rPr>
              <a:t> </a:t>
            </a:r>
            <a:r>
              <a:rPr lang="en-US" b="0" i="0" u="none" strike="noStrike" err="1">
                <a:solidFill>
                  <a:srgbClr val="000000"/>
                </a:solidFill>
                <a:effectLst/>
              </a:rPr>
              <a:t>khoảng</a:t>
            </a:r>
            <a:r>
              <a:rPr lang="en-US" b="0" i="0" u="none" strike="noStrike">
                <a:solidFill>
                  <a:srgbClr val="000000"/>
                </a:solidFill>
                <a:effectLst/>
              </a:rPr>
              <a:t> </a:t>
            </a:r>
            <a:r>
              <a:rPr lang="en-US" b="0" i="0" u="none" strike="noStrike" err="1">
                <a:solidFill>
                  <a:srgbClr val="000000"/>
                </a:solidFill>
                <a:effectLst/>
              </a:rPr>
              <a:t>cách</a:t>
            </a:r>
            <a:r>
              <a:rPr lang="en-US" b="0" i="0" u="none" strike="noStrike">
                <a:solidFill>
                  <a:srgbClr val="000000"/>
                </a:solidFill>
                <a:effectLst/>
              </a:rPr>
              <a:t> </a:t>
            </a:r>
            <a:r>
              <a:rPr lang="en-US" b="0" i="0" u="none" strike="noStrike" err="1">
                <a:solidFill>
                  <a:srgbClr val="000000"/>
                </a:solidFill>
                <a:effectLst/>
              </a:rPr>
              <a:t>nhỏ</a:t>
            </a:r>
            <a:r>
              <a:rPr lang="en-US" b="0" i="0" u="none" strike="noStrike">
                <a:solidFill>
                  <a:srgbClr val="000000"/>
                </a:solidFill>
                <a:effectLst/>
              </a:rPr>
              <a:t> </a:t>
            </a:r>
            <a:r>
              <a:rPr lang="en-US" b="0" i="0" u="none" strike="noStrike" err="1">
                <a:solidFill>
                  <a:srgbClr val="000000"/>
                </a:solidFill>
                <a:effectLst/>
              </a:rPr>
              <a:t>nhất</a:t>
            </a:r>
            <a:r>
              <a:rPr lang="en-US" b="0" i="0" u="none" strike="noStrike">
                <a:solidFill>
                  <a:srgbClr val="000000"/>
                </a:solidFill>
                <a:effectLst/>
              </a:rPr>
              <a:t> </a:t>
            </a:r>
            <a:r>
              <a:rPr lang="en-US" b="0" i="0" u="none" strike="noStrike" err="1">
                <a:solidFill>
                  <a:srgbClr val="000000"/>
                </a:solidFill>
                <a:effectLst/>
              </a:rPr>
              <a:t>từ</a:t>
            </a:r>
            <a:r>
              <a:rPr lang="en-US" b="0" i="0" u="none" strike="noStrike">
                <a:solidFill>
                  <a:srgbClr val="000000"/>
                </a:solidFill>
                <a:effectLst/>
              </a:rPr>
              <a:t> </a:t>
            </a:r>
            <a:r>
              <a:rPr lang="en-US" b="0" i="0" u="none" strike="noStrike" err="1">
                <a:solidFill>
                  <a:srgbClr val="000000"/>
                </a:solidFill>
                <a:effectLst/>
              </a:rPr>
              <a:t>tập</a:t>
            </a:r>
            <a:r>
              <a:rPr lang="en-US" b="0" i="0" u="none" strike="noStrike">
                <a:solidFill>
                  <a:srgbClr val="000000"/>
                </a:solidFill>
                <a:effectLst/>
              </a:rPr>
              <a:t> Q (ban </a:t>
            </a:r>
            <a:r>
              <a:rPr lang="en-US" b="0" i="0" u="none" strike="noStrike" err="1">
                <a:solidFill>
                  <a:srgbClr val="000000"/>
                </a:solidFill>
                <a:effectLst/>
              </a:rPr>
              <a:t>đầu</a:t>
            </a:r>
            <a:r>
              <a:rPr lang="en-US" b="0" i="0" u="none" strike="noStrike">
                <a:solidFill>
                  <a:srgbClr val="000000"/>
                </a:solidFill>
                <a:effectLst/>
              </a:rPr>
              <a:t> </a:t>
            </a:r>
            <a:r>
              <a:rPr lang="en-US" b="0" i="0" u="none" strike="noStrike" err="1">
                <a:solidFill>
                  <a:srgbClr val="000000"/>
                </a:solidFill>
                <a:effectLst/>
              </a:rPr>
              <a:t>là</a:t>
            </a:r>
            <a:r>
              <a:rPr lang="en-US" b="0" i="0" u="none" strike="noStrike">
                <a:solidFill>
                  <a:srgbClr val="000000"/>
                </a:solidFill>
                <a:effectLst/>
              </a:rPr>
              <a:t> </a:t>
            </a:r>
            <a:r>
              <a:rPr lang="en-US" b="0" i="0" u="none" strike="noStrike" err="1">
                <a:solidFill>
                  <a:srgbClr val="000000"/>
                </a:solidFill>
                <a:effectLst/>
              </a:rPr>
              <a:t>đỉnh</a:t>
            </a:r>
            <a:r>
              <a:rPr lang="en-US" b="0" i="0" u="none" strike="noStrike">
                <a:solidFill>
                  <a:srgbClr val="000000"/>
                </a:solidFill>
                <a:effectLst/>
              </a:rPr>
              <a:t> </a:t>
            </a:r>
            <a:r>
              <a:rPr lang="en-US" b="0" i="0" u="none" strike="noStrike" err="1">
                <a:solidFill>
                  <a:srgbClr val="000000"/>
                </a:solidFill>
                <a:effectLst/>
              </a:rPr>
              <a:t>nguồn</a:t>
            </a:r>
            <a:r>
              <a:rPr lang="en-US" b="0" i="0" u="none" strike="noStrike">
                <a:solidFill>
                  <a:srgbClr val="000000"/>
                </a:solidFill>
                <a:effectLst/>
              </a:rPr>
              <a:t>). </a:t>
            </a:r>
            <a:r>
              <a:rPr lang="en-US" b="0" i="0" u="none" strike="noStrike" err="1">
                <a:solidFill>
                  <a:srgbClr val="000000"/>
                </a:solidFill>
                <a:effectLst/>
              </a:rPr>
              <a:t>Đánh</a:t>
            </a:r>
            <a:r>
              <a:rPr lang="en-US" b="0" i="0" u="none" strike="noStrike">
                <a:solidFill>
                  <a:srgbClr val="000000"/>
                </a:solidFill>
                <a:effectLst/>
              </a:rPr>
              <a:t> </a:t>
            </a:r>
            <a:r>
              <a:rPr lang="en-US" b="0" i="0" u="none" strike="noStrike" err="1">
                <a:solidFill>
                  <a:srgbClr val="000000"/>
                </a:solidFill>
                <a:effectLst/>
              </a:rPr>
              <a:t>dấu</a:t>
            </a:r>
            <a:r>
              <a:rPr lang="en-US" b="0" i="0" u="none" strike="noStrike">
                <a:solidFill>
                  <a:srgbClr val="000000"/>
                </a:solidFill>
                <a:effectLst/>
              </a:rPr>
              <a:t> </a:t>
            </a:r>
            <a:r>
              <a:rPr lang="en-US" b="0" i="0" u="none" strike="noStrike" err="1">
                <a:solidFill>
                  <a:srgbClr val="000000"/>
                </a:solidFill>
                <a:effectLst/>
              </a:rPr>
              <a:t>đỉnh</a:t>
            </a:r>
            <a:r>
              <a:rPr lang="en-US" b="0" i="0" u="none" strike="noStrike">
                <a:solidFill>
                  <a:srgbClr val="000000"/>
                </a:solidFill>
                <a:effectLst/>
              </a:rPr>
              <a:t> </a:t>
            </a:r>
            <a:r>
              <a:rPr lang="en-US" b="0" i="0" u="none" strike="noStrike" err="1">
                <a:solidFill>
                  <a:srgbClr val="000000"/>
                </a:solidFill>
                <a:effectLst/>
              </a:rPr>
              <a:t>này</a:t>
            </a:r>
            <a:r>
              <a:rPr lang="en-US" b="0" i="0" u="none" strike="noStrike">
                <a:solidFill>
                  <a:srgbClr val="000000"/>
                </a:solidFill>
                <a:effectLst/>
              </a:rPr>
              <a:t> </a:t>
            </a:r>
            <a:r>
              <a:rPr lang="en-US" b="0" i="0" u="none" strike="noStrike" err="1">
                <a:solidFill>
                  <a:srgbClr val="000000"/>
                </a:solidFill>
                <a:effectLst/>
              </a:rPr>
              <a:t>là</a:t>
            </a:r>
            <a:r>
              <a:rPr lang="en-US" b="0" i="0" u="none" strike="noStrike">
                <a:solidFill>
                  <a:srgbClr val="000000"/>
                </a:solidFill>
                <a:effectLst/>
              </a:rPr>
              <a:t> </a:t>
            </a:r>
            <a:r>
              <a:rPr lang="en-US" b="0" i="0" u="none" strike="noStrike" err="1">
                <a:solidFill>
                  <a:srgbClr val="000000"/>
                </a:solidFill>
                <a:effectLst/>
              </a:rPr>
              <a:t>đã</a:t>
            </a:r>
            <a:r>
              <a:rPr lang="en-US" b="0" i="0" u="none" strike="noStrike">
                <a:solidFill>
                  <a:srgbClr val="000000"/>
                </a:solidFill>
                <a:effectLst/>
              </a:rPr>
              <a:t> </a:t>
            </a:r>
            <a:r>
              <a:rPr lang="en-US" b="0" i="0" u="none" strike="noStrike" err="1">
                <a:solidFill>
                  <a:srgbClr val="000000"/>
                </a:solidFill>
                <a:effectLst/>
              </a:rPr>
              <a:t>duyệt</a:t>
            </a:r>
            <a:r>
              <a:rPr lang="en-US" b="0" i="0" u="none" strike="noStrike">
                <a:solidFill>
                  <a:srgbClr val="000000"/>
                </a:solidFill>
                <a:effectLst/>
              </a:rPr>
              <a:t>.</a:t>
            </a:r>
          </a:p>
          <a:p>
            <a:endParaRPr lang="en-US"/>
          </a:p>
        </p:txBody>
      </p:sp>
    </p:spTree>
    <p:extLst>
      <p:ext uri="{BB962C8B-B14F-4D97-AF65-F5344CB8AC3E}">
        <p14:creationId xmlns:p14="http://schemas.microsoft.com/office/powerpoint/2010/main" val="4239818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BA907C-D238-D271-435A-67DC3D3A3110}"/>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232E583E-5AF9-D1CE-4ECF-851631513978}"/>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8C6983D7-462A-A099-45BE-D4C0D27B5EBB}"/>
              </a:ext>
            </a:extLst>
          </p:cNvPr>
          <p:cNvSpPr>
            <a:spLocks noGrp="1"/>
          </p:cNvSpPr>
          <p:nvPr>
            <p:ph type="sldNum" sz="quarter" idx="12"/>
          </p:nvPr>
        </p:nvSpPr>
        <p:spPr/>
        <p:txBody>
          <a:bodyPr/>
          <a:lstStyle/>
          <a:p>
            <a:fld id="{BA7BC09B-FE30-A349-B1D2-5A364F511F98}" type="slidenum">
              <a:rPr lang="en-US" smtClean="0"/>
              <a:t>30</a:t>
            </a:fld>
            <a:endParaRPr lang="en-US"/>
          </a:p>
        </p:txBody>
      </p:sp>
      <p:sp>
        <p:nvSpPr>
          <p:cNvPr id="5" name="Title 4">
            <a:extLst>
              <a:ext uri="{FF2B5EF4-FFF2-40B4-BE49-F238E27FC236}">
                <a16:creationId xmlns:a16="http://schemas.microsoft.com/office/drawing/2014/main" id="{C5BCC9AC-0052-D4BA-F727-912AD86BF6C8}"/>
              </a:ext>
            </a:extLst>
          </p:cNvPr>
          <p:cNvSpPr>
            <a:spLocks noGrp="1"/>
          </p:cNvSpPr>
          <p:nvPr>
            <p:ph type="title"/>
          </p:nvPr>
        </p:nvSpPr>
        <p:spPr/>
        <p:txBody>
          <a:bodyPr/>
          <a:lstStyle/>
          <a:p>
            <a:r>
              <a:rPr lang="en-US" err="1">
                <a:latin typeface="Lato"/>
                <a:ea typeface="Lato"/>
                <a:cs typeface="Lato"/>
              </a:rPr>
              <a:t>Thuật</a:t>
            </a:r>
            <a:r>
              <a:rPr lang="en-US">
                <a:latin typeface="Lato"/>
                <a:ea typeface="Lato"/>
                <a:cs typeface="Lato"/>
              </a:rPr>
              <a:t> </a:t>
            </a:r>
            <a:r>
              <a:rPr lang="en-US" err="1">
                <a:latin typeface="Lato"/>
                <a:ea typeface="Lato"/>
                <a:cs typeface="Lato"/>
              </a:rPr>
              <a:t>toán</a:t>
            </a:r>
            <a:r>
              <a:rPr lang="en-US">
                <a:latin typeface="Lato"/>
                <a:ea typeface="Lato"/>
                <a:cs typeface="Lato"/>
              </a:rPr>
              <a:t> Dijkstra </a:t>
            </a:r>
            <a:endParaRPr/>
          </a:p>
        </p:txBody>
      </p:sp>
      <p:sp>
        <p:nvSpPr>
          <p:cNvPr id="6" name="Content Placeholder 5">
            <a:extLst>
              <a:ext uri="{FF2B5EF4-FFF2-40B4-BE49-F238E27FC236}">
                <a16:creationId xmlns:a16="http://schemas.microsoft.com/office/drawing/2014/main" id="{57E10648-64B7-E085-D525-0E549C9FD7C9}"/>
              </a:ext>
            </a:extLst>
          </p:cNvPr>
          <p:cNvSpPr>
            <a:spLocks noGrp="1"/>
          </p:cNvSpPr>
          <p:nvPr>
            <p:ph sz="quarter" idx="13"/>
          </p:nvPr>
        </p:nvSpPr>
        <p:spPr/>
        <p:txBody>
          <a:bodyPr/>
          <a:lstStyle/>
          <a:p>
            <a:pPr algn="l"/>
            <a:r>
              <a:rPr lang="vi-VN" b="1" i="0" u="none" strike="noStrike">
                <a:solidFill>
                  <a:srgbClr val="000000"/>
                </a:solidFill>
                <a:effectLst/>
              </a:rPr>
              <a:t>Cập nhật khoảng cách:</a:t>
            </a:r>
            <a:endParaRPr lang="vi-VN" b="0" i="0" u="none" strike="noStrike">
              <a:solidFill>
                <a:srgbClr val="000000"/>
              </a:solidFill>
              <a:effectLst/>
            </a:endParaRPr>
          </a:p>
          <a:p>
            <a:pPr lvl="1"/>
            <a:r>
              <a:rPr lang="vi-VN" b="0" i="0" u="none" strike="noStrike">
                <a:solidFill>
                  <a:srgbClr val="000000"/>
                </a:solidFill>
                <a:effectLst/>
              </a:rPr>
              <a:t>Với mỗi đỉnh kề chưa duyệt của đỉnh đang xét, tính khoảng cách tạm thời:</a:t>
            </a:r>
          </a:p>
          <a:p>
            <a:pPr marL="457200" lvl="1" indent="0">
              <a:buNone/>
            </a:pPr>
            <a:r>
              <a:rPr lang="vi-VN" b="0" i="0" u="none" strike="noStrike">
                <a:solidFill>
                  <a:srgbClr val="000000"/>
                </a:solidFill>
                <a:effectLst/>
              </a:rPr>
              <a:t>	distance[u] + weight[u,v] </a:t>
            </a:r>
          </a:p>
          <a:p>
            <a:pPr lvl="1"/>
            <a:r>
              <a:rPr lang="vi-VN" b="0" i="0" u="none" strike="noStrike">
                <a:solidFill>
                  <a:srgbClr val="000000"/>
                </a:solidFill>
                <a:effectLst/>
              </a:rPr>
              <a:t>Nếu khoảng cách tạm thời nhỏ hơn khoảng cách hiện tại của đỉnh kề, cập nhật giá trị.</a:t>
            </a:r>
          </a:p>
          <a:p>
            <a:pPr algn="l"/>
            <a:r>
              <a:rPr lang="vi-VN" b="1" i="0" u="none" strike="noStrike">
                <a:solidFill>
                  <a:srgbClr val="000000"/>
                </a:solidFill>
                <a:effectLst/>
              </a:rPr>
              <a:t>Lặp lại:</a:t>
            </a:r>
            <a:endParaRPr lang="vi-VN" b="0" i="0" u="none" strike="noStrike">
              <a:solidFill>
                <a:srgbClr val="000000"/>
              </a:solidFill>
              <a:effectLst/>
            </a:endParaRPr>
          </a:p>
          <a:p>
            <a:pPr lvl="1"/>
            <a:r>
              <a:rPr lang="vi-VN" b="0" i="0" u="none" strike="noStrike">
                <a:solidFill>
                  <a:srgbClr val="000000"/>
                </a:solidFill>
                <a:effectLst/>
              </a:rPr>
              <a:t>Tiếp tục chọn đỉnh có khoảng cách nhỏ nhất trong Q và thực hiện cập nhật như trên cho đến khi tất cả các đỉnh được duyệt hoặc không thể cải thiện khoảng cách.</a:t>
            </a:r>
          </a:p>
          <a:p>
            <a:r>
              <a:rPr lang="vi-VN" b="0" i="0" u="none" strike="noStrike">
                <a:solidFill>
                  <a:srgbClr val="000000"/>
                </a:solidFill>
                <a:effectLst/>
              </a:rPr>
              <a:t>Thuật toán kết thúc khi tất cả các đỉnh được duyệt, và ta có được khoảng cách ngắn nhất từ đỉnh nguồn đến tất cả các đỉnh khác.</a:t>
            </a:r>
            <a:endParaRPr/>
          </a:p>
        </p:txBody>
      </p:sp>
    </p:spTree>
    <p:extLst>
      <p:ext uri="{BB962C8B-B14F-4D97-AF65-F5344CB8AC3E}">
        <p14:creationId xmlns:p14="http://schemas.microsoft.com/office/powerpoint/2010/main" val="1517983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50A23-DF06-7EBE-0333-4EFC87C38063}"/>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FFAD2381-AD4B-33AE-0DEC-FB50278F4FA1}"/>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398908AA-BF2C-7343-1142-EE13E5E45E13}"/>
              </a:ext>
            </a:extLst>
          </p:cNvPr>
          <p:cNvSpPr>
            <a:spLocks noGrp="1"/>
          </p:cNvSpPr>
          <p:nvPr>
            <p:ph type="sldNum" sz="quarter" idx="12"/>
          </p:nvPr>
        </p:nvSpPr>
        <p:spPr/>
        <p:txBody>
          <a:bodyPr/>
          <a:lstStyle/>
          <a:p>
            <a:fld id="{BA7BC09B-FE30-A349-B1D2-5A364F511F98}" type="slidenum">
              <a:rPr lang="en-US" smtClean="0"/>
              <a:t>31</a:t>
            </a:fld>
            <a:endParaRPr lang="en-US"/>
          </a:p>
        </p:txBody>
      </p:sp>
      <p:sp>
        <p:nvSpPr>
          <p:cNvPr id="5" name="Title 4">
            <a:extLst>
              <a:ext uri="{FF2B5EF4-FFF2-40B4-BE49-F238E27FC236}">
                <a16:creationId xmlns:a16="http://schemas.microsoft.com/office/drawing/2014/main" id="{637A48FF-3C2D-615C-C7A0-036A06F233ED}"/>
              </a:ext>
            </a:extLst>
          </p:cNvPr>
          <p:cNvSpPr>
            <a:spLocks noGrp="1"/>
          </p:cNvSpPr>
          <p:nvPr>
            <p:ph type="title"/>
          </p:nvPr>
        </p:nvSpPr>
        <p:spPr/>
        <p:txBody>
          <a:bodyPr/>
          <a:lstStyle/>
          <a:p>
            <a:r>
              <a:rPr lang="vi-VN"/>
              <a:t>Ví dụ </a:t>
            </a:r>
            <a:r>
              <a:rPr lang="en-US">
                <a:latin typeface="Lato"/>
                <a:ea typeface="Lato"/>
                <a:cs typeface="Lato"/>
              </a:rPr>
              <a:t>Dijkstra </a:t>
            </a:r>
            <a:endParaRPr/>
          </a:p>
        </p:txBody>
      </p:sp>
      <p:graphicFrame>
        <p:nvGraphicFramePr>
          <p:cNvPr id="7" name="Content Placeholder 6">
            <a:extLst>
              <a:ext uri="{FF2B5EF4-FFF2-40B4-BE49-F238E27FC236}">
                <a16:creationId xmlns:a16="http://schemas.microsoft.com/office/drawing/2014/main" id="{2884C640-A0AC-D6BE-1F54-AA628B6B6E8F}"/>
              </a:ext>
            </a:extLst>
          </p:cNvPr>
          <p:cNvGraphicFramePr>
            <a:graphicFrameLocks noGrp="1"/>
          </p:cNvGraphicFramePr>
          <p:nvPr>
            <p:ph sz="quarter" idx="13"/>
            <p:extLst>
              <p:ext uri="{D42A27DB-BD31-4B8C-83A1-F6EECF244321}">
                <p14:modId xmlns:p14="http://schemas.microsoft.com/office/powerpoint/2010/main" val="3697974895"/>
              </p:ext>
            </p:extLst>
          </p:nvPr>
        </p:nvGraphicFramePr>
        <p:xfrm>
          <a:off x="628650" y="1265658"/>
          <a:ext cx="4485216" cy="2194560"/>
        </p:xfrm>
        <a:graphic>
          <a:graphicData uri="http://schemas.openxmlformats.org/drawingml/2006/table">
            <a:tbl>
              <a:tblPr firstRow="1" bandRow="1">
                <a:tableStyleId>{5940675A-B579-460E-94D1-54222C63F5DA}</a:tableStyleId>
              </a:tblPr>
              <a:tblGrid>
                <a:gridCol w="747536">
                  <a:extLst>
                    <a:ext uri="{9D8B030D-6E8A-4147-A177-3AD203B41FA5}">
                      <a16:colId xmlns:a16="http://schemas.microsoft.com/office/drawing/2014/main" val="3434251387"/>
                    </a:ext>
                  </a:extLst>
                </a:gridCol>
                <a:gridCol w="747536">
                  <a:extLst>
                    <a:ext uri="{9D8B030D-6E8A-4147-A177-3AD203B41FA5}">
                      <a16:colId xmlns:a16="http://schemas.microsoft.com/office/drawing/2014/main" val="1717534126"/>
                    </a:ext>
                  </a:extLst>
                </a:gridCol>
                <a:gridCol w="747536">
                  <a:extLst>
                    <a:ext uri="{9D8B030D-6E8A-4147-A177-3AD203B41FA5}">
                      <a16:colId xmlns:a16="http://schemas.microsoft.com/office/drawing/2014/main" val="1773280048"/>
                    </a:ext>
                  </a:extLst>
                </a:gridCol>
                <a:gridCol w="747536">
                  <a:extLst>
                    <a:ext uri="{9D8B030D-6E8A-4147-A177-3AD203B41FA5}">
                      <a16:colId xmlns:a16="http://schemas.microsoft.com/office/drawing/2014/main" val="2700232733"/>
                    </a:ext>
                  </a:extLst>
                </a:gridCol>
                <a:gridCol w="747536">
                  <a:extLst>
                    <a:ext uri="{9D8B030D-6E8A-4147-A177-3AD203B41FA5}">
                      <a16:colId xmlns:a16="http://schemas.microsoft.com/office/drawing/2014/main" val="1650987915"/>
                    </a:ext>
                  </a:extLst>
                </a:gridCol>
                <a:gridCol w="747536">
                  <a:extLst>
                    <a:ext uri="{9D8B030D-6E8A-4147-A177-3AD203B41FA5}">
                      <a16:colId xmlns:a16="http://schemas.microsoft.com/office/drawing/2014/main" val="973455555"/>
                    </a:ext>
                  </a:extLst>
                </a:gridCol>
              </a:tblGrid>
              <a:tr h="0">
                <a:tc>
                  <a:txBody>
                    <a:bodyPr/>
                    <a:lstStyle/>
                    <a:p>
                      <a:endParaRPr/>
                    </a:p>
                  </a:txBody>
                  <a:tcPr/>
                </a:tc>
                <a:tc>
                  <a:txBody>
                    <a:bodyPr/>
                    <a:lstStyle/>
                    <a:p>
                      <a:r>
                        <a:rPr lang="vi-VN"/>
                        <a:t>A</a:t>
                      </a:r>
                      <a:endParaRPr/>
                    </a:p>
                  </a:txBody>
                  <a:tcPr/>
                </a:tc>
                <a:tc>
                  <a:txBody>
                    <a:bodyPr/>
                    <a:lstStyle/>
                    <a:p>
                      <a:r>
                        <a:rPr lang="vi-VN"/>
                        <a:t>B</a:t>
                      </a:r>
                      <a:endParaRPr/>
                    </a:p>
                  </a:txBody>
                  <a:tcPr/>
                </a:tc>
                <a:tc>
                  <a:txBody>
                    <a:bodyPr/>
                    <a:lstStyle/>
                    <a:p>
                      <a:r>
                        <a:rPr lang="vi-VN"/>
                        <a:t>C</a:t>
                      </a:r>
                      <a:endParaRPr/>
                    </a:p>
                  </a:txBody>
                  <a:tcPr/>
                </a:tc>
                <a:tc>
                  <a:txBody>
                    <a:bodyPr/>
                    <a:lstStyle/>
                    <a:p>
                      <a:r>
                        <a:rPr lang="vi-VN"/>
                        <a:t>D</a:t>
                      </a:r>
                      <a:endParaRPr/>
                    </a:p>
                  </a:txBody>
                  <a:tcPr/>
                </a:tc>
                <a:tc>
                  <a:txBody>
                    <a:bodyPr/>
                    <a:lstStyle/>
                    <a:p>
                      <a:r>
                        <a:rPr lang="vi-VN"/>
                        <a:t>E</a:t>
                      </a:r>
                      <a:endParaRPr/>
                    </a:p>
                  </a:txBody>
                  <a:tcPr/>
                </a:tc>
                <a:extLst>
                  <a:ext uri="{0D108BD9-81ED-4DB2-BD59-A6C34878D82A}">
                    <a16:rowId xmlns:a16="http://schemas.microsoft.com/office/drawing/2014/main" val="1532625259"/>
                  </a:ext>
                </a:extLst>
              </a:tr>
              <a:tr h="297646">
                <a:tc>
                  <a:txBody>
                    <a:bodyPr/>
                    <a:lstStyle/>
                    <a:p>
                      <a:r>
                        <a:rPr lang="vi-VN"/>
                        <a:t>A</a:t>
                      </a:r>
                      <a:endParaRPr/>
                    </a:p>
                  </a:txBody>
                  <a:tcPr/>
                </a:tc>
                <a:tc>
                  <a:txBody>
                    <a:bodyPr/>
                    <a:lstStyle/>
                    <a:p>
                      <a:r>
                        <a:rPr lang="vi-VN"/>
                        <a:t>0</a:t>
                      </a:r>
                      <a:endParaRPr/>
                    </a:p>
                  </a:txBody>
                  <a:tcPr/>
                </a:tc>
                <a:tc>
                  <a:txBody>
                    <a:bodyPr/>
                    <a:lstStyle/>
                    <a:p>
                      <a:r>
                        <a:rPr lang="vi-VN"/>
                        <a:t>4</a:t>
                      </a:r>
                      <a:endParaRPr/>
                    </a:p>
                  </a:txBody>
                  <a:tcPr/>
                </a:tc>
                <a:tc>
                  <a:txBody>
                    <a:bodyPr/>
                    <a:lstStyle/>
                    <a:p>
                      <a:r>
                        <a:rPr lang="vi-VN"/>
                        <a:t>2</a:t>
                      </a:r>
                      <a:endParaRPr/>
                    </a:p>
                  </a:txBody>
                  <a:tcPr/>
                </a:tc>
                <a:tc>
                  <a:txBody>
                    <a:bodyPr/>
                    <a:lstStyle/>
                    <a:p>
                      <a:r>
                        <a:rPr lang="vi-VN"/>
                        <a:t>-</a:t>
                      </a:r>
                      <a:endParaRPr/>
                    </a:p>
                  </a:txBody>
                  <a:tcPr/>
                </a:tc>
                <a:tc>
                  <a:txBody>
                    <a:bodyPr/>
                    <a:lstStyle/>
                    <a:p>
                      <a:r>
                        <a:rPr lang="vi-VN"/>
                        <a:t>-</a:t>
                      </a:r>
                      <a:endParaRPr/>
                    </a:p>
                  </a:txBody>
                  <a:tcPr/>
                </a:tc>
                <a:extLst>
                  <a:ext uri="{0D108BD9-81ED-4DB2-BD59-A6C34878D82A}">
                    <a16:rowId xmlns:a16="http://schemas.microsoft.com/office/drawing/2014/main" val="3607033868"/>
                  </a:ext>
                </a:extLst>
              </a:tr>
              <a:tr h="287486">
                <a:tc>
                  <a:txBody>
                    <a:bodyPr/>
                    <a:lstStyle/>
                    <a:p>
                      <a:r>
                        <a:rPr lang="vi-VN"/>
                        <a:t>B</a:t>
                      </a:r>
                      <a:endParaRPr/>
                    </a:p>
                  </a:txBody>
                  <a:tcPr/>
                </a:tc>
                <a:tc>
                  <a:txBody>
                    <a:bodyPr/>
                    <a:lstStyle/>
                    <a:p>
                      <a:r>
                        <a:rPr lang="vi-VN"/>
                        <a:t>-</a:t>
                      </a:r>
                      <a:endParaRPr/>
                    </a:p>
                  </a:txBody>
                  <a:tcPr/>
                </a:tc>
                <a:tc>
                  <a:txBody>
                    <a:bodyPr/>
                    <a:lstStyle/>
                    <a:p>
                      <a:r>
                        <a:rPr lang="vi-VN"/>
                        <a:t>0</a:t>
                      </a:r>
                      <a:endParaRPr/>
                    </a:p>
                  </a:txBody>
                  <a:tcPr/>
                </a:tc>
                <a:tc>
                  <a:txBody>
                    <a:bodyPr/>
                    <a:lstStyle/>
                    <a:p>
                      <a:r>
                        <a:rPr lang="vi-VN"/>
                        <a:t>5</a:t>
                      </a:r>
                      <a:endParaRPr/>
                    </a:p>
                  </a:txBody>
                  <a:tcPr/>
                </a:tc>
                <a:tc>
                  <a:txBody>
                    <a:bodyPr/>
                    <a:lstStyle/>
                    <a:p>
                      <a:r>
                        <a:rPr lang="vi-VN"/>
                        <a:t>10</a:t>
                      </a:r>
                      <a:endParaRPr/>
                    </a:p>
                  </a:txBody>
                  <a:tcPr/>
                </a:tc>
                <a:tc>
                  <a:txBody>
                    <a:bodyPr/>
                    <a:lstStyle/>
                    <a:p>
                      <a:r>
                        <a:rPr lang="vi-VN"/>
                        <a:t>-</a:t>
                      </a:r>
                      <a:endParaRPr/>
                    </a:p>
                  </a:txBody>
                  <a:tcPr/>
                </a:tc>
                <a:extLst>
                  <a:ext uri="{0D108BD9-81ED-4DB2-BD59-A6C34878D82A}">
                    <a16:rowId xmlns:a16="http://schemas.microsoft.com/office/drawing/2014/main" val="377795764"/>
                  </a:ext>
                </a:extLst>
              </a:tr>
              <a:tr h="345059">
                <a:tc>
                  <a:txBody>
                    <a:bodyPr/>
                    <a:lstStyle/>
                    <a:p>
                      <a:r>
                        <a:rPr lang="vi-VN"/>
                        <a:t>C</a:t>
                      </a:r>
                      <a:endParaRPr/>
                    </a:p>
                  </a:txBody>
                  <a:tcPr/>
                </a:tc>
                <a:tc>
                  <a:txBody>
                    <a:bodyPr/>
                    <a:lstStyle/>
                    <a:p>
                      <a:r>
                        <a:rPr lang="vi-VN"/>
                        <a:t>-</a:t>
                      </a:r>
                      <a:endParaRPr/>
                    </a:p>
                  </a:txBody>
                  <a:tcPr/>
                </a:tc>
                <a:tc>
                  <a:txBody>
                    <a:bodyPr/>
                    <a:lstStyle/>
                    <a:p>
                      <a:r>
                        <a:rPr lang="vi-VN"/>
                        <a:t>-</a:t>
                      </a:r>
                      <a:endParaRPr/>
                    </a:p>
                  </a:txBody>
                  <a:tcPr/>
                </a:tc>
                <a:tc>
                  <a:txBody>
                    <a:bodyPr/>
                    <a:lstStyle/>
                    <a:p>
                      <a:r>
                        <a:rPr lang="vi-VN"/>
                        <a:t>0</a:t>
                      </a:r>
                      <a:endParaRPr/>
                    </a:p>
                  </a:txBody>
                  <a:tcPr/>
                </a:tc>
                <a:tc>
                  <a:txBody>
                    <a:bodyPr/>
                    <a:lstStyle/>
                    <a:p>
                      <a:r>
                        <a:rPr lang="vi-VN"/>
                        <a:t>3</a:t>
                      </a:r>
                      <a:endParaRPr/>
                    </a:p>
                  </a:txBody>
                  <a:tcPr/>
                </a:tc>
                <a:tc>
                  <a:txBody>
                    <a:bodyPr/>
                    <a:lstStyle/>
                    <a:p>
                      <a:r>
                        <a:rPr lang="vi-VN"/>
                        <a:t>7</a:t>
                      </a:r>
                      <a:endParaRPr/>
                    </a:p>
                  </a:txBody>
                  <a:tcPr/>
                </a:tc>
                <a:extLst>
                  <a:ext uri="{0D108BD9-81ED-4DB2-BD59-A6C34878D82A}">
                    <a16:rowId xmlns:a16="http://schemas.microsoft.com/office/drawing/2014/main" val="992655298"/>
                  </a:ext>
                </a:extLst>
              </a:tr>
              <a:tr h="334899">
                <a:tc>
                  <a:txBody>
                    <a:bodyPr/>
                    <a:lstStyle/>
                    <a:p>
                      <a:r>
                        <a:rPr lang="vi-VN"/>
                        <a:t>D</a:t>
                      </a:r>
                      <a:endParaRPr/>
                    </a:p>
                  </a:txBody>
                  <a:tcPr/>
                </a:tc>
                <a:tc>
                  <a:txBody>
                    <a:bodyPr/>
                    <a:lstStyle/>
                    <a:p>
                      <a:r>
                        <a:rPr lang="vi-VN"/>
                        <a:t>-</a:t>
                      </a:r>
                      <a:endParaRPr/>
                    </a:p>
                  </a:txBody>
                  <a:tcPr/>
                </a:tc>
                <a:tc>
                  <a:txBody>
                    <a:bodyPr/>
                    <a:lstStyle/>
                    <a:p>
                      <a:r>
                        <a:rPr lang="vi-VN"/>
                        <a:t>-</a:t>
                      </a:r>
                      <a:endParaRPr/>
                    </a:p>
                  </a:txBody>
                  <a:tcPr/>
                </a:tc>
                <a:tc>
                  <a:txBody>
                    <a:bodyPr/>
                    <a:lstStyle/>
                    <a:p>
                      <a:r>
                        <a:rPr lang="vi-VN"/>
                        <a:t>-</a:t>
                      </a:r>
                      <a:endParaRPr/>
                    </a:p>
                  </a:txBody>
                  <a:tcPr/>
                </a:tc>
                <a:tc>
                  <a:txBody>
                    <a:bodyPr/>
                    <a:lstStyle/>
                    <a:p>
                      <a:r>
                        <a:rPr lang="vi-VN"/>
                        <a:t>0</a:t>
                      </a:r>
                      <a:endParaRPr/>
                    </a:p>
                  </a:txBody>
                  <a:tcPr/>
                </a:tc>
                <a:tc>
                  <a:txBody>
                    <a:bodyPr/>
                    <a:lstStyle/>
                    <a:p>
                      <a:r>
                        <a:rPr lang="vi-VN"/>
                        <a:t>4</a:t>
                      </a:r>
                      <a:endParaRPr/>
                    </a:p>
                  </a:txBody>
                  <a:tcPr/>
                </a:tc>
                <a:extLst>
                  <a:ext uri="{0D108BD9-81ED-4DB2-BD59-A6C34878D82A}">
                    <a16:rowId xmlns:a16="http://schemas.microsoft.com/office/drawing/2014/main" val="2880171404"/>
                  </a:ext>
                </a:extLst>
              </a:tr>
              <a:tr h="334899">
                <a:tc>
                  <a:txBody>
                    <a:bodyPr/>
                    <a:lstStyle/>
                    <a:p>
                      <a:r>
                        <a:rPr lang="vi-VN"/>
                        <a:t>E</a:t>
                      </a:r>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r>
                        <a:rPr lang="vi-VN"/>
                        <a:t>0</a:t>
                      </a:r>
                      <a:endParaRPr/>
                    </a:p>
                  </a:txBody>
                  <a:tcPr/>
                </a:tc>
                <a:extLst>
                  <a:ext uri="{0D108BD9-81ED-4DB2-BD59-A6C34878D82A}">
                    <a16:rowId xmlns:a16="http://schemas.microsoft.com/office/drawing/2014/main" val="2643619421"/>
                  </a:ext>
                </a:extLst>
              </a:tr>
            </a:tbl>
          </a:graphicData>
        </a:graphic>
      </p:graphicFrame>
      <p:graphicFrame>
        <p:nvGraphicFramePr>
          <p:cNvPr id="10" name="Table 9">
            <a:extLst>
              <a:ext uri="{FF2B5EF4-FFF2-40B4-BE49-F238E27FC236}">
                <a16:creationId xmlns:a16="http://schemas.microsoft.com/office/drawing/2014/main" id="{79F01BB5-4711-1453-1B43-EE3A1B9A2C54}"/>
              </a:ext>
            </a:extLst>
          </p:cNvPr>
          <p:cNvGraphicFramePr>
            <a:graphicFrameLocks noGrp="1"/>
          </p:cNvGraphicFramePr>
          <p:nvPr>
            <p:extLst>
              <p:ext uri="{D42A27DB-BD31-4B8C-83A1-F6EECF244321}">
                <p14:modId xmlns:p14="http://schemas.microsoft.com/office/powerpoint/2010/main" val="2598244372"/>
              </p:ext>
            </p:extLst>
          </p:nvPr>
        </p:nvGraphicFramePr>
        <p:xfrm>
          <a:off x="628650" y="3913208"/>
          <a:ext cx="7211484" cy="741680"/>
        </p:xfrm>
        <a:graphic>
          <a:graphicData uri="http://schemas.openxmlformats.org/drawingml/2006/table">
            <a:tbl>
              <a:tblPr firstRow="1" bandRow="1">
                <a:tableStyleId>{2D5ABB26-0587-4C30-8999-92F81FD0307C}</a:tableStyleId>
              </a:tblPr>
              <a:tblGrid>
                <a:gridCol w="2075305">
                  <a:extLst>
                    <a:ext uri="{9D8B030D-6E8A-4147-A177-3AD203B41FA5}">
                      <a16:colId xmlns:a16="http://schemas.microsoft.com/office/drawing/2014/main" val="375039746"/>
                    </a:ext>
                  </a:extLst>
                </a:gridCol>
                <a:gridCol w="750446">
                  <a:extLst>
                    <a:ext uri="{9D8B030D-6E8A-4147-A177-3AD203B41FA5}">
                      <a16:colId xmlns:a16="http://schemas.microsoft.com/office/drawing/2014/main" val="2078243629"/>
                    </a:ext>
                  </a:extLst>
                </a:gridCol>
                <a:gridCol w="779991">
                  <a:extLst>
                    <a:ext uri="{9D8B030D-6E8A-4147-A177-3AD203B41FA5}">
                      <a16:colId xmlns:a16="http://schemas.microsoft.com/office/drawing/2014/main" val="1295346461"/>
                    </a:ext>
                  </a:extLst>
                </a:gridCol>
                <a:gridCol w="1201914">
                  <a:extLst>
                    <a:ext uri="{9D8B030D-6E8A-4147-A177-3AD203B41FA5}">
                      <a16:colId xmlns:a16="http://schemas.microsoft.com/office/drawing/2014/main" val="3405035753"/>
                    </a:ext>
                  </a:extLst>
                </a:gridCol>
                <a:gridCol w="1201914">
                  <a:extLst>
                    <a:ext uri="{9D8B030D-6E8A-4147-A177-3AD203B41FA5}">
                      <a16:colId xmlns:a16="http://schemas.microsoft.com/office/drawing/2014/main" val="1240702626"/>
                    </a:ext>
                  </a:extLst>
                </a:gridCol>
                <a:gridCol w="1201914">
                  <a:extLst>
                    <a:ext uri="{9D8B030D-6E8A-4147-A177-3AD203B41FA5}">
                      <a16:colId xmlns:a16="http://schemas.microsoft.com/office/drawing/2014/main" val="2328659266"/>
                    </a:ext>
                  </a:extLst>
                </a:gridCol>
              </a:tblGrid>
              <a:tr h="370840">
                <a:tc>
                  <a:txBody>
                    <a:bodyPr/>
                    <a:lstStyle/>
                    <a:p>
                      <a:r>
                        <a:rPr lang="vi-VN"/>
                        <a:t>Đỉnh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A</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B</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C</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D</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E</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342973"/>
                  </a:ext>
                </a:extLst>
              </a:tr>
              <a:tr h="370840">
                <a:tc>
                  <a:txBody>
                    <a:bodyPr/>
                    <a:lstStyle/>
                    <a:p>
                      <a:r>
                        <a:rPr lang="vi-VN"/>
                        <a:t>Khoảng cách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0</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732342"/>
                  </a:ext>
                </a:extLst>
              </a:tr>
            </a:tbl>
          </a:graphicData>
        </a:graphic>
      </p:graphicFrame>
      <p:sp>
        <p:nvSpPr>
          <p:cNvPr id="11" name="TextBox 10">
            <a:extLst>
              <a:ext uri="{FF2B5EF4-FFF2-40B4-BE49-F238E27FC236}">
                <a16:creationId xmlns:a16="http://schemas.microsoft.com/office/drawing/2014/main" id="{6019EA27-7C86-8FC7-DCFD-15AC7AE7FEB4}"/>
              </a:ext>
            </a:extLst>
          </p:cNvPr>
          <p:cNvSpPr txBox="1"/>
          <p:nvPr/>
        </p:nvSpPr>
        <p:spPr>
          <a:xfrm>
            <a:off x="644510" y="4992177"/>
            <a:ext cx="8280273" cy="1200329"/>
          </a:xfrm>
          <a:prstGeom prst="rect">
            <a:avLst/>
          </a:prstGeom>
          <a:noFill/>
        </p:spPr>
        <p:txBody>
          <a:bodyPr wrap="square" rtlCol="0">
            <a:spAutoFit/>
          </a:bodyPr>
          <a:lstStyle/>
          <a:p>
            <a:pPr algn="l"/>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Chọn</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đỉnh</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kề</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của</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 B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và</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C</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Cập</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nhật</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distance[B] = 0 + 4 = 4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và</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distance[C] = 0 + 2 = 2</a:t>
            </a:r>
          </a:p>
          <a:p>
            <a:endParaRPr>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280107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D76332-1456-9773-4DB3-8114A680AF0E}"/>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7DFE3646-E2F6-D9D1-1262-6CE6A77AC59E}"/>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AC1846A3-AE5A-74F2-8637-40AB7E35DB98}"/>
              </a:ext>
            </a:extLst>
          </p:cNvPr>
          <p:cNvSpPr>
            <a:spLocks noGrp="1"/>
          </p:cNvSpPr>
          <p:nvPr>
            <p:ph type="sldNum" sz="quarter" idx="12"/>
          </p:nvPr>
        </p:nvSpPr>
        <p:spPr/>
        <p:txBody>
          <a:bodyPr/>
          <a:lstStyle/>
          <a:p>
            <a:fld id="{BA7BC09B-FE30-A349-B1D2-5A364F511F98}" type="slidenum">
              <a:rPr lang="en-US" smtClean="0"/>
              <a:t>32</a:t>
            </a:fld>
            <a:endParaRPr lang="en-US"/>
          </a:p>
        </p:txBody>
      </p:sp>
      <p:sp>
        <p:nvSpPr>
          <p:cNvPr id="5" name="Title 4">
            <a:extLst>
              <a:ext uri="{FF2B5EF4-FFF2-40B4-BE49-F238E27FC236}">
                <a16:creationId xmlns:a16="http://schemas.microsoft.com/office/drawing/2014/main" id="{63E873FF-A28F-2743-B795-BE3BC04D92C8}"/>
              </a:ext>
            </a:extLst>
          </p:cNvPr>
          <p:cNvSpPr>
            <a:spLocks noGrp="1"/>
          </p:cNvSpPr>
          <p:nvPr>
            <p:ph type="title"/>
          </p:nvPr>
        </p:nvSpPr>
        <p:spPr>
          <a:xfrm>
            <a:off x="211729" y="135133"/>
            <a:ext cx="8673846" cy="451739"/>
          </a:xfrm>
        </p:spPr>
        <p:txBody>
          <a:bodyPr/>
          <a:lstStyle/>
          <a:p>
            <a:r>
              <a:rPr lang="vi-VN"/>
              <a:t>Ví dụ </a:t>
            </a:r>
            <a:r>
              <a:rPr lang="en-US">
                <a:latin typeface="Lato"/>
                <a:ea typeface="Lato"/>
                <a:cs typeface="Lato"/>
              </a:rPr>
              <a:t>Dijkstra </a:t>
            </a:r>
            <a:endParaRPr/>
          </a:p>
        </p:txBody>
      </p:sp>
      <p:graphicFrame>
        <p:nvGraphicFramePr>
          <p:cNvPr id="7" name="Table 6">
            <a:extLst>
              <a:ext uri="{FF2B5EF4-FFF2-40B4-BE49-F238E27FC236}">
                <a16:creationId xmlns:a16="http://schemas.microsoft.com/office/drawing/2014/main" id="{A6321DC7-DAD7-F5F3-F7E1-AD238D339D2A}"/>
              </a:ext>
            </a:extLst>
          </p:cNvPr>
          <p:cNvGraphicFramePr>
            <a:graphicFrameLocks noGrp="1"/>
          </p:cNvGraphicFramePr>
          <p:nvPr>
            <p:extLst>
              <p:ext uri="{D42A27DB-BD31-4B8C-83A1-F6EECF244321}">
                <p14:modId xmlns:p14="http://schemas.microsoft.com/office/powerpoint/2010/main" val="1945834381"/>
              </p:ext>
            </p:extLst>
          </p:nvPr>
        </p:nvGraphicFramePr>
        <p:xfrm>
          <a:off x="408516" y="1040492"/>
          <a:ext cx="7211484" cy="741680"/>
        </p:xfrm>
        <a:graphic>
          <a:graphicData uri="http://schemas.openxmlformats.org/drawingml/2006/table">
            <a:tbl>
              <a:tblPr firstRow="1" bandRow="1">
                <a:tableStyleId>{2D5ABB26-0587-4C30-8999-92F81FD0307C}</a:tableStyleId>
              </a:tblPr>
              <a:tblGrid>
                <a:gridCol w="2075305">
                  <a:extLst>
                    <a:ext uri="{9D8B030D-6E8A-4147-A177-3AD203B41FA5}">
                      <a16:colId xmlns:a16="http://schemas.microsoft.com/office/drawing/2014/main" val="375039746"/>
                    </a:ext>
                  </a:extLst>
                </a:gridCol>
                <a:gridCol w="750446">
                  <a:extLst>
                    <a:ext uri="{9D8B030D-6E8A-4147-A177-3AD203B41FA5}">
                      <a16:colId xmlns:a16="http://schemas.microsoft.com/office/drawing/2014/main" val="2078243629"/>
                    </a:ext>
                  </a:extLst>
                </a:gridCol>
                <a:gridCol w="779991">
                  <a:extLst>
                    <a:ext uri="{9D8B030D-6E8A-4147-A177-3AD203B41FA5}">
                      <a16:colId xmlns:a16="http://schemas.microsoft.com/office/drawing/2014/main" val="1295346461"/>
                    </a:ext>
                  </a:extLst>
                </a:gridCol>
                <a:gridCol w="1201914">
                  <a:extLst>
                    <a:ext uri="{9D8B030D-6E8A-4147-A177-3AD203B41FA5}">
                      <a16:colId xmlns:a16="http://schemas.microsoft.com/office/drawing/2014/main" val="3405035753"/>
                    </a:ext>
                  </a:extLst>
                </a:gridCol>
                <a:gridCol w="1201914">
                  <a:extLst>
                    <a:ext uri="{9D8B030D-6E8A-4147-A177-3AD203B41FA5}">
                      <a16:colId xmlns:a16="http://schemas.microsoft.com/office/drawing/2014/main" val="1240702626"/>
                    </a:ext>
                  </a:extLst>
                </a:gridCol>
                <a:gridCol w="1201914">
                  <a:extLst>
                    <a:ext uri="{9D8B030D-6E8A-4147-A177-3AD203B41FA5}">
                      <a16:colId xmlns:a16="http://schemas.microsoft.com/office/drawing/2014/main" val="2328659266"/>
                    </a:ext>
                  </a:extLst>
                </a:gridCol>
              </a:tblGrid>
              <a:tr h="370840">
                <a:tc>
                  <a:txBody>
                    <a:bodyPr/>
                    <a:lstStyle/>
                    <a:p>
                      <a:r>
                        <a:rPr lang="vi-VN"/>
                        <a:t>Đỉnh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A</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B</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C</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D</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E</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342973"/>
                  </a:ext>
                </a:extLst>
              </a:tr>
              <a:tr h="370840">
                <a:tc>
                  <a:txBody>
                    <a:bodyPr/>
                    <a:lstStyle/>
                    <a:p>
                      <a:r>
                        <a:rPr lang="vi-VN"/>
                        <a:t>Khoảng cách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0</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4</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732342"/>
                  </a:ext>
                </a:extLst>
              </a:tr>
            </a:tbl>
          </a:graphicData>
        </a:graphic>
      </p:graphicFrame>
      <p:sp>
        <p:nvSpPr>
          <p:cNvPr id="8" name="TextBox 7">
            <a:extLst>
              <a:ext uri="{FF2B5EF4-FFF2-40B4-BE49-F238E27FC236}">
                <a16:creationId xmlns:a16="http://schemas.microsoft.com/office/drawing/2014/main" id="{BB427814-D0FF-71B2-D6BD-6983728DD1D6}"/>
              </a:ext>
            </a:extLst>
          </p:cNvPr>
          <p:cNvSpPr txBox="1"/>
          <p:nvPr/>
        </p:nvSpPr>
        <p:spPr>
          <a:xfrm>
            <a:off x="408516" y="2079644"/>
            <a:ext cx="8280273" cy="1754326"/>
          </a:xfrm>
          <a:prstGeom prst="rect">
            <a:avLst/>
          </a:prstGeom>
          <a:noFill/>
        </p:spPr>
        <p:txBody>
          <a:bodyPr wrap="square" rtlCol="0">
            <a:spAutoFit/>
          </a:bodyPr>
          <a:lstStyle/>
          <a:p>
            <a:pPr algn="l"/>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Chọn</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C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khoảng</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cách</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nhỏ</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nhất</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chưa</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đánh</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dấu</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đỉnh</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kề</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của</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C: D, E </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Cập</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nhật</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p>
          <a:p>
            <a:pPr algn="l"/>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distance[D] = distance[C] + 3  = 5  </a:t>
            </a:r>
          </a:p>
          <a:p>
            <a:pPr algn="l"/>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distance[E] = distance[C] + 7   = 9</a:t>
            </a:r>
          </a:p>
          <a:p>
            <a:endParaRPr>
              <a:latin typeface="Lato" panose="020F0502020204030203" pitchFamily="34" charset="0"/>
              <a:ea typeface="Lato" panose="020F0502020204030203" pitchFamily="34" charset="0"/>
              <a:cs typeface="Lato" panose="020F0502020204030203" pitchFamily="34" charset="0"/>
            </a:endParaRPr>
          </a:p>
        </p:txBody>
      </p:sp>
      <p:graphicFrame>
        <p:nvGraphicFramePr>
          <p:cNvPr id="9" name="Table 8">
            <a:extLst>
              <a:ext uri="{FF2B5EF4-FFF2-40B4-BE49-F238E27FC236}">
                <a16:creationId xmlns:a16="http://schemas.microsoft.com/office/drawing/2014/main" id="{4E577064-EC7D-9909-66B9-B1FC1BCCCFB6}"/>
              </a:ext>
            </a:extLst>
          </p:cNvPr>
          <p:cNvGraphicFramePr>
            <a:graphicFrameLocks noGrp="1"/>
          </p:cNvGraphicFramePr>
          <p:nvPr>
            <p:extLst>
              <p:ext uri="{D42A27DB-BD31-4B8C-83A1-F6EECF244321}">
                <p14:modId xmlns:p14="http://schemas.microsoft.com/office/powerpoint/2010/main" val="3396044403"/>
              </p:ext>
            </p:extLst>
          </p:nvPr>
        </p:nvGraphicFramePr>
        <p:xfrm>
          <a:off x="455211" y="3833562"/>
          <a:ext cx="7211484" cy="741680"/>
        </p:xfrm>
        <a:graphic>
          <a:graphicData uri="http://schemas.openxmlformats.org/drawingml/2006/table">
            <a:tbl>
              <a:tblPr firstRow="1" bandRow="1">
                <a:tableStyleId>{2D5ABB26-0587-4C30-8999-92F81FD0307C}</a:tableStyleId>
              </a:tblPr>
              <a:tblGrid>
                <a:gridCol w="2075305">
                  <a:extLst>
                    <a:ext uri="{9D8B030D-6E8A-4147-A177-3AD203B41FA5}">
                      <a16:colId xmlns:a16="http://schemas.microsoft.com/office/drawing/2014/main" val="375039746"/>
                    </a:ext>
                  </a:extLst>
                </a:gridCol>
                <a:gridCol w="750446">
                  <a:extLst>
                    <a:ext uri="{9D8B030D-6E8A-4147-A177-3AD203B41FA5}">
                      <a16:colId xmlns:a16="http://schemas.microsoft.com/office/drawing/2014/main" val="2078243629"/>
                    </a:ext>
                  </a:extLst>
                </a:gridCol>
                <a:gridCol w="779991">
                  <a:extLst>
                    <a:ext uri="{9D8B030D-6E8A-4147-A177-3AD203B41FA5}">
                      <a16:colId xmlns:a16="http://schemas.microsoft.com/office/drawing/2014/main" val="1295346461"/>
                    </a:ext>
                  </a:extLst>
                </a:gridCol>
                <a:gridCol w="1201914">
                  <a:extLst>
                    <a:ext uri="{9D8B030D-6E8A-4147-A177-3AD203B41FA5}">
                      <a16:colId xmlns:a16="http://schemas.microsoft.com/office/drawing/2014/main" val="3405035753"/>
                    </a:ext>
                  </a:extLst>
                </a:gridCol>
                <a:gridCol w="1201914">
                  <a:extLst>
                    <a:ext uri="{9D8B030D-6E8A-4147-A177-3AD203B41FA5}">
                      <a16:colId xmlns:a16="http://schemas.microsoft.com/office/drawing/2014/main" val="1240702626"/>
                    </a:ext>
                  </a:extLst>
                </a:gridCol>
                <a:gridCol w="1201914">
                  <a:extLst>
                    <a:ext uri="{9D8B030D-6E8A-4147-A177-3AD203B41FA5}">
                      <a16:colId xmlns:a16="http://schemas.microsoft.com/office/drawing/2014/main" val="2328659266"/>
                    </a:ext>
                  </a:extLst>
                </a:gridCol>
              </a:tblGrid>
              <a:tr h="370840">
                <a:tc>
                  <a:txBody>
                    <a:bodyPr/>
                    <a:lstStyle/>
                    <a:p>
                      <a:r>
                        <a:rPr lang="vi-VN"/>
                        <a:t>Đỉnh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A</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B</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C</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D</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E</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342973"/>
                  </a:ext>
                </a:extLst>
              </a:tr>
              <a:tr h="370840">
                <a:tc>
                  <a:txBody>
                    <a:bodyPr/>
                    <a:lstStyle/>
                    <a:p>
                      <a:r>
                        <a:rPr lang="vi-VN"/>
                        <a:t>Khoảng cách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0</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4</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732342"/>
                  </a:ext>
                </a:extLst>
              </a:tr>
            </a:tbl>
          </a:graphicData>
        </a:graphic>
      </p:graphicFrame>
      <p:sp>
        <p:nvSpPr>
          <p:cNvPr id="10" name="TextBox 9">
            <a:extLst>
              <a:ext uri="{FF2B5EF4-FFF2-40B4-BE49-F238E27FC236}">
                <a16:creationId xmlns:a16="http://schemas.microsoft.com/office/drawing/2014/main" id="{8CB08870-C144-FD9A-9D5E-9663BDD4A4D6}"/>
              </a:ext>
            </a:extLst>
          </p:cNvPr>
          <p:cNvSpPr txBox="1"/>
          <p:nvPr/>
        </p:nvSpPr>
        <p:spPr>
          <a:xfrm>
            <a:off x="431863" y="4689652"/>
            <a:ext cx="8280273" cy="1754326"/>
          </a:xfrm>
          <a:prstGeom prst="rect">
            <a:avLst/>
          </a:prstGeom>
          <a:noFill/>
        </p:spPr>
        <p:txBody>
          <a:bodyPr wrap="square" rtlCol="0">
            <a:spAutoFit/>
          </a:bodyPr>
          <a:lstStyle/>
          <a:p>
            <a:pPr algn="l"/>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Chọn</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B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khoảng</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cách</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nhỏ</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nhất</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chưa</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đánh</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dấu</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đỉnh</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kề</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của</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B: D</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Cập</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nhật</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p>
          <a:p>
            <a:pPr algn="l"/>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distance[D] = distance[B] + 10  = 14 &gt; 5 </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-&gt; </a:t>
            </a:r>
            <a:r>
              <a:rPr lang="en-US" b="1" i="0" u="none" strike="noStrike" err="1">
                <a:solidFill>
                  <a:srgbClr val="FF0000"/>
                </a:solidFill>
                <a:effectLst/>
                <a:latin typeface="Lato" panose="020F0502020204030203" pitchFamily="34" charset="0"/>
                <a:ea typeface="Lato" panose="020F0502020204030203" pitchFamily="34" charset="0"/>
                <a:cs typeface="Lato" panose="020F0502020204030203" pitchFamily="34" charset="0"/>
              </a:rPr>
              <a:t>không</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FF0000"/>
                </a:solidFill>
                <a:effectLst/>
                <a:latin typeface="Lato" panose="020F0502020204030203" pitchFamily="34" charset="0"/>
                <a:ea typeface="Lato" panose="020F0502020204030203" pitchFamily="34" charset="0"/>
                <a:cs typeface="Lato" panose="020F0502020204030203" pitchFamily="34" charset="0"/>
              </a:rPr>
              <a:t>cập</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FF0000"/>
                </a:solidFill>
                <a:effectLst/>
                <a:latin typeface="Lato" panose="020F0502020204030203" pitchFamily="34" charset="0"/>
                <a:ea typeface="Lato" panose="020F0502020204030203" pitchFamily="34" charset="0"/>
                <a:cs typeface="Lato" panose="020F0502020204030203" pitchFamily="34" charset="0"/>
              </a:rPr>
              <a:t>nhật</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 </a:t>
            </a:r>
          </a:p>
          <a:p>
            <a:pPr algn="l"/>
            <a:r>
              <a:rPr lang="en-US">
                <a:solidFill>
                  <a:srgbClr val="000000"/>
                </a:solidFill>
                <a:latin typeface="Lato" panose="020F0502020204030203" pitchFamily="34" charset="0"/>
                <a:ea typeface="Lato" panose="020F0502020204030203" pitchFamily="34" charset="0"/>
                <a:cs typeface="Lato" panose="020F0502020204030203" pitchFamily="34" charset="0"/>
              </a:rPr>
              <a:t>                 </a:t>
            </a:r>
            <a:endPar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p>
            <a:endParaRPr>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609218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A9F62B-09E7-86BA-AF10-833765693CF8}"/>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B7FC848E-4811-7403-EBDB-BC5770A64DD9}"/>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CCCB4646-FAB2-3312-5707-A0C379E4C43F}"/>
              </a:ext>
            </a:extLst>
          </p:cNvPr>
          <p:cNvSpPr>
            <a:spLocks noGrp="1"/>
          </p:cNvSpPr>
          <p:nvPr>
            <p:ph type="sldNum" sz="quarter" idx="12"/>
          </p:nvPr>
        </p:nvSpPr>
        <p:spPr/>
        <p:txBody>
          <a:bodyPr/>
          <a:lstStyle/>
          <a:p>
            <a:fld id="{BA7BC09B-FE30-A349-B1D2-5A364F511F98}" type="slidenum">
              <a:rPr lang="en-US" smtClean="0"/>
              <a:t>33</a:t>
            </a:fld>
            <a:endParaRPr lang="en-US"/>
          </a:p>
        </p:txBody>
      </p:sp>
      <p:sp>
        <p:nvSpPr>
          <p:cNvPr id="5" name="Title 4">
            <a:extLst>
              <a:ext uri="{FF2B5EF4-FFF2-40B4-BE49-F238E27FC236}">
                <a16:creationId xmlns:a16="http://schemas.microsoft.com/office/drawing/2014/main" id="{BFC1306D-5298-C2A3-362B-EEC49AA1B16E}"/>
              </a:ext>
            </a:extLst>
          </p:cNvPr>
          <p:cNvSpPr>
            <a:spLocks noGrp="1"/>
          </p:cNvSpPr>
          <p:nvPr>
            <p:ph type="title"/>
          </p:nvPr>
        </p:nvSpPr>
        <p:spPr/>
        <p:txBody>
          <a:bodyPr/>
          <a:lstStyle/>
          <a:p>
            <a:r>
              <a:rPr lang="vi-VN"/>
              <a:t>Ví dụ </a:t>
            </a:r>
            <a:r>
              <a:rPr lang="en-US">
                <a:latin typeface="Lato"/>
                <a:ea typeface="Lato"/>
                <a:cs typeface="Lato"/>
              </a:rPr>
              <a:t>Dijkstra </a:t>
            </a:r>
            <a:endParaRPr/>
          </a:p>
        </p:txBody>
      </p:sp>
      <p:sp>
        <p:nvSpPr>
          <p:cNvPr id="7" name="TextBox 6">
            <a:extLst>
              <a:ext uri="{FF2B5EF4-FFF2-40B4-BE49-F238E27FC236}">
                <a16:creationId xmlns:a16="http://schemas.microsoft.com/office/drawing/2014/main" id="{10E094E4-2DED-6AE3-BA36-FC739C7E4867}"/>
              </a:ext>
            </a:extLst>
          </p:cNvPr>
          <p:cNvSpPr txBox="1"/>
          <p:nvPr/>
        </p:nvSpPr>
        <p:spPr>
          <a:xfrm>
            <a:off x="235077" y="1065919"/>
            <a:ext cx="8280273" cy="1754326"/>
          </a:xfrm>
          <a:prstGeom prst="rect">
            <a:avLst/>
          </a:prstGeom>
          <a:noFill/>
        </p:spPr>
        <p:txBody>
          <a:bodyPr wrap="square" rtlCol="0">
            <a:spAutoFit/>
          </a:bodyPr>
          <a:lstStyle/>
          <a:p>
            <a:pPr algn="l"/>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Chọn</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D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khoảng</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cách</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nhỏ</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nhất</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chưa</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đánh</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dấu</a:t>
            </a:r>
            <a:r>
              <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Các</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đỉnh</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kề</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của</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D: </a:t>
            </a:r>
            <a:r>
              <a:rPr lang="en-US">
                <a:solidFill>
                  <a:srgbClr val="000000"/>
                </a:solidFill>
                <a:latin typeface="Lato" panose="020F0502020204030203" pitchFamily="34" charset="0"/>
                <a:ea typeface="Lato" panose="020F0502020204030203" pitchFamily="34" charset="0"/>
                <a:cs typeface="Lato" panose="020F0502020204030203" pitchFamily="34" charset="0"/>
              </a:rPr>
              <a:t>E</a:t>
            </a:r>
            <a:endPar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algn="l"/>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Cập</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b="0"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nhật</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 </a:t>
            </a:r>
          </a:p>
          <a:p>
            <a:pPr algn="l"/>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distance[E] = distance[D] + 4  = 9 </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-&gt; </a:t>
            </a:r>
            <a:r>
              <a:rPr lang="en-US" b="1" i="0" u="none" strike="noStrike" err="1">
                <a:solidFill>
                  <a:srgbClr val="FF0000"/>
                </a:solidFill>
                <a:effectLst/>
                <a:latin typeface="Lato" panose="020F0502020204030203" pitchFamily="34" charset="0"/>
                <a:ea typeface="Lato" panose="020F0502020204030203" pitchFamily="34" charset="0"/>
                <a:cs typeface="Lato" panose="020F0502020204030203" pitchFamily="34" charset="0"/>
              </a:rPr>
              <a:t>không</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FF0000"/>
                </a:solidFill>
                <a:effectLst/>
                <a:latin typeface="Lato" panose="020F0502020204030203" pitchFamily="34" charset="0"/>
                <a:ea typeface="Lato" panose="020F0502020204030203" pitchFamily="34" charset="0"/>
                <a:cs typeface="Lato" panose="020F0502020204030203" pitchFamily="34" charset="0"/>
              </a:rPr>
              <a:t>cập</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 </a:t>
            </a:r>
            <a:r>
              <a:rPr lang="en-US" b="1" i="0" u="none" strike="noStrike" err="1">
                <a:solidFill>
                  <a:srgbClr val="FF0000"/>
                </a:solidFill>
                <a:effectLst/>
                <a:latin typeface="Lato" panose="020F0502020204030203" pitchFamily="34" charset="0"/>
                <a:ea typeface="Lato" panose="020F0502020204030203" pitchFamily="34" charset="0"/>
                <a:cs typeface="Lato" panose="020F0502020204030203" pitchFamily="34" charset="0"/>
              </a:rPr>
              <a:t>nhật</a:t>
            </a:r>
            <a:r>
              <a:rPr lang="en-US" b="1" i="0" u="none" strike="noStrike">
                <a:solidFill>
                  <a:srgbClr val="FF0000"/>
                </a:solidFill>
                <a:effectLst/>
                <a:latin typeface="Lato" panose="020F0502020204030203" pitchFamily="34" charset="0"/>
                <a:ea typeface="Lato" panose="020F0502020204030203" pitchFamily="34" charset="0"/>
                <a:cs typeface="Lato" panose="020F0502020204030203" pitchFamily="34" charset="0"/>
              </a:rPr>
              <a:t> </a:t>
            </a:r>
          </a:p>
          <a:p>
            <a:pPr algn="l"/>
            <a:r>
              <a:rPr lang="en-US">
                <a:solidFill>
                  <a:srgbClr val="000000"/>
                </a:solidFill>
                <a:latin typeface="Lato" panose="020F0502020204030203" pitchFamily="34" charset="0"/>
                <a:ea typeface="Lato" panose="020F0502020204030203" pitchFamily="34" charset="0"/>
                <a:cs typeface="Lato" panose="020F0502020204030203" pitchFamily="34" charset="0"/>
              </a:rPr>
              <a:t>                 </a:t>
            </a:r>
            <a:endParaRPr lang="en-US"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p>
            <a:endParaRPr>
              <a:latin typeface="Lato" panose="020F0502020204030203" pitchFamily="34" charset="0"/>
              <a:ea typeface="Lato" panose="020F0502020204030203" pitchFamily="34" charset="0"/>
              <a:cs typeface="Lato" panose="020F0502020204030203" pitchFamily="34" charset="0"/>
            </a:endParaRPr>
          </a:p>
        </p:txBody>
      </p:sp>
      <p:graphicFrame>
        <p:nvGraphicFramePr>
          <p:cNvPr id="8" name="Table 7">
            <a:extLst>
              <a:ext uri="{FF2B5EF4-FFF2-40B4-BE49-F238E27FC236}">
                <a16:creationId xmlns:a16="http://schemas.microsoft.com/office/drawing/2014/main" id="{08A7255C-D0DF-C8CB-4738-E6C127354B65}"/>
              </a:ext>
            </a:extLst>
          </p:cNvPr>
          <p:cNvGraphicFramePr>
            <a:graphicFrameLocks noGrp="1"/>
          </p:cNvGraphicFramePr>
          <p:nvPr>
            <p:extLst>
              <p:ext uri="{D42A27DB-BD31-4B8C-83A1-F6EECF244321}">
                <p14:modId xmlns:p14="http://schemas.microsoft.com/office/powerpoint/2010/main" val="2444133287"/>
              </p:ext>
            </p:extLst>
          </p:nvPr>
        </p:nvGraphicFramePr>
        <p:xfrm>
          <a:off x="472144" y="2614132"/>
          <a:ext cx="7211484" cy="741680"/>
        </p:xfrm>
        <a:graphic>
          <a:graphicData uri="http://schemas.openxmlformats.org/drawingml/2006/table">
            <a:tbl>
              <a:tblPr firstRow="1" bandRow="1">
                <a:tableStyleId>{2D5ABB26-0587-4C30-8999-92F81FD0307C}</a:tableStyleId>
              </a:tblPr>
              <a:tblGrid>
                <a:gridCol w="2075305">
                  <a:extLst>
                    <a:ext uri="{9D8B030D-6E8A-4147-A177-3AD203B41FA5}">
                      <a16:colId xmlns:a16="http://schemas.microsoft.com/office/drawing/2014/main" val="375039746"/>
                    </a:ext>
                  </a:extLst>
                </a:gridCol>
                <a:gridCol w="750446">
                  <a:extLst>
                    <a:ext uri="{9D8B030D-6E8A-4147-A177-3AD203B41FA5}">
                      <a16:colId xmlns:a16="http://schemas.microsoft.com/office/drawing/2014/main" val="2078243629"/>
                    </a:ext>
                  </a:extLst>
                </a:gridCol>
                <a:gridCol w="779991">
                  <a:extLst>
                    <a:ext uri="{9D8B030D-6E8A-4147-A177-3AD203B41FA5}">
                      <a16:colId xmlns:a16="http://schemas.microsoft.com/office/drawing/2014/main" val="1295346461"/>
                    </a:ext>
                  </a:extLst>
                </a:gridCol>
                <a:gridCol w="1201914">
                  <a:extLst>
                    <a:ext uri="{9D8B030D-6E8A-4147-A177-3AD203B41FA5}">
                      <a16:colId xmlns:a16="http://schemas.microsoft.com/office/drawing/2014/main" val="3405035753"/>
                    </a:ext>
                  </a:extLst>
                </a:gridCol>
                <a:gridCol w="1201914">
                  <a:extLst>
                    <a:ext uri="{9D8B030D-6E8A-4147-A177-3AD203B41FA5}">
                      <a16:colId xmlns:a16="http://schemas.microsoft.com/office/drawing/2014/main" val="1240702626"/>
                    </a:ext>
                  </a:extLst>
                </a:gridCol>
                <a:gridCol w="1201914">
                  <a:extLst>
                    <a:ext uri="{9D8B030D-6E8A-4147-A177-3AD203B41FA5}">
                      <a16:colId xmlns:a16="http://schemas.microsoft.com/office/drawing/2014/main" val="2328659266"/>
                    </a:ext>
                  </a:extLst>
                </a:gridCol>
              </a:tblGrid>
              <a:tr h="370840">
                <a:tc>
                  <a:txBody>
                    <a:bodyPr/>
                    <a:lstStyle/>
                    <a:p>
                      <a:r>
                        <a:rPr lang="vi-VN"/>
                        <a:t>Đỉnh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A</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B</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C</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highlight>
                            <a:srgbClr val="FFFF00"/>
                          </a:highlight>
                        </a:rPr>
                        <a:t>D</a:t>
                      </a:r>
                      <a:endParaRPr>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E</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342973"/>
                  </a:ext>
                </a:extLst>
              </a:tr>
              <a:tr h="370840">
                <a:tc>
                  <a:txBody>
                    <a:bodyPr/>
                    <a:lstStyle/>
                    <a:p>
                      <a:r>
                        <a:rPr lang="vi-VN"/>
                        <a:t>Khoảng cách </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0</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t>4</a:t>
                      </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732342"/>
                  </a:ext>
                </a:extLst>
              </a:tr>
            </a:tbl>
          </a:graphicData>
        </a:graphic>
      </p:graphicFrame>
      <p:sp>
        <p:nvSpPr>
          <p:cNvPr id="9" name="TextBox 8">
            <a:extLst>
              <a:ext uri="{FF2B5EF4-FFF2-40B4-BE49-F238E27FC236}">
                <a16:creationId xmlns:a16="http://schemas.microsoft.com/office/drawing/2014/main" id="{B3C4F3F3-E2DF-2673-F308-548E29468F4A}"/>
              </a:ext>
            </a:extLst>
          </p:cNvPr>
          <p:cNvSpPr txBox="1"/>
          <p:nvPr/>
        </p:nvSpPr>
        <p:spPr>
          <a:xfrm>
            <a:off x="431863" y="3739797"/>
            <a:ext cx="8280273" cy="2308324"/>
          </a:xfrm>
          <a:prstGeom prst="rect">
            <a:avLst/>
          </a:prstGeom>
          <a:noFill/>
        </p:spPr>
        <p:txBody>
          <a:bodyPr wrap="square" rtlCol="0">
            <a:spAutoFit/>
          </a:bodyPr>
          <a:lstStyle/>
          <a:p>
            <a:pPr algn="l"/>
            <a:r>
              <a:rPr lang="en-US" b="1" i="0" u="none" strike="noStrike" err="1">
                <a:solidFill>
                  <a:srgbClr val="000000"/>
                </a:solidFill>
                <a:effectLst/>
                <a:latin typeface="Lato" panose="020F0502020204030203" pitchFamily="34" charset="0"/>
                <a:ea typeface="Lato" panose="020F0502020204030203" pitchFamily="34" charset="0"/>
                <a:cs typeface="Lato" panose="020F0502020204030203" pitchFamily="34" charset="0"/>
              </a:rPr>
              <a:t>Kế</a:t>
            </a:r>
            <a:r>
              <a:rPr lang="en-US" b="1" err="1">
                <a:solidFill>
                  <a:srgbClr val="000000"/>
                </a:solidFill>
                <a:latin typeface="Lato" panose="020F0502020204030203" pitchFamily="34" charset="0"/>
                <a:ea typeface="Lato" panose="020F0502020204030203" pitchFamily="34" charset="0"/>
                <a:cs typeface="Lato" panose="020F0502020204030203" pitchFamily="34" charset="0"/>
              </a:rPr>
              <a:t>t</a:t>
            </a:r>
            <a:r>
              <a:rPr lang="en-US" b="1">
                <a:solidFill>
                  <a:srgbClr val="00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000000"/>
                </a:solidFill>
                <a:latin typeface="Lato" panose="020F0502020204030203" pitchFamily="34" charset="0"/>
                <a:ea typeface="Lato" panose="020F0502020204030203" pitchFamily="34" charset="0"/>
                <a:cs typeface="Lato" panose="020F0502020204030203" pitchFamily="34" charset="0"/>
              </a:rPr>
              <a:t>thúc</a:t>
            </a:r>
            <a:r>
              <a:rPr lang="en-US" b="1">
                <a:solidFill>
                  <a:srgbClr val="000000"/>
                </a:solidFill>
                <a:latin typeface="Lato" panose="020F0502020204030203" pitchFamily="34" charset="0"/>
                <a:ea typeface="Lato" panose="020F0502020204030203" pitchFamily="34" charset="0"/>
                <a:cs typeface="Lato" panose="020F0502020204030203" pitchFamily="34" charset="0"/>
              </a:rPr>
              <a:t> </a:t>
            </a:r>
            <a:endParaRPr lang="en-US"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algn="l"/>
            <a:r>
              <a:rPr lang="en-US" err="1">
                <a:solidFill>
                  <a:srgbClr val="000000"/>
                </a:solidFill>
                <a:latin typeface="Lato" panose="020F0502020204030203" pitchFamily="34" charset="0"/>
                <a:ea typeface="Lato" panose="020F0502020204030203" pitchFamily="34" charset="0"/>
                <a:cs typeface="Lato" panose="020F0502020204030203" pitchFamily="34" charset="0"/>
              </a:rPr>
              <a:t>Các</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đỉnh</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đều</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đã</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được</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duyệt</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không</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chọn</a:t>
            </a:r>
            <a:r>
              <a:rPr lang="en-US">
                <a:solidFill>
                  <a:srgbClr val="000000"/>
                </a:solidFill>
                <a:latin typeface="Lato" panose="020F0502020204030203" pitchFamily="34" charset="0"/>
                <a:ea typeface="Lato" panose="020F0502020204030203" pitchFamily="34" charset="0"/>
                <a:cs typeface="Lato" panose="020F0502020204030203" pitchFamily="34" charset="0"/>
              </a:rPr>
              <a:t> E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vì</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hết</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đỉnh</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kề</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không</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được</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duyệt</a:t>
            </a:r>
            <a:r>
              <a:rPr lang="en-US">
                <a:solidFill>
                  <a:srgbClr val="000000"/>
                </a:solidFill>
                <a:latin typeface="Lato" panose="020F0502020204030203" pitchFamily="34" charset="0"/>
                <a:ea typeface="Lato" panose="020F0502020204030203" pitchFamily="34" charset="0"/>
                <a:cs typeface="Lato" panose="020F0502020204030203" pitchFamily="34" charset="0"/>
              </a:rPr>
              <a:t> -&gt;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Kết</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thúc</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thuật</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toán</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p>
          <a:p>
            <a:pPr algn="l"/>
            <a:endParaRPr lang="en-US">
              <a:solidFill>
                <a:srgbClr val="000000"/>
              </a:solidFill>
              <a:latin typeface="Lato" panose="020F0502020204030203" pitchFamily="34" charset="0"/>
              <a:ea typeface="Lato" panose="020F0502020204030203" pitchFamily="34" charset="0"/>
              <a:cs typeface="Lato" panose="020F0502020204030203" pitchFamily="34" charset="0"/>
            </a:endParaRPr>
          </a:p>
          <a:p>
            <a:pPr algn="l"/>
            <a:r>
              <a:rPr lang="en-US" err="1">
                <a:solidFill>
                  <a:srgbClr val="000000"/>
                </a:solidFill>
                <a:latin typeface="Lato" panose="020F0502020204030203" pitchFamily="34" charset="0"/>
                <a:ea typeface="Lato" panose="020F0502020204030203" pitchFamily="34" charset="0"/>
                <a:cs typeface="Lato" panose="020F0502020204030203" pitchFamily="34" charset="0"/>
              </a:rPr>
              <a:t>Đường</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đi</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ngắn</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nhất</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từ</a:t>
            </a:r>
            <a:r>
              <a:rPr 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err="1">
                <a:solidFill>
                  <a:srgbClr val="000000"/>
                </a:solidFill>
                <a:latin typeface="Lato" panose="020F0502020204030203" pitchFamily="34" charset="0"/>
                <a:ea typeface="Lato" panose="020F0502020204030203" pitchFamily="34" charset="0"/>
                <a:cs typeface="Lato" panose="020F0502020204030203" pitchFamily="34" charset="0"/>
              </a:rPr>
              <a:t>đỉnh</a:t>
            </a:r>
            <a:r>
              <a:rPr lang="en-US">
                <a:solidFill>
                  <a:srgbClr val="000000"/>
                </a:solidFill>
                <a:latin typeface="Lato" panose="020F0502020204030203" pitchFamily="34" charset="0"/>
                <a:ea typeface="Lato" panose="020F0502020204030203" pitchFamily="34" charset="0"/>
                <a:cs typeface="Lato" panose="020F0502020204030203" pitchFamily="34" charset="0"/>
              </a:rPr>
              <a:t> A: A-&gt;B = 4, A-&gt;C = 2, A-&gt;D = 5, A-&gt;E =9 </a:t>
            </a:r>
          </a:p>
          <a:p>
            <a:pPr algn="l"/>
            <a:endParaRPr lang="en-US">
              <a:solidFill>
                <a:srgbClr val="000000"/>
              </a:solidFill>
              <a:latin typeface="Lato" panose="020F0502020204030203" pitchFamily="34" charset="0"/>
              <a:ea typeface="Lato" panose="020F0502020204030203" pitchFamily="34" charset="0"/>
              <a:cs typeface="Lato" panose="020F0502020204030203" pitchFamily="34" charset="0"/>
            </a:endParaRPr>
          </a:p>
          <a:p>
            <a:pPr algn="l"/>
            <a:r>
              <a:rPr lang="en-US" b="1" err="1">
                <a:solidFill>
                  <a:srgbClr val="FF0000"/>
                </a:solidFill>
                <a:latin typeface="Lato" panose="020F0502020204030203" pitchFamily="34" charset="0"/>
                <a:ea typeface="Lato" panose="020F0502020204030203" pitchFamily="34" charset="0"/>
                <a:cs typeface="Lato" panose="020F0502020204030203" pitchFamily="34" charset="0"/>
              </a:rPr>
              <a:t>Thuật</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toán</a:t>
            </a:r>
            <a:r>
              <a:rPr lang="en-US" b="1">
                <a:solidFill>
                  <a:srgbClr val="FF0000"/>
                </a:solidFill>
                <a:latin typeface="Lato" panose="020F0502020204030203" pitchFamily="34" charset="0"/>
                <a:ea typeface="Lato" panose="020F0502020204030203" pitchFamily="34" charset="0"/>
                <a:cs typeface="Lato" panose="020F0502020204030203" pitchFamily="34" charset="0"/>
              </a:rPr>
              <a:t> Dijkstra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hoạt</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động</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hiệu</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quả</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với</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đồ</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thị</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có</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hướng</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và</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vô</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hướng</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không</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hiệu</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quả</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với</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đồ</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thị</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có</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trọng</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số</a:t>
            </a:r>
            <a:r>
              <a:rPr lang="en-US" b="1">
                <a:solidFill>
                  <a:srgbClr val="FF0000"/>
                </a:solidFill>
                <a:latin typeface="Lato" panose="020F0502020204030203" pitchFamily="34" charset="0"/>
                <a:ea typeface="Lato" panose="020F0502020204030203" pitchFamily="34" charset="0"/>
                <a:cs typeface="Lato" panose="020F0502020204030203" pitchFamily="34" charset="0"/>
              </a:rPr>
              <a:t> </a:t>
            </a:r>
            <a:r>
              <a:rPr lang="en-US" b="1" err="1">
                <a:solidFill>
                  <a:srgbClr val="FF0000"/>
                </a:solidFill>
                <a:latin typeface="Lato" panose="020F0502020204030203" pitchFamily="34" charset="0"/>
                <a:ea typeface="Lato" panose="020F0502020204030203" pitchFamily="34" charset="0"/>
                <a:cs typeface="Lato" panose="020F0502020204030203" pitchFamily="34" charset="0"/>
              </a:rPr>
              <a:t>âm</a:t>
            </a:r>
            <a:endParaRPr b="1">
              <a:solidFill>
                <a:srgbClr val="FF0000"/>
              </a:solidFill>
              <a:latin typeface="Lato" panose="020F0502020204030203" pitchFamily="34" charset="0"/>
              <a:ea typeface="Lato" panose="020F0502020204030203" pitchFamily="34" charset="0"/>
              <a:cs typeface="Lato" panose="020F0502020204030203" pitchFamily="34" charset="0"/>
            </a:endParaRP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8C4EC8DC-AE11-CD57-0260-5B61FB585B9F}"/>
                  </a:ext>
                </a:extLst>
              </p14:cNvPr>
              <p14:cNvContentPartPr/>
              <p14:nvPr/>
            </p14:nvContentPartPr>
            <p14:xfrm>
              <a:off x="2369880" y="2255400"/>
              <a:ext cx="610200" cy="343440"/>
            </p14:xfrm>
          </p:contentPart>
        </mc:Choice>
        <mc:Fallback>
          <p:pic>
            <p:nvPicPr>
              <p:cNvPr id="6" name="Ink 5">
                <a:extLst>
                  <a:ext uri="{FF2B5EF4-FFF2-40B4-BE49-F238E27FC236}">
                    <a16:creationId xmlns:a16="http://schemas.microsoft.com/office/drawing/2014/main" id="{8C4EC8DC-AE11-CD57-0260-5B61FB585B9F}"/>
                  </a:ext>
                </a:extLst>
              </p:cNvPr>
              <p:cNvPicPr/>
              <p:nvPr/>
            </p:nvPicPr>
            <p:blipFill>
              <a:blip r:embed="rId3"/>
              <a:stretch>
                <a:fillRect/>
              </a:stretch>
            </p:blipFill>
            <p:spPr>
              <a:xfrm>
                <a:off x="2360520" y="2246040"/>
                <a:ext cx="628920" cy="362160"/>
              </a:xfrm>
              <a:prstGeom prst="rect">
                <a:avLst/>
              </a:prstGeom>
            </p:spPr>
          </p:pic>
        </mc:Fallback>
      </mc:AlternateContent>
    </p:spTree>
    <p:extLst>
      <p:ext uri="{BB962C8B-B14F-4D97-AF65-F5344CB8AC3E}">
        <p14:creationId xmlns:p14="http://schemas.microsoft.com/office/powerpoint/2010/main" val="3214523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EAD452-2617-F6B8-7CF8-C1FEB6F3C8C6}"/>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E8EA06B6-B75D-15EA-FCFA-9FB94696F2F5}"/>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28514957-7046-4753-A7FA-57F2D34E45FF}"/>
              </a:ext>
            </a:extLst>
          </p:cNvPr>
          <p:cNvSpPr>
            <a:spLocks noGrp="1"/>
          </p:cNvSpPr>
          <p:nvPr>
            <p:ph type="sldNum" sz="quarter" idx="12"/>
          </p:nvPr>
        </p:nvSpPr>
        <p:spPr/>
        <p:txBody>
          <a:bodyPr/>
          <a:lstStyle/>
          <a:p>
            <a:fld id="{BA7BC09B-FE30-A349-B1D2-5A364F511F98}" type="slidenum">
              <a:rPr lang="en-US" smtClean="0"/>
              <a:t>34</a:t>
            </a:fld>
            <a:endParaRPr lang="en-US"/>
          </a:p>
        </p:txBody>
      </p:sp>
      <p:sp>
        <p:nvSpPr>
          <p:cNvPr id="5" name="Title 4">
            <a:extLst>
              <a:ext uri="{FF2B5EF4-FFF2-40B4-BE49-F238E27FC236}">
                <a16:creationId xmlns:a16="http://schemas.microsoft.com/office/drawing/2014/main" id="{86B7CB49-A963-C5EA-AEA5-7F459BDEBBEB}"/>
              </a:ext>
            </a:extLst>
          </p:cNvPr>
          <p:cNvSpPr>
            <a:spLocks noGrp="1"/>
          </p:cNvSpPr>
          <p:nvPr>
            <p:ph type="title"/>
          </p:nvPr>
        </p:nvSpPr>
        <p:spPr/>
        <p:txBody>
          <a:bodyPr/>
          <a:lstStyle/>
          <a:p>
            <a:r>
              <a:rPr lang="en-US" err="1"/>
              <a:t>C</a:t>
            </a:r>
            <a:r>
              <a:rPr lang="en-US" b="1" i="0" u="none" strike="noStrike" err="1">
                <a:effectLst/>
              </a:rPr>
              <a:t>ây</a:t>
            </a:r>
            <a:r>
              <a:rPr lang="en-US" b="1" i="0" u="none" strike="noStrike">
                <a:effectLst/>
              </a:rPr>
              <a:t> </a:t>
            </a:r>
            <a:r>
              <a:rPr lang="en-US" b="1" i="0" u="none" strike="noStrike" err="1">
                <a:effectLst/>
              </a:rPr>
              <a:t>khung</a:t>
            </a:r>
            <a:r>
              <a:rPr lang="en-US" b="1" i="0" u="none" strike="noStrike">
                <a:effectLst/>
              </a:rPr>
              <a:t> </a:t>
            </a:r>
            <a:r>
              <a:rPr lang="en-US" b="1" i="0" u="none" strike="noStrike" err="1">
                <a:effectLst/>
              </a:rPr>
              <a:t>nhỏ</a:t>
            </a:r>
            <a:r>
              <a:rPr lang="en-US" b="1" i="0" u="none" strike="noStrike">
                <a:effectLst/>
              </a:rPr>
              <a:t> </a:t>
            </a:r>
            <a:r>
              <a:rPr lang="en-US" b="1" i="0" u="none" strike="noStrike" err="1">
                <a:effectLst/>
              </a:rPr>
              <a:t>nhất</a:t>
            </a:r>
            <a:r>
              <a:rPr lang="en-US" b="1" i="0" u="none" strike="noStrike">
                <a:effectLst/>
              </a:rPr>
              <a:t> (Minimum Spanning Tree - MST)</a:t>
            </a:r>
            <a:endParaRPr/>
          </a:p>
        </p:txBody>
      </p:sp>
      <p:sp>
        <p:nvSpPr>
          <p:cNvPr id="6" name="Content Placeholder 5">
            <a:extLst>
              <a:ext uri="{FF2B5EF4-FFF2-40B4-BE49-F238E27FC236}">
                <a16:creationId xmlns:a16="http://schemas.microsoft.com/office/drawing/2014/main" id="{2412C100-C857-7ED2-4D5D-E4EF20484852}"/>
              </a:ext>
            </a:extLst>
          </p:cNvPr>
          <p:cNvSpPr>
            <a:spLocks noGrp="1"/>
          </p:cNvSpPr>
          <p:nvPr>
            <p:ph sz="quarter" idx="13"/>
          </p:nvPr>
        </p:nvSpPr>
        <p:spPr/>
        <p:txBody>
          <a:bodyPr/>
          <a:lstStyle/>
          <a:p>
            <a:pPr algn="l"/>
            <a:r>
              <a:rPr lang="vi-VN" b="0" i="0" u="none" strike="noStrike">
                <a:solidFill>
                  <a:srgbClr val="000000"/>
                </a:solidFill>
                <a:effectLst/>
              </a:rPr>
              <a:t>Tìm tập hợp các cạnh trong một đồ thị kết nối vô hướng sao cho:</a:t>
            </a:r>
          </a:p>
          <a:p>
            <a:pPr lvl="1"/>
            <a:r>
              <a:rPr lang="vi-VN" b="0" i="0" u="none" strike="noStrike">
                <a:solidFill>
                  <a:srgbClr val="000000"/>
                </a:solidFill>
                <a:effectLst/>
              </a:rPr>
              <a:t>Tất cả các đỉnh được kết nối.</a:t>
            </a:r>
          </a:p>
          <a:p>
            <a:pPr lvl="1"/>
            <a:r>
              <a:rPr lang="vi-VN" b="0" i="0" u="none" strike="noStrike">
                <a:solidFill>
                  <a:srgbClr val="000000"/>
                </a:solidFill>
                <a:effectLst/>
              </a:rPr>
              <a:t>Tổng trọng số của các cạnh là nhỏ nhất.</a:t>
            </a:r>
          </a:p>
          <a:p>
            <a:pPr algn="l"/>
            <a:r>
              <a:rPr lang="vi-VN" b="0" i="0" u="none" strike="noStrike">
                <a:solidFill>
                  <a:srgbClr val="000000"/>
                </a:solidFill>
                <a:effectLst/>
              </a:rPr>
              <a:t>Có hai thuật toán chính tìm MST: </a:t>
            </a:r>
            <a:r>
              <a:rPr lang="vi-VN" b="1" i="0" u="none" strike="noStrike">
                <a:solidFill>
                  <a:srgbClr val="000000"/>
                </a:solidFill>
                <a:effectLst/>
              </a:rPr>
              <a:t>Prim</a:t>
            </a:r>
            <a:r>
              <a:rPr lang="vi-VN" b="0" i="0" u="none" strike="noStrike">
                <a:solidFill>
                  <a:srgbClr val="000000"/>
                </a:solidFill>
                <a:effectLst/>
              </a:rPr>
              <a:t> và </a:t>
            </a:r>
            <a:r>
              <a:rPr lang="vi-VN" b="1" i="0" u="none" strike="noStrike">
                <a:solidFill>
                  <a:srgbClr val="000000"/>
                </a:solidFill>
                <a:effectLst/>
              </a:rPr>
              <a:t>Kruskal</a:t>
            </a:r>
            <a:r>
              <a:rPr lang="vi-VN" b="0" i="0" u="none" strike="noStrike">
                <a:solidFill>
                  <a:srgbClr val="000000"/>
                </a:solidFill>
                <a:effectLst/>
              </a:rPr>
              <a:t>.</a:t>
            </a:r>
          </a:p>
          <a:p>
            <a:endParaRPr/>
          </a:p>
        </p:txBody>
      </p:sp>
    </p:spTree>
    <p:extLst>
      <p:ext uri="{BB962C8B-B14F-4D97-AF65-F5344CB8AC3E}">
        <p14:creationId xmlns:p14="http://schemas.microsoft.com/office/powerpoint/2010/main" val="4260878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ECC89D-849A-C0D5-3E0F-C6E5BABAB6CE}"/>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F8D58C4D-2857-F69B-4B0B-92C4033C5928}"/>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12566E95-F632-9E53-9AD3-A2AEA459F688}"/>
              </a:ext>
            </a:extLst>
          </p:cNvPr>
          <p:cNvSpPr>
            <a:spLocks noGrp="1"/>
          </p:cNvSpPr>
          <p:nvPr>
            <p:ph type="sldNum" sz="quarter" idx="12"/>
          </p:nvPr>
        </p:nvSpPr>
        <p:spPr/>
        <p:txBody>
          <a:bodyPr/>
          <a:lstStyle/>
          <a:p>
            <a:fld id="{BA7BC09B-FE30-A349-B1D2-5A364F511F98}" type="slidenum">
              <a:rPr lang="en-US" smtClean="0"/>
              <a:t>35</a:t>
            </a:fld>
            <a:endParaRPr lang="en-US"/>
          </a:p>
        </p:txBody>
      </p:sp>
      <p:sp>
        <p:nvSpPr>
          <p:cNvPr id="5" name="Title 4">
            <a:extLst>
              <a:ext uri="{FF2B5EF4-FFF2-40B4-BE49-F238E27FC236}">
                <a16:creationId xmlns:a16="http://schemas.microsoft.com/office/drawing/2014/main" id="{04480FA2-FAB1-4C5E-3159-6A475F714ACF}"/>
              </a:ext>
            </a:extLst>
          </p:cNvPr>
          <p:cNvSpPr>
            <a:spLocks noGrp="1"/>
          </p:cNvSpPr>
          <p:nvPr>
            <p:ph type="title"/>
          </p:nvPr>
        </p:nvSpPr>
        <p:spPr/>
        <p:txBody>
          <a:bodyPr/>
          <a:lstStyle/>
          <a:p>
            <a:r>
              <a:rPr lang="vi-VN"/>
              <a:t>Thuật toán PRIM</a:t>
            </a:r>
            <a:endParaRPr/>
          </a:p>
        </p:txBody>
      </p:sp>
      <p:sp>
        <p:nvSpPr>
          <p:cNvPr id="6" name="Content Placeholder 5">
            <a:extLst>
              <a:ext uri="{FF2B5EF4-FFF2-40B4-BE49-F238E27FC236}">
                <a16:creationId xmlns:a16="http://schemas.microsoft.com/office/drawing/2014/main" id="{AEA8CAAB-97E7-BF00-5F4C-DAFC5F9FC491}"/>
              </a:ext>
            </a:extLst>
          </p:cNvPr>
          <p:cNvSpPr>
            <a:spLocks noGrp="1"/>
          </p:cNvSpPr>
          <p:nvPr>
            <p:ph sz="quarter" idx="13"/>
          </p:nvPr>
        </p:nvSpPr>
        <p:spPr/>
        <p:txBody>
          <a:bodyPr/>
          <a:lstStyle/>
          <a:p>
            <a:r>
              <a:rPr lang="vi-VN" b="0" i="0" u="none" strike="noStrike">
                <a:solidFill>
                  <a:srgbClr val="000000"/>
                </a:solidFill>
                <a:effectLst/>
              </a:rPr>
              <a:t>Xây dựng cây khung nhỏ nhất bằng cách khởi tạo từ một đỉnh và lần lượt thêm các cạnh có trọng số nhỏ nhất kết nối với cây mà không tạo chu trình.</a:t>
            </a:r>
          </a:p>
          <a:p>
            <a:pPr algn="l"/>
            <a:r>
              <a:rPr lang="vi-VN" b="1" i="0" u="none" strike="noStrike">
                <a:solidFill>
                  <a:srgbClr val="000000"/>
                </a:solidFill>
                <a:effectLst/>
              </a:rPr>
              <a:t>Các bước:</a:t>
            </a:r>
          </a:p>
          <a:p>
            <a:pPr marL="457200" lvl="1" indent="0">
              <a:buNone/>
            </a:pPr>
            <a:r>
              <a:rPr lang="vi-VN" b="0" i="0" u="none" strike="noStrike">
                <a:solidFill>
                  <a:srgbClr val="000000"/>
                </a:solidFill>
                <a:effectLst/>
              </a:rPr>
              <a:t>- Khởi tạo cây khung với một đỉnh bất kỳ (thường là đỉnh đầu tiên).</a:t>
            </a:r>
          </a:p>
          <a:p>
            <a:pPr marL="457200" lvl="1" indent="0">
              <a:buNone/>
            </a:pPr>
            <a:r>
              <a:rPr lang="vi-VN" b="0" i="0" u="none" strike="noStrike">
                <a:solidFill>
                  <a:srgbClr val="000000"/>
                </a:solidFill>
                <a:effectLst/>
              </a:rPr>
              <a:t>- Tìm cạnh có trọng số nhỏ nhất kết nối một đỉnh trong cây với một đỉnh ngoài cây.</a:t>
            </a:r>
          </a:p>
          <a:p>
            <a:pPr marL="457200" lvl="1" indent="0">
              <a:buNone/>
            </a:pPr>
            <a:r>
              <a:rPr lang="vi-VN" b="0" i="0" u="none" strike="noStrike">
                <a:solidFill>
                  <a:srgbClr val="000000"/>
                </a:solidFill>
                <a:effectLst/>
              </a:rPr>
              <a:t>- Thêm đỉnh mới vào cây và đánh dấu là đã được duyệt.</a:t>
            </a:r>
          </a:p>
          <a:p>
            <a:pPr marL="457200" lvl="1" indent="0">
              <a:buNone/>
            </a:pPr>
            <a:r>
              <a:rPr lang="vi-VN" b="0" i="0" u="none" strike="noStrike">
                <a:solidFill>
                  <a:srgbClr val="000000"/>
                </a:solidFill>
                <a:effectLst/>
              </a:rPr>
              <a:t>- Lặp lại bước 2-3 cho đến khi tất cả các đỉnh đều được thêm vào cây</a:t>
            </a:r>
          </a:p>
        </p:txBody>
      </p:sp>
    </p:spTree>
    <p:extLst>
      <p:ext uri="{BB962C8B-B14F-4D97-AF65-F5344CB8AC3E}">
        <p14:creationId xmlns:p14="http://schemas.microsoft.com/office/powerpoint/2010/main" val="692036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D37E1-D5DB-20E9-C50B-A4F7A48B5F62}"/>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DA1C1C77-0177-81F6-E253-53AF00B84EC3}"/>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EAE77E00-B36A-ABDB-EAA5-94C62398C212}"/>
              </a:ext>
            </a:extLst>
          </p:cNvPr>
          <p:cNvSpPr>
            <a:spLocks noGrp="1"/>
          </p:cNvSpPr>
          <p:nvPr>
            <p:ph type="sldNum" sz="quarter" idx="12"/>
          </p:nvPr>
        </p:nvSpPr>
        <p:spPr/>
        <p:txBody>
          <a:bodyPr/>
          <a:lstStyle/>
          <a:p>
            <a:fld id="{BA7BC09B-FE30-A349-B1D2-5A364F511F98}" type="slidenum">
              <a:rPr lang="en-US" smtClean="0"/>
              <a:t>36</a:t>
            </a:fld>
            <a:endParaRPr lang="en-US"/>
          </a:p>
        </p:txBody>
      </p:sp>
      <p:sp>
        <p:nvSpPr>
          <p:cNvPr id="5" name="Title 4">
            <a:extLst>
              <a:ext uri="{FF2B5EF4-FFF2-40B4-BE49-F238E27FC236}">
                <a16:creationId xmlns:a16="http://schemas.microsoft.com/office/drawing/2014/main" id="{8ADE69C2-E7C8-7507-2968-E9B47B73E255}"/>
              </a:ext>
            </a:extLst>
          </p:cNvPr>
          <p:cNvSpPr>
            <a:spLocks noGrp="1"/>
          </p:cNvSpPr>
          <p:nvPr>
            <p:ph type="title"/>
          </p:nvPr>
        </p:nvSpPr>
        <p:spPr/>
        <p:txBody>
          <a:bodyPr/>
          <a:lstStyle/>
          <a:p>
            <a:r>
              <a:rPr lang="vi-VN"/>
              <a:t>Ví dụ : Thuật toán PRIM</a:t>
            </a:r>
            <a:endParaRPr/>
          </a:p>
        </p:txBody>
      </p:sp>
      <p:graphicFrame>
        <p:nvGraphicFramePr>
          <p:cNvPr id="9" name="Content Placeholder 6">
            <a:extLst>
              <a:ext uri="{FF2B5EF4-FFF2-40B4-BE49-F238E27FC236}">
                <a16:creationId xmlns:a16="http://schemas.microsoft.com/office/drawing/2014/main" id="{348647D6-4385-F51C-F581-DAC53B123EBE}"/>
              </a:ext>
            </a:extLst>
          </p:cNvPr>
          <p:cNvGraphicFramePr>
            <a:graphicFrameLocks noGrp="1"/>
          </p:cNvGraphicFramePr>
          <p:nvPr>
            <p:ph sz="quarter" idx="13"/>
            <p:extLst>
              <p:ext uri="{D42A27DB-BD31-4B8C-83A1-F6EECF244321}">
                <p14:modId xmlns:p14="http://schemas.microsoft.com/office/powerpoint/2010/main" val="1841220244"/>
              </p:ext>
            </p:extLst>
          </p:nvPr>
        </p:nvGraphicFramePr>
        <p:xfrm>
          <a:off x="1629834" y="1158240"/>
          <a:ext cx="4485216" cy="2194560"/>
        </p:xfrm>
        <a:graphic>
          <a:graphicData uri="http://schemas.openxmlformats.org/drawingml/2006/table">
            <a:tbl>
              <a:tblPr firstRow="1" bandRow="1">
                <a:tableStyleId>{5940675A-B579-460E-94D1-54222C63F5DA}</a:tableStyleId>
              </a:tblPr>
              <a:tblGrid>
                <a:gridCol w="747536">
                  <a:extLst>
                    <a:ext uri="{9D8B030D-6E8A-4147-A177-3AD203B41FA5}">
                      <a16:colId xmlns:a16="http://schemas.microsoft.com/office/drawing/2014/main" val="3434251387"/>
                    </a:ext>
                  </a:extLst>
                </a:gridCol>
                <a:gridCol w="747536">
                  <a:extLst>
                    <a:ext uri="{9D8B030D-6E8A-4147-A177-3AD203B41FA5}">
                      <a16:colId xmlns:a16="http://schemas.microsoft.com/office/drawing/2014/main" val="1717534126"/>
                    </a:ext>
                  </a:extLst>
                </a:gridCol>
                <a:gridCol w="747536">
                  <a:extLst>
                    <a:ext uri="{9D8B030D-6E8A-4147-A177-3AD203B41FA5}">
                      <a16:colId xmlns:a16="http://schemas.microsoft.com/office/drawing/2014/main" val="1773280048"/>
                    </a:ext>
                  </a:extLst>
                </a:gridCol>
                <a:gridCol w="747536">
                  <a:extLst>
                    <a:ext uri="{9D8B030D-6E8A-4147-A177-3AD203B41FA5}">
                      <a16:colId xmlns:a16="http://schemas.microsoft.com/office/drawing/2014/main" val="2700232733"/>
                    </a:ext>
                  </a:extLst>
                </a:gridCol>
                <a:gridCol w="747536">
                  <a:extLst>
                    <a:ext uri="{9D8B030D-6E8A-4147-A177-3AD203B41FA5}">
                      <a16:colId xmlns:a16="http://schemas.microsoft.com/office/drawing/2014/main" val="1650987915"/>
                    </a:ext>
                  </a:extLst>
                </a:gridCol>
                <a:gridCol w="747536">
                  <a:extLst>
                    <a:ext uri="{9D8B030D-6E8A-4147-A177-3AD203B41FA5}">
                      <a16:colId xmlns:a16="http://schemas.microsoft.com/office/drawing/2014/main" val="973455555"/>
                    </a:ext>
                  </a:extLst>
                </a:gridCol>
              </a:tblGrid>
              <a:tr h="0">
                <a:tc>
                  <a:txBody>
                    <a:bodyPr/>
                    <a:lstStyle/>
                    <a:p>
                      <a:endParaRPr/>
                    </a:p>
                  </a:txBody>
                  <a:tcPr/>
                </a:tc>
                <a:tc>
                  <a:txBody>
                    <a:bodyPr/>
                    <a:lstStyle/>
                    <a:p>
                      <a:r>
                        <a:rPr lang="vi-VN"/>
                        <a:t>A</a:t>
                      </a:r>
                      <a:endParaRPr/>
                    </a:p>
                  </a:txBody>
                  <a:tcPr/>
                </a:tc>
                <a:tc>
                  <a:txBody>
                    <a:bodyPr/>
                    <a:lstStyle/>
                    <a:p>
                      <a:r>
                        <a:rPr lang="vi-VN"/>
                        <a:t>B</a:t>
                      </a:r>
                      <a:endParaRPr/>
                    </a:p>
                  </a:txBody>
                  <a:tcPr/>
                </a:tc>
                <a:tc>
                  <a:txBody>
                    <a:bodyPr/>
                    <a:lstStyle/>
                    <a:p>
                      <a:r>
                        <a:rPr lang="vi-VN"/>
                        <a:t>C</a:t>
                      </a:r>
                      <a:endParaRPr/>
                    </a:p>
                  </a:txBody>
                  <a:tcPr/>
                </a:tc>
                <a:tc>
                  <a:txBody>
                    <a:bodyPr/>
                    <a:lstStyle/>
                    <a:p>
                      <a:r>
                        <a:rPr lang="vi-VN"/>
                        <a:t>D</a:t>
                      </a:r>
                      <a:endParaRPr/>
                    </a:p>
                  </a:txBody>
                  <a:tcPr/>
                </a:tc>
                <a:tc>
                  <a:txBody>
                    <a:bodyPr/>
                    <a:lstStyle/>
                    <a:p>
                      <a:r>
                        <a:rPr lang="vi-VN"/>
                        <a:t>E</a:t>
                      </a:r>
                      <a:endParaRPr/>
                    </a:p>
                  </a:txBody>
                  <a:tcPr/>
                </a:tc>
                <a:extLst>
                  <a:ext uri="{0D108BD9-81ED-4DB2-BD59-A6C34878D82A}">
                    <a16:rowId xmlns:a16="http://schemas.microsoft.com/office/drawing/2014/main" val="1532625259"/>
                  </a:ext>
                </a:extLst>
              </a:tr>
              <a:tr h="297646">
                <a:tc>
                  <a:txBody>
                    <a:bodyPr/>
                    <a:lstStyle/>
                    <a:p>
                      <a:r>
                        <a:rPr lang="vi-VN"/>
                        <a:t>A</a:t>
                      </a:r>
                      <a:endParaRPr/>
                    </a:p>
                  </a:txBody>
                  <a:tcPr/>
                </a:tc>
                <a:tc>
                  <a:txBody>
                    <a:bodyPr/>
                    <a:lstStyle/>
                    <a:p>
                      <a:r>
                        <a:rPr lang="vi-VN"/>
                        <a:t>0</a:t>
                      </a:r>
                      <a:endParaRPr/>
                    </a:p>
                  </a:txBody>
                  <a:tcPr/>
                </a:tc>
                <a:tc>
                  <a:txBody>
                    <a:bodyPr/>
                    <a:lstStyle/>
                    <a:p>
                      <a:r>
                        <a:rPr lang="vi-VN"/>
                        <a:t>2</a:t>
                      </a:r>
                      <a:endParaRPr/>
                    </a:p>
                  </a:txBody>
                  <a:tcPr/>
                </a:tc>
                <a:tc>
                  <a:txBody>
                    <a:bodyPr/>
                    <a:lstStyle/>
                    <a:p>
                      <a:r>
                        <a:rPr lang="vi-VN"/>
                        <a:t>3</a:t>
                      </a:r>
                      <a:endParaRPr/>
                    </a:p>
                  </a:txBody>
                  <a:tcPr/>
                </a:tc>
                <a:tc>
                  <a:txBody>
                    <a:bodyPr/>
                    <a:lstStyle/>
                    <a:p>
                      <a:r>
                        <a:rPr lang="vi-VN"/>
                        <a:t>-</a:t>
                      </a:r>
                      <a:endParaRPr/>
                    </a:p>
                  </a:txBody>
                  <a:tcPr/>
                </a:tc>
                <a:tc>
                  <a:txBody>
                    <a:bodyPr/>
                    <a:lstStyle/>
                    <a:p>
                      <a:r>
                        <a:rPr lang="vi-VN"/>
                        <a:t>-</a:t>
                      </a:r>
                      <a:endParaRPr/>
                    </a:p>
                  </a:txBody>
                  <a:tcPr/>
                </a:tc>
                <a:extLst>
                  <a:ext uri="{0D108BD9-81ED-4DB2-BD59-A6C34878D82A}">
                    <a16:rowId xmlns:a16="http://schemas.microsoft.com/office/drawing/2014/main" val="3607033868"/>
                  </a:ext>
                </a:extLst>
              </a:tr>
              <a:tr h="287486">
                <a:tc>
                  <a:txBody>
                    <a:bodyPr/>
                    <a:lstStyle/>
                    <a:p>
                      <a:r>
                        <a:rPr lang="vi-VN"/>
                        <a:t>B</a:t>
                      </a:r>
                      <a:endParaRPr/>
                    </a:p>
                  </a:txBody>
                  <a:tcPr/>
                </a:tc>
                <a:tc>
                  <a:txBody>
                    <a:bodyPr/>
                    <a:lstStyle/>
                    <a:p>
                      <a:r>
                        <a:rPr lang="vi-VN"/>
                        <a:t>2</a:t>
                      </a:r>
                      <a:endParaRPr/>
                    </a:p>
                  </a:txBody>
                  <a:tcPr/>
                </a:tc>
                <a:tc>
                  <a:txBody>
                    <a:bodyPr/>
                    <a:lstStyle/>
                    <a:p>
                      <a:r>
                        <a:rPr lang="vi-VN"/>
                        <a:t>0</a:t>
                      </a:r>
                      <a:endParaRPr/>
                    </a:p>
                  </a:txBody>
                  <a:tcPr/>
                </a:tc>
                <a:tc>
                  <a:txBody>
                    <a:bodyPr/>
                    <a:lstStyle/>
                    <a:p>
                      <a:r>
                        <a:rPr lang="vi-VN"/>
                        <a:t>1</a:t>
                      </a:r>
                      <a:endParaRPr/>
                    </a:p>
                  </a:txBody>
                  <a:tcPr/>
                </a:tc>
                <a:tc>
                  <a:txBody>
                    <a:bodyPr/>
                    <a:lstStyle/>
                    <a:p>
                      <a:r>
                        <a:rPr lang="vi-VN"/>
                        <a:t>4</a:t>
                      </a:r>
                      <a:endParaRPr/>
                    </a:p>
                  </a:txBody>
                  <a:tcPr/>
                </a:tc>
                <a:tc>
                  <a:txBody>
                    <a:bodyPr/>
                    <a:lstStyle/>
                    <a:p>
                      <a:r>
                        <a:rPr lang="vi-VN"/>
                        <a:t>-</a:t>
                      </a:r>
                      <a:endParaRPr/>
                    </a:p>
                  </a:txBody>
                  <a:tcPr/>
                </a:tc>
                <a:extLst>
                  <a:ext uri="{0D108BD9-81ED-4DB2-BD59-A6C34878D82A}">
                    <a16:rowId xmlns:a16="http://schemas.microsoft.com/office/drawing/2014/main" val="377795764"/>
                  </a:ext>
                </a:extLst>
              </a:tr>
              <a:tr h="345059">
                <a:tc>
                  <a:txBody>
                    <a:bodyPr/>
                    <a:lstStyle/>
                    <a:p>
                      <a:r>
                        <a:rPr lang="vi-VN"/>
                        <a:t>C</a:t>
                      </a:r>
                      <a:endParaRPr/>
                    </a:p>
                  </a:txBody>
                  <a:tcPr/>
                </a:tc>
                <a:tc>
                  <a:txBody>
                    <a:bodyPr/>
                    <a:lstStyle/>
                    <a:p>
                      <a:r>
                        <a:rPr lang="vi-VN"/>
                        <a:t>3</a:t>
                      </a:r>
                      <a:endParaRPr/>
                    </a:p>
                  </a:txBody>
                  <a:tcPr/>
                </a:tc>
                <a:tc>
                  <a:txBody>
                    <a:bodyPr/>
                    <a:lstStyle/>
                    <a:p>
                      <a:r>
                        <a:rPr lang="vi-VN"/>
                        <a:t>1</a:t>
                      </a:r>
                      <a:endParaRPr/>
                    </a:p>
                  </a:txBody>
                  <a:tcPr/>
                </a:tc>
                <a:tc>
                  <a:txBody>
                    <a:bodyPr/>
                    <a:lstStyle/>
                    <a:p>
                      <a:r>
                        <a:rPr lang="vi-VN"/>
                        <a:t>0</a:t>
                      </a:r>
                      <a:endParaRPr/>
                    </a:p>
                  </a:txBody>
                  <a:tcPr/>
                </a:tc>
                <a:tc>
                  <a:txBody>
                    <a:bodyPr/>
                    <a:lstStyle/>
                    <a:p>
                      <a:r>
                        <a:rPr lang="vi-VN"/>
                        <a:t>5</a:t>
                      </a:r>
                      <a:endParaRPr/>
                    </a:p>
                  </a:txBody>
                  <a:tcPr/>
                </a:tc>
                <a:tc>
                  <a:txBody>
                    <a:bodyPr/>
                    <a:lstStyle/>
                    <a:p>
                      <a:r>
                        <a:rPr lang="vi-VN"/>
                        <a:t>7</a:t>
                      </a:r>
                      <a:endParaRPr/>
                    </a:p>
                  </a:txBody>
                  <a:tcPr/>
                </a:tc>
                <a:extLst>
                  <a:ext uri="{0D108BD9-81ED-4DB2-BD59-A6C34878D82A}">
                    <a16:rowId xmlns:a16="http://schemas.microsoft.com/office/drawing/2014/main" val="992655298"/>
                  </a:ext>
                </a:extLst>
              </a:tr>
              <a:tr h="334899">
                <a:tc>
                  <a:txBody>
                    <a:bodyPr/>
                    <a:lstStyle/>
                    <a:p>
                      <a:r>
                        <a:rPr lang="vi-VN"/>
                        <a:t>D</a:t>
                      </a:r>
                      <a:endParaRPr/>
                    </a:p>
                  </a:txBody>
                  <a:tcPr/>
                </a:tc>
                <a:tc>
                  <a:txBody>
                    <a:bodyPr/>
                    <a:lstStyle/>
                    <a:p>
                      <a:r>
                        <a:rPr lang="vi-VN"/>
                        <a:t>-</a:t>
                      </a:r>
                      <a:endParaRPr/>
                    </a:p>
                  </a:txBody>
                  <a:tcPr/>
                </a:tc>
                <a:tc>
                  <a:txBody>
                    <a:bodyPr/>
                    <a:lstStyle/>
                    <a:p>
                      <a:r>
                        <a:rPr lang="vi-VN"/>
                        <a:t>4</a:t>
                      </a:r>
                      <a:endParaRPr/>
                    </a:p>
                  </a:txBody>
                  <a:tcPr/>
                </a:tc>
                <a:tc>
                  <a:txBody>
                    <a:bodyPr/>
                    <a:lstStyle/>
                    <a:p>
                      <a:r>
                        <a:rPr lang="vi-VN"/>
                        <a:t>5</a:t>
                      </a:r>
                      <a:endParaRPr/>
                    </a:p>
                  </a:txBody>
                  <a:tcPr/>
                </a:tc>
                <a:tc>
                  <a:txBody>
                    <a:bodyPr/>
                    <a:lstStyle/>
                    <a:p>
                      <a:r>
                        <a:rPr lang="vi-VN"/>
                        <a:t>0</a:t>
                      </a:r>
                      <a:endParaRPr/>
                    </a:p>
                  </a:txBody>
                  <a:tcPr/>
                </a:tc>
                <a:tc>
                  <a:txBody>
                    <a:bodyPr/>
                    <a:lstStyle/>
                    <a:p>
                      <a:r>
                        <a:rPr lang="vi-VN"/>
                        <a:t>6</a:t>
                      </a:r>
                      <a:endParaRPr/>
                    </a:p>
                  </a:txBody>
                  <a:tcPr/>
                </a:tc>
                <a:extLst>
                  <a:ext uri="{0D108BD9-81ED-4DB2-BD59-A6C34878D82A}">
                    <a16:rowId xmlns:a16="http://schemas.microsoft.com/office/drawing/2014/main" val="2880171404"/>
                  </a:ext>
                </a:extLst>
              </a:tr>
              <a:tr h="334899">
                <a:tc>
                  <a:txBody>
                    <a:bodyPr/>
                    <a:lstStyle/>
                    <a:p>
                      <a:r>
                        <a:rPr lang="vi-VN"/>
                        <a:t>E</a:t>
                      </a:r>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6</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r>
                        <a:rPr lang="vi-VN"/>
                        <a:t>0</a:t>
                      </a:r>
                      <a:endParaRPr/>
                    </a:p>
                  </a:txBody>
                  <a:tcPr/>
                </a:tc>
                <a:extLst>
                  <a:ext uri="{0D108BD9-81ED-4DB2-BD59-A6C34878D82A}">
                    <a16:rowId xmlns:a16="http://schemas.microsoft.com/office/drawing/2014/main" val="2643619421"/>
                  </a:ext>
                </a:extLst>
              </a:tr>
            </a:tbl>
          </a:graphicData>
        </a:graphic>
      </p:graphicFrame>
      <p:sp>
        <p:nvSpPr>
          <p:cNvPr id="10" name="TextBox 9">
            <a:extLst>
              <a:ext uri="{FF2B5EF4-FFF2-40B4-BE49-F238E27FC236}">
                <a16:creationId xmlns:a16="http://schemas.microsoft.com/office/drawing/2014/main" id="{343D7994-83EA-501C-FFD1-6F08E6EAD878}"/>
              </a:ext>
            </a:extLst>
          </p:cNvPr>
          <p:cNvSpPr txBox="1"/>
          <p:nvPr/>
        </p:nvSpPr>
        <p:spPr>
          <a:xfrm>
            <a:off x="628650" y="3894667"/>
            <a:ext cx="7228417" cy="2308324"/>
          </a:xfrm>
          <a:prstGeom prst="rect">
            <a:avLst/>
          </a:prstGeom>
          <a:noFill/>
        </p:spPr>
        <p:txBody>
          <a:bodyPr wrap="square" rtlCol="0">
            <a:spAutoFit/>
          </a:bodyPr>
          <a:lstStyle/>
          <a:p>
            <a:r>
              <a:rPr lang="en-US" sz="2400">
                <a:latin typeface="Lato" panose="020F0502020204030203" pitchFamily="34" charset="0"/>
                <a:ea typeface="Lato" panose="020F0502020204030203" pitchFamily="34" charset="0"/>
                <a:cs typeface="Lato" panose="020F0502020204030203" pitchFamily="34" charset="0"/>
              </a:rPr>
              <a:t>1. </a:t>
            </a:r>
            <a:r>
              <a:rPr lang="en-US" sz="2400" err="1">
                <a:latin typeface="Lato" panose="020F0502020204030203" pitchFamily="34" charset="0"/>
                <a:ea typeface="Lato" panose="020F0502020204030203" pitchFamily="34" charset="0"/>
                <a:cs typeface="Lato" panose="020F0502020204030203" pitchFamily="34" charset="0"/>
              </a:rPr>
              <a:t>Bắt</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đầu</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từ</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đỉnh</a:t>
            </a:r>
            <a:r>
              <a:rPr lang="en-US" sz="2400">
                <a:latin typeface="Lato" panose="020F0502020204030203" pitchFamily="34" charset="0"/>
                <a:ea typeface="Lato" panose="020F0502020204030203" pitchFamily="34" charset="0"/>
                <a:cs typeface="Lato" panose="020F0502020204030203" pitchFamily="34" charset="0"/>
              </a:rPr>
              <a:t> A, </a:t>
            </a:r>
            <a:r>
              <a:rPr lang="en-US" sz="2400" err="1">
                <a:latin typeface="Lato" panose="020F0502020204030203" pitchFamily="34" charset="0"/>
                <a:ea typeface="Lato" panose="020F0502020204030203" pitchFamily="34" charset="0"/>
                <a:cs typeface="Lato" panose="020F0502020204030203" pitchFamily="34" charset="0"/>
              </a:rPr>
              <a:t>thêm</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cạnh</a:t>
            </a:r>
            <a:r>
              <a:rPr lang="en-US" sz="2400">
                <a:latin typeface="Lato" panose="020F0502020204030203" pitchFamily="34" charset="0"/>
                <a:ea typeface="Lato" panose="020F0502020204030203" pitchFamily="34" charset="0"/>
                <a:cs typeface="Lato" panose="020F0502020204030203" pitchFamily="34" charset="0"/>
              </a:rPr>
              <a:t> A→B=2</a:t>
            </a:r>
          </a:p>
          <a:p>
            <a:r>
              <a:rPr lang="en-US" sz="2400">
                <a:latin typeface="Lato" panose="020F0502020204030203" pitchFamily="34" charset="0"/>
                <a:ea typeface="Lato" panose="020F0502020204030203" pitchFamily="34" charset="0"/>
                <a:cs typeface="Lato" panose="020F0502020204030203" pitchFamily="34" charset="0"/>
              </a:rPr>
              <a:t>2. </a:t>
            </a:r>
            <a:r>
              <a:rPr lang="en-US" sz="2400" err="1">
                <a:latin typeface="Lato" panose="020F0502020204030203" pitchFamily="34" charset="0"/>
                <a:ea typeface="Lato" panose="020F0502020204030203" pitchFamily="34" charset="0"/>
                <a:cs typeface="Lato" panose="020F0502020204030203" pitchFamily="34" charset="0"/>
              </a:rPr>
              <a:t>Từ</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các</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cạnh</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khả</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dụng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chọn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cạnh</a:t>
            </a:r>
            <a:r>
              <a:rPr lang="en-US" sz="2400">
                <a:latin typeface="Lato" panose="020F0502020204030203" pitchFamily="34" charset="0"/>
                <a:ea typeface="Lato" panose="020F0502020204030203" pitchFamily="34" charset="0"/>
                <a:cs typeface="Lato" panose="020F0502020204030203" pitchFamily="34" charset="0"/>
              </a:rPr>
              <a:t> B→C=1</a:t>
            </a:r>
          </a:p>
          <a:p>
            <a:r>
              <a:rPr lang="en-US" sz="2400">
                <a:latin typeface="Lato" panose="020F0502020204030203" pitchFamily="34" charset="0"/>
                <a:ea typeface="Lato" panose="020F0502020204030203" pitchFamily="34" charset="0"/>
                <a:cs typeface="Lato" panose="020F0502020204030203" pitchFamily="34" charset="0"/>
              </a:rPr>
              <a:t>3. </a:t>
            </a:r>
            <a:r>
              <a:rPr lang="en-US" sz="2400" err="1">
                <a:latin typeface="Lato" panose="020F0502020204030203" pitchFamily="34" charset="0"/>
                <a:ea typeface="Lato" panose="020F0502020204030203" pitchFamily="34" charset="0"/>
                <a:cs typeface="Lato" panose="020F0502020204030203" pitchFamily="34" charset="0"/>
              </a:rPr>
              <a:t>Chọn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cạnh</a:t>
            </a:r>
            <a:r>
              <a:rPr lang="en-US" sz="2400">
                <a:latin typeface="Lato" panose="020F0502020204030203" pitchFamily="34" charset="0"/>
                <a:ea typeface="Lato" panose="020F0502020204030203" pitchFamily="34" charset="0"/>
                <a:cs typeface="Lato" panose="020F0502020204030203" pitchFamily="34" charset="0"/>
              </a:rPr>
              <a:t> B→D=4</a:t>
            </a:r>
          </a:p>
          <a:p>
            <a:r>
              <a:rPr lang="en-US" sz="2400">
                <a:latin typeface="Lato" panose="020F0502020204030203" pitchFamily="34" charset="0"/>
                <a:ea typeface="Lato" panose="020F0502020204030203" pitchFamily="34" charset="0"/>
                <a:cs typeface="Lato" panose="020F0502020204030203" pitchFamily="34" charset="0"/>
              </a:rPr>
              <a:t>4. </a:t>
            </a:r>
            <a:r>
              <a:rPr lang="en-US" sz="2400" err="1">
                <a:latin typeface="Lato" panose="020F0502020204030203" pitchFamily="34" charset="0"/>
                <a:ea typeface="Lato" panose="020F0502020204030203" pitchFamily="34" charset="0"/>
                <a:cs typeface="Lato" panose="020F0502020204030203" pitchFamily="34" charset="0"/>
              </a:rPr>
              <a:t>Chọn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cạnh</a:t>
            </a:r>
            <a:r>
              <a:rPr lang="en-US" sz="2400">
                <a:latin typeface="Lato" panose="020F0502020204030203" pitchFamily="34" charset="0"/>
                <a:ea typeface="Lato" panose="020F0502020204030203" pitchFamily="34" charset="0"/>
                <a:cs typeface="Lato" panose="020F0502020204030203" pitchFamily="34" charset="0"/>
              </a:rPr>
              <a:t> D→E=6</a:t>
            </a:r>
          </a:p>
          <a:p>
            <a:endParaRPr lang="en-US" sz="2400">
              <a:latin typeface="Lato" panose="020F0502020204030203" pitchFamily="34" charset="0"/>
              <a:ea typeface="Lato" panose="020F0502020204030203" pitchFamily="34" charset="0"/>
              <a:cs typeface="Lato" panose="020F0502020204030203" pitchFamily="34" charset="0"/>
            </a:endParaRPr>
          </a:p>
          <a:p>
            <a:r>
              <a:rPr lang="en-US" sz="2400" err="1">
                <a:latin typeface="Lato" panose="020F0502020204030203" pitchFamily="34" charset="0"/>
                <a:ea typeface="Lato" panose="020F0502020204030203" pitchFamily="34" charset="0"/>
                <a:cs typeface="Lato" panose="020F0502020204030203" pitchFamily="34" charset="0"/>
              </a:rPr>
              <a:t>Cây</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khung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nhỏ</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nhất</a:t>
            </a:r>
            <a:r>
              <a:rPr lang="en-US" sz="2400">
                <a:latin typeface="Lato" panose="020F0502020204030203" pitchFamily="34" charset="0"/>
                <a:ea typeface="Lato" panose="020F0502020204030203" pitchFamily="34" charset="0"/>
                <a:cs typeface="Lato" panose="020F0502020204030203" pitchFamily="34" charset="0"/>
              </a:rPr>
              <a:t>: </a:t>
            </a:r>
            <a:r>
              <a:rPr lang="en-US" sz="2400" b="0" i="0" u="none" strike="noStrike">
                <a:solidFill>
                  <a:srgbClr val="000000"/>
                </a:solidFill>
                <a:effectLst/>
                <a:latin typeface="-webkit-standard"/>
              </a:rPr>
              <a:t>A → B, B → C, B → D, D → E</a:t>
            </a:r>
            <a:endParaRPr sz="24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95452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43F767-9EFE-1BD1-8D2D-6AF87842E61F}"/>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30600E96-FF5F-2A31-08E4-17986798FFF4}"/>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7C0B93A0-CD32-A000-6A6B-FF6077E82352}"/>
              </a:ext>
            </a:extLst>
          </p:cNvPr>
          <p:cNvSpPr>
            <a:spLocks noGrp="1"/>
          </p:cNvSpPr>
          <p:nvPr>
            <p:ph type="sldNum" sz="quarter" idx="12"/>
          </p:nvPr>
        </p:nvSpPr>
        <p:spPr/>
        <p:txBody>
          <a:bodyPr/>
          <a:lstStyle/>
          <a:p>
            <a:fld id="{BA7BC09B-FE30-A349-B1D2-5A364F511F98}" type="slidenum">
              <a:rPr lang="en-US" smtClean="0"/>
              <a:t>37</a:t>
            </a:fld>
            <a:endParaRPr lang="en-US"/>
          </a:p>
        </p:txBody>
      </p:sp>
      <p:sp>
        <p:nvSpPr>
          <p:cNvPr id="5" name="Title 4">
            <a:extLst>
              <a:ext uri="{FF2B5EF4-FFF2-40B4-BE49-F238E27FC236}">
                <a16:creationId xmlns:a16="http://schemas.microsoft.com/office/drawing/2014/main" id="{F99F95B4-C09F-62AD-493C-CD1A09F7317F}"/>
              </a:ext>
            </a:extLst>
          </p:cNvPr>
          <p:cNvSpPr>
            <a:spLocks noGrp="1"/>
          </p:cNvSpPr>
          <p:nvPr>
            <p:ph type="title"/>
          </p:nvPr>
        </p:nvSpPr>
        <p:spPr/>
        <p:txBody>
          <a:bodyPr/>
          <a:lstStyle/>
          <a:p>
            <a:r>
              <a:rPr lang="vi-VN"/>
              <a:t>Thuật toán Kruskal</a:t>
            </a:r>
            <a:endParaRPr/>
          </a:p>
        </p:txBody>
      </p:sp>
      <p:sp>
        <p:nvSpPr>
          <p:cNvPr id="6" name="Content Placeholder 5">
            <a:extLst>
              <a:ext uri="{FF2B5EF4-FFF2-40B4-BE49-F238E27FC236}">
                <a16:creationId xmlns:a16="http://schemas.microsoft.com/office/drawing/2014/main" id="{67FF3156-53A0-BD77-7F13-F4B9183426F8}"/>
              </a:ext>
            </a:extLst>
          </p:cNvPr>
          <p:cNvSpPr>
            <a:spLocks noGrp="1"/>
          </p:cNvSpPr>
          <p:nvPr>
            <p:ph sz="quarter" idx="13"/>
          </p:nvPr>
        </p:nvSpPr>
        <p:spPr/>
        <p:txBody>
          <a:bodyPr/>
          <a:lstStyle/>
          <a:p>
            <a:r>
              <a:rPr lang="vi-VN" b="0" i="0" u="none" strike="noStrike">
                <a:solidFill>
                  <a:srgbClr val="000000"/>
                </a:solidFill>
                <a:effectLst/>
              </a:rPr>
              <a:t>Xây dựng cây khung nhỏ nhất bằng cách sắp xếp các cạnh theo trọng số và lần lượt thêm các cạnh nhỏ nhất vào cây, miễn là không tạo chu trình.</a:t>
            </a:r>
          </a:p>
          <a:p>
            <a:pPr algn="l"/>
            <a:r>
              <a:rPr lang="vi-VN" b="1" i="0" u="none" strike="noStrike">
                <a:solidFill>
                  <a:srgbClr val="000000"/>
                </a:solidFill>
                <a:effectLst/>
              </a:rPr>
              <a:t>Các bước:</a:t>
            </a:r>
          </a:p>
          <a:p>
            <a:pPr lvl="1"/>
            <a:r>
              <a:rPr lang="vi-VN" b="0" i="0" u="none" strike="noStrike">
                <a:solidFill>
                  <a:srgbClr val="000000"/>
                </a:solidFill>
                <a:effectLst/>
              </a:rPr>
              <a:t>Sắp xếp tất cả các cạnh của đồ thị theo trọng số tăng dần.</a:t>
            </a:r>
          </a:p>
          <a:p>
            <a:pPr lvl="1"/>
            <a:r>
              <a:rPr lang="vi-VN" b="0" i="0" u="none" strike="noStrike">
                <a:solidFill>
                  <a:srgbClr val="000000"/>
                </a:solidFill>
                <a:effectLst/>
              </a:rPr>
              <a:t>Khởi tạo cây khung rỗng.</a:t>
            </a:r>
          </a:p>
          <a:p>
            <a:pPr lvl="1"/>
            <a:r>
              <a:rPr lang="vi-VN" b="0" i="0" u="none" strike="noStrike">
                <a:solidFill>
                  <a:srgbClr val="000000"/>
                </a:solidFill>
                <a:effectLst/>
              </a:rPr>
              <a:t>Duyệt qua từng cạnh: Nếu thêm cạnh đó không tạo thành chu trình, thêm vào cây khung.</a:t>
            </a:r>
          </a:p>
          <a:p>
            <a:pPr lvl="1"/>
            <a:r>
              <a:rPr lang="vi-VN" b="0" i="0" u="none" strike="noStrike">
                <a:solidFill>
                  <a:srgbClr val="000000"/>
                </a:solidFill>
                <a:effectLst/>
              </a:rPr>
              <a:t>Lặp lại cho đến khi cây khung có đủ V−1 cạnh.</a:t>
            </a:r>
          </a:p>
          <a:p>
            <a:endParaRPr/>
          </a:p>
        </p:txBody>
      </p:sp>
    </p:spTree>
    <p:extLst>
      <p:ext uri="{BB962C8B-B14F-4D97-AF65-F5344CB8AC3E}">
        <p14:creationId xmlns:p14="http://schemas.microsoft.com/office/powerpoint/2010/main" val="3412497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5F941D-826E-2C9F-6A61-CD6F784CDD0A}"/>
              </a:ext>
            </a:extLst>
          </p:cNvPr>
          <p:cNvSpPr>
            <a:spLocks noGrp="1"/>
          </p:cNvSpPr>
          <p:nvPr>
            <p:ph type="dt" sz="half" idx="10"/>
          </p:nvPr>
        </p:nvSpPr>
        <p:spPr/>
        <p:txBody>
          <a:bodyPr/>
          <a:lstStyle/>
          <a:p>
            <a:fld id="{1F08F515-62EF-DE45-9E05-883F1744AD72}" type="datetime1">
              <a:rPr lang="en-US" smtClean="0"/>
              <a:t>1/3/25</a:t>
            </a:fld>
            <a:endParaRPr lang="en-US"/>
          </a:p>
        </p:txBody>
      </p:sp>
      <p:sp>
        <p:nvSpPr>
          <p:cNvPr id="3" name="Footer Placeholder 2">
            <a:extLst>
              <a:ext uri="{FF2B5EF4-FFF2-40B4-BE49-F238E27FC236}">
                <a16:creationId xmlns:a16="http://schemas.microsoft.com/office/drawing/2014/main" id="{2A8D78BA-0003-8ED4-4E35-E010A51D4C99}"/>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4DACB63A-4425-C806-7AC5-1786329B6323}"/>
              </a:ext>
            </a:extLst>
          </p:cNvPr>
          <p:cNvSpPr>
            <a:spLocks noGrp="1"/>
          </p:cNvSpPr>
          <p:nvPr>
            <p:ph type="sldNum" sz="quarter" idx="12"/>
          </p:nvPr>
        </p:nvSpPr>
        <p:spPr/>
        <p:txBody>
          <a:bodyPr/>
          <a:lstStyle/>
          <a:p>
            <a:fld id="{BA7BC09B-FE30-A349-B1D2-5A364F511F98}" type="slidenum">
              <a:rPr lang="en-US" smtClean="0"/>
              <a:t>38</a:t>
            </a:fld>
            <a:endParaRPr lang="en-US"/>
          </a:p>
        </p:txBody>
      </p:sp>
      <p:sp>
        <p:nvSpPr>
          <p:cNvPr id="5" name="Title 4">
            <a:extLst>
              <a:ext uri="{FF2B5EF4-FFF2-40B4-BE49-F238E27FC236}">
                <a16:creationId xmlns:a16="http://schemas.microsoft.com/office/drawing/2014/main" id="{CEA129C4-2A6D-DF99-B264-28ECC15E7933}"/>
              </a:ext>
            </a:extLst>
          </p:cNvPr>
          <p:cNvSpPr>
            <a:spLocks noGrp="1"/>
          </p:cNvSpPr>
          <p:nvPr>
            <p:ph type="title"/>
          </p:nvPr>
        </p:nvSpPr>
        <p:spPr/>
        <p:txBody>
          <a:bodyPr/>
          <a:lstStyle/>
          <a:p>
            <a:r>
              <a:rPr lang="vi-VN"/>
              <a:t>Ví dụ: Thuật toán Kruskal</a:t>
            </a:r>
            <a:endParaRPr/>
          </a:p>
        </p:txBody>
      </p:sp>
      <p:graphicFrame>
        <p:nvGraphicFramePr>
          <p:cNvPr id="7" name="Content Placeholder 6">
            <a:extLst>
              <a:ext uri="{FF2B5EF4-FFF2-40B4-BE49-F238E27FC236}">
                <a16:creationId xmlns:a16="http://schemas.microsoft.com/office/drawing/2014/main" id="{5AA8F6A9-323B-134E-A601-B9E7BC99CB3C}"/>
              </a:ext>
            </a:extLst>
          </p:cNvPr>
          <p:cNvGraphicFramePr>
            <a:graphicFrameLocks noGrp="1"/>
          </p:cNvGraphicFramePr>
          <p:nvPr>
            <p:ph sz="quarter" idx="13"/>
            <p:extLst>
              <p:ext uri="{D42A27DB-BD31-4B8C-83A1-F6EECF244321}">
                <p14:modId xmlns:p14="http://schemas.microsoft.com/office/powerpoint/2010/main" val="3677225160"/>
              </p:ext>
            </p:extLst>
          </p:nvPr>
        </p:nvGraphicFramePr>
        <p:xfrm>
          <a:off x="1629834" y="920496"/>
          <a:ext cx="4485216" cy="2194560"/>
        </p:xfrm>
        <a:graphic>
          <a:graphicData uri="http://schemas.openxmlformats.org/drawingml/2006/table">
            <a:tbl>
              <a:tblPr firstRow="1" bandRow="1">
                <a:tableStyleId>{5940675A-B579-460E-94D1-54222C63F5DA}</a:tableStyleId>
              </a:tblPr>
              <a:tblGrid>
                <a:gridCol w="747536">
                  <a:extLst>
                    <a:ext uri="{9D8B030D-6E8A-4147-A177-3AD203B41FA5}">
                      <a16:colId xmlns:a16="http://schemas.microsoft.com/office/drawing/2014/main" val="3434251387"/>
                    </a:ext>
                  </a:extLst>
                </a:gridCol>
                <a:gridCol w="747536">
                  <a:extLst>
                    <a:ext uri="{9D8B030D-6E8A-4147-A177-3AD203B41FA5}">
                      <a16:colId xmlns:a16="http://schemas.microsoft.com/office/drawing/2014/main" val="1717534126"/>
                    </a:ext>
                  </a:extLst>
                </a:gridCol>
                <a:gridCol w="747536">
                  <a:extLst>
                    <a:ext uri="{9D8B030D-6E8A-4147-A177-3AD203B41FA5}">
                      <a16:colId xmlns:a16="http://schemas.microsoft.com/office/drawing/2014/main" val="1773280048"/>
                    </a:ext>
                  </a:extLst>
                </a:gridCol>
                <a:gridCol w="747536">
                  <a:extLst>
                    <a:ext uri="{9D8B030D-6E8A-4147-A177-3AD203B41FA5}">
                      <a16:colId xmlns:a16="http://schemas.microsoft.com/office/drawing/2014/main" val="2700232733"/>
                    </a:ext>
                  </a:extLst>
                </a:gridCol>
                <a:gridCol w="747536">
                  <a:extLst>
                    <a:ext uri="{9D8B030D-6E8A-4147-A177-3AD203B41FA5}">
                      <a16:colId xmlns:a16="http://schemas.microsoft.com/office/drawing/2014/main" val="1650987915"/>
                    </a:ext>
                  </a:extLst>
                </a:gridCol>
                <a:gridCol w="747536">
                  <a:extLst>
                    <a:ext uri="{9D8B030D-6E8A-4147-A177-3AD203B41FA5}">
                      <a16:colId xmlns:a16="http://schemas.microsoft.com/office/drawing/2014/main" val="973455555"/>
                    </a:ext>
                  </a:extLst>
                </a:gridCol>
              </a:tblGrid>
              <a:tr h="0">
                <a:tc>
                  <a:txBody>
                    <a:bodyPr/>
                    <a:lstStyle/>
                    <a:p>
                      <a:endParaRPr/>
                    </a:p>
                  </a:txBody>
                  <a:tcPr/>
                </a:tc>
                <a:tc>
                  <a:txBody>
                    <a:bodyPr/>
                    <a:lstStyle/>
                    <a:p>
                      <a:r>
                        <a:rPr lang="vi-VN"/>
                        <a:t>A</a:t>
                      </a:r>
                      <a:endParaRPr/>
                    </a:p>
                  </a:txBody>
                  <a:tcPr/>
                </a:tc>
                <a:tc>
                  <a:txBody>
                    <a:bodyPr/>
                    <a:lstStyle/>
                    <a:p>
                      <a:r>
                        <a:rPr lang="vi-VN"/>
                        <a:t>B</a:t>
                      </a:r>
                      <a:endParaRPr/>
                    </a:p>
                  </a:txBody>
                  <a:tcPr/>
                </a:tc>
                <a:tc>
                  <a:txBody>
                    <a:bodyPr/>
                    <a:lstStyle/>
                    <a:p>
                      <a:r>
                        <a:rPr lang="vi-VN"/>
                        <a:t>C</a:t>
                      </a:r>
                      <a:endParaRPr/>
                    </a:p>
                  </a:txBody>
                  <a:tcPr/>
                </a:tc>
                <a:tc>
                  <a:txBody>
                    <a:bodyPr/>
                    <a:lstStyle/>
                    <a:p>
                      <a:r>
                        <a:rPr lang="vi-VN"/>
                        <a:t>D</a:t>
                      </a:r>
                      <a:endParaRPr/>
                    </a:p>
                  </a:txBody>
                  <a:tcPr/>
                </a:tc>
                <a:tc>
                  <a:txBody>
                    <a:bodyPr/>
                    <a:lstStyle/>
                    <a:p>
                      <a:r>
                        <a:rPr lang="vi-VN"/>
                        <a:t>E</a:t>
                      </a:r>
                      <a:endParaRPr/>
                    </a:p>
                  </a:txBody>
                  <a:tcPr/>
                </a:tc>
                <a:extLst>
                  <a:ext uri="{0D108BD9-81ED-4DB2-BD59-A6C34878D82A}">
                    <a16:rowId xmlns:a16="http://schemas.microsoft.com/office/drawing/2014/main" val="1532625259"/>
                  </a:ext>
                </a:extLst>
              </a:tr>
              <a:tr h="297646">
                <a:tc>
                  <a:txBody>
                    <a:bodyPr/>
                    <a:lstStyle/>
                    <a:p>
                      <a:r>
                        <a:rPr lang="vi-VN"/>
                        <a:t>A</a:t>
                      </a:r>
                      <a:endParaRPr/>
                    </a:p>
                  </a:txBody>
                  <a:tcPr/>
                </a:tc>
                <a:tc>
                  <a:txBody>
                    <a:bodyPr/>
                    <a:lstStyle/>
                    <a:p>
                      <a:r>
                        <a:rPr lang="vi-VN"/>
                        <a:t>0</a:t>
                      </a:r>
                      <a:endParaRPr/>
                    </a:p>
                  </a:txBody>
                  <a:tcPr/>
                </a:tc>
                <a:tc>
                  <a:txBody>
                    <a:bodyPr/>
                    <a:lstStyle/>
                    <a:p>
                      <a:r>
                        <a:rPr lang="vi-VN"/>
                        <a:t>2</a:t>
                      </a:r>
                      <a:endParaRPr/>
                    </a:p>
                  </a:txBody>
                  <a:tcPr/>
                </a:tc>
                <a:tc>
                  <a:txBody>
                    <a:bodyPr/>
                    <a:lstStyle/>
                    <a:p>
                      <a:r>
                        <a:rPr lang="vi-VN"/>
                        <a:t>3</a:t>
                      </a:r>
                      <a:endParaRPr/>
                    </a:p>
                  </a:txBody>
                  <a:tcPr/>
                </a:tc>
                <a:tc>
                  <a:txBody>
                    <a:bodyPr/>
                    <a:lstStyle/>
                    <a:p>
                      <a:r>
                        <a:rPr lang="vi-VN"/>
                        <a:t>-</a:t>
                      </a:r>
                      <a:endParaRPr/>
                    </a:p>
                  </a:txBody>
                  <a:tcPr/>
                </a:tc>
                <a:tc>
                  <a:txBody>
                    <a:bodyPr/>
                    <a:lstStyle/>
                    <a:p>
                      <a:r>
                        <a:rPr lang="vi-VN"/>
                        <a:t>-</a:t>
                      </a:r>
                      <a:endParaRPr/>
                    </a:p>
                  </a:txBody>
                  <a:tcPr/>
                </a:tc>
                <a:extLst>
                  <a:ext uri="{0D108BD9-81ED-4DB2-BD59-A6C34878D82A}">
                    <a16:rowId xmlns:a16="http://schemas.microsoft.com/office/drawing/2014/main" val="3607033868"/>
                  </a:ext>
                </a:extLst>
              </a:tr>
              <a:tr h="287486">
                <a:tc>
                  <a:txBody>
                    <a:bodyPr/>
                    <a:lstStyle/>
                    <a:p>
                      <a:r>
                        <a:rPr lang="vi-VN"/>
                        <a:t>B</a:t>
                      </a:r>
                      <a:endParaRPr/>
                    </a:p>
                  </a:txBody>
                  <a:tcPr/>
                </a:tc>
                <a:tc>
                  <a:txBody>
                    <a:bodyPr/>
                    <a:lstStyle/>
                    <a:p>
                      <a:r>
                        <a:rPr lang="vi-VN"/>
                        <a:t>2</a:t>
                      </a:r>
                      <a:endParaRPr/>
                    </a:p>
                  </a:txBody>
                  <a:tcPr/>
                </a:tc>
                <a:tc>
                  <a:txBody>
                    <a:bodyPr/>
                    <a:lstStyle/>
                    <a:p>
                      <a:r>
                        <a:rPr lang="vi-VN"/>
                        <a:t>0</a:t>
                      </a:r>
                      <a:endParaRPr/>
                    </a:p>
                  </a:txBody>
                  <a:tcPr/>
                </a:tc>
                <a:tc>
                  <a:txBody>
                    <a:bodyPr/>
                    <a:lstStyle/>
                    <a:p>
                      <a:r>
                        <a:rPr lang="vi-VN"/>
                        <a:t>1</a:t>
                      </a:r>
                      <a:endParaRPr/>
                    </a:p>
                  </a:txBody>
                  <a:tcPr/>
                </a:tc>
                <a:tc>
                  <a:txBody>
                    <a:bodyPr/>
                    <a:lstStyle/>
                    <a:p>
                      <a:r>
                        <a:rPr lang="vi-VN"/>
                        <a:t>4</a:t>
                      </a:r>
                      <a:endParaRPr/>
                    </a:p>
                  </a:txBody>
                  <a:tcPr/>
                </a:tc>
                <a:tc>
                  <a:txBody>
                    <a:bodyPr/>
                    <a:lstStyle/>
                    <a:p>
                      <a:r>
                        <a:rPr lang="vi-VN"/>
                        <a:t>-</a:t>
                      </a:r>
                      <a:endParaRPr/>
                    </a:p>
                  </a:txBody>
                  <a:tcPr/>
                </a:tc>
                <a:extLst>
                  <a:ext uri="{0D108BD9-81ED-4DB2-BD59-A6C34878D82A}">
                    <a16:rowId xmlns:a16="http://schemas.microsoft.com/office/drawing/2014/main" val="377795764"/>
                  </a:ext>
                </a:extLst>
              </a:tr>
              <a:tr h="345059">
                <a:tc>
                  <a:txBody>
                    <a:bodyPr/>
                    <a:lstStyle/>
                    <a:p>
                      <a:r>
                        <a:rPr lang="vi-VN"/>
                        <a:t>C</a:t>
                      </a:r>
                      <a:endParaRPr/>
                    </a:p>
                  </a:txBody>
                  <a:tcPr/>
                </a:tc>
                <a:tc>
                  <a:txBody>
                    <a:bodyPr/>
                    <a:lstStyle/>
                    <a:p>
                      <a:r>
                        <a:rPr lang="vi-VN"/>
                        <a:t>3</a:t>
                      </a:r>
                      <a:endParaRPr/>
                    </a:p>
                  </a:txBody>
                  <a:tcPr/>
                </a:tc>
                <a:tc>
                  <a:txBody>
                    <a:bodyPr/>
                    <a:lstStyle/>
                    <a:p>
                      <a:r>
                        <a:rPr lang="vi-VN"/>
                        <a:t>1</a:t>
                      </a:r>
                      <a:endParaRPr/>
                    </a:p>
                  </a:txBody>
                  <a:tcPr/>
                </a:tc>
                <a:tc>
                  <a:txBody>
                    <a:bodyPr/>
                    <a:lstStyle/>
                    <a:p>
                      <a:r>
                        <a:rPr lang="vi-VN"/>
                        <a:t>0</a:t>
                      </a:r>
                      <a:endParaRPr/>
                    </a:p>
                  </a:txBody>
                  <a:tcPr/>
                </a:tc>
                <a:tc>
                  <a:txBody>
                    <a:bodyPr/>
                    <a:lstStyle/>
                    <a:p>
                      <a:r>
                        <a:rPr lang="vi-VN"/>
                        <a:t>5</a:t>
                      </a:r>
                      <a:endParaRPr/>
                    </a:p>
                  </a:txBody>
                  <a:tcPr/>
                </a:tc>
                <a:tc>
                  <a:txBody>
                    <a:bodyPr/>
                    <a:lstStyle/>
                    <a:p>
                      <a:r>
                        <a:rPr lang="vi-VN"/>
                        <a:t>7</a:t>
                      </a:r>
                      <a:endParaRPr/>
                    </a:p>
                  </a:txBody>
                  <a:tcPr/>
                </a:tc>
                <a:extLst>
                  <a:ext uri="{0D108BD9-81ED-4DB2-BD59-A6C34878D82A}">
                    <a16:rowId xmlns:a16="http://schemas.microsoft.com/office/drawing/2014/main" val="992655298"/>
                  </a:ext>
                </a:extLst>
              </a:tr>
              <a:tr h="334899">
                <a:tc>
                  <a:txBody>
                    <a:bodyPr/>
                    <a:lstStyle/>
                    <a:p>
                      <a:r>
                        <a:rPr lang="vi-VN"/>
                        <a:t>D</a:t>
                      </a:r>
                      <a:endParaRPr/>
                    </a:p>
                  </a:txBody>
                  <a:tcPr/>
                </a:tc>
                <a:tc>
                  <a:txBody>
                    <a:bodyPr/>
                    <a:lstStyle/>
                    <a:p>
                      <a:r>
                        <a:rPr lang="vi-VN"/>
                        <a:t>-</a:t>
                      </a:r>
                      <a:endParaRPr/>
                    </a:p>
                  </a:txBody>
                  <a:tcPr/>
                </a:tc>
                <a:tc>
                  <a:txBody>
                    <a:bodyPr/>
                    <a:lstStyle/>
                    <a:p>
                      <a:r>
                        <a:rPr lang="vi-VN"/>
                        <a:t>4</a:t>
                      </a:r>
                      <a:endParaRPr/>
                    </a:p>
                  </a:txBody>
                  <a:tcPr/>
                </a:tc>
                <a:tc>
                  <a:txBody>
                    <a:bodyPr/>
                    <a:lstStyle/>
                    <a:p>
                      <a:r>
                        <a:rPr lang="vi-VN"/>
                        <a:t>5</a:t>
                      </a:r>
                      <a:endParaRPr/>
                    </a:p>
                  </a:txBody>
                  <a:tcPr/>
                </a:tc>
                <a:tc>
                  <a:txBody>
                    <a:bodyPr/>
                    <a:lstStyle/>
                    <a:p>
                      <a:r>
                        <a:rPr lang="vi-VN"/>
                        <a:t>0</a:t>
                      </a:r>
                      <a:endParaRPr/>
                    </a:p>
                  </a:txBody>
                  <a:tcPr/>
                </a:tc>
                <a:tc>
                  <a:txBody>
                    <a:bodyPr/>
                    <a:lstStyle/>
                    <a:p>
                      <a:r>
                        <a:rPr lang="vi-VN"/>
                        <a:t>6</a:t>
                      </a:r>
                      <a:endParaRPr/>
                    </a:p>
                  </a:txBody>
                  <a:tcPr/>
                </a:tc>
                <a:extLst>
                  <a:ext uri="{0D108BD9-81ED-4DB2-BD59-A6C34878D82A}">
                    <a16:rowId xmlns:a16="http://schemas.microsoft.com/office/drawing/2014/main" val="2880171404"/>
                  </a:ext>
                </a:extLst>
              </a:tr>
              <a:tr h="334899">
                <a:tc>
                  <a:txBody>
                    <a:bodyPr/>
                    <a:lstStyle/>
                    <a:p>
                      <a:r>
                        <a:rPr lang="vi-VN"/>
                        <a:t>E</a:t>
                      </a:r>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6</a:t>
                      </a:r>
                      <a:endParaRPr kumimoji="0" lang="vi-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tc>
                <a:tc>
                  <a:txBody>
                    <a:bodyPr/>
                    <a:lstStyle/>
                    <a:p>
                      <a:r>
                        <a:rPr lang="vi-VN"/>
                        <a:t>0</a:t>
                      </a:r>
                      <a:endParaRPr/>
                    </a:p>
                  </a:txBody>
                  <a:tcPr/>
                </a:tc>
                <a:extLst>
                  <a:ext uri="{0D108BD9-81ED-4DB2-BD59-A6C34878D82A}">
                    <a16:rowId xmlns:a16="http://schemas.microsoft.com/office/drawing/2014/main" val="2643619421"/>
                  </a:ext>
                </a:extLst>
              </a:tr>
            </a:tbl>
          </a:graphicData>
        </a:graphic>
      </p:graphicFrame>
      <p:sp>
        <p:nvSpPr>
          <p:cNvPr id="8" name="TextBox 7">
            <a:extLst>
              <a:ext uri="{FF2B5EF4-FFF2-40B4-BE49-F238E27FC236}">
                <a16:creationId xmlns:a16="http://schemas.microsoft.com/office/drawing/2014/main" id="{F0A50749-86AE-2149-312A-D21B48C594C7}"/>
              </a:ext>
            </a:extLst>
          </p:cNvPr>
          <p:cNvSpPr txBox="1"/>
          <p:nvPr/>
        </p:nvSpPr>
        <p:spPr>
          <a:xfrm>
            <a:off x="407473" y="3268135"/>
            <a:ext cx="8501450" cy="2677656"/>
          </a:xfrm>
          <a:prstGeom prst="rect">
            <a:avLst/>
          </a:prstGeom>
          <a:noFill/>
        </p:spPr>
        <p:txBody>
          <a:bodyPr wrap="square" rtlCol="0">
            <a:spAutoFit/>
          </a:bodyPr>
          <a:lstStyle/>
          <a:p>
            <a:r>
              <a:rPr lang="en-US" sz="2400" b="0" i="0" u="none" strike="noStrike" dirty="0" err="1">
                <a:solidFill>
                  <a:srgbClr val="000000"/>
                </a:solidFill>
                <a:effectLst/>
                <a:latin typeface="Lato" panose="020F0502020204030203" pitchFamily="34" charset="0"/>
                <a:ea typeface="Lato" panose="020F0502020204030203" pitchFamily="34" charset="0"/>
                <a:cs typeface="Lato" panose="020F0502020204030203" pitchFamily="34" charset="0"/>
              </a:rPr>
              <a:t>Sắp</a:t>
            </a:r>
            <a:r>
              <a:rPr lang="en-US" sz="24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sz="2400" b="0" i="0" u="none" strike="noStrike" dirty="0" err="1">
                <a:solidFill>
                  <a:srgbClr val="000000"/>
                </a:solidFill>
                <a:effectLst/>
                <a:latin typeface="Lato" panose="020F0502020204030203" pitchFamily="34" charset="0"/>
                <a:ea typeface="Lato" panose="020F0502020204030203" pitchFamily="34" charset="0"/>
                <a:cs typeface="Lato" panose="020F0502020204030203" pitchFamily="34" charset="0"/>
              </a:rPr>
              <a:t>xếp</a:t>
            </a:r>
            <a:r>
              <a:rPr lang="en-US" sz="24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sz="2400" b="0" i="0" u="none" strike="noStrike" dirty="0" err="1">
                <a:solidFill>
                  <a:srgbClr val="000000"/>
                </a:solidFill>
                <a:effectLst/>
                <a:latin typeface="Lato" panose="020F0502020204030203" pitchFamily="34" charset="0"/>
                <a:ea typeface="Lato" panose="020F0502020204030203" pitchFamily="34" charset="0"/>
                <a:cs typeface="Lato" panose="020F0502020204030203" pitchFamily="34" charset="0"/>
              </a:rPr>
              <a:t>các</a:t>
            </a:r>
            <a:r>
              <a:rPr lang="en-US" sz="24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US" sz="2400" b="0" i="0" u="none" strike="noStrike" dirty="0" err="1">
                <a:solidFill>
                  <a:srgbClr val="000000"/>
                </a:solidFill>
                <a:effectLst/>
                <a:latin typeface="Lato" panose="020F0502020204030203" pitchFamily="34" charset="0"/>
                <a:ea typeface="Lato" panose="020F0502020204030203" pitchFamily="34" charset="0"/>
                <a:cs typeface="Lato" panose="020F0502020204030203" pitchFamily="34" charset="0"/>
              </a:rPr>
              <a:t>cạnh</a:t>
            </a:r>
            <a:r>
              <a:rPr lang="en-US" sz="24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 </a:t>
            </a:r>
          </a:p>
          <a:p>
            <a:r>
              <a:rPr lang="en-US" sz="24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B→C=1,A→B=2,A→C=3,B→D=4, ,C→D=5, D→E=6,C→E=7.</a:t>
            </a:r>
          </a:p>
          <a:p>
            <a:r>
              <a:rPr lang="en-US" sz="2400" dirty="0" err="1"/>
              <a:t>Thêm</a:t>
            </a:r>
            <a:r>
              <a:rPr lang="en-US" sz="2400" dirty="0"/>
              <a:t> B→C=1.</a:t>
            </a:r>
          </a:p>
          <a:p>
            <a:r>
              <a:rPr lang="en-US" sz="2400" dirty="0" err="1"/>
              <a:t>Thêm</a:t>
            </a:r>
            <a:r>
              <a:rPr lang="en-US" sz="2400" dirty="0"/>
              <a:t> A→B=2</a:t>
            </a:r>
          </a:p>
          <a:p>
            <a:r>
              <a:rPr lang="en-US" sz="2400" dirty="0" err="1"/>
              <a:t>Thêm</a:t>
            </a:r>
            <a:r>
              <a:rPr lang="en-US" sz="2400" dirty="0"/>
              <a:t> B→D=4</a:t>
            </a:r>
          </a:p>
          <a:p>
            <a:r>
              <a:rPr lang="en-US" sz="2400" dirty="0" err="1"/>
              <a:t>Thêm</a:t>
            </a:r>
            <a:r>
              <a:rPr lang="en-US" sz="2400" dirty="0"/>
              <a:t> D→E=6</a:t>
            </a:r>
          </a:p>
          <a:p>
            <a:r>
              <a:rPr lang="en-US" sz="2400" b="0" i="0" u="none" strike="noStrike" dirty="0" err="1">
                <a:solidFill>
                  <a:srgbClr val="000000"/>
                </a:solidFill>
                <a:effectLst/>
              </a:rPr>
              <a:t>Cây</a:t>
            </a:r>
            <a:r>
              <a:rPr lang="en-US" sz="2400" b="0" i="0" u="none" strike="noStrike" dirty="0">
                <a:solidFill>
                  <a:srgbClr val="000000"/>
                </a:solidFill>
                <a:effectLst/>
              </a:rPr>
              <a:t> </a:t>
            </a:r>
            <a:r>
              <a:rPr lang="en-US" sz="2400" b="0" i="0" u="none" strike="noStrike" dirty="0" err="1">
                <a:solidFill>
                  <a:srgbClr val="000000"/>
                </a:solidFill>
                <a:effectLst/>
              </a:rPr>
              <a:t>khung</a:t>
            </a:r>
            <a:r>
              <a:rPr lang="en-US" sz="2400" b="0" i="0" u="none" strike="noStrike" dirty="0">
                <a:solidFill>
                  <a:srgbClr val="000000"/>
                </a:solidFill>
                <a:effectLst/>
              </a:rPr>
              <a:t> </a:t>
            </a:r>
            <a:r>
              <a:rPr lang="en-US" sz="2400" b="0" i="0" u="none" strike="noStrike" dirty="0" err="1">
                <a:solidFill>
                  <a:srgbClr val="000000"/>
                </a:solidFill>
                <a:effectLst/>
              </a:rPr>
              <a:t>nhỏ</a:t>
            </a:r>
            <a:r>
              <a:rPr lang="en-US" sz="2400" b="0" i="0" u="none" strike="noStrike" dirty="0">
                <a:solidFill>
                  <a:srgbClr val="000000"/>
                </a:solidFill>
                <a:effectLst/>
              </a:rPr>
              <a:t> </a:t>
            </a:r>
            <a:r>
              <a:rPr lang="en-US" sz="2400" b="0" i="0" u="none" strike="noStrike" dirty="0" err="1">
                <a:solidFill>
                  <a:srgbClr val="000000"/>
                </a:solidFill>
                <a:effectLst/>
              </a:rPr>
              <a:t>nhất</a:t>
            </a:r>
            <a:r>
              <a:rPr lang="en-US" sz="2400" b="0" i="0" u="none" strike="noStrike" dirty="0">
                <a:solidFill>
                  <a:srgbClr val="000000"/>
                </a:solidFill>
                <a:effectLst/>
              </a:rPr>
              <a:t>: B → C, A → B, B → D, D → E.</a:t>
            </a:r>
            <a:endParaRPr sz="24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956524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5C4B5CD-B069-1345-8719-67FEB516F72A}"/>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73605EE2-BC89-1A44-97C8-6607BE4E45CF}"/>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29DA105D-DDB6-3F4A-8D6D-252C39C749E8}"/>
              </a:ext>
            </a:extLst>
          </p:cNvPr>
          <p:cNvSpPr>
            <a:spLocks noGrp="1"/>
          </p:cNvSpPr>
          <p:nvPr>
            <p:ph type="sldNum" sz="quarter" idx="12"/>
          </p:nvPr>
        </p:nvSpPr>
        <p:spPr/>
        <p:txBody>
          <a:bodyPr/>
          <a:lstStyle/>
          <a:p>
            <a:fld id="{BA7BC09B-FE30-A349-B1D2-5A364F511F98}" type="slidenum">
              <a:rPr lang="en-US" smtClean="0"/>
              <a:t>39</a:t>
            </a:fld>
            <a:endParaRPr lang="en-US"/>
          </a:p>
        </p:txBody>
      </p:sp>
      <p:sp>
        <p:nvSpPr>
          <p:cNvPr id="2" name="Title 1">
            <a:extLst>
              <a:ext uri="{FF2B5EF4-FFF2-40B4-BE49-F238E27FC236}">
                <a16:creationId xmlns:a16="http://schemas.microsoft.com/office/drawing/2014/main" id="{346C386F-6A06-F046-A784-9C8C612F1CBC}"/>
              </a:ext>
            </a:extLst>
          </p:cNvPr>
          <p:cNvSpPr>
            <a:spLocks noGrp="1"/>
          </p:cNvSpPr>
          <p:nvPr>
            <p:ph type="title"/>
          </p:nvPr>
        </p:nvSpPr>
        <p:spPr/>
        <p:txBody>
          <a:bodyPr/>
          <a:lstStyle/>
          <a:p>
            <a:r>
              <a:rPr lang="en-US" err="1"/>
              <a:t>Bài</a:t>
            </a:r>
            <a:r>
              <a:rPr lang="en-US"/>
              <a:t> </a:t>
            </a:r>
            <a:r>
              <a:rPr lang="en-US" err="1"/>
              <a:t>toán</a:t>
            </a:r>
            <a:r>
              <a:rPr lang="en-US"/>
              <a:t> </a:t>
            </a:r>
            <a:r>
              <a:rPr lang="en-US" err="1"/>
              <a:t>sắp</a:t>
            </a:r>
            <a:r>
              <a:rPr lang="en-US"/>
              <a:t> </a:t>
            </a:r>
            <a:r>
              <a:rPr lang="en-US" err="1"/>
              <a:t>xếp</a:t>
            </a:r>
            <a:r>
              <a:rPr lang="en-US"/>
              <a:t> </a:t>
            </a:r>
            <a:r>
              <a:rPr lang="en-US" err="1"/>
              <a:t>tô</a:t>
            </a:r>
            <a:r>
              <a:rPr lang="en-US"/>
              <a:t> </a:t>
            </a:r>
            <a:r>
              <a:rPr lang="en-US" err="1"/>
              <a:t>pô</a:t>
            </a:r>
            <a:endParaRPr lang="en-US"/>
          </a:p>
        </p:txBody>
      </p:sp>
      <p:sp>
        <p:nvSpPr>
          <p:cNvPr id="3" name="Content Placeholder 2">
            <a:extLst>
              <a:ext uri="{FF2B5EF4-FFF2-40B4-BE49-F238E27FC236}">
                <a16:creationId xmlns:a16="http://schemas.microsoft.com/office/drawing/2014/main" id="{B963437C-FD28-1842-B436-91595B712E3A}"/>
              </a:ext>
            </a:extLst>
          </p:cNvPr>
          <p:cNvSpPr>
            <a:spLocks noGrp="1"/>
          </p:cNvSpPr>
          <p:nvPr>
            <p:ph sz="quarter" idx="13"/>
          </p:nvPr>
        </p:nvSpPr>
        <p:spPr/>
        <p:txBody>
          <a:bodyPr>
            <a:normAutofit/>
          </a:bodyPr>
          <a:lstStyle/>
          <a:p>
            <a:r>
              <a:rPr lang="en-US" sz="2800" err="1"/>
              <a:t>Có</a:t>
            </a:r>
            <a:r>
              <a:rPr lang="en-US" sz="2800"/>
              <a:t> n </a:t>
            </a:r>
            <a:r>
              <a:rPr lang="en-US" sz="2800" err="1"/>
              <a:t>công</a:t>
            </a:r>
            <a:r>
              <a:rPr lang="en-US" sz="2800"/>
              <a:t> </a:t>
            </a:r>
            <a:r>
              <a:rPr lang="en-US" sz="2800" err="1"/>
              <a:t>việc</a:t>
            </a:r>
            <a:r>
              <a:rPr lang="en-US" sz="2800"/>
              <a:t> </a:t>
            </a:r>
            <a:r>
              <a:rPr lang="en-US" sz="2800" err="1"/>
              <a:t>đánh</a:t>
            </a:r>
            <a:r>
              <a:rPr lang="en-US" sz="2800"/>
              <a:t> </a:t>
            </a:r>
            <a:r>
              <a:rPr lang="en-US" sz="2800" err="1"/>
              <a:t>số</a:t>
            </a:r>
            <a:r>
              <a:rPr lang="en-US" sz="2800"/>
              <a:t> </a:t>
            </a:r>
            <a:r>
              <a:rPr lang="en-US" sz="2800" err="1"/>
              <a:t>từ</a:t>
            </a:r>
            <a:r>
              <a:rPr lang="en-US" sz="2800"/>
              <a:t> 1 </a:t>
            </a:r>
            <a:r>
              <a:rPr lang="en-US" sz="2800" err="1"/>
              <a:t>đến</a:t>
            </a:r>
            <a:r>
              <a:rPr lang="en-US" sz="2800"/>
              <a:t> n </a:t>
            </a:r>
          </a:p>
          <a:p>
            <a:r>
              <a:rPr lang="en-US" sz="2800"/>
              <a:t>Quan </a:t>
            </a:r>
            <a:r>
              <a:rPr lang="en-US" sz="2800" err="1"/>
              <a:t>hệ</a:t>
            </a:r>
            <a:r>
              <a:rPr lang="en-US" sz="2800"/>
              <a:t> </a:t>
            </a:r>
            <a:r>
              <a:rPr lang="en-US" sz="2800" err="1"/>
              <a:t>giữa</a:t>
            </a:r>
            <a:r>
              <a:rPr lang="en-US" sz="2800"/>
              <a:t> </a:t>
            </a:r>
            <a:r>
              <a:rPr lang="en-US" sz="2800" err="1"/>
              <a:t>các</a:t>
            </a:r>
            <a:r>
              <a:rPr lang="en-US" sz="2800"/>
              <a:t> </a:t>
            </a:r>
            <a:r>
              <a:rPr lang="en-US" sz="2800" err="1"/>
              <a:t>công</a:t>
            </a:r>
            <a:r>
              <a:rPr lang="en-US" sz="2800"/>
              <a:t> </a:t>
            </a:r>
            <a:r>
              <a:rPr lang="en-US" sz="2800" err="1"/>
              <a:t>việc</a:t>
            </a:r>
            <a:r>
              <a:rPr lang="en-US" sz="2800"/>
              <a:t> : </a:t>
            </a:r>
            <a:r>
              <a:rPr lang="en-US" sz="2800" err="1"/>
              <a:t>thực</a:t>
            </a:r>
            <a:r>
              <a:rPr lang="en-US" sz="2800"/>
              <a:t> </a:t>
            </a:r>
            <a:r>
              <a:rPr lang="en-US" sz="2800" err="1"/>
              <a:t>hiện</a:t>
            </a:r>
            <a:r>
              <a:rPr lang="en-US" sz="2800"/>
              <a:t> </a:t>
            </a:r>
            <a:r>
              <a:rPr lang="en-US" sz="2800" err="1"/>
              <a:t>trước</a:t>
            </a:r>
            <a:r>
              <a:rPr lang="en-US" sz="2800"/>
              <a:t> “&lt;“</a:t>
            </a:r>
          </a:p>
          <a:p>
            <a:r>
              <a:rPr lang="en-US" sz="2800" err="1"/>
              <a:t>Nếu</a:t>
            </a:r>
            <a:r>
              <a:rPr lang="en-US" sz="2800"/>
              <a:t> </a:t>
            </a:r>
            <a:r>
              <a:rPr lang="en-US" sz="2800" err="1"/>
              <a:t>i</a:t>
            </a:r>
            <a:r>
              <a:rPr lang="en-US" sz="2800"/>
              <a:t> &lt; j : </a:t>
            </a:r>
            <a:r>
              <a:rPr lang="en-US" sz="2800" err="1"/>
              <a:t>i</a:t>
            </a:r>
            <a:r>
              <a:rPr lang="en-US" sz="2800"/>
              <a:t> </a:t>
            </a:r>
            <a:r>
              <a:rPr lang="en-US" sz="2800" err="1"/>
              <a:t>phải</a:t>
            </a:r>
            <a:r>
              <a:rPr lang="en-US" sz="2800"/>
              <a:t> </a:t>
            </a:r>
            <a:r>
              <a:rPr lang="en-US" sz="2800" err="1"/>
              <a:t>được</a:t>
            </a:r>
            <a:r>
              <a:rPr lang="en-US" sz="2800"/>
              <a:t> </a:t>
            </a:r>
            <a:r>
              <a:rPr lang="en-US" sz="2800" err="1"/>
              <a:t>thực</a:t>
            </a:r>
            <a:r>
              <a:rPr lang="en-US" sz="2800"/>
              <a:t> </a:t>
            </a:r>
            <a:r>
              <a:rPr lang="en-US" sz="2800" err="1"/>
              <a:t>hiện</a:t>
            </a:r>
            <a:r>
              <a:rPr lang="en-US" sz="2800"/>
              <a:t> </a:t>
            </a:r>
            <a:r>
              <a:rPr lang="en-US" sz="2800" err="1"/>
              <a:t>trước</a:t>
            </a:r>
            <a:r>
              <a:rPr lang="en-US" sz="2800"/>
              <a:t> j</a:t>
            </a:r>
          </a:p>
          <a:p>
            <a:r>
              <a:rPr lang="en-US" sz="2800" err="1"/>
              <a:t>Giả</a:t>
            </a:r>
            <a:r>
              <a:rPr lang="en-US" sz="2800"/>
              <a:t> </a:t>
            </a:r>
            <a:r>
              <a:rPr lang="en-US" sz="2800" err="1"/>
              <a:t>sử</a:t>
            </a:r>
            <a:r>
              <a:rPr lang="en-US" sz="2800"/>
              <a:t> </a:t>
            </a:r>
            <a:r>
              <a:rPr lang="en-US" sz="2800" err="1"/>
              <a:t>có</a:t>
            </a:r>
            <a:r>
              <a:rPr lang="en-US" sz="2800"/>
              <a:t> 8 </a:t>
            </a:r>
            <a:r>
              <a:rPr lang="en-US" sz="2800" err="1"/>
              <a:t>công</a:t>
            </a:r>
            <a:r>
              <a:rPr lang="en-US" sz="2800"/>
              <a:t> </a:t>
            </a:r>
            <a:r>
              <a:rPr lang="en-US" sz="2800" err="1"/>
              <a:t>việc</a:t>
            </a:r>
            <a:r>
              <a:rPr lang="en-US" sz="2800"/>
              <a:t> </a:t>
            </a:r>
            <a:r>
              <a:rPr lang="en-US" sz="2800" err="1"/>
              <a:t>sắp</a:t>
            </a:r>
            <a:r>
              <a:rPr lang="en-US" sz="2800"/>
              <a:t> </a:t>
            </a:r>
            <a:r>
              <a:rPr lang="en-US" sz="2800" err="1"/>
              <a:t>xếp</a:t>
            </a:r>
            <a:r>
              <a:rPr lang="en-US" sz="2800"/>
              <a:t> </a:t>
            </a:r>
            <a:r>
              <a:rPr lang="en-US" sz="2800" err="1"/>
              <a:t>như</a:t>
            </a:r>
            <a:r>
              <a:rPr lang="en-US" sz="2800"/>
              <a:t> </a:t>
            </a:r>
            <a:r>
              <a:rPr lang="en-US" sz="2800" err="1"/>
              <a:t>sau</a:t>
            </a:r>
            <a:r>
              <a:rPr lang="en-US" sz="2800"/>
              <a:t>  </a:t>
            </a:r>
          </a:p>
        </p:txBody>
      </p:sp>
      <p:graphicFrame>
        <p:nvGraphicFramePr>
          <p:cNvPr id="7" name="Table 6">
            <a:extLst>
              <a:ext uri="{FF2B5EF4-FFF2-40B4-BE49-F238E27FC236}">
                <a16:creationId xmlns:a16="http://schemas.microsoft.com/office/drawing/2014/main" id="{83BCE092-6D11-4E41-B5AC-56F4BA8A0F65}"/>
              </a:ext>
            </a:extLst>
          </p:cNvPr>
          <p:cNvGraphicFramePr>
            <a:graphicFrameLocks noGrp="1"/>
          </p:cNvGraphicFramePr>
          <p:nvPr>
            <p:extLst>
              <p:ext uri="{D42A27DB-BD31-4B8C-83A1-F6EECF244321}">
                <p14:modId xmlns:p14="http://schemas.microsoft.com/office/powerpoint/2010/main" val="1864008762"/>
              </p:ext>
            </p:extLst>
          </p:nvPr>
        </p:nvGraphicFramePr>
        <p:xfrm>
          <a:off x="1326776" y="3429000"/>
          <a:ext cx="4052047" cy="1554480"/>
        </p:xfrm>
        <a:graphic>
          <a:graphicData uri="http://schemas.openxmlformats.org/drawingml/2006/table">
            <a:tbl>
              <a:tblPr firstRow="1" bandRow="1">
                <a:tableStyleId>{2D5ABB26-0587-4C30-8999-92F81FD0307C}</a:tableStyleId>
              </a:tblPr>
              <a:tblGrid>
                <a:gridCol w="1190112">
                  <a:extLst>
                    <a:ext uri="{9D8B030D-6E8A-4147-A177-3AD203B41FA5}">
                      <a16:colId xmlns:a16="http://schemas.microsoft.com/office/drawing/2014/main" val="3933448294"/>
                    </a:ext>
                  </a:extLst>
                </a:gridCol>
                <a:gridCol w="1473473">
                  <a:extLst>
                    <a:ext uri="{9D8B030D-6E8A-4147-A177-3AD203B41FA5}">
                      <a16:colId xmlns:a16="http://schemas.microsoft.com/office/drawing/2014/main" val="1958299756"/>
                    </a:ext>
                  </a:extLst>
                </a:gridCol>
                <a:gridCol w="1388462">
                  <a:extLst>
                    <a:ext uri="{9D8B030D-6E8A-4147-A177-3AD203B41FA5}">
                      <a16:colId xmlns:a16="http://schemas.microsoft.com/office/drawing/2014/main" val="3745462692"/>
                    </a:ext>
                  </a:extLst>
                </a:gridCol>
              </a:tblGrid>
              <a:tr h="364565">
                <a:tc>
                  <a:txBody>
                    <a:bodyPr/>
                    <a:lstStyle/>
                    <a:p>
                      <a:r>
                        <a:rPr lang="en-US" sz="2800"/>
                        <a:t>2 &lt;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4 &lt;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6 &lt;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2593615"/>
                  </a:ext>
                </a:extLst>
              </a:tr>
              <a:tr h="364565">
                <a:tc>
                  <a:txBody>
                    <a:bodyPr/>
                    <a:lstStyle/>
                    <a:p>
                      <a:r>
                        <a:rPr lang="en-US" sz="2800"/>
                        <a:t>2 &lt;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4 &lt;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7 &lt;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5434019"/>
                  </a:ext>
                </a:extLst>
              </a:tr>
              <a:tr h="364565">
                <a:tc>
                  <a:txBody>
                    <a:bodyPr/>
                    <a:lstStyle/>
                    <a:p>
                      <a:r>
                        <a:rPr lang="en-US" sz="2800"/>
                        <a:t>3 &lt;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5 &lt;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8 &lt;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19222"/>
                  </a:ext>
                </a:extLst>
              </a:tr>
            </a:tbl>
          </a:graphicData>
        </a:graphic>
      </p:graphicFrame>
      <p:graphicFrame>
        <p:nvGraphicFramePr>
          <p:cNvPr id="8" name="Table 7">
            <a:extLst>
              <a:ext uri="{FF2B5EF4-FFF2-40B4-BE49-F238E27FC236}">
                <a16:creationId xmlns:a16="http://schemas.microsoft.com/office/drawing/2014/main" id="{6E431CE3-9F52-2241-BB01-6804D62B0FCD}"/>
              </a:ext>
            </a:extLst>
          </p:cNvPr>
          <p:cNvGraphicFramePr>
            <a:graphicFrameLocks noGrp="1"/>
          </p:cNvGraphicFramePr>
          <p:nvPr>
            <p:extLst>
              <p:ext uri="{D42A27DB-BD31-4B8C-83A1-F6EECF244321}">
                <p14:modId xmlns:p14="http://schemas.microsoft.com/office/powerpoint/2010/main" val="4077614320"/>
              </p:ext>
            </p:extLst>
          </p:nvPr>
        </p:nvGraphicFramePr>
        <p:xfrm>
          <a:off x="1004047" y="5187417"/>
          <a:ext cx="6096000" cy="51816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3464500086"/>
                    </a:ext>
                  </a:extLst>
                </a:gridCol>
                <a:gridCol w="762000">
                  <a:extLst>
                    <a:ext uri="{9D8B030D-6E8A-4147-A177-3AD203B41FA5}">
                      <a16:colId xmlns:a16="http://schemas.microsoft.com/office/drawing/2014/main" val="4014124913"/>
                    </a:ext>
                  </a:extLst>
                </a:gridCol>
                <a:gridCol w="762000">
                  <a:extLst>
                    <a:ext uri="{9D8B030D-6E8A-4147-A177-3AD203B41FA5}">
                      <a16:colId xmlns:a16="http://schemas.microsoft.com/office/drawing/2014/main" val="353031669"/>
                    </a:ext>
                  </a:extLst>
                </a:gridCol>
                <a:gridCol w="762000">
                  <a:extLst>
                    <a:ext uri="{9D8B030D-6E8A-4147-A177-3AD203B41FA5}">
                      <a16:colId xmlns:a16="http://schemas.microsoft.com/office/drawing/2014/main" val="2055578592"/>
                    </a:ext>
                  </a:extLst>
                </a:gridCol>
                <a:gridCol w="762000">
                  <a:extLst>
                    <a:ext uri="{9D8B030D-6E8A-4147-A177-3AD203B41FA5}">
                      <a16:colId xmlns:a16="http://schemas.microsoft.com/office/drawing/2014/main" val="3311795394"/>
                    </a:ext>
                  </a:extLst>
                </a:gridCol>
                <a:gridCol w="762000">
                  <a:extLst>
                    <a:ext uri="{9D8B030D-6E8A-4147-A177-3AD203B41FA5}">
                      <a16:colId xmlns:a16="http://schemas.microsoft.com/office/drawing/2014/main" val="3226892349"/>
                    </a:ext>
                  </a:extLst>
                </a:gridCol>
                <a:gridCol w="762000">
                  <a:extLst>
                    <a:ext uri="{9D8B030D-6E8A-4147-A177-3AD203B41FA5}">
                      <a16:colId xmlns:a16="http://schemas.microsoft.com/office/drawing/2014/main" val="398459728"/>
                    </a:ext>
                  </a:extLst>
                </a:gridCol>
                <a:gridCol w="762000">
                  <a:extLst>
                    <a:ext uri="{9D8B030D-6E8A-4147-A177-3AD203B41FA5}">
                      <a16:colId xmlns:a16="http://schemas.microsoft.com/office/drawing/2014/main" val="700884262"/>
                    </a:ext>
                  </a:extLst>
                </a:gridCol>
              </a:tblGrid>
              <a:tr h="479610">
                <a:tc>
                  <a:txBody>
                    <a:bodyPr/>
                    <a:lstStyle/>
                    <a:p>
                      <a:r>
                        <a:rPr lang="en-US" sz="2800"/>
                        <a:t>8</a:t>
                      </a:r>
                    </a:p>
                  </a:txBody>
                  <a:tcPr/>
                </a:tc>
                <a:tc>
                  <a:txBody>
                    <a:bodyPr/>
                    <a:lstStyle/>
                    <a:p>
                      <a:r>
                        <a:rPr lang="en-US" sz="2800"/>
                        <a:t>7</a:t>
                      </a:r>
                    </a:p>
                  </a:txBody>
                  <a:tcPr/>
                </a:tc>
                <a:tc>
                  <a:txBody>
                    <a:bodyPr/>
                    <a:lstStyle/>
                    <a:p>
                      <a:r>
                        <a:rPr lang="en-US" sz="2800"/>
                        <a:t>2</a:t>
                      </a:r>
                    </a:p>
                  </a:txBody>
                  <a:tcPr/>
                </a:tc>
                <a:tc>
                  <a:txBody>
                    <a:bodyPr/>
                    <a:lstStyle/>
                    <a:p>
                      <a:r>
                        <a:rPr lang="en-US" sz="2800"/>
                        <a:t>4</a:t>
                      </a:r>
                    </a:p>
                  </a:txBody>
                  <a:tcPr/>
                </a:tc>
                <a:tc>
                  <a:txBody>
                    <a:bodyPr/>
                    <a:lstStyle/>
                    <a:p>
                      <a:r>
                        <a:rPr lang="en-US" sz="2800"/>
                        <a:t>5</a:t>
                      </a:r>
                    </a:p>
                  </a:txBody>
                  <a:tcPr/>
                </a:tc>
                <a:tc>
                  <a:txBody>
                    <a:bodyPr/>
                    <a:lstStyle/>
                    <a:p>
                      <a:r>
                        <a:rPr lang="en-US" sz="2800"/>
                        <a:t>3</a:t>
                      </a:r>
                    </a:p>
                  </a:txBody>
                  <a:tcPr/>
                </a:tc>
                <a:tc>
                  <a:txBody>
                    <a:bodyPr/>
                    <a:lstStyle/>
                    <a:p>
                      <a:r>
                        <a:rPr lang="en-US" sz="2800"/>
                        <a:t>6</a:t>
                      </a:r>
                    </a:p>
                  </a:txBody>
                  <a:tcPr/>
                </a:tc>
                <a:tc>
                  <a:txBody>
                    <a:bodyPr/>
                    <a:lstStyle/>
                    <a:p>
                      <a:r>
                        <a:rPr lang="en-US" sz="2800"/>
                        <a:t>1</a:t>
                      </a:r>
                    </a:p>
                  </a:txBody>
                  <a:tcPr/>
                </a:tc>
                <a:extLst>
                  <a:ext uri="{0D108BD9-81ED-4DB2-BD59-A6C34878D82A}">
                    <a16:rowId xmlns:a16="http://schemas.microsoft.com/office/drawing/2014/main" val="2016240951"/>
                  </a:ext>
                </a:extLst>
              </a:tr>
            </a:tbl>
          </a:graphicData>
        </a:graphic>
      </p:graphicFrame>
      <p:graphicFrame>
        <p:nvGraphicFramePr>
          <p:cNvPr id="10" name="Table 9">
            <a:extLst>
              <a:ext uri="{FF2B5EF4-FFF2-40B4-BE49-F238E27FC236}">
                <a16:creationId xmlns:a16="http://schemas.microsoft.com/office/drawing/2014/main" id="{B9CF58F7-F58F-CF43-ACD9-D3562E394C4C}"/>
              </a:ext>
            </a:extLst>
          </p:cNvPr>
          <p:cNvGraphicFramePr>
            <a:graphicFrameLocks noGrp="1"/>
          </p:cNvGraphicFramePr>
          <p:nvPr>
            <p:extLst>
              <p:ext uri="{D42A27DB-BD31-4B8C-83A1-F6EECF244321}">
                <p14:modId xmlns:p14="http://schemas.microsoft.com/office/powerpoint/2010/main" val="1801027432"/>
              </p:ext>
            </p:extLst>
          </p:nvPr>
        </p:nvGraphicFramePr>
        <p:xfrm>
          <a:off x="1004047" y="5838190"/>
          <a:ext cx="6096000" cy="51816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3464500086"/>
                    </a:ext>
                  </a:extLst>
                </a:gridCol>
                <a:gridCol w="762000">
                  <a:extLst>
                    <a:ext uri="{9D8B030D-6E8A-4147-A177-3AD203B41FA5}">
                      <a16:colId xmlns:a16="http://schemas.microsoft.com/office/drawing/2014/main" val="4014124913"/>
                    </a:ext>
                  </a:extLst>
                </a:gridCol>
                <a:gridCol w="762000">
                  <a:extLst>
                    <a:ext uri="{9D8B030D-6E8A-4147-A177-3AD203B41FA5}">
                      <a16:colId xmlns:a16="http://schemas.microsoft.com/office/drawing/2014/main" val="353031669"/>
                    </a:ext>
                  </a:extLst>
                </a:gridCol>
                <a:gridCol w="762000">
                  <a:extLst>
                    <a:ext uri="{9D8B030D-6E8A-4147-A177-3AD203B41FA5}">
                      <a16:colId xmlns:a16="http://schemas.microsoft.com/office/drawing/2014/main" val="2055578592"/>
                    </a:ext>
                  </a:extLst>
                </a:gridCol>
                <a:gridCol w="762000">
                  <a:extLst>
                    <a:ext uri="{9D8B030D-6E8A-4147-A177-3AD203B41FA5}">
                      <a16:colId xmlns:a16="http://schemas.microsoft.com/office/drawing/2014/main" val="3311795394"/>
                    </a:ext>
                  </a:extLst>
                </a:gridCol>
                <a:gridCol w="762000">
                  <a:extLst>
                    <a:ext uri="{9D8B030D-6E8A-4147-A177-3AD203B41FA5}">
                      <a16:colId xmlns:a16="http://schemas.microsoft.com/office/drawing/2014/main" val="3226892349"/>
                    </a:ext>
                  </a:extLst>
                </a:gridCol>
                <a:gridCol w="762000">
                  <a:extLst>
                    <a:ext uri="{9D8B030D-6E8A-4147-A177-3AD203B41FA5}">
                      <a16:colId xmlns:a16="http://schemas.microsoft.com/office/drawing/2014/main" val="398459728"/>
                    </a:ext>
                  </a:extLst>
                </a:gridCol>
                <a:gridCol w="762000">
                  <a:extLst>
                    <a:ext uri="{9D8B030D-6E8A-4147-A177-3AD203B41FA5}">
                      <a16:colId xmlns:a16="http://schemas.microsoft.com/office/drawing/2014/main" val="700884262"/>
                    </a:ext>
                  </a:extLst>
                </a:gridCol>
              </a:tblGrid>
              <a:tr h="370840">
                <a:tc>
                  <a:txBody>
                    <a:bodyPr/>
                    <a:lstStyle/>
                    <a:p>
                      <a:r>
                        <a:rPr lang="en-US" sz="2800"/>
                        <a:t>7</a:t>
                      </a:r>
                    </a:p>
                  </a:txBody>
                  <a:tcPr/>
                </a:tc>
                <a:tc>
                  <a:txBody>
                    <a:bodyPr/>
                    <a:lstStyle/>
                    <a:p>
                      <a:r>
                        <a:rPr lang="en-US" sz="2800"/>
                        <a:t>8</a:t>
                      </a:r>
                    </a:p>
                  </a:txBody>
                  <a:tcPr/>
                </a:tc>
                <a:tc>
                  <a:txBody>
                    <a:bodyPr/>
                    <a:lstStyle/>
                    <a:p>
                      <a:r>
                        <a:rPr lang="en-US" sz="2800"/>
                        <a:t>2</a:t>
                      </a:r>
                    </a:p>
                  </a:txBody>
                  <a:tcPr/>
                </a:tc>
                <a:tc>
                  <a:txBody>
                    <a:bodyPr/>
                    <a:lstStyle/>
                    <a:p>
                      <a:r>
                        <a:rPr lang="en-US" sz="2800"/>
                        <a:t>4</a:t>
                      </a:r>
                    </a:p>
                  </a:txBody>
                  <a:tcPr/>
                </a:tc>
                <a:tc>
                  <a:txBody>
                    <a:bodyPr/>
                    <a:lstStyle/>
                    <a:p>
                      <a:r>
                        <a:rPr lang="en-US" sz="2800"/>
                        <a:t>3</a:t>
                      </a:r>
                    </a:p>
                  </a:txBody>
                  <a:tcPr/>
                </a:tc>
                <a:tc>
                  <a:txBody>
                    <a:bodyPr/>
                    <a:lstStyle/>
                    <a:p>
                      <a:r>
                        <a:rPr lang="en-US" sz="2800"/>
                        <a:t>5</a:t>
                      </a:r>
                    </a:p>
                  </a:txBody>
                  <a:tcPr/>
                </a:tc>
                <a:tc>
                  <a:txBody>
                    <a:bodyPr/>
                    <a:lstStyle/>
                    <a:p>
                      <a:r>
                        <a:rPr lang="en-US" sz="2800"/>
                        <a:t>6</a:t>
                      </a:r>
                    </a:p>
                  </a:txBody>
                  <a:tcPr/>
                </a:tc>
                <a:tc>
                  <a:txBody>
                    <a:bodyPr/>
                    <a:lstStyle/>
                    <a:p>
                      <a:r>
                        <a:rPr lang="en-US" sz="2800"/>
                        <a:t>1</a:t>
                      </a:r>
                    </a:p>
                  </a:txBody>
                  <a:tcPr/>
                </a:tc>
                <a:extLst>
                  <a:ext uri="{0D108BD9-81ED-4DB2-BD59-A6C34878D82A}">
                    <a16:rowId xmlns:a16="http://schemas.microsoft.com/office/drawing/2014/main" val="2016240951"/>
                  </a:ext>
                </a:extLst>
              </a:tr>
            </a:tbl>
          </a:graphicData>
        </a:graphic>
      </p:graphicFrame>
      <p:sp>
        <p:nvSpPr>
          <p:cNvPr id="11" name="TextBox 10">
            <a:extLst>
              <a:ext uri="{FF2B5EF4-FFF2-40B4-BE49-F238E27FC236}">
                <a16:creationId xmlns:a16="http://schemas.microsoft.com/office/drawing/2014/main" id="{2B406E47-087A-714B-A081-CD26CDF2BB12}"/>
              </a:ext>
            </a:extLst>
          </p:cNvPr>
          <p:cNvSpPr txBox="1"/>
          <p:nvPr/>
        </p:nvSpPr>
        <p:spPr>
          <a:xfrm>
            <a:off x="7261412" y="5187417"/>
            <a:ext cx="1004047" cy="369332"/>
          </a:xfrm>
          <a:prstGeom prst="rect">
            <a:avLst/>
          </a:prstGeom>
          <a:noFill/>
        </p:spPr>
        <p:txBody>
          <a:bodyPr wrap="square" rtlCol="0">
            <a:spAutoFit/>
          </a:bodyPr>
          <a:lstStyle/>
          <a:p>
            <a:r>
              <a:rPr lang="en-US"/>
              <a:t>(3)</a:t>
            </a:r>
          </a:p>
        </p:txBody>
      </p:sp>
      <p:sp>
        <p:nvSpPr>
          <p:cNvPr id="12" name="TextBox 11">
            <a:extLst>
              <a:ext uri="{FF2B5EF4-FFF2-40B4-BE49-F238E27FC236}">
                <a16:creationId xmlns:a16="http://schemas.microsoft.com/office/drawing/2014/main" id="{E8E21A5E-F672-F94C-AD2B-B52009957BA2}"/>
              </a:ext>
            </a:extLst>
          </p:cNvPr>
          <p:cNvSpPr txBox="1"/>
          <p:nvPr/>
        </p:nvSpPr>
        <p:spPr>
          <a:xfrm>
            <a:off x="7261411" y="5838190"/>
            <a:ext cx="1004047" cy="369332"/>
          </a:xfrm>
          <a:prstGeom prst="rect">
            <a:avLst/>
          </a:prstGeom>
          <a:noFill/>
        </p:spPr>
        <p:txBody>
          <a:bodyPr wrap="square" rtlCol="0">
            <a:spAutoFit/>
          </a:bodyPr>
          <a:lstStyle/>
          <a:p>
            <a:r>
              <a:rPr lang="en-US"/>
              <a:t>(4)</a:t>
            </a:r>
          </a:p>
        </p:txBody>
      </p:sp>
    </p:spTree>
    <p:extLst>
      <p:ext uri="{BB962C8B-B14F-4D97-AF65-F5344CB8AC3E}">
        <p14:creationId xmlns:p14="http://schemas.microsoft.com/office/powerpoint/2010/main" val="1449060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7BF15BF-FC9F-934E-96B0-087DD794ECAE}"/>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CA178135-1939-2149-976D-A5BB97343E79}"/>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F6059931-AA33-6945-81EE-3D249358D6A0}"/>
              </a:ext>
            </a:extLst>
          </p:cNvPr>
          <p:cNvSpPr>
            <a:spLocks noGrp="1"/>
          </p:cNvSpPr>
          <p:nvPr>
            <p:ph type="sldNum" sz="quarter" idx="12"/>
          </p:nvPr>
        </p:nvSpPr>
        <p:spPr/>
        <p:txBody>
          <a:bodyPr/>
          <a:lstStyle/>
          <a:p>
            <a:fld id="{BA7BC09B-FE30-A349-B1D2-5A364F511F98}" type="slidenum">
              <a:rPr lang="en-US" smtClean="0"/>
              <a:t>40</a:t>
            </a:fld>
            <a:endParaRPr lang="en-US"/>
          </a:p>
        </p:txBody>
      </p:sp>
      <p:sp>
        <p:nvSpPr>
          <p:cNvPr id="2" name="Title 1">
            <a:extLst>
              <a:ext uri="{FF2B5EF4-FFF2-40B4-BE49-F238E27FC236}">
                <a16:creationId xmlns:a16="http://schemas.microsoft.com/office/drawing/2014/main" id="{3D93A944-52CB-2547-9EFB-EC7DB050DD8C}"/>
              </a:ext>
            </a:extLst>
          </p:cNvPr>
          <p:cNvSpPr>
            <a:spLocks noGrp="1"/>
          </p:cNvSpPr>
          <p:nvPr>
            <p:ph type="title"/>
          </p:nvPr>
        </p:nvSpPr>
        <p:spPr/>
        <p:txBody>
          <a:bodyPr/>
          <a:lstStyle/>
          <a:p>
            <a:r>
              <a:rPr lang="en-US" err="1"/>
              <a:t>Bài</a:t>
            </a:r>
            <a:r>
              <a:rPr lang="en-US"/>
              <a:t> </a:t>
            </a:r>
            <a:r>
              <a:rPr lang="en-US" err="1"/>
              <a:t>toán</a:t>
            </a:r>
            <a:r>
              <a:rPr lang="en-US"/>
              <a:t> </a:t>
            </a:r>
            <a:r>
              <a:rPr lang="en-US" err="1"/>
              <a:t>sắp</a:t>
            </a:r>
            <a:r>
              <a:rPr lang="en-US"/>
              <a:t> </a:t>
            </a:r>
            <a:r>
              <a:rPr lang="en-US" err="1"/>
              <a:t>xếp</a:t>
            </a:r>
            <a:r>
              <a:rPr lang="en-US"/>
              <a:t> </a:t>
            </a:r>
            <a:r>
              <a:rPr lang="en-US" err="1"/>
              <a:t>tô</a:t>
            </a:r>
            <a:r>
              <a:rPr lang="en-US"/>
              <a:t> </a:t>
            </a:r>
            <a:r>
              <a:rPr lang="en-US" err="1"/>
              <a:t>pô</a:t>
            </a:r>
            <a:endParaRPr lang="en-US"/>
          </a:p>
        </p:txBody>
      </p:sp>
      <p:sp>
        <p:nvSpPr>
          <p:cNvPr id="3" name="Content Placeholder 2">
            <a:extLst>
              <a:ext uri="{FF2B5EF4-FFF2-40B4-BE49-F238E27FC236}">
                <a16:creationId xmlns:a16="http://schemas.microsoft.com/office/drawing/2014/main" id="{0B1476F7-2372-CF48-BE1D-3160B224888F}"/>
              </a:ext>
            </a:extLst>
          </p:cNvPr>
          <p:cNvSpPr>
            <a:spLocks noGrp="1"/>
          </p:cNvSpPr>
          <p:nvPr>
            <p:ph sz="quarter" idx="13"/>
          </p:nvPr>
        </p:nvSpPr>
        <p:spPr/>
        <p:txBody>
          <a:bodyPr>
            <a:normAutofit/>
          </a:bodyPr>
          <a:lstStyle/>
          <a:p>
            <a:r>
              <a:rPr lang="en-US" err="1"/>
              <a:t>Tính</a:t>
            </a:r>
            <a:r>
              <a:rPr lang="en-US"/>
              <a:t> </a:t>
            </a:r>
            <a:r>
              <a:rPr lang="en-US" err="1"/>
              <a:t>chất</a:t>
            </a:r>
            <a:r>
              <a:rPr lang="en-US"/>
              <a:t> </a:t>
            </a:r>
            <a:r>
              <a:rPr lang="en-US" err="1"/>
              <a:t>thứ</a:t>
            </a:r>
            <a:r>
              <a:rPr lang="en-US"/>
              <a:t> </a:t>
            </a:r>
            <a:r>
              <a:rPr lang="en-US" err="1"/>
              <a:t>tự</a:t>
            </a:r>
            <a:r>
              <a:rPr lang="en-US"/>
              <a:t> (partial order)</a:t>
            </a:r>
          </a:p>
          <a:p>
            <a:pPr lvl="1"/>
            <a:r>
              <a:rPr lang="en-US" err="1"/>
              <a:t>Nếu</a:t>
            </a:r>
            <a:r>
              <a:rPr lang="en-US"/>
              <a:t> x &lt; y , y &lt; z </a:t>
            </a:r>
            <a:r>
              <a:rPr lang="en-US" err="1"/>
              <a:t>thì</a:t>
            </a:r>
            <a:r>
              <a:rPr lang="en-US"/>
              <a:t> x &lt; z (</a:t>
            </a:r>
            <a:r>
              <a:rPr lang="en-US" err="1"/>
              <a:t>bắc</a:t>
            </a:r>
            <a:r>
              <a:rPr lang="en-US"/>
              <a:t> </a:t>
            </a:r>
            <a:r>
              <a:rPr lang="en-US" err="1"/>
              <a:t>cầu</a:t>
            </a:r>
            <a:r>
              <a:rPr lang="en-US"/>
              <a:t>)</a:t>
            </a:r>
          </a:p>
          <a:p>
            <a:pPr lvl="1"/>
            <a:r>
              <a:rPr lang="en-US" err="1"/>
              <a:t>Nếu</a:t>
            </a:r>
            <a:r>
              <a:rPr lang="en-US"/>
              <a:t> x &lt; y </a:t>
            </a:r>
            <a:r>
              <a:rPr lang="en-US" err="1"/>
              <a:t>thì</a:t>
            </a:r>
            <a:r>
              <a:rPr lang="en-US"/>
              <a:t> </a:t>
            </a:r>
            <a:r>
              <a:rPr lang="en-US" err="1"/>
              <a:t>không</a:t>
            </a:r>
            <a:r>
              <a:rPr lang="en-US"/>
              <a:t> </a:t>
            </a:r>
            <a:r>
              <a:rPr lang="en-US" err="1"/>
              <a:t>tồn</a:t>
            </a:r>
            <a:r>
              <a:rPr lang="en-US"/>
              <a:t> </a:t>
            </a:r>
            <a:r>
              <a:rPr lang="en-US" err="1"/>
              <a:t>tại</a:t>
            </a:r>
            <a:r>
              <a:rPr lang="en-US"/>
              <a:t> y &lt; x (</a:t>
            </a:r>
            <a:r>
              <a:rPr lang="en-US" err="1"/>
              <a:t>không</a:t>
            </a:r>
            <a:r>
              <a:rPr lang="en-US"/>
              <a:t> </a:t>
            </a:r>
            <a:r>
              <a:rPr lang="en-US" err="1"/>
              <a:t>đối</a:t>
            </a:r>
            <a:r>
              <a:rPr lang="en-US"/>
              <a:t> </a:t>
            </a:r>
            <a:r>
              <a:rPr lang="en-US" err="1"/>
              <a:t>xứng</a:t>
            </a:r>
            <a:r>
              <a:rPr lang="en-US"/>
              <a:t>)</a:t>
            </a:r>
          </a:p>
          <a:p>
            <a:pPr lvl="1"/>
            <a:r>
              <a:rPr lang="en-US" err="1"/>
              <a:t>Không</a:t>
            </a:r>
            <a:r>
              <a:rPr lang="en-US"/>
              <a:t> </a:t>
            </a:r>
            <a:r>
              <a:rPr lang="en-US" err="1"/>
              <a:t>tồn</a:t>
            </a:r>
            <a:r>
              <a:rPr lang="en-US"/>
              <a:t> </a:t>
            </a:r>
            <a:r>
              <a:rPr lang="en-US" err="1"/>
              <a:t>tại</a:t>
            </a:r>
            <a:r>
              <a:rPr lang="en-US"/>
              <a:t> x &lt; x (</a:t>
            </a:r>
            <a:r>
              <a:rPr lang="en-US" err="1"/>
              <a:t>không</a:t>
            </a:r>
            <a:r>
              <a:rPr lang="en-US"/>
              <a:t> </a:t>
            </a:r>
            <a:r>
              <a:rPr lang="en-US" err="1"/>
              <a:t>phản</a:t>
            </a:r>
            <a:r>
              <a:rPr lang="en-US"/>
              <a:t> </a:t>
            </a:r>
            <a:r>
              <a:rPr lang="en-US" err="1"/>
              <a:t>xạ</a:t>
            </a:r>
            <a:r>
              <a:rPr lang="en-US"/>
              <a:t>)</a:t>
            </a:r>
          </a:p>
          <a:p>
            <a:r>
              <a:rPr lang="en-US"/>
              <a:t>S </a:t>
            </a:r>
            <a:r>
              <a:rPr lang="en-US" err="1"/>
              <a:t>chứa</a:t>
            </a:r>
            <a:r>
              <a:rPr lang="en-US"/>
              <a:t> </a:t>
            </a:r>
            <a:r>
              <a:rPr lang="en-US" err="1"/>
              <a:t>các</a:t>
            </a:r>
            <a:r>
              <a:rPr lang="en-US"/>
              <a:t> </a:t>
            </a:r>
            <a:r>
              <a:rPr lang="en-US" err="1"/>
              <a:t>phần</a:t>
            </a:r>
            <a:r>
              <a:rPr lang="en-US"/>
              <a:t> </a:t>
            </a:r>
            <a:r>
              <a:rPr lang="en-US" err="1"/>
              <a:t>tử</a:t>
            </a:r>
            <a:r>
              <a:rPr lang="en-US"/>
              <a:t> </a:t>
            </a:r>
            <a:r>
              <a:rPr lang="en-US" err="1"/>
              <a:t>có</a:t>
            </a:r>
            <a:r>
              <a:rPr lang="en-US"/>
              <a:t> </a:t>
            </a:r>
            <a:r>
              <a:rPr lang="en-US" err="1"/>
              <a:t>tính</a:t>
            </a:r>
            <a:r>
              <a:rPr lang="en-US"/>
              <a:t> </a:t>
            </a:r>
            <a:r>
              <a:rPr lang="en-US" err="1"/>
              <a:t>chất</a:t>
            </a:r>
            <a:r>
              <a:rPr lang="en-US"/>
              <a:t> </a:t>
            </a:r>
            <a:r>
              <a:rPr lang="en-US" err="1"/>
              <a:t>thứ</a:t>
            </a:r>
            <a:r>
              <a:rPr lang="en-US"/>
              <a:t> </a:t>
            </a:r>
            <a:r>
              <a:rPr lang="en-US" err="1"/>
              <a:t>tự</a:t>
            </a:r>
            <a:r>
              <a:rPr lang="en-US"/>
              <a:t> </a:t>
            </a:r>
            <a:r>
              <a:rPr lang="en-US" err="1"/>
              <a:t>bộ</a:t>
            </a:r>
            <a:r>
              <a:rPr lang="en-US"/>
              <a:t> </a:t>
            </a:r>
            <a:r>
              <a:rPr lang="en-US" err="1"/>
              <a:t>phận</a:t>
            </a:r>
            <a:r>
              <a:rPr lang="en-US"/>
              <a:t>, </a:t>
            </a:r>
            <a:r>
              <a:rPr lang="en-US">
                <a:solidFill>
                  <a:srgbClr val="FF0000"/>
                </a:solidFill>
              </a:rPr>
              <a:t>S </a:t>
            </a:r>
            <a:r>
              <a:rPr lang="en-US" err="1">
                <a:solidFill>
                  <a:srgbClr val="FF0000"/>
                </a:solidFill>
              </a:rPr>
              <a:t>được</a:t>
            </a:r>
            <a:r>
              <a:rPr lang="en-US">
                <a:solidFill>
                  <a:srgbClr val="FF0000"/>
                </a:solidFill>
              </a:rPr>
              <a:t> </a:t>
            </a:r>
            <a:r>
              <a:rPr lang="en-US" err="1">
                <a:solidFill>
                  <a:srgbClr val="FF0000"/>
                </a:solidFill>
              </a:rPr>
              <a:t>gọi</a:t>
            </a:r>
            <a:r>
              <a:rPr lang="en-US">
                <a:solidFill>
                  <a:srgbClr val="FF0000"/>
                </a:solidFill>
              </a:rPr>
              <a:t> </a:t>
            </a:r>
            <a:r>
              <a:rPr lang="en-US" err="1">
                <a:solidFill>
                  <a:srgbClr val="FF0000"/>
                </a:solidFill>
              </a:rPr>
              <a:t>là</a:t>
            </a:r>
            <a:r>
              <a:rPr lang="en-US">
                <a:solidFill>
                  <a:srgbClr val="FF0000"/>
                </a:solidFill>
              </a:rPr>
              <a:t> </a:t>
            </a:r>
            <a:r>
              <a:rPr lang="en-US" err="1">
                <a:solidFill>
                  <a:srgbClr val="FF0000"/>
                </a:solidFill>
              </a:rPr>
              <a:t>tập</a:t>
            </a:r>
            <a:r>
              <a:rPr lang="en-US">
                <a:solidFill>
                  <a:srgbClr val="FF0000"/>
                </a:solidFill>
              </a:rPr>
              <a:t> </a:t>
            </a:r>
            <a:r>
              <a:rPr lang="en-US" err="1">
                <a:solidFill>
                  <a:srgbClr val="FF0000"/>
                </a:solidFill>
              </a:rPr>
              <a:t>có</a:t>
            </a:r>
            <a:r>
              <a:rPr lang="en-US">
                <a:solidFill>
                  <a:srgbClr val="FF0000"/>
                </a:solidFill>
              </a:rPr>
              <a:t> </a:t>
            </a:r>
            <a:r>
              <a:rPr lang="en-US" err="1">
                <a:solidFill>
                  <a:srgbClr val="FF0000"/>
                </a:solidFill>
              </a:rPr>
              <a:t>thứ</a:t>
            </a:r>
            <a:r>
              <a:rPr lang="en-US">
                <a:solidFill>
                  <a:srgbClr val="FF0000"/>
                </a:solidFill>
              </a:rPr>
              <a:t> </a:t>
            </a:r>
            <a:r>
              <a:rPr lang="en-US" err="1">
                <a:solidFill>
                  <a:srgbClr val="FF0000"/>
                </a:solidFill>
              </a:rPr>
              <a:t>tự</a:t>
            </a:r>
            <a:r>
              <a:rPr lang="en-US">
                <a:solidFill>
                  <a:srgbClr val="FF0000"/>
                </a:solidFill>
              </a:rPr>
              <a:t> </a:t>
            </a:r>
            <a:r>
              <a:rPr lang="en-US" err="1">
                <a:solidFill>
                  <a:srgbClr val="FF0000"/>
                </a:solidFill>
              </a:rPr>
              <a:t>bộ</a:t>
            </a:r>
            <a:r>
              <a:rPr lang="en-US">
                <a:solidFill>
                  <a:srgbClr val="FF0000"/>
                </a:solidFill>
              </a:rPr>
              <a:t> </a:t>
            </a:r>
            <a:r>
              <a:rPr lang="en-US" err="1">
                <a:solidFill>
                  <a:srgbClr val="FF0000"/>
                </a:solidFill>
              </a:rPr>
              <a:t>phận</a:t>
            </a:r>
            <a:endParaRPr lang="en-US">
              <a:solidFill>
                <a:srgbClr val="FF0000"/>
              </a:solidFill>
            </a:endParaRPr>
          </a:p>
          <a:p>
            <a:r>
              <a:rPr lang="en-US" err="1">
                <a:solidFill>
                  <a:srgbClr val="FF0000"/>
                </a:solidFill>
              </a:rPr>
              <a:t>Bài</a:t>
            </a:r>
            <a:r>
              <a:rPr lang="en-US">
                <a:solidFill>
                  <a:srgbClr val="FF0000"/>
                </a:solidFill>
              </a:rPr>
              <a:t> </a:t>
            </a:r>
            <a:r>
              <a:rPr lang="en-US" err="1">
                <a:solidFill>
                  <a:srgbClr val="FF0000"/>
                </a:solidFill>
              </a:rPr>
              <a:t>toán</a:t>
            </a:r>
            <a:r>
              <a:rPr lang="en-US">
                <a:solidFill>
                  <a:srgbClr val="FF0000"/>
                </a:solidFill>
              </a:rPr>
              <a:t> </a:t>
            </a:r>
            <a:r>
              <a:rPr lang="en-US" err="1">
                <a:solidFill>
                  <a:srgbClr val="FF0000"/>
                </a:solidFill>
              </a:rPr>
              <a:t>sắp</a:t>
            </a:r>
            <a:r>
              <a:rPr lang="en-US">
                <a:solidFill>
                  <a:srgbClr val="FF0000"/>
                </a:solidFill>
              </a:rPr>
              <a:t> </a:t>
            </a:r>
            <a:r>
              <a:rPr lang="en-US" err="1">
                <a:solidFill>
                  <a:srgbClr val="FF0000"/>
                </a:solidFill>
              </a:rPr>
              <a:t>xếp</a:t>
            </a:r>
            <a:r>
              <a:rPr lang="en-US">
                <a:solidFill>
                  <a:srgbClr val="FF0000"/>
                </a:solidFill>
              </a:rPr>
              <a:t> </a:t>
            </a:r>
            <a:r>
              <a:rPr lang="en-US" err="1">
                <a:solidFill>
                  <a:srgbClr val="FF0000"/>
                </a:solidFill>
              </a:rPr>
              <a:t>tô</a:t>
            </a:r>
            <a:r>
              <a:rPr lang="en-US">
                <a:solidFill>
                  <a:srgbClr val="FF0000"/>
                </a:solidFill>
              </a:rPr>
              <a:t> </a:t>
            </a:r>
            <a:r>
              <a:rPr lang="en-US" err="1">
                <a:solidFill>
                  <a:srgbClr val="FF0000"/>
                </a:solidFill>
              </a:rPr>
              <a:t>pô</a:t>
            </a:r>
            <a:r>
              <a:rPr lang="en-US">
                <a:solidFill>
                  <a:srgbClr val="FF0000"/>
                </a:solidFill>
              </a:rPr>
              <a:t> </a:t>
            </a:r>
            <a:r>
              <a:rPr lang="en-US" err="1">
                <a:solidFill>
                  <a:srgbClr val="FF0000"/>
                </a:solidFill>
              </a:rPr>
              <a:t>là</a:t>
            </a:r>
            <a:r>
              <a:rPr lang="en-US">
                <a:solidFill>
                  <a:srgbClr val="FF0000"/>
                </a:solidFill>
              </a:rPr>
              <a:t> </a:t>
            </a:r>
            <a:r>
              <a:rPr lang="en-US" err="1">
                <a:solidFill>
                  <a:srgbClr val="FF0000"/>
                </a:solidFill>
              </a:rPr>
              <a:t>sắp</a:t>
            </a:r>
            <a:r>
              <a:rPr lang="en-US">
                <a:solidFill>
                  <a:srgbClr val="FF0000"/>
                </a:solidFill>
              </a:rPr>
              <a:t> </a:t>
            </a:r>
            <a:r>
              <a:rPr lang="en-US" err="1">
                <a:solidFill>
                  <a:srgbClr val="FF0000"/>
                </a:solidFill>
              </a:rPr>
              <a:t>xếp</a:t>
            </a:r>
            <a:r>
              <a:rPr lang="en-US">
                <a:solidFill>
                  <a:srgbClr val="FF0000"/>
                </a:solidFill>
              </a:rPr>
              <a:t> </a:t>
            </a:r>
            <a:r>
              <a:rPr lang="en-US" err="1">
                <a:solidFill>
                  <a:srgbClr val="FF0000"/>
                </a:solidFill>
              </a:rPr>
              <a:t>các</a:t>
            </a:r>
            <a:r>
              <a:rPr lang="en-US">
                <a:solidFill>
                  <a:srgbClr val="FF0000"/>
                </a:solidFill>
              </a:rPr>
              <a:t> </a:t>
            </a:r>
            <a:r>
              <a:rPr lang="en-US" err="1">
                <a:solidFill>
                  <a:srgbClr val="FF0000"/>
                </a:solidFill>
              </a:rPr>
              <a:t>phần</a:t>
            </a:r>
            <a:r>
              <a:rPr lang="en-US">
                <a:solidFill>
                  <a:srgbClr val="FF0000"/>
                </a:solidFill>
              </a:rPr>
              <a:t> </a:t>
            </a:r>
            <a:r>
              <a:rPr lang="en-US" err="1">
                <a:solidFill>
                  <a:srgbClr val="FF0000"/>
                </a:solidFill>
              </a:rPr>
              <a:t>tử</a:t>
            </a:r>
            <a:r>
              <a:rPr lang="en-US">
                <a:solidFill>
                  <a:srgbClr val="FF0000"/>
                </a:solidFill>
              </a:rPr>
              <a:t> </a:t>
            </a:r>
            <a:r>
              <a:rPr lang="en-US" err="1">
                <a:solidFill>
                  <a:srgbClr val="FF0000"/>
                </a:solidFill>
              </a:rPr>
              <a:t>của</a:t>
            </a:r>
            <a:r>
              <a:rPr lang="en-US">
                <a:solidFill>
                  <a:srgbClr val="FF0000"/>
                </a:solidFill>
              </a:rPr>
              <a:t> S </a:t>
            </a:r>
            <a:r>
              <a:rPr lang="en-US" err="1">
                <a:solidFill>
                  <a:srgbClr val="FF0000"/>
                </a:solidFill>
              </a:rPr>
              <a:t>theo</a:t>
            </a:r>
            <a:r>
              <a:rPr lang="en-US">
                <a:solidFill>
                  <a:srgbClr val="FF0000"/>
                </a:solidFill>
              </a:rPr>
              <a:t> </a:t>
            </a:r>
            <a:r>
              <a:rPr lang="en-US" err="1">
                <a:solidFill>
                  <a:srgbClr val="FF0000"/>
                </a:solidFill>
              </a:rPr>
              <a:t>một</a:t>
            </a:r>
            <a:r>
              <a:rPr lang="en-US">
                <a:solidFill>
                  <a:srgbClr val="FF0000"/>
                </a:solidFill>
              </a:rPr>
              <a:t> </a:t>
            </a:r>
            <a:r>
              <a:rPr lang="en-US" err="1">
                <a:solidFill>
                  <a:srgbClr val="FF0000"/>
                </a:solidFill>
              </a:rPr>
              <a:t>thứ</a:t>
            </a:r>
            <a:r>
              <a:rPr lang="en-US">
                <a:solidFill>
                  <a:srgbClr val="FF0000"/>
                </a:solidFill>
              </a:rPr>
              <a:t> </a:t>
            </a:r>
            <a:r>
              <a:rPr lang="en-US" err="1">
                <a:solidFill>
                  <a:srgbClr val="FF0000"/>
                </a:solidFill>
              </a:rPr>
              <a:t>tự</a:t>
            </a:r>
            <a:r>
              <a:rPr lang="en-US">
                <a:solidFill>
                  <a:srgbClr val="FF0000"/>
                </a:solidFill>
              </a:rPr>
              <a:t> </a:t>
            </a:r>
            <a:r>
              <a:rPr lang="en-US" err="1">
                <a:solidFill>
                  <a:srgbClr val="FF0000"/>
                </a:solidFill>
              </a:rPr>
              <a:t>tuyến</a:t>
            </a:r>
            <a:r>
              <a:rPr lang="en-US">
                <a:solidFill>
                  <a:srgbClr val="FF0000"/>
                </a:solidFill>
              </a:rPr>
              <a:t> </a:t>
            </a:r>
            <a:r>
              <a:rPr lang="en-US" err="1">
                <a:solidFill>
                  <a:srgbClr val="FF0000"/>
                </a:solidFill>
              </a:rPr>
              <a:t>tính</a:t>
            </a:r>
            <a:r>
              <a:rPr lang="en-US">
                <a:solidFill>
                  <a:srgbClr val="FF0000"/>
                </a:solidFill>
              </a:rPr>
              <a:t> </a:t>
            </a:r>
            <a:r>
              <a:rPr lang="en-US" err="1">
                <a:solidFill>
                  <a:srgbClr val="FF0000"/>
                </a:solidFill>
              </a:rPr>
              <a:t>sao</a:t>
            </a:r>
            <a:r>
              <a:rPr lang="en-US">
                <a:solidFill>
                  <a:srgbClr val="FF0000"/>
                </a:solidFill>
              </a:rPr>
              <a:t> </a:t>
            </a:r>
            <a:r>
              <a:rPr lang="en-US" err="1">
                <a:solidFill>
                  <a:srgbClr val="FF0000"/>
                </a:solidFill>
              </a:rPr>
              <a:t>cho</a:t>
            </a:r>
            <a:r>
              <a:rPr lang="en-US">
                <a:solidFill>
                  <a:srgbClr val="FF0000"/>
                </a:solidFill>
              </a:rPr>
              <a:t> </a:t>
            </a:r>
            <a:r>
              <a:rPr lang="en-US" err="1">
                <a:solidFill>
                  <a:srgbClr val="FF0000"/>
                </a:solidFill>
              </a:rPr>
              <a:t>thứ</a:t>
            </a:r>
            <a:r>
              <a:rPr lang="en-US">
                <a:solidFill>
                  <a:srgbClr val="FF0000"/>
                </a:solidFill>
              </a:rPr>
              <a:t> </a:t>
            </a:r>
            <a:r>
              <a:rPr lang="en-US" err="1">
                <a:solidFill>
                  <a:srgbClr val="FF0000"/>
                </a:solidFill>
              </a:rPr>
              <a:t>tự</a:t>
            </a:r>
            <a:r>
              <a:rPr lang="en-US">
                <a:solidFill>
                  <a:srgbClr val="FF0000"/>
                </a:solidFill>
              </a:rPr>
              <a:t> </a:t>
            </a:r>
            <a:r>
              <a:rPr lang="en-US" err="1">
                <a:solidFill>
                  <a:srgbClr val="FF0000"/>
                </a:solidFill>
              </a:rPr>
              <a:t>các</a:t>
            </a:r>
            <a:r>
              <a:rPr lang="en-US">
                <a:solidFill>
                  <a:srgbClr val="FF0000"/>
                </a:solidFill>
              </a:rPr>
              <a:t> </a:t>
            </a:r>
            <a:r>
              <a:rPr lang="en-US" err="1">
                <a:solidFill>
                  <a:srgbClr val="FF0000"/>
                </a:solidFill>
              </a:rPr>
              <a:t>bộ</a:t>
            </a:r>
            <a:r>
              <a:rPr lang="en-US">
                <a:solidFill>
                  <a:srgbClr val="FF0000"/>
                </a:solidFill>
              </a:rPr>
              <a:t> </a:t>
            </a:r>
            <a:r>
              <a:rPr lang="en-US" err="1">
                <a:solidFill>
                  <a:srgbClr val="FF0000"/>
                </a:solidFill>
              </a:rPr>
              <a:t>phận</a:t>
            </a:r>
            <a:r>
              <a:rPr lang="en-US">
                <a:solidFill>
                  <a:srgbClr val="FF0000"/>
                </a:solidFill>
              </a:rPr>
              <a:t> </a:t>
            </a:r>
            <a:r>
              <a:rPr lang="en-US" err="1">
                <a:solidFill>
                  <a:srgbClr val="FF0000"/>
                </a:solidFill>
              </a:rPr>
              <a:t>vẫn</a:t>
            </a:r>
            <a:r>
              <a:rPr lang="en-US">
                <a:solidFill>
                  <a:srgbClr val="FF0000"/>
                </a:solidFill>
              </a:rPr>
              <a:t> </a:t>
            </a:r>
            <a:r>
              <a:rPr lang="en-US" err="1">
                <a:solidFill>
                  <a:srgbClr val="FF0000"/>
                </a:solidFill>
              </a:rPr>
              <a:t>được</a:t>
            </a:r>
            <a:r>
              <a:rPr lang="en-US">
                <a:solidFill>
                  <a:srgbClr val="FF0000"/>
                </a:solidFill>
              </a:rPr>
              <a:t> </a:t>
            </a:r>
            <a:r>
              <a:rPr lang="en-US" err="1">
                <a:solidFill>
                  <a:srgbClr val="FF0000"/>
                </a:solidFill>
              </a:rPr>
              <a:t>đảm</a:t>
            </a:r>
            <a:r>
              <a:rPr lang="en-US">
                <a:solidFill>
                  <a:srgbClr val="FF0000"/>
                </a:solidFill>
              </a:rPr>
              <a:t> </a:t>
            </a:r>
            <a:r>
              <a:rPr lang="en-US" err="1">
                <a:solidFill>
                  <a:srgbClr val="FF0000"/>
                </a:solidFill>
              </a:rPr>
              <a:t>bảo</a:t>
            </a:r>
            <a:r>
              <a:rPr lang="en-US">
                <a:solidFill>
                  <a:srgbClr val="FF0000"/>
                </a:solidFill>
              </a:rPr>
              <a:t> </a:t>
            </a:r>
          </a:p>
        </p:txBody>
      </p:sp>
    </p:spTree>
    <p:extLst>
      <p:ext uri="{BB962C8B-B14F-4D97-AF65-F5344CB8AC3E}">
        <p14:creationId xmlns:p14="http://schemas.microsoft.com/office/powerpoint/2010/main" val="12899423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FCA349D-2542-5049-A461-B6CEDA904CCD}"/>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CD6D6A69-94D3-BF41-B6C8-B92024A186B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4F84E857-D9A9-7F47-AF6C-8EE54ECBE04C}"/>
              </a:ext>
            </a:extLst>
          </p:cNvPr>
          <p:cNvSpPr>
            <a:spLocks noGrp="1"/>
          </p:cNvSpPr>
          <p:nvPr>
            <p:ph type="sldNum" sz="quarter" idx="12"/>
          </p:nvPr>
        </p:nvSpPr>
        <p:spPr/>
        <p:txBody>
          <a:bodyPr/>
          <a:lstStyle/>
          <a:p>
            <a:fld id="{BA7BC09B-FE30-A349-B1D2-5A364F511F98}" type="slidenum">
              <a:rPr lang="en-US" smtClean="0"/>
              <a:t>41</a:t>
            </a:fld>
            <a:endParaRPr lang="en-US"/>
          </a:p>
        </p:txBody>
      </p:sp>
      <p:sp>
        <p:nvSpPr>
          <p:cNvPr id="2" name="Title 1">
            <a:extLst>
              <a:ext uri="{FF2B5EF4-FFF2-40B4-BE49-F238E27FC236}">
                <a16:creationId xmlns:a16="http://schemas.microsoft.com/office/drawing/2014/main" id="{8DB46281-9104-D24D-9AC6-37E4C9B0DE7A}"/>
              </a:ext>
            </a:extLst>
          </p:cNvPr>
          <p:cNvSpPr>
            <a:spLocks noGrp="1"/>
          </p:cNvSpPr>
          <p:nvPr>
            <p:ph type="title"/>
          </p:nvPr>
        </p:nvSpPr>
        <p:spPr/>
        <p:txBody>
          <a:bodyPr/>
          <a:lstStyle/>
          <a:p>
            <a:r>
              <a:rPr lang="en-US" err="1"/>
              <a:t>Bài</a:t>
            </a:r>
            <a:r>
              <a:rPr lang="en-US"/>
              <a:t> </a:t>
            </a:r>
            <a:r>
              <a:rPr lang="en-US" err="1"/>
              <a:t>toán</a:t>
            </a:r>
            <a:r>
              <a:rPr lang="en-US"/>
              <a:t> </a:t>
            </a:r>
            <a:r>
              <a:rPr lang="en-US" err="1"/>
              <a:t>sắp</a:t>
            </a:r>
            <a:r>
              <a:rPr lang="en-US"/>
              <a:t> </a:t>
            </a:r>
            <a:r>
              <a:rPr lang="en-US" err="1"/>
              <a:t>xếp</a:t>
            </a:r>
            <a:r>
              <a:rPr lang="en-US"/>
              <a:t> </a:t>
            </a:r>
            <a:r>
              <a:rPr lang="en-US" err="1"/>
              <a:t>tô</a:t>
            </a:r>
            <a:r>
              <a:rPr lang="en-US"/>
              <a:t> </a:t>
            </a:r>
            <a:r>
              <a:rPr lang="en-US" err="1"/>
              <a:t>pô</a:t>
            </a:r>
            <a:endParaRPr lang="en-US"/>
          </a:p>
        </p:txBody>
      </p:sp>
      <p:sp>
        <p:nvSpPr>
          <p:cNvPr id="3" name="Content Placeholder 2">
            <a:extLst>
              <a:ext uri="{FF2B5EF4-FFF2-40B4-BE49-F238E27FC236}">
                <a16:creationId xmlns:a16="http://schemas.microsoft.com/office/drawing/2014/main" id="{90F37B8A-E05B-BB4A-9D46-41F7ACC82EF4}"/>
              </a:ext>
            </a:extLst>
          </p:cNvPr>
          <p:cNvSpPr>
            <a:spLocks noGrp="1"/>
          </p:cNvSpPr>
          <p:nvPr>
            <p:ph sz="quarter" idx="13"/>
          </p:nvPr>
        </p:nvSpPr>
        <p:spPr/>
        <p:txBody>
          <a:bodyPr>
            <a:normAutofit/>
          </a:bodyPr>
          <a:lstStyle/>
          <a:p>
            <a:r>
              <a:rPr lang="en-US" err="1"/>
              <a:t>Biểu</a:t>
            </a:r>
            <a:r>
              <a:rPr lang="en-US"/>
              <a:t> </a:t>
            </a:r>
            <a:r>
              <a:rPr lang="en-US" err="1"/>
              <a:t>diễn</a:t>
            </a:r>
            <a:r>
              <a:rPr lang="en-US"/>
              <a:t> </a:t>
            </a:r>
            <a:r>
              <a:rPr lang="en-US" err="1"/>
              <a:t>tập</a:t>
            </a:r>
            <a:r>
              <a:rPr lang="en-US"/>
              <a:t> S </a:t>
            </a:r>
            <a:r>
              <a:rPr lang="en-US" err="1"/>
              <a:t>bằng</a:t>
            </a:r>
            <a:r>
              <a:rPr lang="en-US"/>
              <a:t> </a:t>
            </a:r>
            <a:r>
              <a:rPr lang="en-US" err="1"/>
              <a:t>một</a:t>
            </a:r>
            <a:r>
              <a:rPr lang="en-US"/>
              <a:t> </a:t>
            </a:r>
            <a:r>
              <a:rPr lang="en-US" err="1"/>
              <a:t>đồ</a:t>
            </a:r>
            <a:r>
              <a:rPr lang="en-US"/>
              <a:t> </a:t>
            </a:r>
            <a:r>
              <a:rPr lang="en-US" err="1"/>
              <a:t>thị</a:t>
            </a:r>
            <a:r>
              <a:rPr lang="en-US"/>
              <a:t> </a:t>
            </a:r>
            <a:r>
              <a:rPr lang="en-US" err="1"/>
              <a:t>định</a:t>
            </a:r>
            <a:r>
              <a:rPr lang="en-US"/>
              <a:t> </a:t>
            </a:r>
            <a:r>
              <a:rPr lang="en-US" err="1"/>
              <a:t>hướng</a:t>
            </a:r>
            <a:r>
              <a:rPr lang="en-US"/>
              <a:t> </a:t>
            </a:r>
            <a:r>
              <a:rPr lang="en-US" err="1"/>
              <a:t>theo</a:t>
            </a:r>
            <a:r>
              <a:rPr lang="en-US"/>
              <a:t> </a:t>
            </a:r>
            <a:r>
              <a:rPr lang="en-US" err="1"/>
              <a:t>quy</a:t>
            </a:r>
            <a:r>
              <a:rPr lang="en-US"/>
              <a:t> </a:t>
            </a:r>
            <a:r>
              <a:rPr lang="en-US" err="1"/>
              <a:t>tắc</a:t>
            </a:r>
            <a:r>
              <a:rPr lang="en-US"/>
              <a:t> </a:t>
            </a:r>
            <a:r>
              <a:rPr lang="en-US" err="1"/>
              <a:t>sau</a:t>
            </a:r>
            <a:endParaRPr lang="en-US"/>
          </a:p>
          <a:p>
            <a:pPr lvl="1"/>
            <a:r>
              <a:rPr lang="en-US" err="1"/>
              <a:t>Mỗi</a:t>
            </a:r>
            <a:r>
              <a:rPr lang="en-US"/>
              <a:t> </a:t>
            </a:r>
            <a:r>
              <a:rPr lang="en-US" err="1"/>
              <a:t>phần</a:t>
            </a:r>
            <a:r>
              <a:rPr lang="en-US"/>
              <a:t> </a:t>
            </a:r>
            <a:r>
              <a:rPr lang="en-US" err="1"/>
              <a:t>tử</a:t>
            </a:r>
            <a:r>
              <a:rPr lang="en-US"/>
              <a:t> </a:t>
            </a:r>
            <a:r>
              <a:rPr lang="en-US" err="1"/>
              <a:t>của</a:t>
            </a:r>
            <a:r>
              <a:rPr lang="en-US"/>
              <a:t> S </a:t>
            </a:r>
            <a:r>
              <a:rPr lang="en-US" err="1"/>
              <a:t>là</a:t>
            </a:r>
            <a:r>
              <a:rPr lang="en-US"/>
              <a:t> </a:t>
            </a:r>
            <a:r>
              <a:rPr lang="en-US" err="1"/>
              <a:t>một</a:t>
            </a:r>
            <a:r>
              <a:rPr lang="en-US"/>
              <a:t> </a:t>
            </a:r>
            <a:r>
              <a:rPr lang="en-US" err="1"/>
              <a:t>đỉnh</a:t>
            </a:r>
            <a:r>
              <a:rPr lang="en-US"/>
              <a:t> </a:t>
            </a:r>
          </a:p>
          <a:p>
            <a:pPr lvl="1"/>
            <a:r>
              <a:rPr lang="en-US" err="1"/>
              <a:t>Phần</a:t>
            </a:r>
            <a:r>
              <a:rPr lang="en-US"/>
              <a:t> </a:t>
            </a:r>
            <a:r>
              <a:rPr lang="en-US" err="1"/>
              <a:t>tử</a:t>
            </a:r>
            <a:r>
              <a:rPr lang="en-US"/>
              <a:t> </a:t>
            </a:r>
            <a:r>
              <a:rPr lang="en-US" err="1"/>
              <a:t>i</a:t>
            </a:r>
            <a:r>
              <a:rPr lang="en-US"/>
              <a:t> </a:t>
            </a:r>
            <a:r>
              <a:rPr lang="en-US" err="1"/>
              <a:t>trước</a:t>
            </a:r>
            <a:r>
              <a:rPr lang="en-US"/>
              <a:t> </a:t>
            </a:r>
            <a:r>
              <a:rPr lang="en-US" err="1"/>
              <a:t>phần</a:t>
            </a:r>
            <a:r>
              <a:rPr lang="en-US"/>
              <a:t> </a:t>
            </a:r>
            <a:r>
              <a:rPr lang="en-US" err="1"/>
              <a:t>tử</a:t>
            </a:r>
            <a:r>
              <a:rPr lang="en-US"/>
              <a:t> j </a:t>
            </a:r>
            <a:r>
              <a:rPr lang="en-US" err="1"/>
              <a:t>sẽ</a:t>
            </a:r>
            <a:r>
              <a:rPr lang="en-US"/>
              <a:t> </a:t>
            </a:r>
            <a:r>
              <a:rPr lang="en-US" err="1"/>
              <a:t>có</a:t>
            </a:r>
            <a:r>
              <a:rPr lang="en-US"/>
              <a:t> </a:t>
            </a:r>
            <a:r>
              <a:rPr lang="en-US" err="1"/>
              <a:t>một</a:t>
            </a:r>
            <a:r>
              <a:rPr lang="en-US"/>
              <a:t> </a:t>
            </a:r>
            <a:r>
              <a:rPr lang="en-US" err="1"/>
              <a:t>cung</a:t>
            </a:r>
            <a:r>
              <a:rPr lang="en-US"/>
              <a:t> </a:t>
            </a:r>
            <a:r>
              <a:rPr lang="en-US" err="1"/>
              <a:t>có</a:t>
            </a:r>
            <a:r>
              <a:rPr lang="en-US"/>
              <a:t> </a:t>
            </a:r>
            <a:r>
              <a:rPr lang="en-US" err="1"/>
              <a:t>hướng</a:t>
            </a:r>
            <a:r>
              <a:rPr lang="en-US"/>
              <a:t> </a:t>
            </a:r>
            <a:r>
              <a:rPr lang="en-US" err="1"/>
              <a:t>trên</a:t>
            </a:r>
            <a:r>
              <a:rPr lang="en-US"/>
              <a:t> </a:t>
            </a:r>
            <a:r>
              <a:rPr lang="en-US" err="1"/>
              <a:t>đồ</a:t>
            </a:r>
            <a:r>
              <a:rPr lang="en-US"/>
              <a:t> </a:t>
            </a:r>
            <a:r>
              <a:rPr lang="en-US" err="1"/>
              <a:t>thị</a:t>
            </a:r>
            <a:r>
              <a:rPr lang="en-US"/>
              <a:t> (</a:t>
            </a:r>
            <a:r>
              <a:rPr lang="en-US" err="1"/>
              <a:t>i</a:t>
            </a:r>
            <a:r>
              <a:rPr lang="en-US"/>
              <a:t>, j) </a:t>
            </a:r>
            <a:r>
              <a:rPr lang="en-US" err="1"/>
              <a:t>trên</a:t>
            </a:r>
            <a:r>
              <a:rPr lang="en-US"/>
              <a:t> </a:t>
            </a:r>
            <a:r>
              <a:rPr lang="en-US" err="1"/>
              <a:t>đồ</a:t>
            </a:r>
            <a:r>
              <a:rPr lang="en-US"/>
              <a:t> </a:t>
            </a:r>
            <a:r>
              <a:rPr lang="en-US" err="1"/>
              <a:t>thị</a:t>
            </a:r>
            <a:r>
              <a:rPr lang="en-US"/>
              <a:t> </a:t>
            </a:r>
          </a:p>
        </p:txBody>
      </p:sp>
      <p:grpSp>
        <p:nvGrpSpPr>
          <p:cNvPr id="61" name="Group 60">
            <a:extLst>
              <a:ext uri="{FF2B5EF4-FFF2-40B4-BE49-F238E27FC236}">
                <a16:creationId xmlns:a16="http://schemas.microsoft.com/office/drawing/2014/main" id="{17DA3AF9-72BB-1D4E-B1E8-6861E5F84876}"/>
              </a:ext>
            </a:extLst>
          </p:cNvPr>
          <p:cNvGrpSpPr/>
          <p:nvPr/>
        </p:nvGrpSpPr>
        <p:grpSpPr>
          <a:xfrm>
            <a:off x="1036160" y="3839952"/>
            <a:ext cx="6583840" cy="2523565"/>
            <a:chOff x="1149319" y="4070548"/>
            <a:chExt cx="6583840" cy="2523565"/>
          </a:xfrm>
        </p:grpSpPr>
        <p:grpSp>
          <p:nvGrpSpPr>
            <p:cNvPr id="7" name="Group 6">
              <a:extLst>
                <a:ext uri="{FF2B5EF4-FFF2-40B4-BE49-F238E27FC236}">
                  <a16:creationId xmlns:a16="http://schemas.microsoft.com/office/drawing/2014/main" id="{1580F129-5CDE-2743-8EE4-27E114B51691}"/>
                </a:ext>
              </a:extLst>
            </p:cNvPr>
            <p:cNvGrpSpPr/>
            <p:nvPr/>
          </p:nvGrpSpPr>
          <p:grpSpPr>
            <a:xfrm>
              <a:off x="1149319" y="4492794"/>
              <a:ext cx="374681" cy="356519"/>
              <a:chOff x="1178170" y="3200400"/>
              <a:chExt cx="548640" cy="548640"/>
            </a:xfrm>
          </p:grpSpPr>
          <p:sp>
            <p:nvSpPr>
              <p:cNvPr id="8" name="Oval 7">
                <a:extLst>
                  <a:ext uri="{FF2B5EF4-FFF2-40B4-BE49-F238E27FC236}">
                    <a16:creationId xmlns:a16="http://schemas.microsoft.com/office/drawing/2014/main" id="{35E0C609-ACE3-AE40-A7B5-832250A39257}"/>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9" name="TextBox 8">
                <a:extLst>
                  <a:ext uri="{FF2B5EF4-FFF2-40B4-BE49-F238E27FC236}">
                    <a16:creationId xmlns:a16="http://schemas.microsoft.com/office/drawing/2014/main" id="{60C530E1-FBD5-B449-9C09-D93D26CFD071}"/>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10" name="Group 9">
              <a:extLst>
                <a:ext uri="{FF2B5EF4-FFF2-40B4-BE49-F238E27FC236}">
                  <a16:creationId xmlns:a16="http://schemas.microsoft.com/office/drawing/2014/main" id="{FB937912-047A-B043-AC1D-40AECB227CF0}"/>
                </a:ext>
              </a:extLst>
            </p:cNvPr>
            <p:cNvGrpSpPr/>
            <p:nvPr/>
          </p:nvGrpSpPr>
          <p:grpSpPr>
            <a:xfrm>
              <a:off x="3834376" y="4452830"/>
              <a:ext cx="374681" cy="356519"/>
              <a:chOff x="1178170" y="3200400"/>
              <a:chExt cx="548640" cy="548640"/>
            </a:xfrm>
          </p:grpSpPr>
          <p:sp>
            <p:nvSpPr>
              <p:cNvPr id="11" name="Oval 10">
                <a:extLst>
                  <a:ext uri="{FF2B5EF4-FFF2-40B4-BE49-F238E27FC236}">
                    <a16:creationId xmlns:a16="http://schemas.microsoft.com/office/drawing/2014/main" id="{C53304A2-0725-7447-8282-103430F977AF}"/>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2" name="TextBox 11">
                <a:extLst>
                  <a:ext uri="{FF2B5EF4-FFF2-40B4-BE49-F238E27FC236}">
                    <a16:creationId xmlns:a16="http://schemas.microsoft.com/office/drawing/2014/main" id="{8FACE2BE-59DD-9D48-B279-6866CB777AC9}"/>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3</a:t>
                </a:r>
              </a:p>
            </p:txBody>
          </p:sp>
        </p:grpSp>
        <p:grpSp>
          <p:nvGrpSpPr>
            <p:cNvPr id="13" name="Group 12">
              <a:extLst>
                <a:ext uri="{FF2B5EF4-FFF2-40B4-BE49-F238E27FC236}">
                  <a16:creationId xmlns:a16="http://schemas.microsoft.com/office/drawing/2014/main" id="{800C26B4-1405-4543-8767-4529CCB521EB}"/>
                </a:ext>
              </a:extLst>
            </p:cNvPr>
            <p:cNvGrpSpPr/>
            <p:nvPr/>
          </p:nvGrpSpPr>
          <p:grpSpPr>
            <a:xfrm>
              <a:off x="2720483" y="4454534"/>
              <a:ext cx="374681" cy="356519"/>
              <a:chOff x="1178170" y="3200400"/>
              <a:chExt cx="548640" cy="548640"/>
            </a:xfrm>
          </p:grpSpPr>
          <p:sp>
            <p:nvSpPr>
              <p:cNvPr id="14" name="Oval 13">
                <a:extLst>
                  <a:ext uri="{FF2B5EF4-FFF2-40B4-BE49-F238E27FC236}">
                    <a16:creationId xmlns:a16="http://schemas.microsoft.com/office/drawing/2014/main" id="{3D9FCCBE-6039-8044-9D18-5263F9B61B8A}"/>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5" name="TextBox 14">
                <a:extLst>
                  <a:ext uri="{FF2B5EF4-FFF2-40B4-BE49-F238E27FC236}">
                    <a16:creationId xmlns:a16="http://schemas.microsoft.com/office/drawing/2014/main" id="{1B466105-F9D5-3A45-A27A-310A87E51B7C}"/>
                  </a:ext>
                </a:extLst>
              </p:cNvPr>
              <p:cNvSpPr txBox="1"/>
              <p:nvPr/>
            </p:nvSpPr>
            <p:spPr>
              <a:xfrm>
                <a:off x="1371601" y="3253154"/>
                <a:ext cx="152400" cy="426268"/>
              </a:xfrm>
              <a:prstGeom prst="rect">
                <a:avLst/>
              </a:prstGeom>
              <a:noFill/>
            </p:spPr>
            <p:txBody>
              <a:bodyPr wrap="square" lIns="0" tIns="0" rIns="0" bIns="0" rtlCol="0">
                <a:spAutoFit/>
              </a:bodyPr>
              <a:lstStyle/>
              <a:p>
                <a:r>
                  <a:rPr lang="en-US">
                    <a:latin typeface="Cambria Math" pitchFamily="18" charset="0"/>
                    <a:ea typeface="Cambria Math" pitchFamily="18" charset="0"/>
                  </a:rPr>
                  <a:t>2</a:t>
                </a:r>
              </a:p>
            </p:txBody>
          </p:sp>
        </p:grpSp>
        <p:sp>
          <p:nvSpPr>
            <p:cNvPr id="17" name="Oval 16">
              <a:extLst>
                <a:ext uri="{FF2B5EF4-FFF2-40B4-BE49-F238E27FC236}">
                  <a16:creationId xmlns:a16="http://schemas.microsoft.com/office/drawing/2014/main" id="{DC517FE6-AAAC-0647-A4C3-B07A3C679B4A}"/>
                </a:ext>
              </a:extLst>
            </p:cNvPr>
            <p:cNvSpPr/>
            <p:nvPr/>
          </p:nvSpPr>
          <p:spPr>
            <a:xfrm>
              <a:off x="5407437" y="4436894"/>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4</a:t>
              </a:r>
            </a:p>
          </p:txBody>
        </p:sp>
        <p:cxnSp>
          <p:nvCxnSpPr>
            <p:cNvPr id="19" name="Straight Connector 18">
              <a:extLst>
                <a:ext uri="{FF2B5EF4-FFF2-40B4-BE49-F238E27FC236}">
                  <a16:creationId xmlns:a16="http://schemas.microsoft.com/office/drawing/2014/main" id="{EB488F46-F3C0-2B46-A7A6-862F21209E56}"/>
                </a:ext>
              </a:extLst>
            </p:cNvPr>
            <p:cNvCxnSpPr>
              <a:stCxn id="14" idx="6"/>
              <a:endCxn id="11" idx="2"/>
            </p:cNvCxnSpPr>
            <p:nvPr/>
          </p:nvCxnSpPr>
          <p:spPr>
            <a:xfrm flipV="1">
              <a:off x="3095164" y="4631090"/>
              <a:ext cx="739212" cy="1704"/>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CC9C80BD-2FD2-D84A-8E81-C49C79BAD7B0}"/>
                </a:ext>
              </a:extLst>
            </p:cNvPr>
            <p:cNvGrpSpPr/>
            <p:nvPr/>
          </p:nvGrpSpPr>
          <p:grpSpPr>
            <a:xfrm>
              <a:off x="2749519" y="5437625"/>
              <a:ext cx="374681" cy="356519"/>
              <a:chOff x="1178170" y="3200400"/>
              <a:chExt cx="548640" cy="548640"/>
            </a:xfrm>
          </p:grpSpPr>
          <p:sp>
            <p:nvSpPr>
              <p:cNvPr id="21" name="Oval 20">
                <a:extLst>
                  <a:ext uri="{FF2B5EF4-FFF2-40B4-BE49-F238E27FC236}">
                    <a16:creationId xmlns:a16="http://schemas.microsoft.com/office/drawing/2014/main" id="{03F182F4-454A-CB4E-9114-DAEADB662851}"/>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2" name="TextBox 21">
                <a:extLst>
                  <a:ext uri="{FF2B5EF4-FFF2-40B4-BE49-F238E27FC236}">
                    <a16:creationId xmlns:a16="http://schemas.microsoft.com/office/drawing/2014/main" id="{44731DCD-885C-2546-BB06-2D237B053453}"/>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23" name="Straight Connector 22">
              <a:extLst>
                <a:ext uri="{FF2B5EF4-FFF2-40B4-BE49-F238E27FC236}">
                  <a16:creationId xmlns:a16="http://schemas.microsoft.com/office/drawing/2014/main" id="{EEA2F45E-9D6E-2442-8DE3-6BC4667366FA}"/>
                </a:ext>
              </a:extLst>
            </p:cNvPr>
            <p:cNvCxnSpPr>
              <a:cxnSpLocks/>
              <a:stCxn id="21" idx="2"/>
            </p:cNvCxnSpPr>
            <p:nvPr/>
          </p:nvCxnSpPr>
          <p:spPr>
            <a:xfrm flipH="1">
              <a:off x="1701735" y="5615885"/>
              <a:ext cx="1047784" cy="95057"/>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5F9554C-776B-D244-BA9F-C3B91BC467F4}"/>
                </a:ext>
              </a:extLst>
            </p:cNvPr>
            <p:cNvCxnSpPr>
              <a:cxnSpLocks/>
              <a:stCxn id="29" idx="1"/>
              <a:endCxn id="15" idx="2"/>
            </p:cNvCxnSpPr>
            <p:nvPr/>
          </p:nvCxnSpPr>
          <p:spPr>
            <a:xfrm flipH="1" flipV="1">
              <a:off x="2904621" y="4765814"/>
              <a:ext cx="747331" cy="766338"/>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278A20-C74D-A94A-B886-58AC8B204063}"/>
                </a:ext>
              </a:extLst>
            </p:cNvPr>
            <p:cNvCxnSpPr>
              <a:cxnSpLocks/>
              <a:stCxn id="17" idx="2"/>
              <a:endCxn id="11" idx="6"/>
            </p:cNvCxnSpPr>
            <p:nvPr/>
          </p:nvCxnSpPr>
          <p:spPr>
            <a:xfrm flipH="1">
              <a:off x="4209057" y="4615154"/>
              <a:ext cx="1198380" cy="15936"/>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718515A9-7186-8C49-AEAF-C15E1967EF78}"/>
                </a:ext>
              </a:extLst>
            </p:cNvPr>
            <p:cNvGrpSpPr/>
            <p:nvPr/>
          </p:nvGrpSpPr>
          <p:grpSpPr>
            <a:xfrm>
              <a:off x="3597081" y="5479941"/>
              <a:ext cx="374681" cy="356519"/>
              <a:chOff x="1178170" y="3200400"/>
              <a:chExt cx="548640" cy="548640"/>
            </a:xfrm>
          </p:grpSpPr>
          <p:sp>
            <p:nvSpPr>
              <p:cNvPr id="29" name="Oval 28">
                <a:extLst>
                  <a:ext uri="{FF2B5EF4-FFF2-40B4-BE49-F238E27FC236}">
                    <a16:creationId xmlns:a16="http://schemas.microsoft.com/office/drawing/2014/main" id="{F6A9806D-36E3-D54B-AA1A-885E3E334626}"/>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0" name="TextBox 29">
                <a:extLst>
                  <a:ext uri="{FF2B5EF4-FFF2-40B4-BE49-F238E27FC236}">
                    <a16:creationId xmlns:a16="http://schemas.microsoft.com/office/drawing/2014/main" id="{E9CBCD77-8414-5C49-B1C9-2CEDDD2E9F2B}"/>
                  </a:ext>
                </a:extLst>
              </p:cNvPr>
              <p:cNvSpPr txBox="1"/>
              <p:nvPr/>
            </p:nvSpPr>
            <p:spPr>
              <a:xfrm>
                <a:off x="1393196" y="3268486"/>
                <a:ext cx="152400" cy="426268"/>
              </a:xfrm>
              <a:prstGeom prst="rect">
                <a:avLst/>
              </a:prstGeom>
              <a:noFill/>
            </p:spPr>
            <p:txBody>
              <a:bodyPr wrap="square" lIns="0" tIns="0" rIns="0" bIns="0" rtlCol="0">
                <a:spAutoFit/>
              </a:bodyPr>
              <a:lstStyle/>
              <a:p>
                <a:r>
                  <a:rPr lang="en-US">
                    <a:latin typeface="Cambria Math" pitchFamily="18" charset="0"/>
                    <a:ea typeface="Cambria Math" pitchFamily="18" charset="0"/>
                  </a:rPr>
                  <a:t>7</a:t>
                </a:r>
              </a:p>
            </p:txBody>
          </p:sp>
        </p:grpSp>
        <p:grpSp>
          <p:nvGrpSpPr>
            <p:cNvPr id="31" name="Group 30">
              <a:extLst>
                <a:ext uri="{FF2B5EF4-FFF2-40B4-BE49-F238E27FC236}">
                  <a16:creationId xmlns:a16="http://schemas.microsoft.com/office/drawing/2014/main" id="{2897B3CA-23EF-6E47-BB8F-55A56E6B83D0}"/>
                </a:ext>
              </a:extLst>
            </p:cNvPr>
            <p:cNvGrpSpPr/>
            <p:nvPr/>
          </p:nvGrpSpPr>
          <p:grpSpPr>
            <a:xfrm>
              <a:off x="1333457" y="5563409"/>
              <a:ext cx="374681" cy="356519"/>
              <a:chOff x="1178170" y="3200400"/>
              <a:chExt cx="548640" cy="548640"/>
            </a:xfrm>
          </p:grpSpPr>
          <p:sp>
            <p:nvSpPr>
              <p:cNvPr id="32" name="Oval 31">
                <a:extLst>
                  <a:ext uri="{FF2B5EF4-FFF2-40B4-BE49-F238E27FC236}">
                    <a16:creationId xmlns:a16="http://schemas.microsoft.com/office/drawing/2014/main" id="{1758ABCF-84F2-D748-8B2E-828C383982CE}"/>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3" name="TextBox 32">
                <a:extLst>
                  <a:ext uri="{FF2B5EF4-FFF2-40B4-BE49-F238E27FC236}">
                    <a16:creationId xmlns:a16="http://schemas.microsoft.com/office/drawing/2014/main" id="{B5417989-1041-6B41-840E-65264A241D5E}"/>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cxnSp>
          <p:nvCxnSpPr>
            <p:cNvPr id="34" name="Straight Arrow Connector 33">
              <a:extLst>
                <a:ext uri="{FF2B5EF4-FFF2-40B4-BE49-F238E27FC236}">
                  <a16:creationId xmlns:a16="http://schemas.microsoft.com/office/drawing/2014/main" id="{6433B2AD-C6AD-AE49-9D44-22B01812AD14}"/>
                </a:ext>
              </a:extLst>
            </p:cNvPr>
            <p:cNvCxnSpPr>
              <a:cxnSpLocks/>
              <a:stCxn id="21" idx="7"/>
              <a:endCxn id="8"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4EC43617-E0B1-1A40-B8A7-FB2BB13BE691}"/>
                </a:ext>
              </a:extLst>
            </p:cNvPr>
            <p:cNvSpPr/>
            <p:nvPr/>
          </p:nvSpPr>
          <p:spPr>
            <a:xfrm>
              <a:off x="3040338" y="4070548"/>
              <a:ext cx="2554830" cy="1185416"/>
            </a:xfrm>
            <a:prstGeom prst="arc">
              <a:avLst>
                <a:gd name="adj1" fmla="val 11157497"/>
                <a:gd name="adj2" fmla="val 20935562"/>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2DE4214E-AC1C-5E44-9BAF-E33B8C303AB3}"/>
                </a:ext>
              </a:extLst>
            </p:cNvPr>
            <p:cNvSpPr/>
            <p:nvPr/>
          </p:nvSpPr>
          <p:spPr>
            <a:xfrm>
              <a:off x="2985695" y="4685972"/>
              <a:ext cx="3201647" cy="1652738"/>
            </a:xfrm>
            <a:prstGeom prst="arc">
              <a:avLst>
                <a:gd name="adj1" fmla="val 14576941"/>
                <a:gd name="adj2" fmla="val 1037975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Oval 37">
              <a:extLst>
                <a:ext uri="{FF2B5EF4-FFF2-40B4-BE49-F238E27FC236}">
                  <a16:creationId xmlns:a16="http://schemas.microsoft.com/office/drawing/2014/main" id="{EE891697-D93F-4A48-8E4F-75187AE77F63}"/>
                </a:ext>
              </a:extLst>
            </p:cNvPr>
            <p:cNvSpPr/>
            <p:nvPr/>
          </p:nvSpPr>
          <p:spPr>
            <a:xfrm>
              <a:off x="5166468" y="5471653"/>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8</a:t>
              </a:r>
            </a:p>
          </p:txBody>
        </p:sp>
        <p:cxnSp>
          <p:nvCxnSpPr>
            <p:cNvPr id="51" name="Straight Connector 50">
              <a:extLst>
                <a:ext uri="{FF2B5EF4-FFF2-40B4-BE49-F238E27FC236}">
                  <a16:creationId xmlns:a16="http://schemas.microsoft.com/office/drawing/2014/main" id="{605AD8B8-651C-774A-8558-8C518CD39AB3}"/>
                </a:ext>
              </a:extLst>
            </p:cNvPr>
            <p:cNvCxnSpPr>
              <a:cxnSpLocks/>
              <a:stCxn id="38" idx="1"/>
              <a:endCxn id="14" idx="5"/>
            </p:cNvCxnSpPr>
            <p:nvPr/>
          </p:nvCxnSpPr>
          <p:spPr>
            <a:xfrm flipH="1" flipV="1">
              <a:off x="3040293" y="4758842"/>
              <a:ext cx="2181046" cy="765022"/>
            </a:xfrm>
            <a:prstGeom prst="line">
              <a:avLst/>
            </a:prstGeom>
            <a:ln>
              <a:tailEnd type="arrow"/>
            </a:ln>
          </p:spPr>
          <p:style>
            <a:lnRef idx="1">
              <a:schemeClr val="accent1"/>
            </a:lnRef>
            <a:fillRef idx="0">
              <a:schemeClr val="accent1"/>
            </a:fillRef>
            <a:effectRef idx="0">
              <a:schemeClr val="accent1"/>
            </a:effectRef>
            <a:fontRef idx="minor">
              <a:schemeClr val="tx1"/>
            </a:fontRef>
          </p:style>
        </p:cxnSp>
        <p:sp>
          <p:nvSpPr>
            <p:cNvPr id="59" name="Arc 58">
              <a:extLst>
                <a:ext uri="{FF2B5EF4-FFF2-40B4-BE49-F238E27FC236}">
                  <a16:creationId xmlns:a16="http://schemas.microsoft.com/office/drawing/2014/main" id="{48C17481-E5A9-1E40-B181-7D4BEFAC6F72}"/>
                </a:ext>
              </a:extLst>
            </p:cNvPr>
            <p:cNvSpPr/>
            <p:nvPr/>
          </p:nvSpPr>
          <p:spPr>
            <a:xfrm>
              <a:off x="1281419" y="4660871"/>
              <a:ext cx="6451740" cy="1933242"/>
            </a:xfrm>
            <a:prstGeom prst="arc">
              <a:avLst>
                <a:gd name="adj1" fmla="val 19441009"/>
                <a:gd name="adj2" fmla="val 10521136"/>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2565457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448C45D-8C78-2F4D-9C15-3123C4459A0C}"/>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5F7DF491-0266-F74F-8282-8E5BDC558173}"/>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CC77CE68-4D14-934F-8C93-DD36B6CA8897}"/>
              </a:ext>
            </a:extLst>
          </p:cNvPr>
          <p:cNvSpPr>
            <a:spLocks noGrp="1"/>
          </p:cNvSpPr>
          <p:nvPr>
            <p:ph type="sldNum" sz="quarter" idx="12"/>
          </p:nvPr>
        </p:nvSpPr>
        <p:spPr/>
        <p:txBody>
          <a:bodyPr/>
          <a:lstStyle/>
          <a:p>
            <a:fld id="{BA7BC09B-FE30-A349-B1D2-5A364F511F98}" type="slidenum">
              <a:rPr lang="en-US" smtClean="0"/>
              <a:t>42</a:t>
            </a:fld>
            <a:endParaRPr lang="en-US"/>
          </a:p>
        </p:txBody>
      </p:sp>
      <p:sp>
        <p:nvSpPr>
          <p:cNvPr id="2" name="Title 1">
            <a:extLst>
              <a:ext uri="{FF2B5EF4-FFF2-40B4-BE49-F238E27FC236}">
                <a16:creationId xmlns:a16="http://schemas.microsoft.com/office/drawing/2014/main" id="{CD4BE143-3019-F548-AEDA-1FD934088023}"/>
              </a:ext>
            </a:extLst>
          </p:cNvPr>
          <p:cNvSpPr>
            <a:spLocks noGrp="1"/>
          </p:cNvSpPr>
          <p:nvPr>
            <p:ph type="title"/>
          </p:nvPr>
        </p:nvSpPr>
        <p:spPr/>
        <p:txBody>
          <a:bodyPr/>
          <a:lstStyle/>
          <a:p>
            <a:r>
              <a:rPr lang="en-US" err="1"/>
              <a:t>Sắp</a:t>
            </a:r>
            <a:r>
              <a:rPr lang="en-US"/>
              <a:t> </a:t>
            </a:r>
            <a:r>
              <a:rPr lang="en-US" err="1"/>
              <a:t>xếp</a:t>
            </a:r>
            <a:r>
              <a:rPr lang="en-US"/>
              <a:t> </a:t>
            </a:r>
            <a:r>
              <a:rPr lang="en-US" err="1"/>
              <a:t>tô</a:t>
            </a:r>
            <a:r>
              <a:rPr lang="en-US"/>
              <a:t> </a:t>
            </a:r>
            <a:r>
              <a:rPr lang="en-US" err="1"/>
              <a:t>pô</a:t>
            </a:r>
            <a:endParaRPr lang="en-US"/>
          </a:p>
        </p:txBody>
      </p:sp>
      <p:sp>
        <p:nvSpPr>
          <p:cNvPr id="3" name="Chỗ dành sẵn cho Nội dung 2">
            <a:extLst>
              <a:ext uri="{FF2B5EF4-FFF2-40B4-BE49-F238E27FC236}">
                <a16:creationId xmlns:a16="http://schemas.microsoft.com/office/drawing/2014/main" id="{A0CB1394-5AD2-E85E-228D-E9729610F109}"/>
              </a:ext>
            </a:extLst>
          </p:cNvPr>
          <p:cNvSpPr>
            <a:spLocks noGrp="1"/>
          </p:cNvSpPr>
          <p:nvPr>
            <p:ph sz="quarter" idx="13"/>
          </p:nvPr>
        </p:nvSpPr>
        <p:spPr/>
        <p:txBody>
          <a:bodyPr/>
          <a:lstStyle/>
          <a:p>
            <a:endParaRPr lang="vi-VN"/>
          </a:p>
        </p:txBody>
      </p:sp>
      <p:grpSp>
        <p:nvGrpSpPr>
          <p:cNvPr id="11" name="Group 10">
            <a:extLst>
              <a:ext uri="{FF2B5EF4-FFF2-40B4-BE49-F238E27FC236}">
                <a16:creationId xmlns:a16="http://schemas.microsoft.com/office/drawing/2014/main" id="{BBAB1A11-B0F6-F04D-84B0-2CA291ED5584}"/>
              </a:ext>
            </a:extLst>
          </p:cNvPr>
          <p:cNvGrpSpPr/>
          <p:nvPr/>
        </p:nvGrpSpPr>
        <p:grpSpPr>
          <a:xfrm>
            <a:off x="2102960" y="1417638"/>
            <a:ext cx="6583840" cy="2523565"/>
            <a:chOff x="1149319" y="4070548"/>
            <a:chExt cx="6583840" cy="2523565"/>
          </a:xfrm>
        </p:grpSpPr>
        <p:grpSp>
          <p:nvGrpSpPr>
            <p:cNvPr id="12" name="Group 11">
              <a:extLst>
                <a:ext uri="{FF2B5EF4-FFF2-40B4-BE49-F238E27FC236}">
                  <a16:creationId xmlns:a16="http://schemas.microsoft.com/office/drawing/2014/main" id="{14739A3E-BE91-0941-A730-FB6687D05B98}"/>
                </a:ext>
              </a:extLst>
            </p:cNvPr>
            <p:cNvGrpSpPr/>
            <p:nvPr/>
          </p:nvGrpSpPr>
          <p:grpSpPr>
            <a:xfrm>
              <a:off x="1149319" y="4492794"/>
              <a:ext cx="374681" cy="356519"/>
              <a:chOff x="1178170" y="3200400"/>
              <a:chExt cx="548640" cy="548640"/>
            </a:xfrm>
          </p:grpSpPr>
          <p:sp>
            <p:nvSpPr>
              <p:cNvPr id="40" name="Oval 39">
                <a:extLst>
                  <a:ext uri="{FF2B5EF4-FFF2-40B4-BE49-F238E27FC236}">
                    <a16:creationId xmlns:a16="http://schemas.microsoft.com/office/drawing/2014/main" id="{93185A35-F43D-E94B-A5B2-318CE90A67A4}"/>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1" name="TextBox 40">
                <a:extLst>
                  <a:ext uri="{FF2B5EF4-FFF2-40B4-BE49-F238E27FC236}">
                    <a16:creationId xmlns:a16="http://schemas.microsoft.com/office/drawing/2014/main" id="{61C55E17-C82E-5744-8D8F-8490A40121D0}"/>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13" name="Group 12">
              <a:extLst>
                <a:ext uri="{FF2B5EF4-FFF2-40B4-BE49-F238E27FC236}">
                  <a16:creationId xmlns:a16="http://schemas.microsoft.com/office/drawing/2014/main" id="{E1D77C2A-B158-104F-94F4-E0E83893D731}"/>
                </a:ext>
              </a:extLst>
            </p:cNvPr>
            <p:cNvGrpSpPr/>
            <p:nvPr/>
          </p:nvGrpSpPr>
          <p:grpSpPr>
            <a:xfrm>
              <a:off x="3834376" y="4452830"/>
              <a:ext cx="374681" cy="356519"/>
              <a:chOff x="1178170" y="3200400"/>
              <a:chExt cx="548640" cy="548640"/>
            </a:xfrm>
          </p:grpSpPr>
          <p:sp>
            <p:nvSpPr>
              <p:cNvPr id="38" name="Oval 37">
                <a:extLst>
                  <a:ext uri="{FF2B5EF4-FFF2-40B4-BE49-F238E27FC236}">
                    <a16:creationId xmlns:a16="http://schemas.microsoft.com/office/drawing/2014/main" id="{858130E3-1EF5-5249-8646-5E5218F13189}"/>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9" name="TextBox 38">
                <a:extLst>
                  <a:ext uri="{FF2B5EF4-FFF2-40B4-BE49-F238E27FC236}">
                    <a16:creationId xmlns:a16="http://schemas.microsoft.com/office/drawing/2014/main" id="{698BE6DD-8FBB-5049-B05A-66DE9B73F98B}"/>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3</a:t>
                </a:r>
              </a:p>
            </p:txBody>
          </p:sp>
        </p:grpSp>
        <p:grpSp>
          <p:nvGrpSpPr>
            <p:cNvPr id="14" name="Group 13">
              <a:extLst>
                <a:ext uri="{FF2B5EF4-FFF2-40B4-BE49-F238E27FC236}">
                  <a16:creationId xmlns:a16="http://schemas.microsoft.com/office/drawing/2014/main" id="{7AC9B3D3-DFEA-BB4C-B0B2-C9D892D68B21}"/>
                </a:ext>
              </a:extLst>
            </p:cNvPr>
            <p:cNvGrpSpPr/>
            <p:nvPr/>
          </p:nvGrpSpPr>
          <p:grpSpPr>
            <a:xfrm>
              <a:off x="2720483" y="4454534"/>
              <a:ext cx="374681" cy="356519"/>
              <a:chOff x="1178170" y="3200400"/>
              <a:chExt cx="548640" cy="548640"/>
            </a:xfrm>
          </p:grpSpPr>
          <p:sp>
            <p:nvSpPr>
              <p:cNvPr id="36" name="Oval 35">
                <a:extLst>
                  <a:ext uri="{FF2B5EF4-FFF2-40B4-BE49-F238E27FC236}">
                    <a16:creationId xmlns:a16="http://schemas.microsoft.com/office/drawing/2014/main" id="{FEFD5218-171C-7044-898B-11D13E4D35D0}"/>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7" name="TextBox 36">
                <a:extLst>
                  <a:ext uri="{FF2B5EF4-FFF2-40B4-BE49-F238E27FC236}">
                    <a16:creationId xmlns:a16="http://schemas.microsoft.com/office/drawing/2014/main" id="{3E028D5F-13AE-A24F-B122-1B501E480816}"/>
                  </a:ext>
                </a:extLst>
              </p:cNvPr>
              <p:cNvSpPr txBox="1"/>
              <p:nvPr/>
            </p:nvSpPr>
            <p:spPr>
              <a:xfrm>
                <a:off x="1371601" y="3253154"/>
                <a:ext cx="152400" cy="426268"/>
              </a:xfrm>
              <a:prstGeom prst="rect">
                <a:avLst/>
              </a:prstGeom>
              <a:noFill/>
            </p:spPr>
            <p:txBody>
              <a:bodyPr wrap="square" lIns="0" tIns="0" rIns="0" bIns="0" rtlCol="0">
                <a:spAutoFit/>
              </a:bodyPr>
              <a:lstStyle/>
              <a:p>
                <a:r>
                  <a:rPr lang="en-US">
                    <a:latin typeface="Cambria Math" pitchFamily="18" charset="0"/>
                    <a:ea typeface="Cambria Math" pitchFamily="18" charset="0"/>
                  </a:rPr>
                  <a:t>2</a:t>
                </a:r>
              </a:p>
            </p:txBody>
          </p:sp>
        </p:grpSp>
        <p:sp>
          <p:nvSpPr>
            <p:cNvPr id="15" name="Oval 14">
              <a:extLst>
                <a:ext uri="{FF2B5EF4-FFF2-40B4-BE49-F238E27FC236}">
                  <a16:creationId xmlns:a16="http://schemas.microsoft.com/office/drawing/2014/main" id="{94D5C798-2C4D-9F41-8E67-449F2B6FF602}"/>
                </a:ext>
              </a:extLst>
            </p:cNvPr>
            <p:cNvSpPr/>
            <p:nvPr/>
          </p:nvSpPr>
          <p:spPr>
            <a:xfrm>
              <a:off x="5407437" y="4436894"/>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4</a:t>
              </a:r>
            </a:p>
          </p:txBody>
        </p:sp>
        <p:cxnSp>
          <p:nvCxnSpPr>
            <p:cNvPr id="16" name="Straight Connector 15">
              <a:extLst>
                <a:ext uri="{FF2B5EF4-FFF2-40B4-BE49-F238E27FC236}">
                  <a16:creationId xmlns:a16="http://schemas.microsoft.com/office/drawing/2014/main" id="{B95A7114-9F4D-0C4B-91DC-4C7E3CA0F7E7}"/>
                </a:ext>
              </a:extLst>
            </p:cNvPr>
            <p:cNvCxnSpPr>
              <a:stCxn id="36" idx="6"/>
              <a:endCxn id="38" idx="2"/>
            </p:cNvCxnSpPr>
            <p:nvPr/>
          </p:nvCxnSpPr>
          <p:spPr>
            <a:xfrm flipV="1">
              <a:off x="3095164" y="4631090"/>
              <a:ext cx="739212" cy="1704"/>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5D81A7F-386B-064A-9AEC-A39C67EB5219}"/>
                </a:ext>
              </a:extLst>
            </p:cNvPr>
            <p:cNvGrpSpPr/>
            <p:nvPr/>
          </p:nvGrpSpPr>
          <p:grpSpPr>
            <a:xfrm>
              <a:off x="2749519" y="5437625"/>
              <a:ext cx="374681" cy="356519"/>
              <a:chOff x="1178170" y="3200400"/>
              <a:chExt cx="548640" cy="548640"/>
            </a:xfrm>
          </p:grpSpPr>
          <p:sp>
            <p:nvSpPr>
              <p:cNvPr id="34" name="Oval 33">
                <a:extLst>
                  <a:ext uri="{FF2B5EF4-FFF2-40B4-BE49-F238E27FC236}">
                    <a16:creationId xmlns:a16="http://schemas.microsoft.com/office/drawing/2014/main" id="{595061BC-E867-624F-A433-811178942240}"/>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5" name="TextBox 34">
                <a:extLst>
                  <a:ext uri="{FF2B5EF4-FFF2-40B4-BE49-F238E27FC236}">
                    <a16:creationId xmlns:a16="http://schemas.microsoft.com/office/drawing/2014/main" id="{421610E5-DB67-124A-96F9-79DEA5F56B57}"/>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18" name="Straight Connector 17">
              <a:extLst>
                <a:ext uri="{FF2B5EF4-FFF2-40B4-BE49-F238E27FC236}">
                  <a16:creationId xmlns:a16="http://schemas.microsoft.com/office/drawing/2014/main" id="{3D1660DD-9D41-0D47-A7CF-4B0FFC2E658B}"/>
                </a:ext>
              </a:extLst>
            </p:cNvPr>
            <p:cNvCxnSpPr>
              <a:cxnSpLocks/>
              <a:stCxn id="34" idx="2"/>
            </p:cNvCxnSpPr>
            <p:nvPr/>
          </p:nvCxnSpPr>
          <p:spPr>
            <a:xfrm flipH="1">
              <a:off x="1701735" y="5615885"/>
              <a:ext cx="1047784" cy="95057"/>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77F5186-D869-C440-9F4B-1BA1997726C3}"/>
                </a:ext>
              </a:extLst>
            </p:cNvPr>
            <p:cNvCxnSpPr>
              <a:cxnSpLocks/>
              <a:stCxn id="15" idx="2"/>
              <a:endCxn id="38" idx="6"/>
            </p:cNvCxnSpPr>
            <p:nvPr/>
          </p:nvCxnSpPr>
          <p:spPr>
            <a:xfrm flipH="1">
              <a:off x="4209057" y="4615154"/>
              <a:ext cx="1198380" cy="15936"/>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544C7932-8E8E-B141-9EF5-CF2393ED7BCF}"/>
                </a:ext>
              </a:extLst>
            </p:cNvPr>
            <p:cNvGrpSpPr/>
            <p:nvPr/>
          </p:nvGrpSpPr>
          <p:grpSpPr>
            <a:xfrm>
              <a:off x="1333457" y="5563409"/>
              <a:ext cx="374681" cy="356519"/>
              <a:chOff x="1178170" y="3200400"/>
              <a:chExt cx="548640" cy="548640"/>
            </a:xfrm>
          </p:grpSpPr>
          <p:sp>
            <p:nvSpPr>
              <p:cNvPr id="30" name="Oval 29">
                <a:extLst>
                  <a:ext uri="{FF2B5EF4-FFF2-40B4-BE49-F238E27FC236}">
                    <a16:creationId xmlns:a16="http://schemas.microsoft.com/office/drawing/2014/main" id="{7EC802BD-8B1B-AB40-9BD9-1560FE075ED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1" name="TextBox 30">
                <a:extLst>
                  <a:ext uri="{FF2B5EF4-FFF2-40B4-BE49-F238E27FC236}">
                    <a16:creationId xmlns:a16="http://schemas.microsoft.com/office/drawing/2014/main" id="{51A74A52-24AC-7D49-B850-B2BD89F9E191}"/>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cxnSp>
          <p:nvCxnSpPr>
            <p:cNvPr id="24" name="Straight Arrow Connector 23">
              <a:extLst>
                <a:ext uri="{FF2B5EF4-FFF2-40B4-BE49-F238E27FC236}">
                  <a16:creationId xmlns:a16="http://schemas.microsoft.com/office/drawing/2014/main" id="{ACDC8B15-05D3-F648-9F83-CB4C25FD82D7}"/>
                </a:ext>
              </a:extLst>
            </p:cNvPr>
            <p:cNvCxnSpPr>
              <a:cxnSpLocks/>
              <a:stCxn id="34" idx="7"/>
              <a:endCxn id="40"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0F160A6C-BF0B-6543-A686-0C338996EC0F}"/>
                </a:ext>
              </a:extLst>
            </p:cNvPr>
            <p:cNvSpPr/>
            <p:nvPr/>
          </p:nvSpPr>
          <p:spPr>
            <a:xfrm>
              <a:off x="3040338" y="4070548"/>
              <a:ext cx="2554830" cy="1185416"/>
            </a:xfrm>
            <a:prstGeom prst="arc">
              <a:avLst>
                <a:gd name="adj1" fmla="val 11157497"/>
                <a:gd name="adj2" fmla="val 20935562"/>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a:extLst>
                <a:ext uri="{FF2B5EF4-FFF2-40B4-BE49-F238E27FC236}">
                  <a16:creationId xmlns:a16="http://schemas.microsoft.com/office/drawing/2014/main" id="{73EB8E0B-3ACD-7149-A3C0-9665F2264EB4}"/>
                </a:ext>
              </a:extLst>
            </p:cNvPr>
            <p:cNvSpPr/>
            <p:nvPr/>
          </p:nvSpPr>
          <p:spPr>
            <a:xfrm>
              <a:off x="2985695" y="4685972"/>
              <a:ext cx="3201647" cy="1652738"/>
            </a:xfrm>
            <a:prstGeom prst="arc">
              <a:avLst>
                <a:gd name="adj1" fmla="val 14576941"/>
                <a:gd name="adj2" fmla="val 1037975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Oval 26">
              <a:extLst>
                <a:ext uri="{FF2B5EF4-FFF2-40B4-BE49-F238E27FC236}">
                  <a16:creationId xmlns:a16="http://schemas.microsoft.com/office/drawing/2014/main" id="{DE7151F2-5725-DC47-8026-A1A0AFA5E5DD}"/>
                </a:ext>
              </a:extLst>
            </p:cNvPr>
            <p:cNvSpPr/>
            <p:nvPr/>
          </p:nvSpPr>
          <p:spPr>
            <a:xfrm>
              <a:off x="5166468" y="5471653"/>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8</a:t>
              </a:r>
            </a:p>
          </p:txBody>
        </p:sp>
        <p:cxnSp>
          <p:nvCxnSpPr>
            <p:cNvPr id="28" name="Straight Connector 27">
              <a:extLst>
                <a:ext uri="{FF2B5EF4-FFF2-40B4-BE49-F238E27FC236}">
                  <a16:creationId xmlns:a16="http://schemas.microsoft.com/office/drawing/2014/main" id="{E28A5BB7-08B1-3346-930C-8DCD5D929650}"/>
                </a:ext>
              </a:extLst>
            </p:cNvPr>
            <p:cNvCxnSpPr>
              <a:cxnSpLocks/>
              <a:stCxn id="27" idx="1"/>
              <a:endCxn id="36" idx="5"/>
            </p:cNvCxnSpPr>
            <p:nvPr/>
          </p:nvCxnSpPr>
          <p:spPr>
            <a:xfrm flipH="1" flipV="1">
              <a:off x="3040293" y="4758842"/>
              <a:ext cx="2181046" cy="765022"/>
            </a:xfrm>
            <a:prstGeom prst="line">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Arc 28">
              <a:extLst>
                <a:ext uri="{FF2B5EF4-FFF2-40B4-BE49-F238E27FC236}">
                  <a16:creationId xmlns:a16="http://schemas.microsoft.com/office/drawing/2014/main" id="{B967488A-D6B2-3047-BB5C-9926142F1931}"/>
                </a:ext>
              </a:extLst>
            </p:cNvPr>
            <p:cNvSpPr/>
            <p:nvPr/>
          </p:nvSpPr>
          <p:spPr>
            <a:xfrm>
              <a:off x="1281419" y="4660871"/>
              <a:ext cx="6451740" cy="1933242"/>
            </a:xfrm>
            <a:prstGeom prst="arc">
              <a:avLst>
                <a:gd name="adj1" fmla="val 19441009"/>
                <a:gd name="adj2" fmla="val 10521136"/>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D45A30A1-EDCB-724A-995C-CD07B8FAB213}"/>
              </a:ext>
            </a:extLst>
          </p:cNvPr>
          <p:cNvGrpSpPr/>
          <p:nvPr/>
        </p:nvGrpSpPr>
        <p:grpSpPr>
          <a:xfrm>
            <a:off x="2324590" y="4059797"/>
            <a:ext cx="6583840" cy="2523565"/>
            <a:chOff x="1149319" y="4070548"/>
            <a:chExt cx="6583840" cy="2523565"/>
          </a:xfrm>
        </p:grpSpPr>
        <p:grpSp>
          <p:nvGrpSpPr>
            <p:cNvPr id="43" name="Group 42">
              <a:extLst>
                <a:ext uri="{FF2B5EF4-FFF2-40B4-BE49-F238E27FC236}">
                  <a16:creationId xmlns:a16="http://schemas.microsoft.com/office/drawing/2014/main" id="{880E284D-0ED0-1C4C-993D-44C61EACA4DD}"/>
                </a:ext>
              </a:extLst>
            </p:cNvPr>
            <p:cNvGrpSpPr/>
            <p:nvPr/>
          </p:nvGrpSpPr>
          <p:grpSpPr>
            <a:xfrm>
              <a:off x="1149319" y="4492794"/>
              <a:ext cx="374681" cy="356519"/>
              <a:chOff x="1178170" y="3200400"/>
              <a:chExt cx="548640" cy="548640"/>
            </a:xfrm>
          </p:grpSpPr>
          <p:sp>
            <p:nvSpPr>
              <p:cNvPr id="71" name="Oval 70">
                <a:extLst>
                  <a:ext uri="{FF2B5EF4-FFF2-40B4-BE49-F238E27FC236}">
                    <a16:creationId xmlns:a16="http://schemas.microsoft.com/office/drawing/2014/main" id="{5A8F7458-8DF7-EC42-A369-93AEE6A07661}"/>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72" name="TextBox 71">
                <a:extLst>
                  <a:ext uri="{FF2B5EF4-FFF2-40B4-BE49-F238E27FC236}">
                    <a16:creationId xmlns:a16="http://schemas.microsoft.com/office/drawing/2014/main" id="{23A5010A-C3E4-D844-A99C-7AC549096A83}"/>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44" name="Group 43">
              <a:extLst>
                <a:ext uri="{FF2B5EF4-FFF2-40B4-BE49-F238E27FC236}">
                  <a16:creationId xmlns:a16="http://schemas.microsoft.com/office/drawing/2014/main" id="{B6AD348A-E2BD-F64D-8F10-A43901F086B0}"/>
                </a:ext>
              </a:extLst>
            </p:cNvPr>
            <p:cNvGrpSpPr/>
            <p:nvPr/>
          </p:nvGrpSpPr>
          <p:grpSpPr>
            <a:xfrm>
              <a:off x="3834376" y="4452830"/>
              <a:ext cx="374681" cy="356519"/>
              <a:chOff x="1178170" y="3200400"/>
              <a:chExt cx="548640" cy="548640"/>
            </a:xfrm>
          </p:grpSpPr>
          <p:sp>
            <p:nvSpPr>
              <p:cNvPr id="69" name="Oval 68">
                <a:extLst>
                  <a:ext uri="{FF2B5EF4-FFF2-40B4-BE49-F238E27FC236}">
                    <a16:creationId xmlns:a16="http://schemas.microsoft.com/office/drawing/2014/main" id="{EBD74C60-933A-2F43-BFBC-84BB1D92A4C4}"/>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70" name="TextBox 69">
                <a:extLst>
                  <a:ext uri="{FF2B5EF4-FFF2-40B4-BE49-F238E27FC236}">
                    <a16:creationId xmlns:a16="http://schemas.microsoft.com/office/drawing/2014/main" id="{B18960D7-3AB6-8746-B066-1B9048140FE8}"/>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3</a:t>
                </a:r>
              </a:p>
            </p:txBody>
          </p:sp>
        </p:grpSp>
        <p:grpSp>
          <p:nvGrpSpPr>
            <p:cNvPr id="45" name="Group 44">
              <a:extLst>
                <a:ext uri="{FF2B5EF4-FFF2-40B4-BE49-F238E27FC236}">
                  <a16:creationId xmlns:a16="http://schemas.microsoft.com/office/drawing/2014/main" id="{DC663F49-1522-BA4E-8C84-19BD03E5D30F}"/>
                </a:ext>
              </a:extLst>
            </p:cNvPr>
            <p:cNvGrpSpPr/>
            <p:nvPr/>
          </p:nvGrpSpPr>
          <p:grpSpPr>
            <a:xfrm>
              <a:off x="2720483" y="4454534"/>
              <a:ext cx="374681" cy="356519"/>
              <a:chOff x="1178170" y="3200400"/>
              <a:chExt cx="548640" cy="548640"/>
            </a:xfrm>
          </p:grpSpPr>
          <p:sp>
            <p:nvSpPr>
              <p:cNvPr id="67" name="Oval 66">
                <a:extLst>
                  <a:ext uri="{FF2B5EF4-FFF2-40B4-BE49-F238E27FC236}">
                    <a16:creationId xmlns:a16="http://schemas.microsoft.com/office/drawing/2014/main" id="{D4EF960E-ED0E-B84B-AEFD-61A0BE666771}"/>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8" name="TextBox 67">
                <a:extLst>
                  <a:ext uri="{FF2B5EF4-FFF2-40B4-BE49-F238E27FC236}">
                    <a16:creationId xmlns:a16="http://schemas.microsoft.com/office/drawing/2014/main" id="{5079DA0B-7123-6E44-AD3D-C8CA6E7F646C}"/>
                  </a:ext>
                </a:extLst>
              </p:cNvPr>
              <p:cNvSpPr txBox="1"/>
              <p:nvPr/>
            </p:nvSpPr>
            <p:spPr>
              <a:xfrm>
                <a:off x="1371601" y="3253154"/>
                <a:ext cx="152400" cy="426268"/>
              </a:xfrm>
              <a:prstGeom prst="rect">
                <a:avLst/>
              </a:prstGeom>
              <a:noFill/>
            </p:spPr>
            <p:txBody>
              <a:bodyPr wrap="square" lIns="0" tIns="0" rIns="0" bIns="0" rtlCol="0">
                <a:spAutoFit/>
              </a:bodyPr>
              <a:lstStyle/>
              <a:p>
                <a:r>
                  <a:rPr lang="en-US">
                    <a:latin typeface="Cambria Math" pitchFamily="18" charset="0"/>
                    <a:ea typeface="Cambria Math" pitchFamily="18" charset="0"/>
                  </a:rPr>
                  <a:t>2</a:t>
                </a:r>
              </a:p>
            </p:txBody>
          </p:sp>
        </p:grpSp>
        <p:sp>
          <p:nvSpPr>
            <p:cNvPr id="46" name="Oval 45">
              <a:extLst>
                <a:ext uri="{FF2B5EF4-FFF2-40B4-BE49-F238E27FC236}">
                  <a16:creationId xmlns:a16="http://schemas.microsoft.com/office/drawing/2014/main" id="{98F83201-2CF8-3143-9066-D2828488074D}"/>
                </a:ext>
              </a:extLst>
            </p:cNvPr>
            <p:cNvSpPr/>
            <p:nvPr/>
          </p:nvSpPr>
          <p:spPr>
            <a:xfrm>
              <a:off x="5407437" y="4436894"/>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4</a:t>
              </a:r>
            </a:p>
          </p:txBody>
        </p:sp>
        <p:cxnSp>
          <p:nvCxnSpPr>
            <p:cNvPr id="47" name="Straight Connector 46">
              <a:extLst>
                <a:ext uri="{FF2B5EF4-FFF2-40B4-BE49-F238E27FC236}">
                  <a16:creationId xmlns:a16="http://schemas.microsoft.com/office/drawing/2014/main" id="{D107FA84-BAFA-2B44-A33F-E13F24F668B7}"/>
                </a:ext>
              </a:extLst>
            </p:cNvPr>
            <p:cNvCxnSpPr>
              <a:stCxn id="67" idx="6"/>
              <a:endCxn id="69" idx="2"/>
            </p:cNvCxnSpPr>
            <p:nvPr/>
          </p:nvCxnSpPr>
          <p:spPr>
            <a:xfrm flipV="1">
              <a:off x="3095164" y="4631090"/>
              <a:ext cx="739212" cy="1704"/>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007ADC58-371F-8D41-9537-797FB0A0F93C}"/>
                </a:ext>
              </a:extLst>
            </p:cNvPr>
            <p:cNvGrpSpPr/>
            <p:nvPr/>
          </p:nvGrpSpPr>
          <p:grpSpPr>
            <a:xfrm>
              <a:off x="2749519" y="5437625"/>
              <a:ext cx="374681" cy="356519"/>
              <a:chOff x="1178170" y="3200400"/>
              <a:chExt cx="548640" cy="548640"/>
            </a:xfrm>
          </p:grpSpPr>
          <p:sp>
            <p:nvSpPr>
              <p:cNvPr id="65" name="Oval 64">
                <a:extLst>
                  <a:ext uri="{FF2B5EF4-FFF2-40B4-BE49-F238E27FC236}">
                    <a16:creationId xmlns:a16="http://schemas.microsoft.com/office/drawing/2014/main" id="{721F1886-C3B8-BD45-BDB7-099C368C063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6" name="TextBox 65">
                <a:extLst>
                  <a:ext uri="{FF2B5EF4-FFF2-40B4-BE49-F238E27FC236}">
                    <a16:creationId xmlns:a16="http://schemas.microsoft.com/office/drawing/2014/main" id="{DCBF4064-4DD2-CD43-8354-FA5C236B6DD5}"/>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49" name="Straight Connector 48">
              <a:extLst>
                <a:ext uri="{FF2B5EF4-FFF2-40B4-BE49-F238E27FC236}">
                  <a16:creationId xmlns:a16="http://schemas.microsoft.com/office/drawing/2014/main" id="{44CA4C07-8E1C-784D-93E7-5B82992D5607}"/>
                </a:ext>
              </a:extLst>
            </p:cNvPr>
            <p:cNvCxnSpPr>
              <a:cxnSpLocks/>
              <a:stCxn id="65" idx="2"/>
            </p:cNvCxnSpPr>
            <p:nvPr/>
          </p:nvCxnSpPr>
          <p:spPr>
            <a:xfrm flipH="1">
              <a:off x="1701735" y="5615885"/>
              <a:ext cx="1047784" cy="95057"/>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36968A7-CE52-DD4B-A4DE-255AA628E298}"/>
                </a:ext>
              </a:extLst>
            </p:cNvPr>
            <p:cNvCxnSpPr>
              <a:cxnSpLocks/>
              <a:stCxn id="46" idx="2"/>
              <a:endCxn id="69" idx="6"/>
            </p:cNvCxnSpPr>
            <p:nvPr/>
          </p:nvCxnSpPr>
          <p:spPr>
            <a:xfrm flipH="1">
              <a:off x="4209057" y="4615154"/>
              <a:ext cx="1198380" cy="15936"/>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856CA54B-9B4C-4D49-AB39-890E351E5B4C}"/>
                </a:ext>
              </a:extLst>
            </p:cNvPr>
            <p:cNvGrpSpPr/>
            <p:nvPr/>
          </p:nvGrpSpPr>
          <p:grpSpPr>
            <a:xfrm>
              <a:off x="1333457" y="5563409"/>
              <a:ext cx="374681" cy="356519"/>
              <a:chOff x="1178170" y="3200400"/>
              <a:chExt cx="548640" cy="548640"/>
            </a:xfrm>
          </p:grpSpPr>
          <p:sp>
            <p:nvSpPr>
              <p:cNvPr id="61" name="Oval 60">
                <a:extLst>
                  <a:ext uri="{FF2B5EF4-FFF2-40B4-BE49-F238E27FC236}">
                    <a16:creationId xmlns:a16="http://schemas.microsoft.com/office/drawing/2014/main" id="{557B67AB-A740-FF4B-B96E-B5FFE05323E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62" name="TextBox 61">
                <a:extLst>
                  <a:ext uri="{FF2B5EF4-FFF2-40B4-BE49-F238E27FC236}">
                    <a16:creationId xmlns:a16="http://schemas.microsoft.com/office/drawing/2014/main" id="{B4C86940-877A-F240-8265-3F916F89FBBE}"/>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cxnSp>
          <p:nvCxnSpPr>
            <p:cNvPr id="55" name="Straight Arrow Connector 54">
              <a:extLst>
                <a:ext uri="{FF2B5EF4-FFF2-40B4-BE49-F238E27FC236}">
                  <a16:creationId xmlns:a16="http://schemas.microsoft.com/office/drawing/2014/main" id="{58158F89-33AF-6344-9932-4A6FE3C502A9}"/>
                </a:ext>
              </a:extLst>
            </p:cNvPr>
            <p:cNvCxnSpPr>
              <a:cxnSpLocks/>
              <a:stCxn id="65" idx="7"/>
              <a:endCxn id="71"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Arc 55">
              <a:extLst>
                <a:ext uri="{FF2B5EF4-FFF2-40B4-BE49-F238E27FC236}">
                  <a16:creationId xmlns:a16="http://schemas.microsoft.com/office/drawing/2014/main" id="{91C76DCB-3395-D34D-A21A-2913866CD394}"/>
                </a:ext>
              </a:extLst>
            </p:cNvPr>
            <p:cNvSpPr/>
            <p:nvPr/>
          </p:nvSpPr>
          <p:spPr>
            <a:xfrm>
              <a:off x="3040338" y="4070548"/>
              <a:ext cx="2554830" cy="1185416"/>
            </a:xfrm>
            <a:prstGeom prst="arc">
              <a:avLst>
                <a:gd name="adj1" fmla="val 11157497"/>
                <a:gd name="adj2" fmla="val 20935562"/>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Arc 56">
              <a:extLst>
                <a:ext uri="{FF2B5EF4-FFF2-40B4-BE49-F238E27FC236}">
                  <a16:creationId xmlns:a16="http://schemas.microsoft.com/office/drawing/2014/main" id="{B5B7E783-47DB-B849-A698-128F204851E6}"/>
                </a:ext>
              </a:extLst>
            </p:cNvPr>
            <p:cNvSpPr/>
            <p:nvPr/>
          </p:nvSpPr>
          <p:spPr>
            <a:xfrm>
              <a:off x="2985695" y="4685972"/>
              <a:ext cx="3201647" cy="1652738"/>
            </a:xfrm>
            <a:prstGeom prst="arc">
              <a:avLst>
                <a:gd name="adj1" fmla="val 14576941"/>
                <a:gd name="adj2" fmla="val 1037975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Arc 59">
              <a:extLst>
                <a:ext uri="{FF2B5EF4-FFF2-40B4-BE49-F238E27FC236}">
                  <a16:creationId xmlns:a16="http://schemas.microsoft.com/office/drawing/2014/main" id="{7953E070-C673-E04C-A0F2-6D673CE46DF0}"/>
                </a:ext>
              </a:extLst>
            </p:cNvPr>
            <p:cNvSpPr/>
            <p:nvPr/>
          </p:nvSpPr>
          <p:spPr>
            <a:xfrm>
              <a:off x="1281419" y="4660871"/>
              <a:ext cx="6451740" cy="1933242"/>
            </a:xfrm>
            <a:prstGeom prst="arc">
              <a:avLst>
                <a:gd name="adj1" fmla="val 19441009"/>
                <a:gd name="adj2" fmla="val 10521136"/>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3" name="TextBox 72">
            <a:extLst>
              <a:ext uri="{FF2B5EF4-FFF2-40B4-BE49-F238E27FC236}">
                <a16:creationId xmlns:a16="http://schemas.microsoft.com/office/drawing/2014/main" id="{F04A98B2-EDE6-3849-9965-9087DE6C572D}"/>
              </a:ext>
            </a:extLst>
          </p:cNvPr>
          <p:cNvSpPr txBox="1"/>
          <p:nvPr/>
        </p:nvSpPr>
        <p:spPr>
          <a:xfrm>
            <a:off x="457200" y="2033062"/>
            <a:ext cx="447380" cy="369332"/>
          </a:xfrm>
          <a:prstGeom prst="rect">
            <a:avLst/>
          </a:prstGeom>
          <a:noFill/>
          <a:ln>
            <a:solidFill>
              <a:schemeClr val="tx1"/>
            </a:solidFill>
          </a:ln>
        </p:spPr>
        <p:txBody>
          <a:bodyPr wrap="square" rtlCol="0">
            <a:spAutoFit/>
          </a:bodyPr>
          <a:lstStyle/>
          <a:p>
            <a:r>
              <a:rPr lang="en-US"/>
              <a:t>7</a:t>
            </a:r>
          </a:p>
        </p:txBody>
      </p:sp>
      <p:sp>
        <p:nvSpPr>
          <p:cNvPr id="74" name="TextBox 73">
            <a:extLst>
              <a:ext uri="{FF2B5EF4-FFF2-40B4-BE49-F238E27FC236}">
                <a16:creationId xmlns:a16="http://schemas.microsoft.com/office/drawing/2014/main" id="{6541A0BF-B916-D945-B923-ED19F6FAC486}"/>
              </a:ext>
            </a:extLst>
          </p:cNvPr>
          <p:cNvSpPr txBox="1"/>
          <p:nvPr/>
        </p:nvSpPr>
        <p:spPr>
          <a:xfrm>
            <a:off x="457200" y="5107335"/>
            <a:ext cx="447380" cy="369332"/>
          </a:xfrm>
          <a:prstGeom prst="rect">
            <a:avLst/>
          </a:prstGeom>
          <a:noFill/>
          <a:ln>
            <a:solidFill>
              <a:schemeClr val="tx1"/>
            </a:solidFill>
          </a:ln>
        </p:spPr>
        <p:txBody>
          <a:bodyPr wrap="square" rtlCol="0">
            <a:spAutoFit/>
          </a:bodyPr>
          <a:lstStyle/>
          <a:p>
            <a:r>
              <a:rPr lang="en-US"/>
              <a:t>8</a:t>
            </a:r>
          </a:p>
        </p:txBody>
      </p:sp>
    </p:spTree>
    <p:extLst>
      <p:ext uri="{BB962C8B-B14F-4D97-AF65-F5344CB8AC3E}">
        <p14:creationId xmlns:p14="http://schemas.microsoft.com/office/powerpoint/2010/main" val="1442309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0D4CDF8-C1F8-9346-A6E3-F838BED9998F}"/>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28CBEEF7-B295-AB4A-8900-7CC49BC9DC05}"/>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C473FDC0-AA4A-3540-9961-365760EE270D}"/>
              </a:ext>
            </a:extLst>
          </p:cNvPr>
          <p:cNvSpPr>
            <a:spLocks noGrp="1"/>
          </p:cNvSpPr>
          <p:nvPr>
            <p:ph type="sldNum" sz="quarter" idx="12"/>
          </p:nvPr>
        </p:nvSpPr>
        <p:spPr/>
        <p:txBody>
          <a:bodyPr/>
          <a:lstStyle/>
          <a:p>
            <a:fld id="{BA7BC09B-FE30-A349-B1D2-5A364F511F98}" type="slidenum">
              <a:rPr lang="en-US" smtClean="0"/>
              <a:t>43</a:t>
            </a:fld>
            <a:endParaRPr lang="en-US"/>
          </a:p>
        </p:txBody>
      </p:sp>
      <p:sp>
        <p:nvSpPr>
          <p:cNvPr id="2" name="Title 1">
            <a:extLst>
              <a:ext uri="{FF2B5EF4-FFF2-40B4-BE49-F238E27FC236}">
                <a16:creationId xmlns:a16="http://schemas.microsoft.com/office/drawing/2014/main" id="{4F966E0F-914E-D147-A6E8-9D13A7E49556}"/>
              </a:ext>
            </a:extLst>
          </p:cNvPr>
          <p:cNvSpPr>
            <a:spLocks noGrp="1"/>
          </p:cNvSpPr>
          <p:nvPr>
            <p:ph type="title"/>
          </p:nvPr>
        </p:nvSpPr>
        <p:spPr/>
        <p:txBody>
          <a:bodyPr/>
          <a:lstStyle/>
          <a:p>
            <a:r>
              <a:rPr lang="en-US" err="1"/>
              <a:t>Sắp</a:t>
            </a:r>
            <a:r>
              <a:rPr lang="en-US"/>
              <a:t> </a:t>
            </a:r>
            <a:r>
              <a:rPr lang="en-US" err="1"/>
              <a:t>xếp</a:t>
            </a:r>
            <a:r>
              <a:rPr lang="en-US"/>
              <a:t> </a:t>
            </a:r>
            <a:r>
              <a:rPr lang="en-US" err="1"/>
              <a:t>tô</a:t>
            </a:r>
            <a:r>
              <a:rPr lang="en-US"/>
              <a:t> </a:t>
            </a:r>
            <a:r>
              <a:rPr lang="en-US" err="1"/>
              <a:t>pô</a:t>
            </a:r>
            <a:endParaRPr lang="en-US"/>
          </a:p>
        </p:txBody>
      </p:sp>
      <p:sp>
        <p:nvSpPr>
          <p:cNvPr id="3" name="Chỗ dành sẵn cho Nội dung 2">
            <a:extLst>
              <a:ext uri="{FF2B5EF4-FFF2-40B4-BE49-F238E27FC236}">
                <a16:creationId xmlns:a16="http://schemas.microsoft.com/office/drawing/2014/main" id="{4EC2BFC5-6539-A43E-240B-50308B5E4641}"/>
              </a:ext>
            </a:extLst>
          </p:cNvPr>
          <p:cNvSpPr>
            <a:spLocks noGrp="1"/>
          </p:cNvSpPr>
          <p:nvPr>
            <p:ph sz="quarter" idx="13"/>
          </p:nvPr>
        </p:nvSpPr>
        <p:spPr/>
        <p:txBody>
          <a:bodyPr/>
          <a:lstStyle/>
          <a:p>
            <a:endParaRPr lang="vi-VN"/>
          </a:p>
        </p:txBody>
      </p:sp>
      <p:grpSp>
        <p:nvGrpSpPr>
          <p:cNvPr id="7" name="Group 6">
            <a:extLst>
              <a:ext uri="{FF2B5EF4-FFF2-40B4-BE49-F238E27FC236}">
                <a16:creationId xmlns:a16="http://schemas.microsoft.com/office/drawing/2014/main" id="{ECAD2E73-EC74-8D4B-BEA5-632877D99CD3}"/>
              </a:ext>
            </a:extLst>
          </p:cNvPr>
          <p:cNvGrpSpPr/>
          <p:nvPr/>
        </p:nvGrpSpPr>
        <p:grpSpPr>
          <a:xfrm>
            <a:off x="2102960" y="1783984"/>
            <a:ext cx="6583840" cy="2157219"/>
            <a:chOff x="1149319" y="4436894"/>
            <a:chExt cx="6583840" cy="2157219"/>
          </a:xfrm>
        </p:grpSpPr>
        <p:grpSp>
          <p:nvGrpSpPr>
            <p:cNvPr id="8" name="Group 7">
              <a:extLst>
                <a:ext uri="{FF2B5EF4-FFF2-40B4-BE49-F238E27FC236}">
                  <a16:creationId xmlns:a16="http://schemas.microsoft.com/office/drawing/2014/main" id="{A06A559F-E56B-3C40-820B-DEB14D1AB72E}"/>
                </a:ext>
              </a:extLst>
            </p:cNvPr>
            <p:cNvGrpSpPr/>
            <p:nvPr/>
          </p:nvGrpSpPr>
          <p:grpSpPr>
            <a:xfrm>
              <a:off x="1149319" y="4492794"/>
              <a:ext cx="374681" cy="356519"/>
              <a:chOff x="1178170" y="3200400"/>
              <a:chExt cx="548640" cy="548640"/>
            </a:xfrm>
          </p:grpSpPr>
          <p:sp>
            <p:nvSpPr>
              <p:cNvPr id="30" name="Oval 29">
                <a:extLst>
                  <a:ext uri="{FF2B5EF4-FFF2-40B4-BE49-F238E27FC236}">
                    <a16:creationId xmlns:a16="http://schemas.microsoft.com/office/drawing/2014/main" id="{AA022212-D5A5-2D41-9F9A-AAA682B9E8A4}"/>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1" name="TextBox 30">
                <a:extLst>
                  <a:ext uri="{FF2B5EF4-FFF2-40B4-BE49-F238E27FC236}">
                    <a16:creationId xmlns:a16="http://schemas.microsoft.com/office/drawing/2014/main" id="{75910290-E26F-F944-9C91-232746187542}"/>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9" name="Group 8">
              <a:extLst>
                <a:ext uri="{FF2B5EF4-FFF2-40B4-BE49-F238E27FC236}">
                  <a16:creationId xmlns:a16="http://schemas.microsoft.com/office/drawing/2014/main" id="{DD641FD7-0ADD-0C48-9653-52C20D4D49CB}"/>
                </a:ext>
              </a:extLst>
            </p:cNvPr>
            <p:cNvGrpSpPr/>
            <p:nvPr/>
          </p:nvGrpSpPr>
          <p:grpSpPr>
            <a:xfrm>
              <a:off x="3834376" y="4452830"/>
              <a:ext cx="374681" cy="356519"/>
              <a:chOff x="1178170" y="3200400"/>
              <a:chExt cx="548640" cy="548640"/>
            </a:xfrm>
          </p:grpSpPr>
          <p:sp>
            <p:nvSpPr>
              <p:cNvPr id="28" name="Oval 27">
                <a:extLst>
                  <a:ext uri="{FF2B5EF4-FFF2-40B4-BE49-F238E27FC236}">
                    <a16:creationId xmlns:a16="http://schemas.microsoft.com/office/drawing/2014/main" id="{61864AC0-3FD8-0748-9994-A8E11F05881B}"/>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9" name="TextBox 28">
                <a:extLst>
                  <a:ext uri="{FF2B5EF4-FFF2-40B4-BE49-F238E27FC236}">
                    <a16:creationId xmlns:a16="http://schemas.microsoft.com/office/drawing/2014/main" id="{89B7054A-F3D5-264A-9EFF-97E28E46D68B}"/>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3</a:t>
                </a:r>
              </a:p>
            </p:txBody>
          </p:sp>
        </p:grpSp>
        <p:sp>
          <p:nvSpPr>
            <p:cNvPr id="11" name="Oval 10">
              <a:extLst>
                <a:ext uri="{FF2B5EF4-FFF2-40B4-BE49-F238E27FC236}">
                  <a16:creationId xmlns:a16="http://schemas.microsoft.com/office/drawing/2014/main" id="{32B54443-2D35-3442-A296-957088D3E022}"/>
                </a:ext>
              </a:extLst>
            </p:cNvPr>
            <p:cNvSpPr/>
            <p:nvPr/>
          </p:nvSpPr>
          <p:spPr>
            <a:xfrm>
              <a:off x="5407437" y="4436894"/>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4</a:t>
              </a:r>
            </a:p>
          </p:txBody>
        </p:sp>
        <p:grpSp>
          <p:nvGrpSpPr>
            <p:cNvPr id="13" name="Group 12">
              <a:extLst>
                <a:ext uri="{FF2B5EF4-FFF2-40B4-BE49-F238E27FC236}">
                  <a16:creationId xmlns:a16="http://schemas.microsoft.com/office/drawing/2014/main" id="{BFB3AE47-D162-F64C-9B41-E49FB1760008}"/>
                </a:ext>
              </a:extLst>
            </p:cNvPr>
            <p:cNvGrpSpPr/>
            <p:nvPr/>
          </p:nvGrpSpPr>
          <p:grpSpPr>
            <a:xfrm>
              <a:off x="2749519" y="5437625"/>
              <a:ext cx="374681" cy="356519"/>
              <a:chOff x="1178170" y="3200400"/>
              <a:chExt cx="548640" cy="548640"/>
            </a:xfrm>
          </p:grpSpPr>
          <p:sp>
            <p:nvSpPr>
              <p:cNvPr id="24" name="Oval 23">
                <a:extLst>
                  <a:ext uri="{FF2B5EF4-FFF2-40B4-BE49-F238E27FC236}">
                    <a16:creationId xmlns:a16="http://schemas.microsoft.com/office/drawing/2014/main" id="{FF746C9C-FE43-8648-98E3-3C7ADFB53D99}"/>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5" name="TextBox 24">
                <a:extLst>
                  <a:ext uri="{FF2B5EF4-FFF2-40B4-BE49-F238E27FC236}">
                    <a16:creationId xmlns:a16="http://schemas.microsoft.com/office/drawing/2014/main" id="{6598E452-A633-8241-874B-2FBBBE74AE3A}"/>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14" name="Straight Connector 13">
              <a:extLst>
                <a:ext uri="{FF2B5EF4-FFF2-40B4-BE49-F238E27FC236}">
                  <a16:creationId xmlns:a16="http://schemas.microsoft.com/office/drawing/2014/main" id="{C054D150-97B5-134A-B349-CDFF796269FB}"/>
                </a:ext>
              </a:extLst>
            </p:cNvPr>
            <p:cNvCxnSpPr>
              <a:cxnSpLocks/>
              <a:stCxn id="24" idx="2"/>
            </p:cNvCxnSpPr>
            <p:nvPr/>
          </p:nvCxnSpPr>
          <p:spPr>
            <a:xfrm flipH="1">
              <a:off x="1701735" y="5615885"/>
              <a:ext cx="1047784" cy="95057"/>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EB29684-5D21-FE49-A7CF-122F85CEF548}"/>
                </a:ext>
              </a:extLst>
            </p:cNvPr>
            <p:cNvCxnSpPr>
              <a:cxnSpLocks/>
              <a:stCxn id="11" idx="2"/>
              <a:endCxn id="28" idx="6"/>
            </p:cNvCxnSpPr>
            <p:nvPr/>
          </p:nvCxnSpPr>
          <p:spPr>
            <a:xfrm flipH="1">
              <a:off x="4209057" y="4615154"/>
              <a:ext cx="1198380" cy="15936"/>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2DB14DE9-8CE8-C04A-9584-559420B3442A}"/>
                </a:ext>
              </a:extLst>
            </p:cNvPr>
            <p:cNvGrpSpPr/>
            <p:nvPr/>
          </p:nvGrpSpPr>
          <p:grpSpPr>
            <a:xfrm>
              <a:off x="1333457" y="5563409"/>
              <a:ext cx="374681" cy="356519"/>
              <a:chOff x="1178170" y="3200400"/>
              <a:chExt cx="548640" cy="548640"/>
            </a:xfrm>
          </p:grpSpPr>
          <p:sp>
            <p:nvSpPr>
              <p:cNvPr id="22" name="Oval 21">
                <a:extLst>
                  <a:ext uri="{FF2B5EF4-FFF2-40B4-BE49-F238E27FC236}">
                    <a16:creationId xmlns:a16="http://schemas.microsoft.com/office/drawing/2014/main" id="{134E8916-794E-FB4F-8E91-D64E7D41C5C5}"/>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3" name="TextBox 22">
                <a:extLst>
                  <a:ext uri="{FF2B5EF4-FFF2-40B4-BE49-F238E27FC236}">
                    <a16:creationId xmlns:a16="http://schemas.microsoft.com/office/drawing/2014/main" id="{97DDFDA1-5C97-8D40-B8F5-19B1B7732513}"/>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cxnSp>
          <p:nvCxnSpPr>
            <p:cNvPr id="18" name="Straight Arrow Connector 17">
              <a:extLst>
                <a:ext uri="{FF2B5EF4-FFF2-40B4-BE49-F238E27FC236}">
                  <a16:creationId xmlns:a16="http://schemas.microsoft.com/office/drawing/2014/main" id="{A7E9F615-127D-A04B-856D-7FDBBEB2787C}"/>
                </a:ext>
              </a:extLst>
            </p:cNvPr>
            <p:cNvCxnSpPr>
              <a:cxnSpLocks/>
              <a:stCxn id="24" idx="7"/>
              <a:endCxn id="30"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2C27FD84-B249-BD42-9384-5ECEB63BC066}"/>
                </a:ext>
              </a:extLst>
            </p:cNvPr>
            <p:cNvSpPr/>
            <p:nvPr/>
          </p:nvSpPr>
          <p:spPr>
            <a:xfrm>
              <a:off x="2985695" y="4685972"/>
              <a:ext cx="3201647" cy="1652738"/>
            </a:xfrm>
            <a:prstGeom prst="arc">
              <a:avLst>
                <a:gd name="adj1" fmla="val 14576941"/>
                <a:gd name="adj2" fmla="val 1037975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3B3FD191-3949-3742-8B14-1D46C9C51559}"/>
                </a:ext>
              </a:extLst>
            </p:cNvPr>
            <p:cNvSpPr/>
            <p:nvPr/>
          </p:nvSpPr>
          <p:spPr>
            <a:xfrm>
              <a:off x="1281419" y="4660871"/>
              <a:ext cx="6451740" cy="1933242"/>
            </a:xfrm>
            <a:prstGeom prst="arc">
              <a:avLst>
                <a:gd name="adj1" fmla="val 19441009"/>
                <a:gd name="adj2" fmla="val 10521136"/>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F2CCE094-9EC6-3745-90C1-18C06BB309ED}"/>
              </a:ext>
            </a:extLst>
          </p:cNvPr>
          <p:cNvGrpSpPr/>
          <p:nvPr/>
        </p:nvGrpSpPr>
        <p:grpSpPr>
          <a:xfrm>
            <a:off x="2324590" y="4442079"/>
            <a:ext cx="5038023" cy="1885880"/>
            <a:chOff x="1149319" y="4452830"/>
            <a:chExt cx="5038023" cy="1885880"/>
          </a:xfrm>
        </p:grpSpPr>
        <p:grpSp>
          <p:nvGrpSpPr>
            <p:cNvPr id="33" name="Group 32">
              <a:extLst>
                <a:ext uri="{FF2B5EF4-FFF2-40B4-BE49-F238E27FC236}">
                  <a16:creationId xmlns:a16="http://schemas.microsoft.com/office/drawing/2014/main" id="{6352CE36-9C0D-8742-B658-D0AF0F402A2D}"/>
                </a:ext>
              </a:extLst>
            </p:cNvPr>
            <p:cNvGrpSpPr/>
            <p:nvPr/>
          </p:nvGrpSpPr>
          <p:grpSpPr>
            <a:xfrm>
              <a:off x="1149319" y="4492794"/>
              <a:ext cx="374681" cy="356519"/>
              <a:chOff x="1178170" y="3200400"/>
              <a:chExt cx="548640" cy="548640"/>
            </a:xfrm>
          </p:grpSpPr>
          <p:sp>
            <p:nvSpPr>
              <p:cNvPr id="55" name="Oval 54">
                <a:extLst>
                  <a:ext uri="{FF2B5EF4-FFF2-40B4-BE49-F238E27FC236}">
                    <a16:creationId xmlns:a16="http://schemas.microsoft.com/office/drawing/2014/main" id="{243FF7C3-14E5-4745-9A10-1637AB062B1E}"/>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56" name="TextBox 55">
                <a:extLst>
                  <a:ext uri="{FF2B5EF4-FFF2-40B4-BE49-F238E27FC236}">
                    <a16:creationId xmlns:a16="http://schemas.microsoft.com/office/drawing/2014/main" id="{C535BDA4-B964-4746-9F7E-D000A182E063}"/>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34" name="Group 33">
              <a:extLst>
                <a:ext uri="{FF2B5EF4-FFF2-40B4-BE49-F238E27FC236}">
                  <a16:creationId xmlns:a16="http://schemas.microsoft.com/office/drawing/2014/main" id="{DE9FFFCD-3313-E945-998D-2ED0C778E09A}"/>
                </a:ext>
              </a:extLst>
            </p:cNvPr>
            <p:cNvGrpSpPr/>
            <p:nvPr/>
          </p:nvGrpSpPr>
          <p:grpSpPr>
            <a:xfrm>
              <a:off x="3834376" y="4452830"/>
              <a:ext cx="374681" cy="356519"/>
              <a:chOff x="1178170" y="3200400"/>
              <a:chExt cx="548640" cy="548640"/>
            </a:xfrm>
          </p:grpSpPr>
          <p:sp>
            <p:nvSpPr>
              <p:cNvPr id="53" name="Oval 52">
                <a:extLst>
                  <a:ext uri="{FF2B5EF4-FFF2-40B4-BE49-F238E27FC236}">
                    <a16:creationId xmlns:a16="http://schemas.microsoft.com/office/drawing/2014/main" id="{01F253C7-4501-4040-9A1A-096103C261D1}"/>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54" name="TextBox 53">
                <a:extLst>
                  <a:ext uri="{FF2B5EF4-FFF2-40B4-BE49-F238E27FC236}">
                    <a16:creationId xmlns:a16="http://schemas.microsoft.com/office/drawing/2014/main" id="{707E5D61-D0AC-1A44-943B-1E22CEC11379}"/>
                  </a:ext>
                </a:extLst>
              </p:cNvPr>
              <p:cNvSpPr txBox="1"/>
              <p:nvPr/>
            </p:nvSpPr>
            <p:spPr>
              <a:xfrm>
                <a:off x="1371601" y="323557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3</a:t>
                </a:r>
              </a:p>
            </p:txBody>
          </p:sp>
        </p:grpSp>
        <p:grpSp>
          <p:nvGrpSpPr>
            <p:cNvPr id="38" name="Group 37">
              <a:extLst>
                <a:ext uri="{FF2B5EF4-FFF2-40B4-BE49-F238E27FC236}">
                  <a16:creationId xmlns:a16="http://schemas.microsoft.com/office/drawing/2014/main" id="{3635E7EE-ABEE-044D-9386-37029D3554CF}"/>
                </a:ext>
              </a:extLst>
            </p:cNvPr>
            <p:cNvGrpSpPr/>
            <p:nvPr/>
          </p:nvGrpSpPr>
          <p:grpSpPr>
            <a:xfrm>
              <a:off x="2749519" y="5437625"/>
              <a:ext cx="374681" cy="356519"/>
              <a:chOff x="1178170" y="3200400"/>
              <a:chExt cx="548640" cy="548640"/>
            </a:xfrm>
          </p:grpSpPr>
          <p:sp>
            <p:nvSpPr>
              <p:cNvPr id="49" name="Oval 48">
                <a:extLst>
                  <a:ext uri="{FF2B5EF4-FFF2-40B4-BE49-F238E27FC236}">
                    <a16:creationId xmlns:a16="http://schemas.microsoft.com/office/drawing/2014/main" id="{553CAF32-F199-A640-9B3A-46127072D555}"/>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50" name="TextBox 49">
                <a:extLst>
                  <a:ext uri="{FF2B5EF4-FFF2-40B4-BE49-F238E27FC236}">
                    <a16:creationId xmlns:a16="http://schemas.microsoft.com/office/drawing/2014/main" id="{83FE49B1-B00A-5F4E-B405-CF091A451AE6}"/>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39" name="Straight Connector 38">
              <a:extLst>
                <a:ext uri="{FF2B5EF4-FFF2-40B4-BE49-F238E27FC236}">
                  <a16:creationId xmlns:a16="http://schemas.microsoft.com/office/drawing/2014/main" id="{068F0E40-67A9-594E-BC47-E2BC6FDA3EE5}"/>
                </a:ext>
              </a:extLst>
            </p:cNvPr>
            <p:cNvCxnSpPr>
              <a:cxnSpLocks/>
              <a:stCxn id="49" idx="2"/>
            </p:cNvCxnSpPr>
            <p:nvPr/>
          </p:nvCxnSpPr>
          <p:spPr>
            <a:xfrm flipH="1">
              <a:off x="1701735" y="5615885"/>
              <a:ext cx="1047784" cy="95057"/>
            </a:xfrm>
            <a:prstGeom prst="line">
              <a:avLst/>
            </a:prstGeom>
            <a:ln>
              <a:headEnd type="arrow"/>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062FFC8A-CAEA-E442-9AC7-5317F30AC0B5}"/>
                </a:ext>
              </a:extLst>
            </p:cNvPr>
            <p:cNvGrpSpPr/>
            <p:nvPr/>
          </p:nvGrpSpPr>
          <p:grpSpPr>
            <a:xfrm>
              <a:off x="1333457" y="5563409"/>
              <a:ext cx="374681" cy="356519"/>
              <a:chOff x="1178170" y="3200400"/>
              <a:chExt cx="548640" cy="548640"/>
            </a:xfrm>
          </p:grpSpPr>
          <p:sp>
            <p:nvSpPr>
              <p:cNvPr id="47" name="Oval 46">
                <a:extLst>
                  <a:ext uri="{FF2B5EF4-FFF2-40B4-BE49-F238E27FC236}">
                    <a16:creationId xmlns:a16="http://schemas.microsoft.com/office/drawing/2014/main" id="{0F4D9D8B-C10B-6842-9AF9-3589ECE18604}"/>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8" name="TextBox 47">
                <a:extLst>
                  <a:ext uri="{FF2B5EF4-FFF2-40B4-BE49-F238E27FC236}">
                    <a16:creationId xmlns:a16="http://schemas.microsoft.com/office/drawing/2014/main" id="{36E4FE47-5018-F24E-993E-D412F220947E}"/>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cxnSp>
          <p:nvCxnSpPr>
            <p:cNvPr id="43" name="Straight Arrow Connector 42">
              <a:extLst>
                <a:ext uri="{FF2B5EF4-FFF2-40B4-BE49-F238E27FC236}">
                  <a16:creationId xmlns:a16="http://schemas.microsoft.com/office/drawing/2014/main" id="{B279B35A-8DA6-6441-BF7D-957046C94DF7}"/>
                </a:ext>
              </a:extLst>
            </p:cNvPr>
            <p:cNvCxnSpPr>
              <a:cxnSpLocks/>
              <a:stCxn id="49" idx="7"/>
              <a:endCxn id="55"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21F67E63-EF37-974F-83B4-B04FB22A43CA}"/>
                </a:ext>
              </a:extLst>
            </p:cNvPr>
            <p:cNvSpPr/>
            <p:nvPr/>
          </p:nvSpPr>
          <p:spPr>
            <a:xfrm>
              <a:off x="2985695" y="4685972"/>
              <a:ext cx="3201647" cy="1652738"/>
            </a:xfrm>
            <a:prstGeom prst="arc">
              <a:avLst>
                <a:gd name="adj1" fmla="val 14576941"/>
                <a:gd name="adj2" fmla="val 10379753"/>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7" name="TextBox 56">
            <a:extLst>
              <a:ext uri="{FF2B5EF4-FFF2-40B4-BE49-F238E27FC236}">
                <a16:creationId xmlns:a16="http://schemas.microsoft.com/office/drawing/2014/main" id="{0E6CE2FB-055C-8443-A282-87D9C348DBE5}"/>
              </a:ext>
            </a:extLst>
          </p:cNvPr>
          <p:cNvSpPr txBox="1"/>
          <p:nvPr/>
        </p:nvSpPr>
        <p:spPr>
          <a:xfrm>
            <a:off x="457200" y="2033062"/>
            <a:ext cx="447380" cy="369332"/>
          </a:xfrm>
          <a:prstGeom prst="rect">
            <a:avLst/>
          </a:prstGeom>
          <a:noFill/>
          <a:ln>
            <a:solidFill>
              <a:schemeClr val="tx1"/>
            </a:solidFill>
          </a:ln>
        </p:spPr>
        <p:txBody>
          <a:bodyPr wrap="square" rtlCol="0">
            <a:spAutoFit/>
          </a:bodyPr>
          <a:lstStyle/>
          <a:p>
            <a:r>
              <a:rPr lang="en-US"/>
              <a:t>2</a:t>
            </a:r>
          </a:p>
        </p:txBody>
      </p:sp>
      <p:sp>
        <p:nvSpPr>
          <p:cNvPr id="58" name="TextBox 57">
            <a:extLst>
              <a:ext uri="{FF2B5EF4-FFF2-40B4-BE49-F238E27FC236}">
                <a16:creationId xmlns:a16="http://schemas.microsoft.com/office/drawing/2014/main" id="{BA9FED8A-CB3F-6A4F-8474-576820926F31}"/>
              </a:ext>
            </a:extLst>
          </p:cNvPr>
          <p:cNvSpPr txBox="1"/>
          <p:nvPr/>
        </p:nvSpPr>
        <p:spPr>
          <a:xfrm>
            <a:off x="554956" y="4910132"/>
            <a:ext cx="447380" cy="369332"/>
          </a:xfrm>
          <a:prstGeom prst="rect">
            <a:avLst/>
          </a:prstGeom>
          <a:noFill/>
          <a:ln>
            <a:solidFill>
              <a:schemeClr val="tx1"/>
            </a:solidFill>
          </a:ln>
        </p:spPr>
        <p:txBody>
          <a:bodyPr wrap="square" rtlCol="0">
            <a:spAutoFit/>
          </a:bodyPr>
          <a:lstStyle/>
          <a:p>
            <a:r>
              <a:rPr lang="en-US"/>
              <a:t>4</a:t>
            </a:r>
          </a:p>
        </p:txBody>
      </p:sp>
    </p:spTree>
    <p:extLst>
      <p:ext uri="{BB962C8B-B14F-4D97-AF65-F5344CB8AC3E}">
        <p14:creationId xmlns:p14="http://schemas.microsoft.com/office/powerpoint/2010/main" val="1962690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E7665A4-99D0-A14B-AE38-6C6B6D309E67}"/>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0E2D0DB8-750E-6141-9321-E01795B41B3A}"/>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1E252823-58F3-F14B-AF51-E1B9015CF3ED}"/>
              </a:ext>
            </a:extLst>
          </p:cNvPr>
          <p:cNvSpPr>
            <a:spLocks noGrp="1"/>
          </p:cNvSpPr>
          <p:nvPr>
            <p:ph type="sldNum" sz="quarter" idx="12"/>
          </p:nvPr>
        </p:nvSpPr>
        <p:spPr/>
        <p:txBody>
          <a:bodyPr/>
          <a:lstStyle/>
          <a:p>
            <a:fld id="{BA7BC09B-FE30-A349-B1D2-5A364F511F98}" type="slidenum">
              <a:rPr lang="en-US" smtClean="0"/>
              <a:t>44</a:t>
            </a:fld>
            <a:endParaRPr lang="en-US"/>
          </a:p>
        </p:txBody>
      </p:sp>
      <p:sp>
        <p:nvSpPr>
          <p:cNvPr id="2" name="Title 1">
            <a:extLst>
              <a:ext uri="{FF2B5EF4-FFF2-40B4-BE49-F238E27FC236}">
                <a16:creationId xmlns:a16="http://schemas.microsoft.com/office/drawing/2014/main" id="{6F07C5E0-843E-A84D-B0D8-9A85B463C59C}"/>
              </a:ext>
            </a:extLst>
          </p:cNvPr>
          <p:cNvSpPr>
            <a:spLocks noGrp="1"/>
          </p:cNvSpPr>
          <p:nvPr>
            <p:ph type="title"/>
          </p:nvPr>
        </p:nvSpPr>
        <p:spPr/>
        <p:txBody>
          <a:bodyPr/>
          <a:lstStyle/>
          <a:p>
            <a:r>
              <a:rPr lang="en-US" err="1"/>
              <a:t>Sắp</a:t>
            </a:r>
            <a:r>
              <a:rPr lang="en-US"/>
              <a:t> </a:t>
            </a:r>
            <a:r>
              <a:rPr lang="en-US" err="1"/>
              <a:t>xếp</a:t>
            </a:r>
            <a:r>
              <a:rPr lang="en-US"/>
              <a:t> </a:t>
            </a:r>
            <a:r>
              <a:rPr lang="en-US" err="1"/>
              <a:t>tô</a:t>
            </a:r>
            <a:r>
              <a:rPr lang="en-US"/>
              <a:t> </a:t>
            </a:r>
            <a:r>
              <a:rPr lang="en-US" err="1"/>
              <a:t>pô</a:t>
            </a:r>
            <a:endParaRPr lang="en-US"/>
          </a:p>
        </p:txBody>
      </p:sp>
      <p:sp>
        <p:nvSpPr>
          <p:cNvPr id="3" name="Chỗ dành sẵn cho Nội dung 2">
            <a:extLst>
              <a:ext uri="{FF2B5EF4-FFF2-40B4-BE49-F238E27FC236}">
                <a16:creationId xmlns:a16="http://schemas.microsoft.com/office/drawing/2014/main" id="{923B39D0-C9AB-DB96-2562-17C160502DE3}"/>
              </a:ext>
            </a:extLst>
          </p:cNvPr>
          <p:cNvSpPr>
            <a:spLocks noGrp="1"/>
          </p:cNvSpPr>
          <p:nvPr>
            <p:ph sz="quarter" idx="13"/>
          </p:nvPr>
        </p:nvSpPr>
        <p:spPr/>
        <p:txBody>
          <a:bodyPr/>
          <a:lstStyle/>
          <a:p>
            <a:endParaRPr lang="vi-VN"/>
          </a:p>
        </p:txBody>
      </p:sp>
      <p:grpSp>
        <p:nvGrpSpPr>
          <p:cNvPr id="7" name="Group 6">
            <a:extLst>
              <a:ext uri="{FF2B5EF4-FFF2-40B4-BE49-F238E27FC236}">
                <a16:creationId xmlns:a16="http://schemas.microsoft.com/office/drawing/2014/main" id="{11CAABFF-BA4D-3540-815B-D27B6FBE9B9E}"/>
              </a:ext>
            </a:extLst>
          </p:cNvPr>
          <p:cNvGrpSpPr/>
          <p:nvPr/>
        </p:nvGrpSpPr>
        <p:grpSpPr>
          <a:xfrm>
            <a:off x="1603359" y="1522853"/>
            <a:ext cx="1974881" cy="1427134"/>
            <a:chOff x="1149319" y="4492794"/>
            <a:chExt cx="1974881" cy="1427134"/>
          </a:xfrm>
        </p:grpSpPr>
        <p:grpSp>
          <p:nvGrpSpPr>
            <p:cNvPr id="8" name="Group 7">
              <a:extLst>
                <a:ext uri="{FF2B5EF4-FFF2-40B4-BE49-F238E27FC236}">
                  <a16:creationId xmlns:a16="http://schemas.microsoft.com/office/drawing/2014/main" id="{15D8E4D2-8C7E-0844-ACA9-46A2D25A6F31}"/>
                </a:ext>
              </a:extLst>
            </p:cNvPr>
            <p:cNvGrpSpPr/>
            <p:nvPr/>
          </p:nvGrpSpPr>
          <p:grpSpPr>
            <a:xfrm>
              <a:off x="1149319" y="4492794"/>
              <a:ext cx="374681" cy="356519"/>
              <a:chOff x="1178170" y="3200400"/>
              <a:chExt cx="548640" cy="548640"/>
            </a:xfrm>
          </p:grpSpPr>
          <p:sp>
            <p:nvSpPr>
              <p:cNvPr id="21" name="Oval 20">
                <a:extLst>
                  <a:ext uri="{FF2B5EF4-FFF2-40B4-BE49-F238E27FC236}">
                    <a16:creationId xmlns:a16="http://schemas.microsoft.com/office/drawing/2014/main" id="{2084A098-6F69-5E44-A7D1-B3D2A7FC4AD0}"/>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22" name="TextBox 21">
                <a:extLst>
                  <a:ext uri="{FF2B5EF4-FFF2-40B4-BE49-F238E27FC236}">
                    <a16:creationId xmlns:a16="http://schemas.microsoft.com/office/drawing/2014/main" id="{AC436711-1913-1D4E-A01E-AF04EC9A35B3}"/>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10" name="Group 9">
              <a:extLst>
                <a:ext uri="{FF2B5EF4-FFF2-40B4-BE49-F238E27FC236}">
                  <a16:creationId xmlns:a16="http://schemas.microsoft.com/office/drawing/2014/main" id="{81B90D8E-B224-3F40-8BA5-ED92118962AF}"/>
                </a:ext>
              </a:extLst>
            </p:cNvPr>
            <p:cNvGrpSpPr/>
            <p:nvPr/>
          </p:nvGrpSpPr>
          <p:grpSpPr>
            <a:xfrm>
              <a:off x="2749519" y="5437625"/>
              <a:ext cx="374681" cy="356519"/>
              <a:chOff x="1178170" y="3200400"/>
              <a:chExt cx="548640" cy="548640"/>
            </a:xfrm>
          </p:grpSpPr>
          <p:sp>
            <p:nvSpPr>
              <p:cNvPr id="17" name="Oval 16">
                <a:extLst>
                  <a:ext uri="{FF2B5EF4-FFF2-40B4-BE49-F238E27FC236}">
                    <a16:creationId xmlns:a16="http://schemas.microsoft.com/office/drawing/2014/main" id="{F7956D1E-1151-8F4C-B3B2-D77A1C5E8BFD}"/>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8" name="TextBox 17">
                <a:extLst>
                  <a:ext uri="{FF2B5EF4-FFF2-40B4-BE49-F238E27FC236}">
                    <a16:creationId xmlns:a16="http://schemas.microsoft.com/office/drawing/2014/main" id="{91FD1EE5-86E5-8A45-8382-2DB192D8291F}"/>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11" name="Straight Connector 10">
              <a:extLst>
                <a:ext uri="{FF2B5EF4-FFF2-40B4-BE49-F238E27FC236}">
                  <a16:creationId xmlns:a16="http://schemas.microsoft.com/office/drawing/2014/main" id="{A51D60CE-7E96-D947-A6DE-B9DF17A90379}"/>
                </a:ext>
              </a:extLst>
            </p:cNvPr>
            <p:cNvCxnSpPr>
              <a:cxnSpLocks/>
              <a:stCxn id="17" idx="2"/>
            </p:cNvCxnSpPr>
            <p:nvPr/>
          </p:nvCxnSpPr>
          <p:spPr>
            <a:xfrm flipH="1">
              <a:off x="1701735" y="5615885"/>
              <a:ext cx="1047784" cy="95057"/>
            </a:xfrm>
            <a:prstGeom prst="line">
              <a:avLst/>
            </a:prstGeom>
            <a:ln>
              <a:head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FBB1062A-B195-CE4F-A0C6-8CEFC413D1A5}"/>
                </a:ext>
              </a:extLst>
            </p:cNvPr>
            <p:cNvGrpSpPr/>
            <p:nvPr/>
          </p:nvGrpSpPr>
          <p:grpSpPr>
            <a:xfrm>
              <a:off x="1333457" y="5563409"/>
              <a:ext cx="374681" cy="356519"/>
              <a:chOff x="1178170" y="3200400"/>
              <a:chExt cx="548640" cy="548640"/>
            </a:xfrm>
          </p:grpSpPr>
          <p:sp>
            <p:nvSpPr>
              <p:cNvPr id="15" name="Oval 14">
                <a:extLst>
                  <a:ext uri="{FF2B5EF4-FFF2-40B4-BE49-F238E27FC236}">
                    <a16:creationId xmlns:a16="http://schemas.microsoft.com/office/drawing/2014/main" id="{B812DC00-0AD9-B047-9C52-EE996A903A1C}"/>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16" name="TextBox 15">
                <a:extLst>
                  <a:ext uri="{FF2B5EF4-FFF2-40B4-BE49-F238E27FC236}">
                    <a16:creationId xmlns:a16="http://schemas.microsoft.com/office/drawing/2014/main" id="{14AC91E6-565B-6F4A-8EF9-C207CE2014BB}"/>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5</a:t>
                </a:r>
              </a:p>
            </p:txBody>
          </p:sp>
        </p:grpSp>
        <p:cxnSp>
          <p:nvCxnSpPr>
            <p:cNvPr id="13" name="Straight Arrow Connector 12">
              <a:extLst>
                <a:ext uri="{FF2B5EF4-FFF2-40B4-BE49-F238E27FC236}">
                  <a16:creationId xmlns:a16="http://schemas.microsoft.com/office/drawing/2014/main" id="{458E155D-B531-FF46-A829-8F13FED65EE1}"/>
                </a:ext>
              </a:extLst>
            </p:cNvPr>
            <p:cNvCxnSpPr>
              <a:cxnSpLocks/>
              <a:stCxn id="17" idx="7"/>
              <a:endCxn id="21"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CD7276A6-442F-CC4E-B5F2-5E0042161FBA}"/>
              </a:ext>
            </a:extLst>
          </p:cNvPr>
          <p:cNvSpPr txBox="1"/>
          <p:nvPr/>
        </p:nvSpPr>
        <p:spPr>
          <a:xfrm>
            <a:off x="770108" y="1797748"/>
            <a:ext cx="447380" cy="369332"/>
          </a:xfrm>
          <a:prstGeom prst="rect">
            <a:avLst/>
          </a:prstGeom>
          <a:noFill/>
          <a:ln>
            <a:solidFill>
              <a:schemeClr val="tx1"/>
            </a:solidFill>
          </a:ln>
        </p:spPr>
        <p:txBody>
          <a:bodyPr wrap="square" rtlCol="0">
            <a:spAutoFit/>
          </a:bodyPr>
          <a:lstStyle/>
          <a:p>
            <a:r>
              <a:rPr lang="en-US"/>
              <a:t>3</a:t>
            </a:r>
          </a:p>
        </p:txBody>
      </p:sp>
      <p:grpSp>
        <p:nvGrpSpPr>
          <p:cNvPr id="24" name="Group 23">
            <a:extLst>
              <a:ext uri="{FF2B5EF4-FFF2-40B4-BE49-F238E27FC236}">
                <a16:creationId xmlns:a16="http://schemas.microsoft.com/office/drawing/2014/main" id="{E1CA93E2-D5AD-7342-AD09-1E6246EF0AF1}"/>
              </a:ext>
            </a:extLst>
          </p:cNvPr>
          <p:cNvGrpSpPr/>
          <p:nvPr/>
        </p:nvGrpSpPr>
        <p:grpSpPr>
          <a:xfrm>
            <a:off x="1603359" y="3396343"/>
            <a:ext cx="1974881" cy="1301350"/>
            <a:chOff x="1149319" y="4492794"/>
            <a:chExt cx="1974881" cy="1301350"/>
          </a:xfrm>
        </p:grpSpPr>
        <p:grpSp>
          <p:nvGrpSpPr>
            <p:cNvPr id="25" name="Group 24">
              <a:extLst>
                <a:ext uri="{FF2B5EF4-FFF2-40B4-BE49-F238E27FC236}">
                  <a16:creationId xmlns:a16="http://schemas.microsoft.com/office/drawing/2014/main" id="{B93F1B0F-5FE3-3F41-ACA9-445DFF55B4D1}"/>
                </a:ext>
              </a:extLst>
            </p:cNvPr>
            <p:cNvGrpSpPr/>
            <p:nvPr/>
          </p:nvGrpSpPr>
          <p:grpSpPr>
            <a:xfrm>
              <a:off x="1149319" y="4492794"/>
              <a:ext cx="374681" cy="356519"/>
              <a:chOff x="1178170" y="3200400"/>
              <a:chExt cx="548640" cy="548640"/>
            </a:xfrm>
          </p:grpSpPr>
          <p:sp>
            <p:nvSpPr>
              <p:cNvPr id="34" name="Oval 33">
                <a:extLst>
                  <a:ext uri="{FF2B5EF4-FFF2-40B4-BE49-F238E27FC236}">
                    <a16:creationId xmlns:a16="http://schemas.microsoft.com/office/drawing/2014/main" id="{777C2055-1E44-FC45-919F-9F2E4BBA8269}"/>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5" name="TextBox 34">
                <a:extLst>
                  <a:ext uri="{FF2B5EF4-FFF2-40B4-BE49-F238E27FC236}">
                    <a16:creationId xmlns:a16="http://schemas.microsoft.com/office/drawing/2014/main" id="{018AF086-2737-9141-91E2-61C2B65FB587}"/>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grpSp>
          <p:nvGrpSpPr>
            <p:cNvPr id="26" name="Group 25">
              <a:extLst>
                <a:ext uri="{FF2B5EF4-FFF2-40B4-BE49-F238E27FC236}">
                  <a16:creationId xmlns:a16="http://schemas.microsoft.com/office/drawing/2014/main" id="{5300787A-820F-6740-82B0-4283CFA31E3E}"/>
                </a:ext>
              </a:extLst>
            </p:cNvPr>
            <p:cNvGrpSpPr/>
            <p:nvPr/>
          </p:nvGrpSpPr>
          <p:grpSpPr>
            <a:xfrm>
              <a:off x="2749519" y="5437625"/>
              <a:ext cx="374681" cy="356519"/>
              <a:chOff x="1178170" y="3200400"/>
              <a:chExt cx="548640" cy="548640"/>
            </a:xfrm>
          </p:grpSpPr>
          <p:sp>
            <p:nvSpPr>
              <p:cNvPr id="32" name="Oval 31">
                <a:extLst>
                  <a:ext uri="{FF2B5EF4-FFF2-40B4-BE49-F238E27FC236}">
                    <a16:creationId xmlns:a16="http://schemas.microsoft.com/office/drawing/2014/main" id="{E5F0F175-1716-F440-BE6D-F26E1A51EFAF}"/>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33" name="TextBox 32">
                <a:extLst>
                  <a:ext uri="{FF2B5EF4-FFF2-40B4-BE49-F238E27FC236}">
                    <a16:creationId xmlns:a16="http://schemas.microsoft.com/office/drawing/2014/main" id="{036F58F4-5A80-984F-AB00-259AC462806E}"/>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6</a:t>
                </a:r>
              </a:p>
            </p:txBody>
          </p:sp>
        </p:grpSp>
        <p:cxnSp>
          <p:nvCxnSpPr>
            <p:cNvPr id="29" name="Straight Arrow Connector 28">
              <a:extLst>
                <a:ext uri="{FF2B5EF4-FFF2-40B4-BE49-F238E27FC236}">
                  <a16:creationId xmlns:a16="http://schemas.microsoft.com/office/drawing/2014/main" id="{B3ABC058-6370-8A43-849B-42C173EBA143}"/>
                </a:ext>
              </a:extLst>
            </p:cNvPr>
            <p:cNvCxnSpPr>
              <a:cxnSpLocks/>
              <a:stCxn id="32" idx="7"/>
              <a:endCxn id="34" idx="5"/>
            </p:cNvCxnSpPr>
            <p:nvPr/>
          </p:nvCxnSpPr>
          <p:spPr>
            <a:xfrm flipH="1" flipV="1">
              <a:off x="1469129" y="4797102"/>
              <a:ext cx="1600200" cy="69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B8493476-EF8C-BF40-8F7B-2F71D3510123}"/>
              </a:ext>
            </a:extLst>
          </p:cNvPr>
          <p:cNvSpPr txBox="1"/>
          <p:nvPr/>
        </p:nvSpPr>
        <p:spPr>
          <a:xfrm>
            <a:off x="788847" y="3435313"/>
            <a:ext cx="447380" cy="369332"/>
          </a:xfrm>
          <a:prstGeom prst="rect">
            <a:avLst/>
          </a:prstGeom>
          <a:noFill/>
          <a:ln>
            <a:solidFill>
              <a:schemeClr val="tx1"/>
            </a:solidFill>
          </a:ln>
        </p:spPr>
        <p:txBody>
          <a:bodyPr wrap="square" rtlCol="0">
            <a:spAutoFit/>
          </a:bodyPr>
          <a:lstStyle/>
          <a:p>
            <a:r>
              <a:rPr lang="en-US"/>
              <a:t>5</a:t>
            </a:r>
          </a:p>
        </p:txBody>
      </p:sp>
      <p:grpSp>
        <p:nvGrpSpPr>
          <p:cNvPr id="38" name="Group 37">
            <a:extLst>
              <a:ext uri="{FF2B5EF4-FFF2-40B4-BE49-F238E27FC236}">
                <a16:creationId xmlns:a16="http://schemas.microsoft.com/office/drawing/2014/main" id="{DDFDA134-57D5-4449-9BD0-4C4936FFDFFE}"/>
              </a:ext>
            </a:extLst>
          </p:cNvPr>
          <p:cNvGrpSpPr/>
          <p:nvPr/>
        </p:nvGrpSpPr>
        <p:grpSpPr>
          <a:xfrm>
            <a:off x="1596954" y="4601642"/>
            <a:ext cx="374681" cy="356519"/>
            <a:chOff x="1178170" y="3200400"/>
            <a:chExt cx="548640" cy="548640"/>
          </a:xfrm>
        </p:grpSpPr>
        <p:sp>
          <p:nvSpPr>
            <p:cNvPr id="47" name="Oval 46">
              <a:extLst>
                <a:ext uri="{FF2B5EF4-FFF2-40B4-BE49-F238E27FC236}">
                  <a16:creationId xmlns:a16="http://schemas.microsoft.com/office/drawing/2014/main" id="{2DF0C2F5-4147-E549-83C4-D04D7A6CC567}"/>
                </a:ext>
              </a:extLst>
            </p:cNvPr>
            <p:cNvSpPr/>
            <p:nvPr/>
          </p:nvSpPr>
          <p:spPr>
            <a:xfrm>
              <a:off x="1178170" y="3200400"/>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solidFill>
                  <a:schemeClr val="tx1"/>
                </a:solidFill>
                <a:latin typeface="Cambria Math" pitchFamily="18" charset="0"/>
                <a:ea typeface="Cambria Math" pitchFamily="18" charset="0"/>
              </a:endParaRPr>
            </a:p>
          </p:txBody>
        </p:sp>
        <p:sp>
          <p:nvSpPr>
            <p:cNvPr id="48" name="TextBox 47">
              <a:extLst>
                <a:ext uri="{FF2B5EF4-FFF2-40B4-BE49-F238E27FC236}">
                  <a16:creationId xmlns:a16="http://schemas.microsoft.com/office/drawing/2014/main" id="{A90188C8-1815-1343-81CD-21FA2C1FCB8E}"/>
                </a:ext>
              </a:extLst>
            </p:cNvPr>
            <p:cNvSpPr txBox="1"/>
            <p:nvPr/>
          </p:nvSpPr>
          <p:spPr>
            <a:xfrm>
              <a:off x="1371601" y="3200400"/>
              <a:ext cx="152400" cy="430887"/>
            </a:xfrm>
            <a:prstGeom prst="rect">
              <a:avLst/>
            </a:prstGeom>
            <a:noFill/>
          </p:spPr>
          <p:txBody>
            <a:bodyPr wrap="square" lIns="0" tIns="0" rIns="0" bIns="0" rtlCol="0">
              <a:spAutoFit/>
            </a:bodyPr>
            <a:lstStyle/>
            <a:p>
              <a:r>
                <a:rPr lang="en-US">
                  <a:latin typeface="Cambria Math" pitchFamily="18" charset="0"/>
                  <a:ea typeface="Cambria Math" pitchFamily="18" charset="0"/>
                </a:rPr>
                <a:t>1</a:t>
              </a:r>
            </a:p>
          </p:txBody>
        </p:sp>
      </p:grpSp>
      <p:sp>
        <p:nvSpPr>
          <p:cNvPr id="49" name="TextBox 48">
            <a:extLst>
              <a:ext uri="{FF2B5EF4-FFF2-40B4-BE49-F238E27FC236}">
                <a16:creationId xmlns:a16="http://schemas.microsoft.com/office/drawing/2014/main" id="{A0B4013E-FD99-D740-867C-6C971198E4FC}"/>
              </a:ext>
            </a:extLst>
          </p:cNvPr>
          <p:cNvSpPr txBox="1"/>
          <p:nvPr/>
        </p:nvSpPr>
        <p:spPr>
          <a:xfrm>
            <a:off x="788847" y="4564865"/>
            <a:ext cx="447380" cy="369332"/>
          </a:xfrm>
          <a:prstGeom prst="rect">
            <a:avLst/>
          </a:prstGeom>
          <a:noFill/>
          <a:ln>
            <a:solidFill>
              <a:schemeClr val="tx1"/>
            </a:solidFill>
          </a:ln>
        </p:spPr>
        <p:txBody>
          <a:bodyPr wrap="square" rtlCol="0">
            <a:spAutoFit/>
          </a:bodyPr>
          <a:lstStyle/>
          <a:p>
            <a:r>
              <a:rPr lang="en-US"/>
              <a:t>6</a:t>
            </a:r>
          </a:p>
        </p:txBody>
      </p:sp>
      <p:sp>
        <p:nvSpPr>
          <p:cNvPr id="63" name="TextBox 62">
            <a:extLst>
              <a:ext uri="{FF2B5EF4-FFF2-40B4-BE49-F238E27FC236}">
                <a16:creationId xmlns:a16="http://schemas.microsoft.com/office/drawing/2014/main" id="{4053C37E-7A1A-EF49-A1D3-A17C94562454}"/>
              </a:ext>
            </a:extLst>
          </p:cNvPr>
          <p:cNvSpPr txBox="1"/>
          <p:nvPr/>
        </p:nvSpPr>
        <p:spPr>
          <a:xfrm>
            <a:off x="788847" y="5422242"/>
            <a:ext cx="447380" cy="369332"/>
          </a:xfrm>
          <a:prstGeom prst="rect">
            <a:avLst/>
          </a:prstGeom>
          <a:noFill/>
          <a:ln>
            <a:solidFill>
              <a:schemeClr val="tx1"/>
            </a:solidFill>
          </a:ln>
        </p:spPr>
        <p:txBody>
          <a:bodyPr wrap="square" rtlCol="0">
            <a:spAutoFit/>
          </a:bodyPr>
          <a:lstStyle/>
          <a:p>
            <a:r>
              <a:rPr lang="en-US"/>
              <a:t>1</a:t>
            </a:r>
          </a:p>
        </p:txBody>
      </p:sp>
      <p:grpSp>
        <p:nvGrpSpPr>
          <p:cNvPr id="64" name="Group 63">
            <a:extLst>
              <a:ext uri="{FF2B5EF4-FFF2-40B4-BE49-F238E27FC236}">
                <a16:creationId xmlns:a16="http://schemas.microsoft.com/office/drawing/2014/main" id="{158C648E-FBB0-B748-9BCA-F7366C8E4E39}"/>
              </a:ext>
            </a:extLst>
          </p:cNvPr>
          <p:cNvGrpSpPr/>
          <p:nvPr/>
        </p:nvGrpSpPr>
        <p:grpSpPr>
          <a:xfrm>
            <a:off x="5331896" y="580433"/>
            <a:ext cx="2061232" cy="5911820"/>
            <a:chOff x="924464" y="3890032"/>
            <a:chExt cx="2061232" cy="5911820"/>
          </a:xfrm>
        </p:grpSpPr>
        <p:sp>
          <p:nvSpPr>
            <p:cNvPr id="92" name="Oval 91">
              <a:extLst>
                <a:ext uri="{FF2B5EF4-FFF2-40B4-BE49-F238E27FC236}">
                  <a16:creationId xmlns:a16="http://schemas.microsoft.com/office/drawing/2014/main" id="{44F2C21E-BBC3-E845-9F8C-E757B21AD34F}"/>
                </a:ext>
              </a:extLst>
            </p:cNvPr>
            <p:cNvSpPr/>
            <p:nvPr/>
          </p:nvSpPr>
          <p:spPr>
            <a:xfrm>
              <a:off x="2159113" y="4867590"/>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8</a:t>
              </a:r>
            </a:p>
          </p:txBody>
        </p:sp>
        <p:sp>
          <p:nvSpPr>
            <p:cNvPr id="90" name="Oval 89">
              <a:extLst>
                <a:ext uri="{FF2B5EF4-FFF2-40B4-BE49-F238E27FC236}">
                  <a16:creationId xmlns:a16="http://schemas.microsoft.com/office/drawing/2014/main" id="{FFD2A642-3611-5647-80F0-8391B8268BCB}"/>
                </a:ext>
              </a:extLst>
            </p:cNvPr>
            <p:cNvSpPr/>
            <p:nvPr/>
          </p:nvSpPr>
          <p:spPr>
            <a:xfrm>
              <a:off x="2196298" y="8716890"/>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5</a:t>
              </a:r>
            </a:p>
          </p:txBody>
        </p:sp>
        <p:sp>
          <p:nvSpPr>
            <p:cNvPr id="88" name="Oval 87">
              <a:extLst>
                <a:ext uri="{FF2B5EF4-FFF2-40B4-BE49-F238E27FC236}">
                  <a16:creationId xmlns:a16="http://schemas.microsoft.com/office/drawing/2014/main" id="{57EB48F3-3C67-5249-89F6-590672F67901}"/>
                </a:ext>
              </a:extLst>
            </p:cNvPr>
            <p:cNvSpPr/>
            <p:nvPr/>
          </p:nvSpPr>
          <p:spPr>
            <a:xfrm>
              <a:off x="2146989" y="7745055"/>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3</a:t>
              </a:r>
            </a:p>
          </p:txBody>
        </p:sp>
        <p:sp>
          <p:nvSpPr>
            <p:cNvPr id="68" name="Oval 67">
              <a:extLst>
                <a:ext uri="{FF2B5EF4-FFF2-40B4-BE49-F238E27FC236}">
                  <a16:creationId xmlns:a16="http://schemas.microsoft.com/office/drawing/2014/main" id="{0B1420FD-AD51-D748-B5DF-CF07A76C3CAF}"/>
                </a:ext>
              </a:extLst>
            </p:cNvPr>
            <p:cNvSpPr/>
            <p:nvPr/>
          </p:nvSpPr>
          <p:spPr>
            <a:xfrm>
              <a:off x="2196298" y="9445333"/>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6</a:t>
              </a:r>
            </a:p>
          </p:txBody>
        </p:sp>
        <p:grpSp>
          <p:nvGrpSpPr>
            <p:cNvPr id="70" name="Group 69">
              <a:extLst>
                <a:ext uri="{FF2B5EF4-FFF2-40B4-BE49-F238E27FC236}">
                  <a16:creationId xmlns:a16="http://schemas.microsoft.com/office/drawing/2014/main" id="{8967FF4A-EA06-0F4F-B987-420902C9EEA8}"/>
                </a:ext>
              </a:extLst>
            </p:cNvPr>
            <p:cNvGrpSpPr/>
            <p:nvPr/>
          </p:nvGrpSpPr>
          <p:grpSpPr>
            <a:xfrm>
              <a:off x="2146990" y="5437625"/>
              <a:ext cx="838706" cy="1702542"/>
              <a:chOff x="295896" y="3200400"/>
              <a:chExt cx="1228105" cy="2620008"/>
            </a:xfrm>
          </p:grpSpPr>
          <p:sp>
            <p:nvSpPr>
              <p:cNvPr id="86" name="Oval 85">
                <a:extLst>
                  <a:ext uri="{FF2B5EF4-FFF2-40B4-BE49-F238E27FC236}">
                    <a16:creationId xmlns:a16="http://schemas.microsoft.com/office/drawing/2014/main" id="{6E1B6358-E086-1249-973C-5748532CEBF8}"/>
                  </a:ext>
                </a:extLst>
              </p:cNvPr>
              <p:cNvSpPr/>
              <p:nvPr/>
            </p:nvSpPr>
            <p:spPr>
              <a:xfrm>
                <a:off x="295896" y="5271768"/>
                <a:ext cx="548640" cy="54864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4</a:t>
                </a:r>
              </a:p>
            </p:txBody>
          </p:sp>
          <p:sp>
            <p:nvSpPr>
              <p:cNvPr id="87" name="TextBox 86">
                <a:extLst>
                  <a:ext uri="{FF2B5EF4-FFF2-40B4-BE49-F238E27FC236}">
                    <a16:creationId xmlns:a16="http://schemas.microsoft.com/office/drawing/2014/main" id="{0379E06F-49BC-304C-80DE-BC0AC0D080D6}"/>
                  </a:ext>
                </a:extLst>
              </p:cNvPr>
              <p:cNvSpPr txBox="1"/>
              <p:nvPr/>
            </p:nvSpPr>
            <p:spPr>
              <a:xfrm>
                <a:off x="1371601" y="3200400"/>
                <a:ext cx="152400" cy="430887"/>
              </a:xfrm>
              <a:prstGeom prst="rect">
                <a:avLst/>
              </a:prstGeom>
              <a:noFill/>
            </p:spPr>
            <p:txBody>
              <a:bodyPr wrap="square" lIns="0" tIns="0" rIns="0" bIns="0" rtlCol="0">
                <a:spAutoFit/>
              </a:bodyPr>
              <a:lstStyle/>
              <a:p>
                <a:endParaRPr lang="en-US">
                  <a:latin typeface="Cambria Math" pitchFamily="18" charset="0"/>
                  <a:ea typeface="Cambria Math" pitchFamily="18" charset="0"/>
                </a:endParaRPr>
              </a:p>
            </p:txBody>
          </p:sp>
        </p:grpSp>
        <p:cxnSp>
          <p:nvCxnSpPr>
            <p:cNvPr id="71" name="Straight Connector 70">
              <a:extLst>
                <a:ext uri="{FF2B5EF4-FFF2-40B4-BE49-F238E27FC236}">
                  <a16:creationId xmlns:a16="http://schemas.microsoft.com/office/drawing/2014/main" id="{54468EDE-BB1A-C249-9D7F-13610C479F6E}"/>
                </a:ext>
              </a:extLst>
            </p:cNvPr>
            <p:cNvCxnSpPr>
              <a:cxnSpLocks/>
              <a:stCxn id="79" idx="6"/>
              <a:endCxn id="68" idx="2"/>
            </p:cNvCxnSpPr>
            <p:nvPr/>
          </p:nvCxnSpPr>
          <p:spPr>
            <a:xfrm>
              <a:off x="1299145" y="9619290"/>
              <a:ext cx="897153" cy="4303"/>
            </a:xfrm>
            <a:prstGeom prst="line">
              <a:avLst/>
            </a:prstGeom>
            <a:ln>
              <a:headEnd type="arrow"/>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02BA78-4166-E84A-9F57-2D7EF2E685EF}"/>
                </a:ext>
              </a:extLst>
            </p:cNvPr>
            <p:cNvCxnSpPr>
              <a:cxnSpLocks/>
              <a:stCxn id="86" idx="4"/>
              <a:endCxn id="88" idx="0"/>
            </p:cNvCxnSpPr>
            <p:nvPr/>
          </p:nvCxnSpPr>
          <p:spPr>
            <a:xfrm flipH="1">
              <a:off x="2334330" y="7140167"/>
              <a:ext cx="1" cy="604888"/>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46BC08E-01F1-0946-8402-9AD5C43D3DAE}"/>
                </a:ext>
              </a:extLst>
            </p:cNvPr>
            <p:cNvCxnSpPr>
              <a:cxnSpLocks/>
              <a:stCxn id="92" idx="4"/>
              <a:endCxn id="82" idx="0"/>
            </p:cNvCxnSpPr>
            <p:nvPr/>
          </p:nvCxnSpPr>
          <p:spPr>
            <a:xfrm flipH="1">
              <a:off x="2346453" y="5224109"/>
              <a:ext cx="1" cy="552182"/>
            </a:xfrm>
            <a:prstGeom prst="line">
              <a:avLst/>
            </a:prstGeom>
            <a:ln>
              <a:tailEnd type="arrow"/>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CC62A4DD-FFA7-6A43-9427-83E25B3FABED}"/>
                </a:ext>
              </a:extLst>
            </p:cNvPr>
            <p:cNvSpPr/>
            <p:nvPr/>
          </p:nvSpPr>
          <p:spPr>
            <a:xfrm>
              <a:off x="2159113" y="3890032"/>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7</a:t>
              </a:r>
            </a:p>
          </p:txBody>
        </p:sp>
        <p:sp>
          <p:nvSpPr>
            <p:cNvPr id="82" name="Oval 81">
              <a:extLst>
                <a:ext uri="{FF2B5EF4-FFF2-40B4-BE49-F238E27FC236}">
                  <a16:creationId xmlns:a16="http://schemas.microsoft.com/office/drawing/2014/main" id="{297E2B8F-A015-5F43-B170-BCB5B3A441FC}"/>
                </a:ext>
              </a:extLst>
            </p:cNvPr>
            <p:cNvSpPr/>
            <p:nvPr/>
          </p:nvSpPr>
          <p:spPr>
            <a:xfrm>
              <a:off x="2159112" y="5776291"/>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2</a:t>
              </a:r>
            </a:p>
          </p:txBody>
        </p:sp>
        <p:cxnSp>
          <p:nvCxnSpPr>
            <p:cNvPr id="76" name="Straight Arrow Connector 75">
              <a:extLst>
                <a:ext uri="{FF2B5EF4-FFF2-40B4-BE49-F238E27FC236}">
                  <a16:creationId xmlns:a16="http://schemas.microsoft.com/office/drawing/2014/main" id="{61CCD025-DACD-2141-B6A4-5B7A12D353BF}"/>
                </a:ext>
              </a:extLst>
            </p:cNvPr>
            <p:cNvCxnSpPr>
              <a:cxnSpLocks/>
              <a:stCxn id="90" idx="4"/>
              <a:endCxn id="68" idx="0"/>
            </p:cNvCxnSpPr>
            <p:nvPr/>
          </p:nvCxnSpPr>
          <p:spPr>
            <a:xfrm>
              <a:off x="2383639" y="9073409"/>
              <a:ext cx="0" cy="3719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11B5ED74-D3DA-3949-A739-183B96569597}"/>
                </a:ext>
              </a:extLst>
            </p:cNvPr>
            <p:cNvSpPr/>
            <p:nvPr/>
          </p:nvSpPr>
          <p:spPr>
            <a:xfrm>
              <a:off x="924464" y="9441030"/>
              <a:ext cx="374681" cy="35651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a:solidFill>
                    <a:schemeClr val="tx1"/>
                  </a:solidFill>
                  <a:latin typeface="Cambria Math" pitchFamily="18" charset="0"/>
                  <a:ea typeface="Cambria Math" pitchFamily="18" charset="0"/>
                </a:rPr>
                <a:t>1</a:t>
              </a:r>
            </a:p>
          </p:txBody>
        </p:sp>
        <p:cxnSp>
          <p:nvCxnSpPr>
            <p:cNvPr id="80" name="Straight Connector 79">
              <a:extLst>
                <a:ext uri="{FF2B5EF4-FFF2-40B4-BE49-F238E27FC236}">
                  <a16:creationId xmlns:a16="http://schemas.microsoft.com/office/drawing/2014/main" id="{C654EE52-EB11-9D47-A05C-E5E440044112}"/>
                </a:ext>
              </a:extLst>
            </p:cNvPr>
            <p:cNvCxnSpPr>
              <a:cxnSpLocks/>
              <a:stCxn id="82" idx="4"/>
              <a:endCxn id="86" idx="0"/>
            </p:cNvCxnSpPr>
            <p:nvPr/>
          </p:nvCxnSpPr>
          <p:spPr>
            <a:xfrm flipH="1">
              <a:off x="2334331" y="6132810"/>
              <a:ext cx="12122" cy="650838"/>
            </a:xfrm>
            <a:prstGeom prst="line">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110" name="Curved Connector 109">
            <a:extLst>
              <a:ext uri="{FF2B5EF4-FFF2-40B4-BE49-F238E27FC236}">
                <a16:creationId xmlns:a16="http://schemas.microsoft.com/office/drawing/2014/main" id="{F0A79EAB-3360-AE45-B23F-F452E06951EA}"/>
              </a:ext>
            </a:extLst>
          </p:cNvPr>
          <p:cNvCxnSpPr>
            <a:stCxn id="84" idx="6"/>
            <a:endCxn id="82" idx="6"/>
          </p:cNvCxnSpPr>
          <p:nvPr/>
        </p:nvCxnSpPr>
        <p:spPr>
          <a:xfrm flipH="1">
            <a:off x="6941225" y="758693"/>
            <a:ext cx="1" cy="1886259"/>
          </a:xfrm>
          <a:prstGeom prst="curvedConnector3">
            <a:avLst>
              <a:gd name="adj1" fmla="val -228600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2" name="Curved Connector 111">
            <a:extLst>
              <a:ext uri="{FF2B5EF4-FFF2-40B4-BE49-F238E27FC236}">
                <a16:creationId xmlns:a16="http://schemas.microsoft.com/office/drawing/2014/main" id="{472BD81D-A6F9-BE4A-AC0A-21AF970F5FB1}"/>
              </a:ext>
            </a:extLst>
          </p:cNvPr>
          <p:cNvCxnSpPr>
            <a:cxnSpLocks/>
            <a:stCxn id="82" idx="2"/>
            <a:endCxn id="88" idx="1"/>
          </p:cNvCxnSpPr>
          <p:nvPr/>
        </p:nvCxnSpPr>
        <p:spPr>
          <a:xfrm rot="10800000" flipH="1" flipV="1">
            <a:off x="6566544" y="2644951"/>
            <a:ext cx="42748" cy="1842715"/>
          </a:xfrm>
          <a:prstGeom prst="curvedConnector4">
            <a:avLst>
              <a:gd name="adj1" fmla="val -534762"/>
              <a:gd name="adj2" fmla="val 10012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Curved Connector 113">
            <a:extLst>
              <a:ext uri="{FF2B5EF4-FFF2-40B4-BE49-F238E27FC236}">
                <a16:creationId xmlns:a16="http://schemas.microsoft.com/office/drawing/2014/main" id="{6BA85221-AF80-C247-8667-C1EE7FEA96FC}"/>
              </a:ext>
            </a:extLst>
          </p:cNvPr>
          <p:cNvCxnSpPr>
            <a:stCxn id="86" idx="6"/>
            <a:endCxn id="90" idx="7"/>
          </p:cNvCxnSpPr>
          <p:nvPr/>
        </p:nvCxnSpPr>
        <p:spPr>
          <a:xfrm flipH="1">
            <a:off x="6923540" y="3652309"/>
            <a:ext cx="5563" cy="1807193"/>
          </a:xfrm>
          <a:prstGeom prst="curvedConnector4">
            <a:avLst>
              <a:gd name="adj1" fmla="val -4109294"/>
              <a:gd name="adj2" fmla="val 10110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0" name="Curved Connector 119">
            <a:extLst>
              <a:ext uri="{FF2B5EF4-FFF2-40B4-BE49-F238E27FC236}">
                <a16:creationId xmlns:a16="http://schemas.microsoft.com/office/drawing/2014/main" id="{540950AF-77A9-FF47-911F-6D0104137781}"/>
              </a:ext>
            </a:extLst>
          </p:cNvPr>
          <p:cNvCxnSpPr>
            <a:stCxn id="88" idx="2"/>
            <a:endCxn id="68" idx="2"/>
          </p:cNvCxnSpPr>
          <p:nvPr/>
        </p:nvCxnSpPr>
        <p:spPr>
          <a:xfrm rot="10800000" flipH="1" flipV="1">
            <a:off x="6554420" y="4613716"/>
            <a:ext cx="49309" cy="1700278"/>
          </a:xfrm>
          <a:prstGeom prst="curvedConnector3">
            <a:avLst>
              <a:gd name="adj1" fmla="val -463607"/>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8701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3463E87-07D6-DA42-BCB4-3CE34691D6EE}"/>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DE9A28F6-DA5B-F746-91FB-4A6F9CCAA4C6}"/>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5B31F920-E21D-C640-9080-F75CE8F41F41}"/>
              </a:ext>
            </a:extLst>
          </p:cNvPr>
          <p:cNvSpPr>
            <a:spLocks noGrp="1"/>
          </p:cNvSpPr>
          <p:nvPr>
            <p:ph type="sldNum" sz="quarter" idx="12"/>
          </p:nvPr>
        </p:nvSpPr>
        <p:spPr/>
        <p:txBody>
          <a:bodyPr/>
          <a:lstStyle/>
          <a:p>
            <a:fld id="{BA7BC09B-FE30-A349-B1D2-5A364F511F98}" type="slidenum">
              <a:rPr lang="en-US" smtClean="0"/>
              <a:t>45</a:t>
            </a:fld>
            <a:endParaRPr lang="en-US"/>
          </a:p>
        </p:txBody>
      </p:sp>
      <p:sp>
        <p:nvSpPr>
          <p:cNvPr id="2" name="Title 1">
            <a:extLst>
              <a:ext uri="{FF2B5EF4-FFF2-40B4-BE49-F238E27FC236}">
                <a16:creationId xmlns:a16="http://schemas.microsoft.com/office/drawing/2014/main" id="{4294F930-20AB-C744-9409-CDF0A7C0708B}"/>
              </a:ext>
            </a:extLst>
          </p:cNvPr>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tô</a:t>
            </a:r>
            <a:r>
              <a:rPr lang="en-US"/>
              <a:t> </a:t>
            </a:r>
            <a:r>
              <a:rPr lang="en-US" err="1"/>
              <a:t>pô</a:t>
            </a:r>
            <a:endParaRPr lang="en-US"/>
          </a:p>
        </p:txBody>
      </p:sp>
      <p:sp>
        <p:nvSpPr>
          <p:cNvPr id="3" name="Content Placeholder 2">
            <a:extLst>
              <a:ext uri="{FF2B5EF4-FFF2-40B4-BE49-F238E27FC236}">
                <a16:creationId xmlns:a16="http://schemas.microsoft.com/office/drawing/2014/main" id="{9DB95676-29B7-9B42-AF44-E92BF119CB03}"/>
              </a:ext>
            </a:extLst>
          </p:cNvPr>
          <p:cNvSpPr>
            <a:spLocks noGrp="1"/>
          </p:cNvSpPr>
          <p:nvPr>
            <p:ph sz="quarter" idx="13"/>
          </p:nvPr>
        </p:nvSpPr>
        <p:spPr/>
        <p:txBody>
          <a:bodyPr>
            <a:normAutofit fontScale="77500" lnSpcReduction="20000"/>
          </a:bodyPr>
          <a:lstStyle/>
          <a:p>
            <a:pPr marL="0" indent="0">
              <a:buNone/>
            </a:pPr>
            <a:r>
              <a:rPr lang="en-US" b="1"/>
              <a:t>Procedure </a:t>
            </a:r>
            <a:r>
              <a:rPr lang="en-US"/>
              <a:t>Topo – order (count, vertex, link , n)</a:t>
            </a:r>
          </a:p>
          <a:p>
            <a:pPr marL="0" indent="0">
              <a:buNone/>
            </a:pPr>
            <a:r>
              <a:rPr lang="en-US"/>
              <a:t>For </a:t>
            </a:r>
            <a:r>
              <a:rPr lang="en-US" err="1"/>
              <a:t>i</a:t>
            </a:r>
            <a:r>
              <a:rPr lang="en-US"/>
              <a:t> = 1 to n do</a:t>
            </a:r>
          </a:p>
          <a:p>
            <a:pPr marL="0" indent="0">
              <a:buNone/>
            </a:pPr>
            <a:r>
              <a:rPr lang="en-US"/>
              <a:t>	If count(</a:t>
            </a:r>
            <a:r>
              <a:rPr lang="en-US" err="1"/>
              <a:t>i</a:t>
            </a:r>
            <a:r>
              <a:rPr lang="en-US"/>
              <a:t>) – 0 then </a:t>
            </a:r>
            <a:r>
              <a:rPr lang="en-US" err="1"/>
              <a:t>nạp</a:t>
            </a:r>
            <a:r>
              <a:rPr lang="en-US"/>
              <a:t> </a:t>
            </a:r>
            <a:r>
              <a:rPr lang="en-US" err="1"/>
              <a:t>i</a:t>
            </a:r>
            <a:r>
              <a:rPr lang="en-US"/>
              <a:t> </a:t>
            </a:r>
            <a:r>
              <a:rPr lang="en-US" err="1"/>
              <a:t>vào</a:t>
            </a:r>
            <a:r>
              <a:rPr lang="en-US"/>
              <a:t> Q</a:t>
            </a:r>
          </a:p>
          <a:p>
            <a:pPr marL="0" indent="0">
              <a:buNone/>
            </a:pPr>
            <a:r>
              <a:rPr lang="en-US"/>
              <a:t>Repeat </a:t>
            </a:r>
          </a:p>
          <a:p>
            <a:pPr marL="0" indent="0">
              <a:buNone/>
            </a:pPr>
            <a:r>
              <a:rPr lang="en-US"/>
              <a:t>	</a:t>
            </a:r>
            <a:r>
              <a:rPr lang="en-US" err="1"/>
              <a:t>Đưa</a:t>
            </a:r>
            <a:r>
              <a:rPr lang="en-US"/>
              <a:t> </a:t>
            </a:r>
            <a:r>
              <a:rPr lang="en-US" err="1"/>
              <a:t>đỉnh</a:t>
            </a:r>
            <a:r>
              <a:rPr lang="en-US"/>
              <a:t> j </a:t>
            </a:r>
            <a:r>
              <a:rPr lang="en-US" err="1"/>
              <a:t>ở</a:t>
            </a:r>
            <a:r>
              <a:rPr lang="en-US"/>
              <a:t> </a:t>
            </a:r>
            <a:r>
              <a:rPr lang="en-US" err="1"/>
              <a:t>lối</a:t>
            </a:r>
            <a:r>
              <a:rPr lang="en-US"/>
              <a:t> </a:t>
            </a:r>
            <a:r>
              <a:rPr lang="en-US" err="1"/>
              <a:t>trước</a:t>
            </a:r>
            <a:r>
              <a:rPr lang="en-US"/>
              <a:t> </a:t>
            </a:r>
            <a:r>
              <a:rPr lang="en-US" err="1"/>
              <a:t>của</a:t>
            </a:r>
            <a:r>
              <a:rPr lang="en-US"/>
              <a:t> Q ra </a:t>
            </a:r>
            <a:r>
              <a:rPr lang="en-US" err="1"/>
              <a:t>sắp</a:t>
            </a:r>
            <a:r>
              <a:rPr lang="en-US"/>
              <a:t> </a:t>
            </a:r>
            <a:r>
              <a:rPr lang="en-US" err="1"/>
              <a:t>xếp</a:t>
            </a:r>
            <a:r>
              <a:rPr lang="en-US"/>
              <a:t>;</a:t>
            </a:r>
          </a:p>
          <a:p>
            <a:pPr marL="0" indent="0">
              <a:buNone/>
            </a:pPr>
            <a:r>
              <a:rPr lang="en-US"/>
              <a:t>	</a:t>
            </a:r>
            <a:r>
              <a:rPr lang="en-US" err="1"/>
              <a:t>ptr</a:t>
            </a:r>
            <a:r>
              <a:rPr lang="en-US"/>
              <a:t> = Link (j)</a:t>
            </a:r>
          </a:p>
          <a:p>
            <a:pPr marL="0" indent="0">
              <a:buNone/>
            </a:pPr>
            <a:r>
              <a:rPr lang="en-US"/>
              <a:t>	While </a:t>
            </a:r>
            <a:r>
              <a:rPr lang="en-US" err="1"/>
              <a:t>ptr</a:t>
            </a:r>
            <a:r>
              <a:rPr lang="en-US"/>
              <a:t> !=null do {</a:t>
            </a:r>
          </a:p>
          <a:p>
            <a:pPr marL="0" indent="0">
              <a:buNone/>
            </a:pPr>
            <a:r>
              <a:rPr lang="en-US"/>
              <a:t>		K = vertex(</a:t>
            </a:r>
            <a:r>
              <a:rPr lang="en-US" err="1"/>
              <a:t>ptr</a:t>
            </a:r>
            <a:r>
              <a:rPr lang="en-US"/>
              <a:t>);</a:t>
            </a:r>
          </a:p>
          <a:p>
            <a:pPr marL="0" indent="0">
              <a:buNone/>
            </a:pPr>
            <a:r>
              <a:rPr lang="en-US"/>
              <a:t>		count(k) = count(k) - 1;</a:t>
            </a:r>
          </a:p>
          <a:p>
            <a:pPr marL="0" indent="0">
              <a:buNone/>
            </a:pPr>
            <a:r>
              <a:rPr lang="en-US"/>
              <a:t>		If count(k) = 0 then </a:t>
            </a:r>
            <a:r>
              <a:rPr lang="en-US" err="1"/>
              <a:t>nạp</a:t>
            </a:r>
            <a:r>
              <a:rPr lang="en-US"/>
              <a:t> k </a:t>
            </a:r>
            <a:r>
              <a:rPr lang="en-US" err="1"/>
              <a:t>vào</a:t>
            </a:r>
            <a:r>
              <a:rPr lang="en-US"/>
              <a:t> Q</a:t>
            </a:r>
          </a:p>
          <a:p>
            <a:pPr marL="0" indent="0">
              <a:buNone/>
            </a:pPr>
            <a:r>
              <a:rPr lang="en-US"/>
              <a:t>		</a:t>
            </a:r>
            <a:r>
              <a:rPr lang="en-US" err="1"/>
              <a:t>ptr</a:t>
            </a:r>
            <a:r>
              <a:rPr lang="en-US"/>
              <a:t> = Link (</a:t>
            </a:r>
            <a:r>
              <a:rPr lang="en-US" err="1"/>
              <a:t>ptr</a:t>
            </a:r>
            <a:r>
              <a:rPr lang="en-US"/>
              <a:t>)</a:t>
            </a:r>
          </a:p>
          <a:p>
            <a:pPr marL="0" indent="0">
              <a:buNone/>
            </a:pPr>
            <a:r>
              <a:rPr lang="en-US"/>
              <a:t>	} </a:t>
            </a:r>
          </a:p>
          <a:p>
            <a:pPr marL="0" indent="0">
              <a:buNone/>
            </a:pPr>
            <a:r>
              <a:rPr lang="en-US"/>
              <a:t>Until Q </a:t>
            </a:r>
            <a:r>
              <a:rPr lang="en-US" err="1"/>
              <a:t>rỗng</a:t>
            </a:r>
            <a:r>
              <a:rPr lang="en-US"/>
              <a:t>;</a:t>
            </a:r>
          </a:p>
          <a:p>
            <a:pPr marL="0" indent="0">
              <a:buNone/>
            </a:pPr>
            <a:r>
              <a:rPr lang="en-US"/>
              <a:t>Return; </a:t>
            </a:r>
          </a:p>
        </p:txBody>
      </p:sp>
    </p:spTree>
    <p:extLst>
      <p:ext uri="{BB962C8B-B14F-4D97-AF65-F5344CB8AC3E}">
        <p14:creationId xmlns:p14="http://schemas.microsoft.com/office/powerpoint/2010/main" val="3991934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3A7130D-C9AE-6045-BC26-7505F2D5EC07}"/>
              </a:ext>
            </a:extLst>
          </p:cNvPr>
          <p:cNvSpPr>
            <a:spLocks noGrp="1"/>
          </p:cNvSpPr>
          <p:nvPr>
            <p:ph type="dt" sz="half" idx="10"/>
          </p:nvPr>
        </p:nvSpPr>
        <p:spPr/>
        <p:txBody>
          <a:bodyPr/>
          <a:lstStyle/>
          <a:p>
            <a:fld id="{02ECE5C5-CD7A-324E-8253-59FE8125D6E4}" type="datetime1">
              <a:rPr lang="en-US" smtClean="0"/>
              <a:t>1/3/25</a:t>
            </a:fld>
            <a:endParaRPr lang="en-US"/>
          </a:p>
        </p:txBody>
      </p:sp>
      <p:sp>
        <p:nvSpPr>
          <p:cNvPr id="5" name="Footer Placeholder 4">
            <a:extLst>
              <a:ext uri="{FF2B5EF4-FFF2-40B4-BE49-F238E27FC236}">
                <a16:creationId xmlns:a16="http://schemas.microsoft.com/office/drawing/2014/main" id="{52827604-9231-F34D-B0FB-5367E60F7F3A}"/>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E0897D68-C849-024E-893D-E571BEA0F397}"/>
              </a:ext>
            </a:extLst>
          </p:cNvPr>
          <p:cNvSpPr>
            <a:spLocks noGrp="1"/>
          </p:cNvSpPr>
          <p:nvPr>
            <p:ph type="sldNum" sz="quarter" idx="12"/>
          </p:nvPr>
        </p:nvSpPr>
        <p:spPr/>
        <p:txBody>
          <a:bodyPr/>
          <a:lstStyle/>
          <a:p>
            <a:fld id="{BA7BC09B-FE30-A349-B1D2-5A364F511F98}" type="slidenum">
              <a:rPr lang="en-US" smtClean="0"/>
              <a:t>46</a:t>
            </a:fld>
            <a:endParaRPr lang="en-US"/>
          </a:p>
        </p:txBody>
      </p:sp>
      <p:sp>
        <p:nvSpPr>
          <p:cNvPr id="2" name="Title 1">
            <a:extLst>
              <a:ext uri="{FF2B5EF4-FFF2-40B4-BE49-F238E27FC236}">
                <a16:creationId xmlns:a16="http://schemas.microsoft.com/office/drawing/2014/main" id="{619E9F6E-5162-0845-B47D-7CBB20B8BD75}"/>
              </a:ext>
            </a:extLst>
          </p:cNvPr>
          <p:cNvSpPr>
            <a:spLocks noGrp="1"/>
          </p:cNvSpPr>
          <p:nvPr>
            <p:ph type="title"/>
          </p:nvPr>
        </p:nvSpPr>
        <p:spPr/>
        <p:txBody>
          <a:bodyPr/>
          <a:lstStyle/>
          <a:p>
            <a:r>
              <a:rPr lang="en-US" err="1"/>
              <a:t>Bài</a:t>
            </a:r>
            <a:r>
              <a:rPr lang="en-US"/>
              <a:t> </a:t>
            </a:r>
            <a:r>
              <a:rPr lang="en-US" err="1"/>
              <a:t>tập</a:t>
            </a:r>
            <a:r>
              <a:rPr lang="en-US"/>
              <a:t> </a:t>
            </a:r>
          </a:p>
        </p:txBody>
      </p:sp>
      <p:sp>
        <p:nvSpPr>
          <p:cNvPr id="3" name="Content Placeholder 2">
            <a:extLst>
              <a:ext uri="{FF2B5EF4-FFF2-40B4-BE49-F238E27FC236}">
                <a16:creationId xmlns:a16="http://schemas.microsoft.com/office/drawing/2014/main" id="{DA02AB20-273C-924B-B4E0-E1EC351BC632}"/>
              </a:ext>
            </a:extLst>
          </p:cNvPr>
          <p:cNvSpPr>
            <a:spLocks noGrp="1"/>
          </p:cNvSpPr>
          <p:nvPr>
            <p:ph sz="quarter" idx="13"/>
          </p:nvPr>
        </p:nvSpPr>
        <p:spPr/>
        <p:txBody>
          <a:bodyPr/>
          <a:lstStyle/>
          <a:p>
            <a:r>
              <a:rPr lang="en-US" err="1"/>
              <a:t>Một</a:t>
            </a:r>
            <a:r>
              <a:rPr lang="en-US"/>
              <a:t> </a:t>
            </a:r>
            <a:r>
              <a:rPr lang="en-US" err="1"/>
              <a:t>tập</a:t>
            </a:r>
            <a:r>
              <a:rPr lang="en-US"/>
              <a:t> S </a:t>
            </a:r>
            <a:r>
              <a:rPr lang="en-US" err="1"/>
              <a:t>gồm</a:t>
            </a:r>
            <a:r>
              <a:rPr lang="en-US"/>
              <a:t> 7 </a:t>
            </a:r>
            <a:r>
              <a:rPr lang="en-US" err="1"/>
              <a:t>công</a:t>
            </a:r>
            <a:r>
              <a:rPr lang="en-US"/>
              <a:t> </a:t>
            </a:r>
            <a:r>
              <a:rPr lang="en-US" err="1"/>
              <a:t>việc</a:t>
            </a:r>
            <a:r>
              <a:rPr lang="en-US"/>
              <a:t> </a:t>
            </a:r>
            <a:r>
              <a:rPr lang="en-US" err="1"/>
              <a:t>được</a:t>
            </a:r>
            <a:r>
              <a:rPr lang="en-US"/>
              <a:t> </a:t>
            </a:r>
            <a:r>
              <a:rPr lang="en-US" err="1"/>
              <a:t>đánh</a:t>
            </a:r>
            <a:r>
              <a:rPr lang="en-US"/>
              <a:t> </a:t>
            </a:r>
            <a:r>
              <a:rPr lang="en-US" err="1"/>
              <a:t>số</a:t>
            </a:r>
            <a:r>
              <a:rPr lang="en-US"/>
              <a:t> </a:t>
            </a:r>
            <a:r>
              <a:rPr lang="en-US" err="1"/>
              <a:t>từ</a:t>
            </a:r>
            <a:r>
              <a:rPr lang="en-US"/>
              <a:t> 1-7 </a:t>
            </a:r>
            <a:r>
              <a:rPr lang="en-US" err="1"/>
              <a:t>với</a:t>
            </a:r>
            <a:r>
              <a:rPr lang="en-US"/>
              <a:t> </a:t>
            </a:r>
            <a:r>
              <a:rPr lang="en-US" err="1"/>
              <a:t>quan</a:t>
            </a:r>
            <a:r>
              <a:rPr lang="en-US"/>
              <a:t> </a:t>
            </a:r>
            <a:r>
              <a:rPr lang="en-US" err="1"/>
              <a:t>hệ</a:t>
            </a:r>
            <a:r>
              <a:rPr lang="en-US"/>
              <a:t> </a:t>
            </a:r>
            <a:r>
              <a:rPr lang="en-US" err="1"/>
              <a:t>thực</a:t>
            </a:r>
            <a:r>
              <a:rPr lang="en-US"/>
              <a:t> </a:t>
            </a:r>
            <a:r>
              <a:rPr lang="en-US" err="1"/>
              <a:t>hiện</a:t>
            </a:r>
            <a:r>
              <a:rPr lang="en-US"/>
              <a:t> </a:t>
            </a:r>
            <a:r>
              <a:rPr lang="en-US" err="1"/>
              <a:t>trước</a:t>
            </a:r>
            <a:r>
              <a:rPr lang="en-US"/>
              <a:t>, </a:t>
            </a:r>
            <a:r>
              <a:rPr lang="en-US" err="1"/>
              <a:t>thoả</a:t>
            </a:r>
            <a:r>
              <a:rPr lang="en-US"/>
              <a:t> </a:t>
            </a:r>
            <a:r>
              <a:rPr lang="en-US" err="1"/>
              <a:t>mãn</a:t>
            </a:r>
            <a:r>
              <a:rPr lang="en-US"/>
              <a:t> : 7&lt;5, 5&lt;3,3&lt;6,5&lt;6,2&lt;1,2&lt;6, 4&lt;2</a:t>
            </a:r>
          </a:p>
          <a:p>
            <a:pPr lvl="1"/>
            <a:r>
              <a:rPr lang="en-US" err="1"/>
              <a:t>Hãy</a:t>
            </a:r>
            <a:r>
              <a:rPr lang="en-US"/>
              <a:t> </a:t>
            </a:r>
            <a:r>
              <a:rPr lang="en-US" err="1"/>
              <a:t>vẽ</a:t>
            </a:r>
            <a:r>
              <a:rPr lang="en-US"/>
              <a:t> </a:t>
            </a:r>
            <a:r>
              <a:rPr lang="en-US" err="1"/>
              <a:t>đồ</a:t>
            </a:r>
            <a:r>
              <a:rPr lang="en-US"/>
              <a:t> </a:t>
            </a:r>
            <a:r>
              <a:rPr lang="en-US" err="1"/>
              <a:t>thị</a:t>
            </a:r>
            <a:r>
              <a:rPr lang="en-US"/>
              <a:t> </a:t>
            </a:r>
            <a:r>
              <a:rPr lang="en-US" err="1"/>
              <a:t>biểu</a:t>
            </a:r>
            <a:r>
              <a:rPr lang="en-US"/>
              <a:t> </a:t>
            </a:r>
            <a:r>
              <a:rPr lang="en-US" err="1"/>
              <a:t>diễn</a:t>
            </a:r>
            <a:r>
              <a:rPr lang="en-US"/>
              <a:t> S</a:t>
            </a:r>
          </a:p>
          <a:p>
            <a:pPr lvl="1"/>
            <a:r>
              <a:rPr lang="en-US"/>
              <a:t>Minh </a:t>
            </a:r>
            <a:r>
              <a:rPr lang="en-US" err="1"/>
              <a:t>hoạ</a:t>
            </a:r>
            <a:r>
              <a:rPr lang="en-US"/>
              <a:t> </a:t>
            </a:r>
            <a:r>
              <a:rPr lang="en-US" err="1"/>
              <a:t>cấu</a:t>
            </a:r>
            <a:r>
              <a:rPr lang="en-US"/>
              <a:t> </a:t>
            </a:r>
            <a:r>
              <a:rPr lang="en-US" err="1"/>
              <a:t>trúc</a:t>
            </a:r>
            <a:r>
              <a:rPr lang="en-US"/>
              <a:t> </a:t>
            </a:r>
            <a:r>
              <a:rPr lang="en-US" err="1"/>
              <a:t>lưu</a:t>
            </a:r>
            <a:r>
              <a:rPr lang="en-US"/>
              <a:t> </a:t>
            </a:r>
            <a:r>
              <a:rPr lang="en-US" err="1"/>
              <a:t>trữ</a:t>
            </a:r>
            <a:r>
              <a:rPr lang="en-US"/>
              <a:t> </a:t>
            </a:r>
            <a:r>
              <a:rPr lang="en-US" err="1"/>
              <a:t>của</a:t>
            </a:r>
            <a:r>
              <a:rPr lang="en-US"/>
              <a:t> </a:t>
            </a:r>
            <a:r>
              <a:rPr lang="en-US" err="1"/>
              <a:t>đồ</a:t>
            </a:r>
            <a:r>
              <a:rPr lang="en-US"/>
              <a:t> </a:t>
            </a:r>
            <a:r>
              <a:rPr lang="en-US" err="1"/>
              <a:t>thị</a:t>
            </a:r>
            <a:r>
              <a:rPr lang="en-US"/>
              <a:t> </a:t>
            </a:r>
            <a:r>
              <a:rPr lang="en-US" err="1"/>
              <a:t>trước</a:t>
            </a:r>
            <a:r>
              <a:rPr lang="en-US"/>
              <a:t> </a:t>
            </a:r>
            <a:r>
              <a:rPr lang="en-US" err="1"/>
              <a:t>đó</a:t>
            </a:r>
            <a:r>
              <a:rPr lang="en-US"/>
              <a:t> </a:t>
            </a:r>
            <a:r>
              <a:rPr lang="en-US" err="1"/>
              <a:t>khi</a:t>
            </a:r>
            <a:r>
              <a:rPr lang="en-US"/>
              <a:t> </a:t>
            </a:r>
            <a:r>
              <a:rPr lang="en-US" err="1"/>
              <a:t>thực</a:t>
            </a:r>
            <a:r>
              <a:rPr lang="en-US"/>
              <a:t> </a:t>
            </a:r>
            <a:r>
              <a:rPr lang="en-US" err="1"/>
              <a:t>hiện</a:t>
            </a:r>
            <a:r>
              <a:rPr lang="en-US"/>
              <a:t> </a:t>
            </a:r>
            <a:r>
              <a:rPr lang="en-US" err="1"/>
              <a:t>giải</a:t>
            </a:r>
            <a:r>
              <a:rPr lang="en-US"/>
              <a:t> </a:t>
            </a:r>
            <a:r>
              <a:rPr lang="en-US" err="1"/>
              <a:t>thuật</a:t>
            </a:r>
            <a:r>
              <a:rPr lang="en-US"/>
              <a:t> Topo – order</a:t>
            </a:r>
          </a:p>
          <a:p>
            <a:pPr lvl="1"/>
            <a:r>
              <a:rPr lang="en-US" err="1"/>
              <a:t>Nêu</a:t>
            </a:r>
            <a:r>
              <a:rPr lang="en-US"/>
              <a:t> </a:t>
            </a:r>
            <a:r>
              <a:rPr lang="en-US" err="1"/>
              <a:t>kết</a:t>
            </a:r>
            <a:r>
              <a:rPr lang="en-US"/>
              <a:t> </a:t>
            </a:r>
            <a:r>
              <a:rPr lang="en-US" err="1"/>
              <a:t>quả</a:t>
            </a:r>
            <a:r>
              <a:rPr lang="en-US"/>
              <a:t> </a:t>
            </a:r>
            <a:r>
              <a:rPr lang="en-US" err="1"/>
              <a:t>thực</a:t>
            </a:r>
            <a:r>
              <a:rPr lang="en-US"/>
              <a:t> </a:t>
            </a:r>
            <a:r>
              <a:rPr lang="en-US" err="1"/>
              <a:t>hiện</a:t>
            </a:r>
            <a:r>
              <a:rPr lang="en-US"/>
              <a:t> </a:t>
            </a:r>
            <a:r>
              <a:rPr lang="en-US" err="1"/>
              <a:t>giải</a:t>
            </a:r>
            <a:r>
              <a:rPr lang="en-US"/>
              <a:t> </a:t>
            </a:r>
            <a:r>
              <a:rPr lang="en-US" err="1"/>
              <a:t>thuật</a:t>
            </a:r>
            <a:r>
              <a:rPr lang="en-US"/>
              <a:t> Topo – order </a:t>
            </a:r>
          </a:p>
        </p:txBody>
      </p:sp>
    </p:spTree>
    <p:extLst>
      <p:ext uri="{BB962C8B-B14F-4D97-AF65-F5344CB8AC3E}">
        <p14:creationId xmlns:p14="http://schemas.microsoft.com/office/powerpoint/2010/main" val="2659193019"/>
      </p:ext>
    </p:extLst>
  </p:cSld>
  <p:clrMapOvr>
    <a:masterClrMapping/>
  </p:clrMapOvr>
</p:sld>
</file>

<file path=ppt/theme/theme1.xml><?xml version="1.0" encoding="utf-8"?>
<a:theme xmlns:a="http://schemas.openxmlformats.org/drawingml/2006/main" name="HUST_PPT_template_2022_RED_4x3">
  <a:themeElements>
    <a:clrScheme name="Chủ đề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hủ đề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ủ đề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D2320CD967DC4C936B5BE3B6686F0E" ma:contentTypeVersion="10" ma:contentTypeDescription="Create a new document." ma:contentTypeScope="" ma:versionID="b8084e74c238971f8101613da4e0507e">
  <xsd:schema xmlns:xsd="http://www.w3.org/2001/XMLSchema" xmlns:xs="http://www.w3.org/2001/XMLSchema" xmlns:p="http://schemas.microsoft.com/office/2006/metadata/properties" xmlns:ns2="97f04c0d-d18a-494f-a4ee-dc80d38be3a9" xmlns:ns3="5314e54c-1065-4f91-8872-b5da09cc453e" targetNamespace="http://schemas.microsoft.com/office/2006/metadata/properties" ma:root="true" ma:fieldsID="8b1ec852ff40fd9a2f44924167d0aee2" ns2:_="" ns3:_="">
    <xsd:import namespace="97f04c0d-d18a-494f-a4ee-dc80d38be3a9"/>
    <xsd:import namespace="5314e54c-1065-4f91-8872-b5da09cc45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f04c0d-d18a-494f-a4ee-dc80d38be3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14e54c-1065-4f91-8872-b5da09cc453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e1d9f2f-845c-4015-84a0-220f7cf0710d}" ma:internalName="TaxCatchAll" ma:showField="CatchAllData" ma:web="5314e54c-1065-4f91-8872-b5da09cc45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7f04c0d-d18a-494f-a4ee-dc80d38be3a9">
      <Terms xmlns="http://schemas.microsoft.com/office/infopath/2007/PartnerControls"/>
    </lcf76f155ced4ddcb4097134ff3c332f>
    <TaxCatchAll xmlns="5314e54c-1065-4f91-8872-b5da09cc453e" xsi:nil="true"/>
  </documentManagement>
</p:properties>
</file>

<file path=customXml/itemProps1.xml><?xml version="1.0" encoding="utf-8"?>
<ds:datastoreItem xmlns:ds="http://schemas.openxmlformats.org/officeDocument/2006/customXml" ds:itemID="{2D84D8A6-5CCB-4B12-858E-7C89FF28FE17}"/>
</file>

<file path=customXml/itemProps2.xml><?xml version="1.0" encoding="utf-8"?>
<ds:datastoreItem xmlns:ds="http://schemas.openxmlformats.org/officeDocument/2006/customXml" ds:itemID="{515C31E6-793B-4D99-8056-1A57ED438971}"/>
</file>

<file path=customXml/itemProps3.xml><?xml version="1.0" encoding="utf-8"?>
<ds:datastoreItem xmlns:ds="http://schemas.openxmlformats.org/officeDocument/2006/customXml" ds:itemID="{C848E7DA-BD12-4FF7-B12B-827C2E4C7A05}"/>
</file>

<file path=docProps/app.xml><?xml version="1.0" encoding="utf-8"?>
<Properties xmlns="http://schemas.openxmlformats.org/officeDocument/2006/extended-properties" xmlns:vt="http://schemas.openxmlformats.org/officeDocument/2006/docPropsVTypes">
  <Template>HUST_PPT_template_2022_RED_4x3</Template>
  <TotalTime>66</TotalTime>
  <Words>4177</Words>
  <Application>Microsoft Macintosh PowerPoint</Application>
  <PresentationFormat>On-screen Show (4:3)</PresentationFormat>
  <Paragraphs>1000</Paragraphs>
  <Slides>46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-webkit-standard</vt:lpstr>
      <vt:lpstr>Arial</vt:lpstr>
      <vt:lpstr>Calibri</vt:lpstr>
      <vt:lpstr>Cambria Math</vt:lpstr>
      <vt:lpstr>Helvetica</vt:lpstr>
      <vt:lpstr>Lato</vt:lpstr>
      <vt:lpstr>Times New Roman</vt:lpstr>
      <vt:lpstr>HUST_PPT_template_2022_RED_4x3</vt:lpstr>
      <vt:lpstr>Chương 6: Đồ thị (Graphs) </vt:lpstr>
      <vt:lpstr>Định nghĩa</vt:lpstr>
      <vt:lpstr>Ví dụ về đồ thị – Bản đồ giao thông</vt:lpstr>
      <vt:lpstr>Định nghĩa</vt:lpstr>
      <vt:lpstr>Định nghĩa </vt:lpstr>
      <vt:lpstr>Đồ thị liên thông</vt:lpstr>
      <vt:lpstr>Đồ thị có trọng số </vt:lpstr>
      <vt:lpstr>Biểu diễn máy của đồ thị</vt:lpstr>
      <vt:lpstr>Biểu diễn bằng ma trận lân cận</vt:lpstr>
      <vt:lpstr>Biểu diễn bằng ma trận lân cận</vt:lpstr>
      <vt:lpstr>PowerPoint Presentation</vt:lpstr>
      <vt:lpstr>PowerPoint Presentation</vt:lpstr>
      <vt:lpstr>Biểu diễn bằng danh sách lân cận</vt:lpstr>
      <vt:lpstr>Biểu diễn bằng danh sách lân cận</vt:lpstr>
      <vt:lpstr>Duyệt đồ thị </vt:lpstr>
      <vt:lpstr>PowerPoint Presentation</vt:lpstr>
      <vt:lpstr>Duyệt theo chiều rộng (BFS)</vt:lpstr>
      <vt:lpstr>Duyệt theo chiều rộng (BFS) </vt:lpstr>
      <vt:lpstr>Duyệt theo chiều sâu (DFS)</vt:lpstr>
      <vt:lpstr>Duyệt theo chiều sâu (DFS)</vt:lpstr>
      <vt:lpstr>Ví dụ </vt:lpstr>
      <vt:lpstr>Thuật toán áp dụng đồ thị</vt:lpstr>
      <vt:lpstr>Bài toán tìm đường đi</vt:lpstr>
      <vt:lpstr>Ma trận đường đi (path matrix)</vt:lpstr>
      <vt:lpstr>Thuật toán WARSHALL</vt:lpstr>
      <vt:lpstr>Ví dụ : Tìm đường đi </vt:lpstr>
      <vt:lpstr>Ví dụ: Tìm đường đi</vt:lpstr>
      <vt:lpstr>Ví dụ: Tìm đường đi</vt:lpstr>
      <vt:lpstr>Thuật toán Dijkstra </vt:lpstr>
      <vt:lpstr>Thuật toán Dijkstra </vt:lpstr>
      <vt:lpstr>Ví dụ Dijkstra </vt:lpstr>
      <vt:lpstr>Ví dụ Dijkstra </vt:lpstr>
      <vt:lpstr>Ví dụ Dijkstra </vt:lpstr>
      <vt:lpstr>Cây khung nhỏ nhất (Minimum Spanning Tree - MST)</vt:lpstr>
      <vt:lpstr>Thuật toán PRIM</vt:lpstr>
      <vt:lpstr>Ví dụ : Thuật toán PRIM</vt:lpstr>
      <vt:lpstr>Thuật toán Kruskal</vt:lpstr>
      <vt:lpstr>Ví dụ: Thuật toán Kruskal</vt:lpstr>
      <vt:lpstr>Bài toán sắp xếp tô pô</vt:lpstr>
      <vt:lpstr>Bài toán sắp xếp tô pô</vt:lpstr>
      <vt:lpstr>Bài toán sắp xếp tô pô</vt:lpstr>
      <vt:lpstr>Sắp xếp tô pô</vt:lpstr>
      <vt:lpstr>Sắp xếp tô pô</vt:lpstr>
      <vt:lpstr>Sắp xếp tô pô</vt:lpstr>
      <vt:lpstr>Giải thuật sắp xếp tô pô</vt:lpstr>
      <vt:lpstr>Bài tập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 Kim Hue</dc:creator>
  <cp:lastModifiedBy>Ta Thi Kim Hue</cp:lastModifiedBy>
  <cp:revision>1</cp:revision>
  <cp:lastPrinted>2018-08-30T07:08:42Z</cp:lastPrinted>
  <dcterms:created xsi:type="dcterms:W3CDTF">2018-08-28T09:50:26Z</dcterms:created>
  <dcterms:modified xsi:type="dcterms:W3CDTF">2025-01-03T13:54:33Z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0x0101005CD2320CD967DC4C936B5BE3B6686F0E</vt:lpwstr>
  </property>
</Properties>
</file>