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7"/>
  </p:notesMasterIdLst>
  <p:handoutMasterIdLst>
    <p:handoutMasterId r:id="rId58"/>
  </p:handoutMasterIdLst>
  <p:sldIdLst>
    <p:sldId id="256" r:id="rId2"/>
    <p:sldId id="259" r:id="rId3"/>
    <p:sldId id="257" r:id="rId4"/>
    <p:sldId id="258" r:id="rId5"/>
    <p:sldId id="260" r:id="rId6"/>
    <p:sldId id="271" r:id="rId7"/>
    <p:sldId id="272" r:id="rId8"/>
    <p:sldId id="261" r:id="rId9"/>
    <p:sldId id="273" r:id="rId10"/>
    <p:sldId id="274" r:id="rId11"/>
    <p:sldId id="275" r:id="rId12"/>
    <p:sldId id="366" r:id="rId13"/>
    <p:sldId id="270" r:id="rId14"/>
    <p:sldId id="276" r:id="rId15"/>
    <p:sldId id="367" r:id="rId16"/>
    <p:sldId id="369" r:id="rId17"/>
    <p:sldId id="277" r:id="rId18"/>
    <p:sldId id="278" r:id="rId19"/>
    <p:sldId id="279" r:id="rId20"/>
    <p:sldId id="280" r:id="rId21"/>
    <p:sldId id="281" r:id="rId22"/>
    <p:sldId id="368" r:id="rId23"/>
    <p:sldId id="282" r:id="rId24"/>
    <p:sldId id="283" r:id="rId25"/>
    <p:sldId id="284" r:id="rId26"/>
    <p:sldId id="285" r:id="rId27"/>
    <p:sldId id="286" r:id="rId28"/>
    <p:sldId id="287" r:id="rId29"/>
    <p:sldId id="371" r:id="rId30"/>
    <p:sldId id="288" r:id="rId31"/>
    <p:sldId id="289" r:id="rId32"/>
    <p:sldId id="372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9" r:id="rId41"/>
    <p:sldId id="300" r:id="rId42"/>
    <p:sldId id="301" r:id="rId43"/>
    <p:sldId id="302" r:id="rId44"/>
    <p:sldId id="297" r:id="rId45"/>
    <p:sldId id="303" r:id="rId46"/>
    <p:sldId id="298" r:id="rId47"/>
    <p:sldId id="304" r:id="rId48"/>
    <p:sldId id="306" r:id="rId49"/>
    <p:sldId id="364" r:id="rId50"/>
    <p:sldId id="373" r:id="rId51"/>
    <p:sldId id="365" r:id="rId52"/>
    <p:sldId id="305" r:id="rId53"/>
    <p:sldId id="361" r:id="rId54"/>
    <p:sldId id="362" r:id="rId55"/>
    <p:sldId id="363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37"/>
    <p:restoredTop sz="94584" autoAdjust="0"/>
  </p:normalViewPr>
  <p:slideViewPr>
    <p:cSldViewPr snapToGrid="0" snapToObjects="1">
      <p:cViewPr varScale="1">
        <p:scale>
          <a:sx n="78" d="100"/>
          <a:sy n="78" d="100"/>
        </p:scale>
        <p:origin x="5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66" Type="http://schemas.openxmlformats.org/officeDocument/2006/relationships/customXml" Target="../customXml/item3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65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 Thi Kim Hue" userId="af176dfe-ebe0-47e4-99a4-e0f4d40f7313" providerId="ADAL" clId="{052C4574-23FF-5748-AF44-89D1AED58DF3}"/>
    <pc:docChg chg="undo custSel delSld modSld">
      <pc:chgData name="Ta Thi Kim Hue" userId="af176dfe-ebe0-47e4-99a4-e0f4d40f7313" providerId="ADAL" clId="{052C4574-23FF-5748-AF44-89D1AED58DF3}" dt="2024-05-31T03:41:56.348" v="171" actId="27636"/>
      <pc:docMkLst>
        <pc:docMk/>
      </pc:docMkLst>
      <pc:sldChg chg="delSp modSp mod modClrScheme chgLayout">
        <pc:chgData name="Ta Thi Kim Hue" userId="af176dfe-ebe0-47e4-99a4-e0f4d40f7313" providerId="ADAL" clId="{052C4574-23FF-5748-AF44-89D1AED58DF3}" dt="2024-05-16T17:52:13.745" v="160" actId="1076"/>
        <pc:sldMkLst>
          <pc:docMk/>
          <pc:sldMk cId="2008042384" sldId="256"/>
        </pc:sldMkLst>
      </pc:sldChg>
      <pc:sldChg chg="modSp mod modClrScheme chgLayout">
        <pc:chgData name="Ta Thi Kim Hue" userId="af176dfe-ebe0-47e4-99a4-e0f4d40f7313" providerId="ADAL" clId="{052C4574-23FF-5748-AF44-89D1AED58DF3}" dt="2024-05-16T17:44:17.569" v="29" actId="700"/>
        <pc:sldMkLst>
          <pc:docMk/>
          <pc:sldMk cId="3249173739" sldId="257"/>
        </pc:sldMkLst>
      </pc:sldChg>
      <pc:sldChg chg="modSp mod modClrScheme chgLayout">
        <pc:chgData name="Ta Thi Kim Hue" userId="af176dfe-ebe0-47e4-99a4-e0f4d40f7313" providerId="ADAL" clId="{052C4574-23FF-5748-AF44-89D1AED58DF3}" dt="2024-05-16T17:44:22.954" v="31" actId="27636"/>
        <pc:sldMkLst>
          <pc:docMk/>
          <pc:sldMk cId="649214761" sldId="258"/>
        </pc:sldMkLst>
      </pc:sldChg>
      <pc:sldChg chg="modSp mod modClrScheme chgLayout">
        <pc:chgData name="Ta Thi Kim Hue" userId="af176dfe-ebe0-47e4-99a4-e0f4d40f7313" providerId="ADAL" clId="{052C4574-23FF-5748-AF44-89D1AED58DF3}" dt="2024-05-16T17:44:05.650" v="28" actId="27636"/>
        <pc:sldMkLst>
          <pc:docMk/>
          <pc:sldMk cId="1906443308" sldId="259"/>
        </pc:sldMkLst>
      </pc:sldChg>
      <pc:sldChg chg="modSp mod modClrScheme chgLayout">
        <pc:chgData name="Ta Thi Kim Hue" userId="af176dfe-ebe0-47e4-99a4-e0f4d40f7313" providerId="ADAL" clId="{052C4574-23FF-5748-AF44-89D1AED58DF3}" dt="2024-05-16T17:45:32.393" v="44" actId="1076"/>
        <pc:sldMkLst>
          <pc:docMk/>
          <pc:sldMk cId="2568474239" sldId="260"/>
        </pc:sldMkLst>
      </pc:sldChg>
      <pc:sldChg chg="modSp mod modClrScheme chgLayout">
        <pc:chgData name="Ta Thi Kim Hue" userId="af176dfe-ebe0-47e4-99a4-e0f4d40f7313" providerId="ADAL" clId="{052C4574-23FF-5748-AF44-89D1AED58DF3}" dt="2024-05-16T17:45:11.146" v="41" actId="1076"/>
        <pc:sldMkLst>
          <pc:docMk/>
          <pc:sldMk cId="2979757581" sldId="261"/>
        </pc:sldMkLst>
      </pc:sldChg>
      <pc:sldChg chg="modSp mod modClrScheme chgLayout">
        <pc:chgData name="Ta Thi Kim Hue" userId="af176dfe-ebe0-47e4-99a4-e0f4d40f7313" providerId="ADAL" clId="{052C4574-23FF-5748-AF44-89D1AED58DF3}" dt="2024-05-16T17:46:39.067" v="59" actId="27636"/>
        <pc:sldMkLst>
          <pc:docMk/>
          <pc:sldMk cId="3496472753" sldId="270"/>
        </pc:sldMkLst>
      </pc:sldChg>
      <pc:sldChg chg="modSp mod modClrScheme chgLayout">
        <pc:chgData name="Ta Thi Kim Hue" userId="af176dfe-ebe0-47e4-99a4-e0f4d40f7313" providerId="ADAL" clId="{052C4574-23FF-5748-AF44-89D1AED58DF3}" dt="2024-05-16T17:45:24.958" v="43" actId="1076"/>
        <pc:sldMkLst>
          <pc:docMk/>
          <pc:sldMk cId="3072396836" sldId="271"/>
        </pc:sldMkLst>
      </pc:sldChg>
      <pc:sldChg chg="modSp mod modClrScheme chgLayout">
        <pc:chgData name="Ta Thi Kim Hue" userId="af176dfe-ebe0-47e4-99a4-e0f4d40f7313" providerId="ADAL" clId="{052C4574-23FF-5748-AF44-89D1AED58DF3}" dt="2024-05-16T17:44:45.190" v="37" actId="700"/>
        <pc:sldMkLst>
          <pc:docMk/>
          <pc:sldMk cId="2531749157" sldId="272"/>
        </pc:sldMkLst>
      </pc:sldChg>
      <pc:sldChg chg="modSp mod modClrScheme chgLayout">
        <pc:chgData name="Ta Thi Kim Hue" userId="af176dfe-ebe0-47e4-99a4-e0f4d40f7313" providerId="ADAL" clId="{052C4574-23FF-5748-AF44-89D1AED58DF3}" dt="2024-05-16T17:45:43.372" v="46" actId="27636"/>
        <pc:sldMkLst>
          <pc:docMk/>
          <pc:sldMk cId="1158053437" sldId="273"/>
        </pc:sldMkLst>
      </pc:sldChg>
      <pc:sldChg chg="modSp mod modClrScheme chgLayout">
        <pc:chgData name="Ta Thi Kim Hue" userId="af176dfe-ebe0-47e4-99a4-e0f4d40f7313" providerId="ADAL" clId="{052C4574-23FF-5748-AF44-89D1AED58DF3}" dt="2024-05-16T17:45:46.632" v="47" actId="700"/>
        <pc:sldMkLst>
          <pc:docMk/>
          <pc:sldMk cId="2378611082" sldId="274"/>
        </pc:sldMkLst>
      </pc:sldChg>
      <pc:sldChg chg="modSp mod modClrScheme chgLayout">
        <pc:chgData name="Ta Thi Kim Hue" userId="af176dfe-ebe0-47e4-99a4-e0f4d40f7313" providerId="ADAL" clId="{052C4574-23FF-5748-AF44-89D1AED58DF3}" dt="2024-05-16T17:46:22.026" v="52" actId="1076"/>
        <pc:sldMkLst>
          <pc:docMk/>
          <pc:sldMk cId="2568336364" sldId="275"/>
        </pc:sldMkLst>
      </pc:sldChg>
      <pc:sldChg chg="modSp mod modClrScheme chgLayout">
        <pc:chgData name="Ta Thi Kim Hue" userId="af176dfe-ebe0-47e4-99a4-e0f4d40f7313" providerId="ADAL" clId="{052C4574-23FF-5748-AF44-89D1AED58DF3}" dt="2024-05-16T17:47:03.345" v="66" actId="20577"/>
        <pc:sldMkLst>
          <pc:docMk/>
          <pc:sldMk cId="4240187880" sldId="276"/>
        </pc:sldMkLst>
      </pc:sldChg>
      <pc:sldChg chg="modSp mod modClrScheme chgLayout">
        <pc:chgData name="Ta Thi Kim Hue" userId="af176dfe-ebe0-47e4-99a4-e0f4d40f7313" providerId="ADAL" clId="{052C4574-23FF-5748-AF44-89D1AED58DF3}" dt="2024-05-16T17:47:20.588" v="69" actId="700"/>
        <pc:sldMkLst>
          <pc:docMk/>
          <pc:sldMk cId="3814433711" sldId="277"/>
        </pc:sldMkLst>
      </pc:sldChg>
      <pc:sldChg chg="modSp mod modClrScheme chgLayout">
        <pc:chgData name="Ta Thi Kim Hue" userId="af176dfe-ebe0-47e4-99a4-e0f4d40f7313" providerId="ADAL" clId="{052C4574-23FF-5748-AF44-89D1AED58DF3}" dt="2024-05-16T17:47:26.845" v="71" actId="27636"/>
        <pc:sldMkLst>
          <pc:docMk/>
          <pc:sldMk cId="2921708778" sldId="278"/>
        </pc:sldMkLst>
      </pc:sldChg>
      <pc:sldChg chg="modSp mod modClrScheme chgLayout">
        <pc:chgData name="Ta Thi Kim Hue" userId="af176dfe-ebe0-47e4-99a4-e0f4d40f7313" providerId="ADAL" clId="{052C4574-23FF-5748-AF44-89D1AED58DF3}" dt="2024-05-16T17:47:30.772" v="72" actId="700"/>
        <pc:sldMkLst>
          <pc:docMk/>
          <pc:sldMk cId="968001768" sldId="279"/>
        </pc:sldMkLst>
      </pc:sldChg>
      <pc:sldChg chg="modSp mod modClrScheme chgLayout">
        <pc:chgData name="Ta Thi Kim Hue" userId="af176dfe-ebe0-47e4-99a4-e0f4d40f7313" providerId="ADAL" clId="{052C4574-23FF-5748-AF44-89D1AED58DF3}" dt="2024-05-16T17:47:35.322" v="73" actId="700"/>
        <pc:sldMkLst>
          <pc:docMk/>
          <pc:sldMk cId="3678373301" sldId="280"/>
        </pc:sldMkLst>
      </pc:sldChg>
      <pc:sldChg chg="modSp mod modClrScheme chgLayout">
        <pc:chgData name="Ta Thi Kim Hue" userId="af176dfe-ebe0-47e4-99a4-e0f4d40f7313" providerId="ADAL" clId="{052C4574-23FF-5748-AF44-89D1AED58DF3}" dt="2024-05-16T17:47:41.370" v="75" actId="27636"/>
        <pc:sldMkLst>
          <pc:docMk/>
          <pc:sldMk cId="3567785831" sldId="281"/>
        </pc:sldMkLst>
      </pc:sldChg>
      <pc:sldChg chg="modSp mod modClrScheme chgLayout">
        <pc:chgData name="Ta Thi Kim Hue" userId="af176dfe-ebe0-47e4-99a4-e0f4d40f7313" providerId="ADAL" clId="{052C4574-23FF-5748-AF44-89D1AED58DF3}" dt="2024-05-16T17:47:50.573" v="77" actId="700"/>
        <pc:sldMkLst>
          <pc:docMk/>
          <pc:sldMk cId="1398612159" sldId="282"/>
        </pc:sldMkLst>
      </pc:sldChg>
      <pc:sldChg chg="modSp mod modClrScheme chgLayout">
        <pc:chgData name="Ta Thi Kim Hue" userId="af176dfe-ebe0-47e4-99a4-e0f4d40f7313" providerId="ADAL" clId="{052C4574-23FF-5748-AF44-89D1AED58DF3}" dt="2024-05-16T17:47:54.165" v="79" actId="27636"/>
        <pc:sldMkLst>
          <pc:docMk/>
          <pc:sldMk cId="1764021113" sldId="283"/>
        </pc:sldMkLst>
      </pc:sldChg>
      <pc:sldChg chg="modSp mod modClrScheme chgLayout">
        <pc:chgData name="Ta Thi Kim Hue" userId="af176dfe-ebe0-47e4-99a4-e0f4d40f7313" providerId="ADAL" clId="{052C4574-23FF-5748-AF44-89D1AED58DF3}" dt="2024-05-16T17:47:57.387" v="80" actId="700"/>
        <pc:sldMkLst>
          <pc:docMk/>
          <pc:sldMk cId="3439273670" sldId="284"/>
        </pc:sldMkLst>
      </pc:sldChg>
      <pc:sldChg chg="modSp mod modClrScheme chgLayout">
        <pc:chgData name="Ta Thi Kim Hue" userId="af176dfe-ebe0-47e4-99a4-e0f4d40f7313" providerId="ADAL" clId="{052C4574-23FF-5748-AF44-89D1AED58DF3}" dt="2024-05-16T17:48:01.095" v="82" actId="27636"/>
        <pc:sldMkLst>
          <pc:docMk/>
          <pc:sldMk cId="1136029538" sldId="285"/>
        </pc:sldMkLst>
      </pc:sldChg>
      <pc:sldChg chg="modSp mod modClrScheme chgLayout">
        <pc:chgData name="Ta Thi Kim Hue" userId="af176dfe-ebe0-47e4-99a4-e0f4d40f7313" providerId="ADAL" clId="{052C4574-23FF-5748-AF44-89D1AED58DF3}" dt="2024-05-16T17:48:04.213" v="84" actId="27636"/>
        <pc:sldMkLst>
          <pc:docMk/>
          <pc:sldMk cId="1244391756" sldId="286"/>
        </pc:sldMkLst>
      </pc:sldChg>
      <pc:sldChg chg="modSp mod modClrScheme chgLayout">
        <pc:chgData name="Ta Thi Kim Hue" userId="af176dfe-ebe0-47e4-99a4-e0f4d40f7313" providerId="ADAL" clId="{052C4574-23FF-5748-AF44-89D1AED58DF3}" dt="2024-05-16T17:48:09.847" v="86" actId="27636"/>
        <pc:sldMkLst>
          <pc:docMk/>
          <pc:sldMk cId="619050979" sldId="287"/>
        </pc:sldMkLst>
      </pc:sldChg>
      <pc:sldChg chg="modSp mod modClrScheme chgLayout">
        <pc:chgData name="Ta Thi Kim Hue" userId="af176dfe-ebe0-47e4-99a4-e0f4d40f7313" providerId="ADAL" clId="{052C4574-23FF-5748-AF44-89D1AED58DF3}" dt="2024-05-16T17:48:18.043" v="88" actId="700"/>
        <pc:sldMkLst>
          <pc:docMk/>
          <pc:sldMk cId="4251966413" sldId="288"/>
        </pc:sldMkLst>
      </pc:sldChg>
      <pc:sldChg chg="modSp mod modClrScheme chgLayout">
        <pc:chgData name="Ta Thi Kim Hue" userId="af176dfe-ebe0-47e4-99a4-e0f4d40f7313" providerId="ADAL" clId="{052C4574-23FF-5748-AF44-89D1AED58DF3}" dt="2024-05-16T17:48:35.727" v="92" actId="15"/>
        <pc:sldMkLst>
          <pc:docMk/>
          <pc:sldMk cId="3200839763" sldId="289"/>
        </pc:sldMkLst>
      </pc:sldChg>
      <pc:sldChg chg="addSp modSp mod modClrScheme chgLayout">
        <pc:chgData name="Ta Thi Kim Hue" userId="af176dfe-ebe0-47e4-99a4-e0f4d40f7313" providerId="ADAL" clId="{052C4574-23FF-5748-AF44-89D1AED58DF3}" dt="2024-05-16T17:48:45.777" v="94" actId="700"/>
        <pc:sldMkLst>
          <pc:docMk/>
          <pc:sldMk cId="3101698768" sldId="290"/>
        </pc:sldMkLst>
      </pc:sldChg>
      <pc:sldChg chg="addSp modSp mod modClrScheme chgLayout">
        <pc:chgData name="Ta Thi Kim Hue" userId="af176dfe-ebe0-47e4-99a4-e0f4d40f7313" providerId="ADAL" clId="{052C4574-23FF-5748-AF44-89D1AED58DF3}" dt="2024-05-16T17:48:49.374" v="95" actId="700"/>
        <pc:sldMkLst>
          <pc:docMk/>
          <pc:sldMk cId="28090395" sldId="291"/>
        </pc:sldMkLst>
      </pc:sldChg>
      <pc:sldChg chg="addSp modSp mod modClrScheme chgLayout">
        <pc:chgData name="Ta Thi Kim Hue" userId="af176dfe-ebe0-47e4-99a4-e0f4d40f7313" providerId="ADAL" clId="{052C4574-23FF-5748-AF44-89D1AED58DF3}" dt="2024-05-16T17:48:58.562" v="97" actId="700"/>
        <pc:sldMkLst>
          <pc:docMk/>
          <pc:sldMk cId="3405460975" sldId="292"/>
        </pc:sldMkLst>
      </pc:sldChg>
      <pc:sldChg chg="addSp modSp mod modClrScheme chgLayout">
        <pc:chgData name="Ta Thi Kim Hue" userId="af176dfe-ebe0-47e4-99a4-e0f4d40f7313" providerId="ADAL" clId="{052C4574-23FF-5748-AF44-89D1AED58DF3}" dt="2024-05-16T17:49:04.892" v="98" actId="700"/>
        <pc:sldMkLst>
          <pc:docMk/>
          <pc:sldMk cId="2025684100" sldId="293"/>
        </pc:sldMkLst>
      </pc:sldChg>
      <pc:sldChg chg="addSp modSp mod modClrScheme chgLayout">
        <pc:chgData name="Ta Thi Kim Hue" userId="af176dfe-ebe0-47e4-99a4-e0f4d40f7313" providerId="ADAL" clId="{052C4574-23FF-5748-AF44-89D1AED58DF3}" dt="2024-05-16T17:49:08.774" v="99" actId="700"/>
        <pc:sldMkLst>
          <pc:docMk/>
          <pc:sldMk cId="3275340484" sldId="294"/>
        </pc:sldMkLst>
      </pc:sldChg>
      <pc:sldChg chg="modSp mod modClrScheme chgLayout">
        <pc:chgData name="Ta Thi Kim Hue" userId="af176dfe-ebe0-47e4-99a4-e0f4d40f7313" providerId="ADAL" clId="{052C4574-23FF-5748-AF44-89D1AED58DF3}" dt="2024-05-16T17:49:25.096" v="105" actId="27636"/>
        <pc:sldMkLst>
          <pc:docMk/>
          <pc:sldMk cId="1200101276" sldId="295"/>
        </pc:sldMkLst>
      </pc:sldChg>
      <pc:sldChg chg="modSp mod modClrScheme chgLayout">
        <pc:chgData name="Ta Thi Kim Hue" userId="af176dfe-ebe0-47e4-99a4-e0f4d40f7313" providerId="ADAL" clId="{052C4574-23FF-5748-AF44-89D1AED58DF3}" dt="2024-05-16T17:49:32.472" v="107" actId="27636"/>
        <pc:sldMkLst>
          <pc:docMk/>
          <pc:sldMk cId="1494372133" sldId="296"/>
        </pc:sldMkLst>
      </pc:sldChg>
      <pc:sldChg chg="delSp modSp mod modClrScheme chgLayout">
        <pc:chgData name="Ta Thi Kim Hue" userId="af176dfe-ebe0-47e4-99a4-e0f4d40f7313" providerId="ADAL" clId="{052C4574-23FF-5748-AF44-89D1AED58DF3}" dt="2024-05-16T17:50:08.504" v="124" actId="27636"/>
        <pc:sldMkLst>
          <pc:docMk/>
          <pc:sldMk cId="4169978803" sldId="297"/>
        </pc:sldMkLst>
      </pc:sldChg>
      <pc:sldChg chg="addSp modSp mod modClrScheme chgLayout">
        <pc:chgData name="Ta Thi Kim Hue" userId="af176dfe-ebe0-47e4-99a4-e0f4d40f7313" providerId="ADAL" clId="{052C4574-23FF-5748-AF44-89D1AED58DF3}" dt="2024-05-16T17:50:16.961" v="126" actId="700"/>
        <pc:sldMkLst>
          <pc:docMk/>
          <pc:sldMk cId="244755282" sldId="298"/>
        </pc:sldMkLst>
      </pc:sldChg>
      <pc:sldChg chg="delSp modSp mod modClrScheme chgLayout">
        <pc:chgData name="Ta Thi Kim Hue" userId="af176dfe-ebe0-47e4-99a4-e0f4d40f7313" providerId="ADAL" clId="{052C4574-23FF-5748-AF44-89D1AED58DF3}" dt="2024-05-31T02:56:55.373" v="162" actId="1076"/>
        <pc:sldMkLst>
          <pc:docMk/>
          <pc:sldMk cId="2725183504" sldId="299"/>
        </pc:sldMkLst>
      </pc:sldChg>
      <pc:sldChg chg="delSp modSp mod modClrScheme chgLayout">
        <pc:chgData name="Ta Thi Kim Hue" userId="af176dfe-ebe0-47e4-99a4-e0f4d40f7313" providerId="ADAL" clId="{052C4574-23FF-5748-AF44-89D1AED58DF3}" dt="2024-05-31T03:28:17.653" v="165" actId="478"/>
        <pc:sldMkLst>
          <pc:docMk/>
          <pc:sldMk cId="3609572108" sldId="300"/>
        </pc:sldMkLst>
      </pc:sldChg>
      <pc:sldChg chg="delSp modSp mod modClrScheme chgLayout">
        <pc:chgData name="Ta Thi Kim Hue" userId="af176dfe-ebe0-47e4-99a4-e0f4d40f7313" providerId="ADAL" clId="{052C4574-23FF-5748-AF44-89D1AED58DF3}" dt="2024-05-31T03:41:56.348" v="171" actId="27636"/>
        <pc:sldMkLst>
          <pc:docMk/>
          <pc:sldMk cId="966654440" sldId="301"/>
        </pc:sldMkLst>
      </pc:sldChg>
      <pc:sldChg chg="delSp modSp mod modClrScheme chgLayout">
        <pc:chgData name="Ta Thi Kim Hue" userId="af176dfe-ebe0-47e4-99a4-e0f4d40f7313" providerId="ADAL" clId="{052C4574-23FF-5748-AF44-89D1AED58DF3}" dt="2024-05-31T03:41:45.295" v="167" actId="478"/>
        <pc:sldMkLst>
          <pc:docMk/>
          <pc:sldMk cId="1787262033" sldId="302"/>
        </pc:sldMkLst>
      </pc:sldChg>
      <pc:sldChg chg="addSp modSp mod modClrScheme chgLayout">
        <pc:chgData name="Ta Thi Kim Hue" userId="af176dfe-ebe0-47e4-99a4-e0f4d40f7313" providerId="ADAL" clId="{052C4574-23FF-5748-AF44-89D1AED58DF3}" dt="2024-05-16T17:50:12.565" v="125" actId="700"/>
        <pc:sldMkLst>
          <pc:docMk/>
          <pc:sldMk cId="2499825862" sldId="303"/>
        </pc:sldMkLst>
      </pc:sldChg>
      <pc:sldChg chg="addSp modSp mod modClrScheme chgLayout">
        <pc:chgData name="Ta Thi Kim Hue" userId="af176dfe-ebe0-47e4-99a4-e0f4d40f7313" providerId="ADAL" clId="{052C4574-23FF-5748-AF44-89D1AED58DF3}" dt="2024-05-16T17:50:21.248" v="127" actId="700"/>
        <pc:sldMkLst>
          <pc:docMk/>
          <pc:sldMk cId="2906393885" sldId="304"/>
        </pc:sldMkLst>
      </pc:sldChg>
      <pc:sldChg chg="modSp mod modClrScheme chgLayout">
        <pc:chgData name="Ta Thi Kim Hue" userId="af176dfe-ebe0-47e4-99a4-e0f4d40f7313" providerId="ADAL" clId="{052C4574-23FF-5748-AF44-89D1AED58DF3}" dt="2024-05-16T17:51:37.114" v="150" actId="27636"/>
        <pc:sldMkLst>
          <pc:docMk/>
          <pc:sldMk cId="2920677561" sldId="305"/>
        </pc:sldMkLst>
      </pc:sldChg>
      <pc:sldChg chg="modSp mod modClrScheme chgLayout">
        <pc:chgData name="Ta Thi Kim Hue" userId="af176dfe-ebe0-47e4-99a4-e0f4d40f7313" providerId="ADAL" clId="{052C4574-23FF-5748-AF44-89D1AED58DF3}" dt="2024-05-16T17:50:38.177" v="131" actId="1076"/>
        <pc:sldMkLst>
          <pc:docMk/>
          <pc:sldMk cId="1800721444" sldId="306"/>
        </pc:sldMkLst>
      </pc:sldChg>
      <pc:sldChg chg="modSp mod modClrScheme chgLayout">
        <pc:chgData name="Ta Thi Kim Hue" userId="af176dfe-ebe0-47e4-99a4-e0f4d40f7313" providerId="ADAL" clId="{052C4574-23FF-5748-AF44-89D1AED58DF3}" dt="2024-05-16T17:51:40.615" v="152" actId="27636"/>
        <pc:sldMkLst>
          <pc:docMk/>
          <pc:sldMk cId="1655496237" sldId="361"/>
        </pc:sldMkLst>
      </pc:sldChg>
      <pc:sldChg chg="modSp mod modClrScheme chgLayout">
        <pc:chgData name="Ta Thi Kim Hue" userId="af176dfe-ebe0-47e4-99a4-e0f4d40f7313" providerId="ADAL" clId="{052C4574-23FF-5748-AF44-89D1AED58DF3}" dt="2024-05-16T17:51:44.312" v="154" actId="27636"/>
        <pc:sldMkLst>
          <pc:docMk/>
          <pc:sldMk cId="1850386414" sldId="362"/>
        </pc:sldMkLst>
      </pc:sldChg>
      <pc:sldChg chg="modSp mod modClrScheme chgLayout">
        <pc:chgData name="Ta Thi Kim Hue" userId="af176dfe-ebe0-47e4-99a4-e0f4d40f7313" providerId="ADAL" clId="{052C4574-23FF-5748-AF44-89D1AED58DF3}" dt="2024-05-16T17:51:48.366" v="156" actId="27636"/>
        <pc:sldMkLst>
          <pc:docMk/>
          <pc:sldMk cId="4191461256" sldId="363"/>
        </pc:sldMkLst>
      </pc:sldChg>
      <pc:sldChg chg="modSp mod modClrScheme chgLayout">
        <pc:chgData name="Ta Thi Kim Hue" userId="af176dfe-ebe0-47e4-99a4-e0f4d40f7313" providerId="ADAL" clId="{052C4574-23FF-5748-AF44-89D1AED58DF3}" dt="2024-05-16T17:51:09.098" v="145" actId="27636"/>
        <pc:sldMkLst>
          <pc:docMk/>
          <pc:sldMk cId="2980518430" sldId="364"/>
        </pc:sldMkLst>
      </pc:sldChg>
      <pc:sldChg chg="addSp modSp mod modClrScheme chgLayout">
        <pc:chgData name="Ta Thi Kim Hue" userId="af176dfe-ebe0-47e4-99a4-e0f4d40f7313" providerId="ADAL" clId="{052C4574-23FF-5748-AF44-89D1AED58DF3}" dt="2024-05-16T17:51:32.009" v="148" actId="700"/>
        <pc:sldMkLst>
          <pc:docMk/>
          <pc:sldMk cId="2005858684" sldId="365"/>
        </pc:sldMkLst>
      </pc:sldChg>
      <pc:sldChg chg="addSp modSp mod modClrScheme chgLayout">
        <pc:chgData name="Ta Thi Kim Hue" userId="af176dfe-ebe0-47e4-99a4-e0f4d40f7313" providerId="ADAL" clId="{052C4574-23FF-5748-AF44-89D1AED58DF3}" dt="2024-05-16T17:46:25.917" v="53" actId="700"/>
        <pc:sldMkLst>
          <pc:docMk/>
          <pc:sldMk cId="857720529" sldId="366"/>
        </pc:sldMkLst>
      </pc:sldChg>
      <pc:sldChg chg="addSp modSp mod modClrScheme chgLayout">
        <pc:chgData name="Ta Thi Kim Hue" userId="af176dfe-ebe0-47e4-99a4-e0f4d40f7313" providerId="ADAL" clId="{052C4574-23FF-5748-AF44-89D1AED58DF3}" dt="2024-05-16T17:47:09.447" v="67" actId="700"/>
        <pc:sldMkLst>
          <pc:docMk/>
          <pc:sldMk cId="3391224723" sldId="367"/>
        </pc:sldMkLst>
      </pc:sldChg>
      <pc:sldChg chg="addSp modSp mod modClrScheme chgLayout">
        <pc:chgData name="Ta Thi Kim Hue" userId="af176dfe-ebe0-47e4-99a4-e0f4d40f7313" providerId="ADAL" clId="{052C4574-23FF-5748-AF44-89D1AED58DF3}" dt="2024-05-16T17:47:45.406" v="76" actId="700"/>
        <pc:sldMkLst>
          <pc:docMk/>
          <pc:sldMk cId="2912676222" sldId="368"/>
        </pc:sldMkLst>
      </pc:sldChg>
      <pc:sldChg chg="addSp modSp mod modClrScheme chgLayout">
        <pc:chgData name="Ta Thi Kim Hue" userId="af176dfe-ebe0-47e4-99a4-e0f4d40f7313" providerId="ADAL" clId="{052C4574-23FF-5748-AF44-89D1AED58DF3}" dt="2024-05-16T17:47:13.586" v="68" actId="700"/>
        <pc:sldMkLst>
          <pc:docMk/>
          <pc:sldMk cId="2223377848" sldId="369"/>
        </pc:sldMkLst>
      </pc:sldChg>
      <pc:sldChg chg="modSp del">
        <pc:chgData name="Ta Thi Kim Hue" userId="af176dfe-ebe0-47e4-99a4-e0f4d40f7313" providerId="ADAL" clId="{052C4574-23FF-5748-AF44-89D1AED58DF3}" dt="2024-05-16T17:48:55.643" v="96" actId="2696"/>
        <pc:sldMkLst>
          <pc:docMk/>
          <pc:sldMk cId="413588959" sldId="370"/>
        </pc:sldMkLst>
      </pc:sldChg>
      <pc:sldChg chg="addSp modSp mod modClrScheme chgLayout">
        <pc:chgData name="Ta Thi Kim Hue" userId="af176dfe-ebe0-47e4-99a4-e0f4d40f7313" providerId="ADAL" clId="{052C4574-23FF-5748-AF44-89D1AED58DF3}" dt="2024-05-16T17:48:13.390" v="87" actId="700"/>
        <pc:sldMkLst>
          <pc:docMk/>
          <pc:sldMk cId="3023176722" sldId="371"/>
        </pc:sldMkLst>
      </pc:sldChg>
      <pc:sldChg chg="addSp modSp mod modClrScheme chgLayout">
        <pc:chgData name="Ta Thi Kim Hue" userId="af176dfe-ebe0-47e4-99a4-e0f4d40f7313" providerId="ADAL" clId="{052C4574-23FF-5748-AF44-89D1AED58DF3}" dt="2024-05-16T17:48:39.921" v="93" actId="700"/>
        <pc:sldMkLst>
          <pc:docMk/>
          <pc:sldMk cId="3363043502" sldId="372"/>
        </pc:sldMkLst>
      </pc:sldChg>
      <pc:sldChg chg="modSp mod modClrScheme chgLayout">
        <pc:chgData name="Ta Thi Kim Hue" userId="af176dfe-ebe0-47e4-99a4-e0f4d40f7313" providerId="ADAL" clId="{052C4574-23FF-5748-AF44-89D1AED58DF3}" dt="2024-05-16T17:51:26.194" v="147" actId="20577"/>
        <pc:sldMkLst>
          <pc:docMk/>
          <pc:sldMk cId="3620287309" sldId="373"/>
        </pc:sldMkLst>
      </pc:sldChg>
    </pc:docChg>
  </pc:docChgLst>
  <pc:docChgLst>
    <pc:chgData name="Ta Thi Kim Hue" userId="af176dfe-ebe0-47e4-99a4-e0f4d40f7313" providerId="ADAL" clId="{98865D7A-6352-B94A-8FCA-805DEEEAF33D}"/>
    <pc:docChg chg="custSel addSld modSld">
      <pc:chgData name="Ta Thi Kim Hue" userId="af176dfe-ebe0-47e4-99a4-e0f4d40f7313" providerId="ADAL" clId="{98865D7A-6352-B94A-8FCA-805DEEEAF33D}" dt="2022-07-23T12:57:57.143" v="2" actId="700"/>
      <pc:docMkLst>
        <pc:docMk/>
      </pc:docMkLst>
      <pc:sldChg chg="addSp">
        <pc:chgData name="Ta Thi Kim Hue" userId="af176dfe-ebe0-47e4-99a4-e0f4d40f7313" providerId="ADAL" clId="{98865D7A-6352-B94A-8FCA-805DEEEAF33D}" dt="2022-07-23T12:57:45.288" v="0"/>
        <pc:sldMkLst>
          <pc:docMk/>
          <pc:sldMk cId="2725183504" sldId="299"/>
        </pc:sldMkLst>
      </pc:sldChg>
      <pc:sldChg chg="addSp">
        <pc:chgData name="Ta Thi Kim Hue" userId="af176dfe-ebe0-47e4-99a4-e0f4d40f7313" providerId="ADAL" clId="{98865D7A-6352-B94A-8FCA-805DEEEAF33D}" dt="2022-07-23T12:57:45.288" v="0"/>
        <pc:sldMkLst>
          <pc:docMk/>
          <pc:sldMk cId="3609572108" sldId="300"/>
        </pc:sldMkLst>
      </pc:sldChg>
      <pc:sldChg chg="addSp">
        <pc:chgData name="Ta Thi Kim Hue" userId="af176dfe-ebe0-47e4-99a4-e0f4d40f7313" providerId="ADAL" clId="{98865D7A-6352-B94A-8FCA-805DEEEAF33D}" dt="2022-07-23T12:57:45.288" v="0"/>
        <pc:sldMkLst>
          <pc:docMk/>
          <pc:sldMk cId="966654440" sldId="301"/>
        </pc:sldMkLst>
      </pc:sldChg>
      <pc:sldChg chg="addSp">
        <pc:chgData name="Ta Thi Kim Hue" userId="af176dfe-ebe0-47e4-99a4-e0f4d40f7313" providerId="ADAL" clId="{98865D7A-6352-B94A-8FCA-805DEEEAF33D}" dt="2022-07-23T12:57:45.288" v="0"/>
        <pc:sldMkLst>
          <pc:docMk/>
          <pc:sldMk cId="1787262033" sldId="302"/>
        </pc:sldMkLst>
      </pc:sldChg>
      <pc:sldChg chg="delSp modSp new mod modClrScheme chgLayout">
        <pc:chgData name="Ta Thi Kim Hue" userId="af176dfe-ebe0-47e4-99a4-e0f4d40f7313" providerId="ADAL" clId="{98865D7A-6352-B94A-8FCA-805DEEEAF33D}" dt="2022-07-23T12:57:57.143" v="2" actId="700"/>
        <pc:sldMkLst>
          <pc:docMk/>
          <pc:sldMk cId="942190158" sldId="374"/>
        </pc:sldMkLst>
      </pc:sldChg>
    </pc:docChg>
  </pc:docChgLst>
  <pc:docChgLst>
    <pc:chgData name="Ta Thi Kim Hue" userId="af176dfe-ebe0-47e4-99a4-e0f4d40f7313" providerId="ADAL" clId="{7A62C829-6114-4003-867D-5362323453B3}"/>
    <pc:docChg chg="undo custSel addSld delSld modSld">
      <pc:chgData name="Ta Thi Kim Hue" userId="af176dfe-ebe0-47e4-99a4-e0f4d40f7313" providerId="ADAL" clId="{7A62C829-6114-4003-867D-5362323453B3}" dt="2021-06-04T04:20:35.798" v="1270"/>
      <pc:docMkLst>
        <pc:docMk/>
      </pc:docMkLst>
      <pc:sldChg chg="addSp delSp mod">
        <pc:chgData name="Ta Thi Kim Hue" userId="af176dfe-ebe0-47e4-99a4-e0f4d40f7313" providerId="ADAL" clId="{7A62C829-6114-4003-867D-5362323453B3}" dt="2021-05-27T12:07:03.447" v="986" actId="478"/>
        <pc:sldMkLst>
          <pc:docMk/>
          <pc:sldMk cId="3249173739" sldId="257"/>
        </pc:sldMkLst>
      </pc:sldChg>
      <pc:sldChg chg="addSp delSp mod">
        <pc:chgData name="Ta Thi Kim Hue" userId="af176dfe-ebe0-47e4-99a4-e0f4d40f7313" providerId="ADAL" clId="{7A62C829-6114-4003-867D-5362323453B3}" dt="2021-05-27T12:07:00.788" v="985" actId="478"/>
        <pc:sldMkLst>
          <pc:docMk/>
          <pc:sldMk cId="649214761" sldId="258"/>
        </pc:sldMkLst>
      </pc:sldChg>
      <pc:sldChg chg="addSp delSp mod">
        <pc:chgData name="Ta Thi Kim Hue" userId="af176dfe-ebe0-47e4-99a4-e0f4d40f7313" providerId="ADAL" clId="{7A62C829-6114-4003-867D-5362323453B3}" dt="2021-05-27T12:06:57.518" v="984" actId="478"/>
        <pc:sldMkLst>
          <pc:docMk/>
          <pc:sldMk cId="2568474239" sldId="260"/>
        </pc:sldMkLst>
      </pc:sldChg>
      <pc:sldChg chg="addSp delSp modSp mod">
        <pc:chgData name="Ta Thi Kim Hue" userId="af176dfe-ebe0-47e4-99a4-e0f4d40f7313" providerId="ADAL" clId="{7A62C829-6114-4003-867D-5362323453B3}" dt="2021-05-27T12:06:50.664" v="982" actId="478"/>
        <pc:sldMkLst>
          <pc:docMk/>
          <pc:sldMk cId="2979757581" sldId="261"/>
        </pc:sldMkLst>
      </pc:sldChg>
      <pc:sldChg chg="addSp delSp mod">
        <pc:chgData name="Ta Thi Kim Hue" userId="af176dfe-ebe0-47e4-99a4-e0f4d40f7313" providerId="ADAL" clId="{7A62C829-6114-4003-867D-5362323453B3}" dt="2021-05-27T12:06:36.281" v="974" actId="478"/>
        <pc:sldMkLst>
          <pc:docMk/>
          <pc:sldMk cId="3496472753" sldId="270"/>
        </pc:sldMkLst>
      </pc:sldChg>
      <pc:sldChg chg="addSp delSp mod">
        <pc:chgData name="Ta Thi Kim Hue" userId="af176dfe-ebe0-47e4-99a4-e0f4d40f7313" providerId="ADAL" clId="{7A62C829-6114-4003-867D-5362323453B3}" dt="2021-05-27T12:06:53.628" v="983" actId="478"/>
        <pc:sldMkLst>
          <pc:docMk/>
          <pc:sldMk cId="2531749157" sldId="272"/>
        </pc:sldMkLst>
      </pc:sldChg>
      <pc:sldChg chg="addSp delSp mod">
        <pc:chgData name="Ta Thi Kim Hue" userId="af176dfe-ebe0-47e4-99a4-e0f4d40f7313" providerId="ADAL" clId="{7A62C829-6114-4003-867D-5362323453B3}" dt="2021-05-27T12:06:41.084" v="976" actId="478"/>
        <pc:sldMkLst>
          <pc:docMk/>
          <pc:sldMk cId="1158053437" sldId="273"/>
        </pc:sldMkLst>
      </pc:sldChg>
      <pc:sldChg chg="addSp delSp mod">
        <pc:chgData name="Ta Thi Kim Hue" userId="af176dfe-ebe0-47e4-99a4-e0f4d40f7313" providerId="ADAL" clId="{7A62C829-6114-4003-867D-5362323453B3}" dt="2021-05-27T12:06:38.270" v="975" actId="478"/>
        <pc:sldMkLst>
          <pc:docMk/>
          <pc:sldMk cId="2378611082" sldId="274"/>
        </pc:sldMkLst>
      </pc:sldChg>
      <pc:sldChg chg="addSp">
        <pc:chgData name="Ta Thi Kim Hue" userId="af176dfe-ebe0-47e4-99a4-e0f4d40f7313" providerId="ADAL" clId="{7A62C829-6114-4003-867D-5362323453B3}" dt="2021-05-21T03:16:17.380" v="617"/>
        <pc:sldMkLst>
          <pc:docMk/>
          <pc:sldMk cId="2568336364" sldId="275"/>
        </pc:sldMkLst>
      </pc:sldChg>
      <pc:sldChg chg="addSp delSp modSp mod">
        <pc:chgData name="Ta Thi Kim Hue" userId="af176dfe-ebe0-47e4-99a4-e0f4d40f7313" providerId="ADAL" clId="{7A62C829-6114-4003-867D-5362323453B3}" dt="2021-05-27T12:07:29.552" v="998" actId="478"/>
        <pc:sldMkLst>
          <pc:docMk/>
          <pc:sldMk cId="3814433711" sldId="277"/>
        </pc:sldMkLst>
      </pc:sldChg>
      <pc:sldChg chg="addSp delSp mod">
        <pc:chgData name="Ta Thi Kim Hue" userId="af176dfe-ebe0-47e4-99a4-e0f4d40f7313" providerId="ADAL" clId="{7A62C829-6114-4003-867D-5362323453B3}" dt="2021-05-27T12:07:34.354" v="999" actId="478"/>
        <pc:sldMkLst>
          <pc:docMk/>
          <pc:sldMk cId="2921708778" sldId="278"/>
        </pc:sldMkLst>
      </pc:sldChg>
      <pc:sldChg chg="addSp delSp mod">
        <pc:chgData name="Ta Thi Kim Hue" userId="af176dfe-ebe0-47e4-99a4-e0f4d40f7313" providerId="ADAL" clId="{7A62C829-6114-4003-867D-5362323453B3}" dt="2021-05-27T12:07:36.922" v="1000" actId="478"/>
        <pc:sldMkLst>
          <pc:docMk/>
          <pc:sldMk cId="968001768" sldId="279"/>
        </pc:sldMkLst>
      </pc:sldChg>
      <pc:sldChg chg="addSp delSp mod">
        <pc:chgData name="Ta Thi Kim Hue" userId="af176dfe-ebe0-47e4-99a4-e0f4d40f7313" providerId="ADAL" clId="{7A62C829-6114-4003-867D-5362323453B3}" dt="2021-05-27T12:07:40.577" v="1001" actId="478"/>
        <pc:sldMkLst>
          <pc:docMk/>
          <pc:sldMk cId="3567785831" sldId="281"/>
        </pc:sldMkLst>
      </pc:sldChg>
      <pc:sldChg chg="addSp delSp mod">
        <pc:chgData name="Ta Thi Kim Hue" userId="af176dfe-ebe0-47e4-99a4-e0f4d40f7313" providerId="ADAL" clId="{7A62C829-6114-4003-867D-5362323453B3}" dt="2021-05-27T12:07:44.582" v="1002" actId="478"/>
        <pc:sldMkLst>
          <pc:docMk/>
          <pc:sldMk cId="1764021113" sldId="283"/>
        </pc:sldMkLst>
      </pc:sldChg>
      <pc:sldChg chg="addSp delSp mod">
        <pc:chgData name="Ta Thi Kim Hue" userId="af176dfe-ebe0-47e4-99a4-e0f4d40f7313" providerId="ADAL" clId="{7A62C829-6114-4003-867D-5362323453B3}" dt="2021-05-27T12:07:47.972" v="1003" actId="478"/>
        <pc:sldMkLst>
          <pc:docMk/>
          <pc:sldMk cId="3439273670" sldId="284"/>
        </pc:sldMkLst>
      </pc:sldChg>
      <pc:sldChg chg="addSp delSp mod">
        <pc:chgData name="Ta Thi Kim Hue" userId="af176dfe-ebe0-47e4-99a4-e0f4d40f7313" providerId="ADAL" clId="{7A62C829-6114-4003-867D-5362323453B3}" dt="2021-05-27T12:07:50.871" v="1004" actId="478"/>
        <pc:sldMkLst>
          <pc:docMk/>
          <pc:sldMk cId="1136029538" sldId="285"/>
        </pc:sldMkLst>
      </pc:sldChg>
      <pc:sldChg chg="addSp delSp mod">
        <pc:chgData name="Ta Thi Kim Hue" userId="af176dfe-ebe0-47e4-99a4-e0f4d40f7313" providerId="ADAL" clId="{7A62C829-6114-4003-867D-5362323453B3}" dt="2021-05-27T12:07:53.753" v="1005" actId="478"/>
        <pc:sldMkLst>
          <pc:docMk/>
          <pc:sldMk cId="1244391756" sldId="286"/>
        </pc:sldMkLst>
      </pc:sldChg>
      <pc:sldChg chg="modSp mod">
        <pc:chgData name="Ta Thi Kim Hue" userId="af176dfe-ebe0-47e4-99a4-e0f4d40f7313" providerId="ADAL" clId="{7A62C829-6114-4003-867D-5362323453B3}" dt="2021-05-28T11:28:06.683" v="1088" actId="1076"/>
        <pc:sldMkLst>
          <pc:docMk/>
          <pc:sldMk cId="619050979" sldId="287"/>
        </pc:sldMkLst>
      </pc:sldChg>
      <pc:sldChg chg="modSp mod">
        <pc:chgData name="Ta Thi Kim Hue" userId="af176dfe-ebe0-47e4-99a4-e0f4d40f7313" providerId="ADAL" clId="{7A62C829-6114-4003-867D-5362323453B3}" dt="2021-05-28T10:41:41.262" v="1008" actId="14734"/>
        <pc:sldMkLst>
          <pc:docMk/>
          <pc:sldMk cId="3200839763" sldId="289"/>
        </pc:sldMkLst>
      </pc:sldChg>
      <pc:sldChg chg="addSp delSp mod">
        <pc:chgData name="Ta Thi Kim Hue" userId="af176dfe-ebe0-47e4-99a4-e0f4d40f7313" providerId="ADAL" clId="{7A62C829-6114-4003-867D-5362323453B3}" dt="2021-05-27T12:07:58.063" v="1006" actId="478"/>
        <pc:sldMkLst>
          <pc:docMk/>
          <pc:sldMk cId="3101698768" sldId="290"/>
        </pc:sldMkLst>
      </pc:sldChg>
      <pc:sldChg chg="addSp">
        <pc:chgData name="Ta Thi Kim Hue" userId="af176dfe-ebe0-47e4-99a4-e0f4d40f7313" providerId="ADAL" clId="{7A62C829-6114-4003-867D-5362323453B3}" dt="2021-06-04T04:20:35.798" v="1270"/>
        <pc:sldMkLst>
          <pc:docMk/>
          <pc:sldMk cId="4169978803" sldId="297"/>
        </pc:sldMkLst>
      </pc:sldChg>
      <pc:sldChg chg="addSp">
        <pc:chgData name="Ta Thi Kim Hue" userId="af176dfe-ebe0-47e4-99a4-e0f4d40f7313" providerId="ADAL" clId="{7A62C829-6114-4003-867D-5362323453B3}" dt="2021-06-04T04:20:35.798" v="1270"/>
        <pc:sldMkLst>
          <pc:docMk/>
          <pc:sldMk cId="1787262033" sldId="302"/>
        </pc:sldMkLst>
      </pc:sldChg>
      <pc:sldChg chg="addSp">
        <pc:chgData name="Ta Thi Kim Hue" userId="af176dfe-ebe0-47e4-99a4-e0f4d40f7313" providerId="ADAL" clId="{7A62C829-6114-4003-867D-5362323453B3}" dt="2021-06-04T04:06:49.952" v="1269"/>
        <pc:sldMkLst>
          <pc:docMk/>
          <pc:sldMk cId="1800721444" sldId="306"/>
        </pc:sldMkLst>
      </pc:sldChg>
      <pc:sldChg chg="modSp mod">
        <pc:chgData name="Ta Thi Kim Hue" userId="af176dfe-ebe0-47e4-99a4-e0f4d40f7313" providerId="ADAL" clId="{7A62C829-6114-4003-867D-5362323453B3}" dt="2021-05-28T11:57:29.703" v="1268" actId="20577"/>
        <pc:sldMkLst>
          <pc:docMk/>
          <pc:sldMk cId="1655496237" sldId="361"/>
        </pc:sldMkLst>
      </pc:sldChg>
      <pc:sldChg chg="addSp delSp modSp new mod">
        <pc:chgData name="Ta Thi Kim Hue" userId="af176dfe-ebe0-47e4-99a4-e0f4d40f7313" providerId="ADAL" clId="{7A62C829-6114-4003-867D-5362323453B3}" dt="2021-05-27T12:07:09.390" v="987" actId="478"/>
        <pc:sldMkLst>
          <pc:docMk/>
          <pc:sldMk cId="857720529" sldId="366"/>
        </pc:sldMkLst>
      </pc:sldChg>
      <pc:sldChg chg="addSp delSp modSp new del mod modClrScheme chgLayout">
        <pc:chgData name="Ta Thi Kim Hue" userId="af176dfe-ebe0-47e4-99a4-e0f4d40f7313" providerId="ADAL" clId="{7A62C829-6114-4003-867D-5362323453B3}" dt="2021-05-20T14:56:22.473" v="249" actId="47"/>
        <pc:sldMkLst>
          <pc:docMk/>
          <pc:sldMk cId="3123334305" sldId="367"/>
        </pc:sldMkLst>
      </pc:sldChg>
      <pc:sldChg chg="addSp delSp modSp new mod">
        <pc:chgData name="Ta Thi Kim Hue" userId="af176dfe-ebe0-47e4-99a4-e0f4d40f7313" providerId="ADAL" clId="{7A62C829-6114-4003-867D-5362323453B3}" dt="2021-05-27T12:07:12.418" v="988" actId="478"/>
        <pc:sldMkLst>
          <pc:docMk/>
          <pc:sldMk cId="3391224723" sldId="367"/>
        </pc:sldMkLst>
      </pc:sldChg>
      <pc:sldChg chg="addSp delSp modSp new mod modAnim">
        <pc:chgData name="Ta Thi Kim Hue" userId="af176dfe-ebe0-47e4-99a4-e0f4d40f7313" providerId="ADAL" clId="{7A62C829-6114-4003-867D-5362323453B3}" dt="2021-05-20T14:59:06.999" v="364"/>
        <pc:sldMkLst>
          <pc:docMk/>
          <pc:sldMk cId="2912676222" sldId="368"/>
        </pc:sldMkLst>
      </pc:sldChg>
      <pc:sldChg chg="addSp delSp modSp new mod modClrScheme chgLayout">
        <pc:chgData name="Ta Thi Kim Hue" userId="af176dfe-ebe0-47e4-99a4-e0f4d40f7313" providerId="ADAL" clId="{7A62C829-6114-4003-867D-5362323453B3}" dt="2021-05-27T12:07:23.114" v="995" actId="478"/>
        <pc:sldMkLst>
          <pc:docMk/>
          <pc:sldMk cId="2223377848" sldId="369"/>
        </pc:sldMkLst>
      </pc:sldChg>
      <pc:sldChg chg="addSp delSp modSp new mod">
        <pc:chgData name="Ta Thi Kim Hue" userId="af176dfe-ebe0-47e4-99a4-e0f4d40f7313" providerId="ADAL" clId="{7A62C829-6114-4003-867D-5362323453B3}" dt="2021-05-21T04:38:19.785" v="973"/>
        <pc:sldMkLst>
          <pc:docMk/>
          <pc:sldMk cId="413588959" sldId="370"/>
        </pc:sldMkLst>
      </pc:sldChg>
      <pc:sldChg chg="addSp delSp modSp new mod">
        <pc:chgData name="Ta Thi Kim Hue" userId="af176dfe-ebe0-47e4-99a4-e0f4d40f7313" providerId="ADAL" clId="{7A62C829-6114-4003-867D-5362323453B3}" dt="2021-05-28T11:55:38.440" v="1190" actId="208"/>
        <pc:sldMkLst>
          <pc:docMk/>
          <pc:sldMk cId="3023176722" sldId="371"/>
        </pc:sldMkLst>
      </pc:sldChg>
      <pc:sldChg chg="addSp delSp modSp new mod">
        <pc:chgData name="Ta Thi Kim Hue" userId="af176dfe-ebe0-47e4-99a4-e0f4d40f7313" providerId="ADAL" clId="{7A62C829-6114-4003-867D-5362323453B3}" dt="2021-05-28T11:56:42.409" v="1266" actId="1076"/>
        <pc:sldMkLst>
          <pc:docMk/>
          <pc:sldMk cId="3363043502" sldId="372"/>
        </pc:sldMkLst>
      </pc:sldChg>
    </pc:docChg>
  </pc:docChgLst>
  <pc:docChgLst>
    <pc:chgData name="Ta Thi Kim Hue" userId="af176dfe-ebe0-47e4-99a4-e0f4d40f7313" providerId="ADAL" clId="{191A9272-9EF7-4E8A-9BFD-6DD8CB036F8A}"/>
    <pc:docChg chg="modSld">
      <pc:chgData name="Ta Thi Kim Hue" userId="af176dfe-ebe0-47e4-99a4-e0f4d40f7313" providerId="ADAL" clId="{191A9272-9EF7-4E8A-9BFD-6DD8CB036F8A}" dt="2021-08-27T03:56:28.252" v="2" actId="9405"/>
      <pc:docMkLst>
        <pc:docMk/>
      </pc:docMkLst>
      <pc:sldChg chg="addSp mod">
        <pc:chgData name="Ta Thi Kim Hue" userId="af176dfe-ebe0-47e4-99a4-e0f4d40f7313" providerId="ADAL" clId="{191A9272-9EF7-4E8A-9BFD-6DD8CB036F8A}" dt="2021-08-27T03:56:28.252" v="2" actId="9405"/>
        <pc:sldMkLst>
          <pc:docMk/>
          <pc:sldMk cId="28090395" sldId="291"/>
        </pc:sldMkLst>
      </pc:sldChg>
    </pc:docChg>
  </pc:docChgLst>
  <pc:docChgLst>
    <pc:chgData name=" " userId="af176dfe-ebe0-47e4-99a4-e0f4d40f7313" providerId="ADAL" clId="{D077CBCA-732F-AB49-BAB9-A446A5904694}"/>
    <pc:docChg chg="undo custSel addSld delSld modSld">
      <pc:chgData name=" " userId="af176dfe-ebe0-47e4-99a4-e0f4d40f7313" providerId="ADAL" clId="{D077CBCA-732F-AB49-BAB9-A446A5904694}" dt="2019-12-11T06:59:20.290" v="1317" actId="207"/>
      <pc:docMkLst>
        <pc:docMk/>
      </pc:docMkLst>
      <pc:sldChg chg="modSp">
        <pc:chgData name=" " userId="af176dfe-ebe0-47e4-99a4-e0f4d40f7313" providerId="ADAL" clId="{D077CBCA-732F-AB49-BAB9-A446A5904694}" dt="2019-11-13T04:06:51.965" v="7" actId="20577"/>
        <pc:sldMkLst>
          <pc:docMk/>
          <pc:sldMk cId="2568474239" sldId="260"/>
        </pc:sldMkLst>
      </pc:sldChg>
      <pc:sldChg chg="addSp delSp modSp">
        <pc:chgData name=" " userId="af176dfe-ebe0-47e4-99a4-e0f4d40f7313" providerId="ADAL" clId="{D077CBCA-732F-AB49-BAB9-A446A5904694}" dt="2019-11-13T04:22:08.710" v="20" actId="1076"/>
        <pc:sldMkLst>
          <pc:docMk/>
          <pc:sldMk cId="3496472753" sldId="270"/>
        </pc:sldMkLst>
      </pc:sldChg>
      <pc:sldChg chg="modSp">
        <pc:chgData name=" " userId="af176dfe-ebe0-47e4-99a4-e0f4d40f7313" providerId="ADAL" clId="{D077CBCA-732F-AB49-BAB9-A446A5904694}" dt="2019-11-27T04:50:05.373" v="104" actId="20577"/>
        <pc:sldMkLst>
          <pc:docMk/>
          <pc:sldMk cId="619050979" sldId="287"/>
        </pc:sldMkLst>
      </pc:sldChg>
      <pc:sldChg chg="modSp">
        <pc:chgData name=" " userId="af176dfe-ebe0-47e4-99a4-e0f4d40f7313" providerId="ADAL" clId="{D077CBCA-732F-AB49-BAB9-A446A5904694}" dt="2019-12-04T04:27:49.693" v="1206" actId="20577"/>
        <pc:sldMkLst>
          <pc:docMk/>
          <pc:sldMk cId="966654440" sldId="301"/>
        </pc:sldMkLst>
      </pc:sldChg>
      <pc:sldChg chg="modSp">
        <pc:chgData name=" " userId="af176dfe-ebe0-47e4-99a4-e0f4d40f7313" providerId="ADAL" clId="{D077CBCA-732F-AB49-BAB9-A446A5904694}" dt="2019-12-11T06:59:20.290" v="1317" actId="207"/>
        <pc:sldMkLst>
          <pc:docMk/>
          <pc:sldMk cId="1800721444" sldId="306"/>
        </pc:sldMkLst>
      </pc:sldChg>
      <pc:sldChg chg="modSp add">
        <pc:chgData name=" " userId="af176dfe-ebe0-47e4-99a4-e0f4d40f7313" providerId="ADAL" clId="{D077CBCA-732F-AB49-BAB9-A446A5904694}" dt="2019-12-03T17:37:17.464" v="106" actId="27636"/>
        <pc:sldMkLst>
          <pc:docMk/>
          <pc:sldMk cId="1655496237" sldId="361"/>
        </pc:sldMkLst>
      </pc:sldChg>
      <pc:sldChg chg="modSp add">
        <pc:chgData name=" " userId="af176dfe-ebe0-47e4-99a4-e0f4d40f7313" providerId="ADAL" clId="{D077CBCA-732F-AB49-BAB9-A446A5904694}" dt="2019-12-03T17:37:17.531" v="107" actId="27636"/>
        <pc:sldMkLst>
          <pc:docMk/>
          <pc:sldMk cId="1850386414" sldId="362"/>
        </pc:sldMkLst>
      </pc:sldChg>
      <pc:sldChg chg="modSp add">
        <pc:chgData name=" " userId="af176dfe-ebe0-47e4-99a4-e0f4d40f7313" providerId="ADAL" clId="{D077CBCA-732F-AB49-BAB9-A446A5904694}" dt="2019-12-03T17:37:17.605" v="108" actId="27636"/>
        <pc:sldMkLst>
          <pc:docMk/>
          <pc:sldMk cId="4191461256" sldId="363"/>
        </pc:sldMkLst>
      </pc:sldChg>
      <pc:sldChg chg="addSp delSp modSp add modAnim">
        <pc:chgData name=" " userId="af176dfe-ebe0-47e4-99a4-e0f4d40f7313" providerId="ADAL" clId="{D077CBCA-732F-AB49-BAB9-A446A5904694}" dt="2019-12-03T17:59:24.908" v="1043" actId="14100"/>
        <pc:sldMkLst>
          <pc:docMk/>
          <pc:sldMk cId="2980518430" sldId="364"/>
        </pc:sldMkLst>
      </pc:sldChg>
      <pc:sldChg chg="addSp delSp modSp add">
        <pc:chgData name=" " userId="af176dfe-ebe0-47e4-99a4-e0f4d40f7313" providerId="ADAL" clId="{D077CBCA-732F-AB49-BAB9-A446A5904694}" dt="2019-12-03T18:08:45.205" v="1155" actId="20577"/>
        <pc:sldMkLst>
          <pc:docMk/>
          <pc:sldMk cId="2005858684" sldId="365"/>
        </pc:sldMkLst>
      </pc:sldChg>
    </pc:docChg>
  </pc:docChgLst>
  <pc:docChgLst>
    <pc:chgData name="Tạ Thị Kim Huệ" userId="af176dfe-ebe0-47e4-99a4-e0f4d40f7313" providerId="ADAL" clId="{5B331BDB-5EA9-AF44-A89D-2C3FFE29A6F3}"/>
    <pc:docChg chg="custSel modSld">
      <pc:chgData name="Tạ Thị Kim Huệ" userId="af176dfe-ebe0-47e4-99a4-e0f4d40f7313" providerId="ADAL" clId="{5B331BDB-5EA9-AF44-A89D-2C3FFE29A6F3}" dt="2024-12-03T08:39:38.302" v="1" actId="478"/>
      <pc:docMkLst>
        <pc:docMk/>
      </pc:docMkLst>
      <pc:sldChg chg="delSp mod">
        <pc:chgData name="Tạ Thị Kim Huệ" userId="af176dfe-ebe0-47e4-99a4-e0f4d40f7313" providerId="ADAL" clId="{5B331BDB-5EA9-AF44-A89D-2C3FFE29A6F3}" dt="2024-12-03T08:39:38.302" v="1" actId="478"/>
        <pc:sldMkLst>
          <pc:docMk/>
          <pc:sldMk cId="2979757581" sldId="261"/>
        </pc:sldMkLst>
        <pc:grpChg chg="del">
          <ac:chgData name="Tạ Thị Kim Huệ" userId="af176dfe-ebe0-47e4-99a4-e0f4d40f7313" providerId="ADAL" clId="{5B331BDB-5EA9-AF44-A89D-2C3FFE29A6F3}" dt="2024-12-03T08:39:38.302" v="1" actId="478"/>
          <ac:grpSpMkLst>
            <pc:docMk/>
            <pc:sldMk cId="2979757581" sldId="261"/>
            <ac:grpSpMk id="124" creationId="{3C647937-1C39-4B64-8F6E-C8CDAF8C68D4}"/>
          </ac:grpSpMkLst>
        </pc:grpChg>
        <pc:inkChg chg="del">
          <ac:chgData name="Tạ Thị Kim Huệ" userId="af176dfe-ebe0-47e4-99a4-e0f4d40f7313" providerId="ADAL" clId="{5B331BDB-5EA9-AF44-A89D-2C3FFE29A6F3}" dt="2024-12-03T08:39:36.806" v="0" actId="478"/>
          <ac:inkMkLst>
            <pc:docMk/>
            <pc:sldMk cId="2979757581" sldId="261"/>
            <ac:inkMk id="123" creationId="{D72A37CE-0EF2-479F-860E-8170B6CAAE2A}"/>
          </ac:inkMkLst>
        </pc:inkChg>
      </pc:sldChg>
    </pc:docChg>
  </pc:docChgLst>
  <pc:docChgLst>
    <pc:chgData name="Ta Thi Kim Hue" userId="af176dfe-ebe0-47e4-99a4-e0f4d40f7313" providerId="ADAL" clId="{AAC9F7CC-84B5-B74C-A580-52E50327C8DC}"/>
    <pc:docChg chg="custSel addSld modSld">
      <pc:chgData name="Ta Thi Kim Hue" userId="af176dfe-ebe0-47e4-99a4-e0f4d40f7313" providerId="ADAL" clId="{AAC9F7CC-84B5-B74C-A580-52E50327C8DC}" dt="2022-06-28T13:10:48.230" v="3" actId="680"/>
      <pc:docMkLst>
        <pc:docMk/>
      </pc:docMkLst>
      <pc:sldChg chg="delSp mod">
        <pc:chgData name="Ta Thi Kim Hue" userId="af176dfe-ebe0-47e4-99a4-e0f4d40f7313" providerId="ADAL" clId="{AAC9F7CC-84B5-B74C-A580-52E50327C8DC}" dt="2022-06-28T12:28:43.427" v="1" actId="478"/>
        <pc:sldMkLst>
          <pc:docMk/>
          <pc:sldMk cId="2979757581" sldId="261"/>
        </pc:sldMkLst>
      </pc:sldChg>
      <pc:sldChg chg="delSp mod">
        <pc:chgData name="Ta Thi Kim Hue" userId="af176dfe-ebe0-47e4-99a4-e0f4d40f7313" providerId="ADAL" clId="{AAC9F7CC-84B5-B74C-A580-52E50327C8DC}" dt="2022-06-28T12:28:49.348" v="2" actId="478"/>
        <pc:sldMkLst>
          <pc:docMk/>
          <pc:sldMk cId="2568336364" sldId="275"/>
        </pc:sldMkLst>
      </pc:sldChg>
      <pc:sldChg chg="new">
        <pc:chgData name="Ta Thi Kim Hue" userId="af176dfe-ebe0-47e4-99a4-e0f4d40f7313" providerId="ADAL" clId="{AAC9F7CC-84B5-B74C-A580-52E50327C8DC}" dt="2022-06-28T13:10:48.230" v="3" actId="680"/>
        <pc:sldMkLst>
          <pc:docMk/>
          <pc:sldMk cId="2128934365" sldId="373"/>
        </pc:sldMkLst>
      </pc:sldChg>
    </pc:docChg>
  </pc:docChgLst>
  <pc:docChgLst>
    <pc:chgData name="Ta Thi Kim Hue" userId="af176dfe-ebe0-47e4-99a4-e0f4d40f7313" providerId="ADAL" clId="{9B39EE03-A47D-4AD3-84F8-2519F3A3FF64}"/>
    <pc:docChg chg="undo custSel addSld delSld modSld">
      <pc:chgData name="Ta Thi Kim Hue" userId="af176dfe-ebe0-47e4-99a4-e0f4d40f7313" providerId="ADAL" clId="{9B39EE03-A47D-4AD3-84F8-2519F3A3FF64}" dt="2023-01-10T07:58:31.021" v="527" actId="14100"/>
      <pc:docMkLst>
        <pc:docMk/>
      </pc:docMkLst>
      <pc:sldChg chg="modSp mod">
        <pc:chgData name="Ta Thi Kim Hue" userId="af176dfe-ebe0-47e4-99a4-e0f4d40f7313" providerId="ADAL" clId="{9B39EE03-A47D-4AD3-84F8-2519F3A3FF64}" dt="2023-01-10T07:33:13.407" v="90" actId="1076"/>
        <pc:sldMkLst>
          <pc:docMk/>
          <pc:sldMk cId="2980518430" sldId="364"/>
        </pc:sldMkLst>
      </pc:sldChg>
      <pc:sldChg chg="addSp modSp mod">
        <pc:chgData name="Ta Thi Kim Hue" userId="af176dfe-ebe0-47e4-99a4-e0f4d40f7313" providerId="ADAL" clId="{9B39EE03-A47D-4AD3-84F8-2519F3A3FF64}" dt="2023-01-10T07:58:31.021" v="527" actId="14100"/>
        <pc:sldMkLst>
          <pc:docMk/>
          <pc:sldMk cId="2005858684" sldId="365"/>
        </pc:sldMkLst>
      </pc:sldChg>
      <pc:sldChg chg="del">
        <pc:chgData name="Ta Thi Kim Hue" userId="af176dfe-ebe0-47e4-99a4-e0f4d40f7313" providerId="ADAL" clId="{9B39EE03-A47D-4AD3-84F8-2519F3A3FF64}" dt="2023-01-03T06:32:37.819" v="0" actId="47"/>
        <pc:sldMkLst>
          <pc:docMk/>
          <pc:sldMk cId="2128934365" sldId="373"/>
        </pc:sldMkLst>
      </pc:sldChg>
      <pc:sldChg chg="addSp delSp modSp new mod modClrScheme chgLayout">
        <pc:chgData name="Ta Thi Kim Hue" userId="af176dfe-ebe0-47e4-99a4-e0f4d40f7313" providerId="ADAL" clId="{9B39EE03-A47D-4AD3-84F8-2519F3A3FF64}" dt="2023-01-10T07:51:48.429" v="520" actId="14100"/>
        <pc:sldMkLst>
          <pc:docMk/>
          <pc:sldMk cId="3620287309" sldId="373"/>
        </pc:sldMkLst>
      </pc:sldChg>
      <pc:sldChg chg="del">
        <pc:chgData name="Ta Thi Kim Hue" userId="af176dfe-ebe0-47e4-99a4-e0f4d40f7313" providerId="ADAL" clId="{9B39EE03-A47D-4AD3-84F8-2519F3A3FF64}" dt="2023-01-03T06:33:03.951" v="1" actId="47"/>
        <pc:sldMkLst>
          <pc:docMk/>
          <pc:sldMk cId="942190158" sldId="37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8130D-73F2-FD4E-ADD1-56B4BD913E59}" type="datetimeFigureOut">
              <a:rPr lang="en-US" smtClean="0"/>
              <a:t>12/3/24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6CA1D-6F44-574A-91AD-956FEE596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431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21T02:46:14.3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15699 16216 21183 0,'-18'4'944'0,"7"-3"192"0,-1-3-912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4B8A7-4190-7E43-A09C-E65391BF7D1A}" type="datetimeFigureOut">
              <a:rPr lang="en-US" smtClean="0"/>
              <a:t>12/3/24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7F7BA9-BD23-364F-BA23-B1582B7D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58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(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- </a:t>
            </a:r>
            <a:r>
              <a:rPr lang="en-US" dirty="0" err="1"/>
              <a:t>ziczac</a:t>
            </a:r>
            <a:r>
              <a:rPr lang="en-US" dirty="0"/>
              <a:t>) :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1 con</a:t>
            </a:r>
          </a:p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: 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con </a:t>
            </a:r>
          </a:p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: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ở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</a:p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ở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dạt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F7BA9-BD23-364F-BA23-B1582B7D9A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54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F7BA9-BD23-364F-BA23-B1582B7D9A7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21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F7BA9-BD23-364F-BA23-B1582B7D9A7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F7BA9-BD23-364F-BA23-B1582B7D9A7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79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45499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992948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64178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394367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12/3/24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00966209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12/3/24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2329516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12/3/24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981533936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12/3/24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43537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12/3/24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20790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12/3/24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5762104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12/3/24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84153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12/3/24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0344863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12/3/24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93076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532A-FD4E-8846-AC2B-AE27267BA6A0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68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56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91678-4A33-4B49-BC80-A7DE587E330C}" type="datetime1">
              <a:rPr lang="en-US" smtClean="0"/>
              <a:t>12/3/24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12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50BBF-27A9-A648-BCB5-CBC281029004}" type="datetime1">
              <a:rPr lang="en-US" smtClean="0"/>
              <a:t>12/3/24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49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92E8-93D1-4246-9203-88234E64793C}" type="datetime1">
              <a:rPr lang="en-US" smtClean="0"/>
              <a:t>12/3/24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5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32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96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206062" y="3238007"/>
            <a:ext cx="7772400" cy="1470025"/>
          </a:xfrm>
        </p:spPr>
        <p:txBody>
          <a:bodyPr/>
          <a:lstStyle/>
          <a:p>
            <a:r>
              <a:rPr lang="en-US" dirty="0" err="1"/>
              <a:t>Chương</a:t>
            </a:r>
            <a:r>
              <a:rPr lang="en-US" dirty="0"/>
              <a:t> 5: CẤU TRÚC CÂY (TREES)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CAA914AB-0A56-C849-A2FF-9AE29B3DB91D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BA7BC09B-FE30-A349-B1D2-5A364F511F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4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  <a:p>
            <a:pPr lvl="1"/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tiếp</a:t>
            </a:r>
            <a:endParaRPr lang="en-US" dirty="0"/>
          </a:p>
          <a:p>
            <a:pPr lvl="1"/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móc</a:t>
            </a:r>
            <a:r>
              <a:rPr lang="en-US" dirty="0"/>
              <a:t> </a:t>
            </a:r>
            <a:r>
              <a:rPr lang="en-US" dirty="0" err="1"/>
              <a:t>nối</a:t>
            </a:r>
            <a:endParaRPr lang="en-US" dirty="0"/>
          </a:p>
          <a:p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  <a:p>
            <a:r>
              <a:rPr lang="is-IS" dirty="0"/>
              <a:t>Á</a:t>
            </a:r>
            <a:r>
              <a:rPr lang="en-US" dirty="0"/>
              <a:t>p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pPr lvl="1"/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  <a:p>
            <a:pPr lvl="1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644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phi </a:t>
            </a:r>
            <a:r>
              <a:rPr lang="en-US" dirty="0" err="1"/>
              <a:t>tuyến</a:t>
            </a:r>
            <a:r>
              <a:rPr lang="en-US" dirty="0"/>
              <a:t>,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“</a:t>
            </a:r>
            <a:r>
              <a:rPr lang="en-US" dirty="0" err="1"/>
              <a:t>nút</a:t>
            </a:r>
            <a:r>
              <a:rPr lang="en-US" dirty="0"/>
              <a:t>”</a:t>
            </a:r>
          </a:p>
          <a:p>
            <a:pPr lvl="1"/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(root)</a:t>
            </a:r>
          </a:p>
          <a:p>
            <a:pPr lvl="1"/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con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cha-con </a:t>
            </a:r>
          </a:p>
          <a:p>
            <a:pPr lvl="1"/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rỗng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17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,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rgbClr val="FF0000"/>
                </a:solidFill>
              </a:rPr>
              <a:t>, T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, …, </a:t>
            </a:r>
            <a:r>
              <a:rPr lang="en-US" b="1" dirty="0" err="1">
                <a:solidFill>
                  <a:srgbClr val="FF0000"/>
                </a:solidFill>
              </a:rPr>
              <a:t>T</a:t>
            </a:r>
            <a:r>
              <a:rPr lang="en-US" b="1" baseline="-25000" dirty="0" err="1">
                <a:solidFill>
                  <a:srgbClr val="FF0000"/>
                </a:solidFill>
              </a:rPr>
              <a:t>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n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,…,</a:t>
            </a:r>
            <a:r>
              <a:rPr lang="en-US" dirty="0" err="1">
                <a:solidFill>
                  <a:srgbClr val="FF0000"/>
                </a:solidFill>
              </a:rPr>
              <a:t>n</a:t>
            </a:r>
            <a:r>
              <a:rPr lang="en-US" baseline="-25000" dirty="0" err="1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cha con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n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,…,</a:t>
            </a:r>
            <a:r>
              <a:rPr lang="en-US" dirty="0" err="1">
                <a:solidFill>
                  <a:srgbClr val="FF0000"/>
                </a:solidFill>
              </a:rPr>
              <a:t>n</a:t>
            </a:r>
            <a:r>
              <a:rPr lang="en-US" baseline="-25000" dirty="0" err="1">
                <a:solidFill>
                  <a:srgbClr val="FF0000"/>
                </a:solidFill>
              </a:rPr>
              <a:t>k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 err="1"/>
              <a:t>Cây</a:t>
            </a:r>
            <a:r>
              <a:rPr lang="en-US" dirty="0"/>
              <a:t> 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n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cha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 n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,…,</a:t>
            </a:r>
            <a:r>
              <a:rPr lang="en-US" dirty="0" err="1">
                <a:solidFill>
                  <a:srgbClr val="FF0000"/>
                </a:solidFill>
              </a:rPr>
              <a:t>n</a:t>
            </a:r>
            <a:r>
              <a:rPr lang="en-US" baseline="-25000" dirty="0" err="1">
                <a:solidFill>
                  <a:srgbClr val="FF0000"/>
                </a:solidFill>
              </a:rPr>
              <a:t>k</a:t>
            </a:r>
            <a:r>
              <a:rPr lang="en-US" baseline="-25000" dirty="0">
                <a:solidFill>
                  <a:srgbClr val="FF0000"/>
                </a:solidFill>
              </a:rPr>
              <a:t>,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rgbClr val="FF0000"/>
                </a:solidFill>
              </a:rPr>
              <a:t>, T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, …, </a:t>
            </a:r>
            <a:r>
              <a:rPr lang="en-US" b="1" dirty="0" err="1">
                <a:solidFill>
                  <a:srgbClr val="FF0000"/>
                </a:solidFill>
              </a:rPr>
              <a:t>T</a:t>
            </a:r>
            <a:r>
              <a:rPr lang="en-US" b="1" baseline="-25000" dirty="0" err="1">
                <a:solidFill>
                  <a:srgbClr val="FF0000"/>
                </a:solidFill>
              </a:rPr>
              <a:t>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gọi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là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cây</a:t>
            </a:r>
            <a:r>
              <a:rPr lang="en-US" dirty="0">
                <a:solidFill>
                  <a:srgbClr val="000000"/>
                </a:solidFill>
              </a:rPr>
              <a:t> con </a:t>
            </a:r>
            <a:r>
              <a:rPr lang="en-US" dirty="0" err="1">
                <a:solidFill>
                  <a:srgbClr val="000000"/>
                </a:solidFill>
              </a:rPr>
              <a:t>của</a:t>
            </a:r>
            <a:r>
              <a:rPr lang="en-US" dirty="0">
                <a:solidFill>
                  <a:srgbClr val="000000"/>
                </a:solidFill>
              </a:rPr>
              <a:t> n </a:t>
            </a:r>
          </a:p>
        </p:txBody>
      </p:sp>
    </p:spTree>
    <p:extLst>
      <p:ext uri="{BB962C8B-B14F-4D97-AF65-F5344CB8AC3E}">
        <p14:creationId xmlns:p14="http://schemas.microsoft.com/office/powerpoint/2010/main" val="64921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 dirty="0"/>
              <a:t>Cấu trúc dữ liệu và giải thuật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2027449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con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cấp</a:t>
            </a:r>
            <a:endParaRPr lang="en-US" dirty="0"/>
          </a:p>
          <a:p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0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hay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tận</a:t>
            </a:r>
            <a:r>
              <a:rPr lang="en-US" dirty="0"/>
              <a:t> </a:t>
            </a:r>
            <a:r>
              <a:rPr lang="en-US" dirty="0" err="1"/>
              <a:t>cùng</a:t>
            </a:r>
            <a:endParaRPr lang="en-US" dirty="0"/>
          </a:p>
          <a:p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(</a:t>
            </a:r>
            <a:r>
              <a:rPr lang="en-US" dirty="0" err="1"/>
              <a:t>cành</a:t>
            </a:r>
            <a:r>
              <a:rPr lang="en-US" dirty="0"/>
              <a:t>)</a:t>
            </a:r>
          </a:p>
          <a:p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: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1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809845" y="3325896"/>
            <a:ext cx="3200400" cy="2819400"/>
            <a:chOff x="1219200" y="2667000"/>
            <a:chExt cx="3200400" cy="2819400"/>
          </a:xfrm>
        </p:grpSpPr>
        <p:sp>
          <p:nvSpPr>
            <p:cNvPr id="8" name="Oval 7"/>
            <p:cNvSpPr/>
            <p:nvPr/>
          </p:nvSpPr>
          <p:spPr>
            <a:xfrm>
              <a:off x="2819400" y="26670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A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819400" y="34290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C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962400" y="50292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H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3962400" y="34290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D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219200" y="42672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E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322394" y="42672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F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962400" y="42672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G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752600" y="34290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B</a:t>
              </a:r>
            </a:p>
          </p:txBody>
        </p:sp>
        <p:cxnSp>
          <p:nvCxnSpPr>
            <p:cNvPr id="16" name="Straight Connector 15"/>
            <p:cNvCxnSpPr>
              <a:stCxn id="8" idx="3"/>
              <a:endCxn id="15" idx="7"/>
            </p:cNvCxnSpPr>
            <p:nvPr/>
          </p:nvCxnSpPr>
          <p:spPr>
            <a:xfrm flipH="1">
              <a:off x="2142845" y="3057245"/>
              <a:ext cx="743510" cy="4387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8" idx="4"/>
              <a:endCxn id="9" idx="0"/>
            </p:cNvCxnSpPr>
            <p:nvPr/>
          </p:nvCxnSpPr>
          <p:spPr>
            <a:xfrm>
              <a:off x="3048000" y="31242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8" idx="5"/>
              <a:endCxn id="11" idx="1"/>
            </p:cNvCxnSpPr>
            <p:nvPr/>
          </p:nvCxnSpPr>
          <p:spPr>
            <a:xfrm>
              <a:off x="3209645" y="3057245"/>
              <a:ext cx="819710" cy="4387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11" idx="4"/>
              <a:endCxn id="14" idx="0"/>
            </p:cNvCxnSpPr>
            <p:nvPr/>
          </p:nvCxnSpPr>
          <p:spPr>
            <a:xfrm>
              <a:off x="4191000" y="3886200"/>
              <a:ext cx="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14" idx="4"/>
              <a:endCxn id="10" idx="0"/>
            </p:cNvCxnSpPr>
            <p:nvPr/>
          </p:nvCxnSpPr>
          <p:spPr>
            <a:xfrm>
              <a:off x="4191000" y="47244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5" idx="3"/>
              <a:endCxn id="12" idx="0"/>
            </p:cNvCxnSpPr>
            <p:nvPr/>
          </p:nvCxnSpPr>
          <p:spPr>
            <a:xfrm flipH="1">
              <a:off x="1447800" y="3819245"/>
              <a:ext cx="371755" cy="4479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5" idx="5"/>
              <a:endCxn id="13" idx="0"/>
            </p:cNvCxnSpPr>
            <p:nvPr/>
          </p:nvCxnSpPr>
          <p:spPr>
            <a:xfrm>
              <a:off x="2142845" y="3819245"/>
              <a:ext cx="408149" cy="4479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277777"/>
              </p:ext>
            </p:extLst>
          </p:nvPr>
        </p:nvGraphicFramePr>
        <p:xfrm>
          <a:off x="1008186" y="2899176"/>
          <a:ext cx="2292571" cy="3291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23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dirty="0" err="1"/>
                        <a:t>Gốc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err="1"/>
                        <a:t>Cành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B,</a:t>
                      </a:r>
                      <a:r>
                        <a:rPr lang="en-US" sz="1800" baseline="0" dirty="0"/>
                        <a:t> D, G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/>
                        <a:t>Lá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C, E, F,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err="1"/>
                        <a:t>Cấp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err="1"/>
                        <a:t>Chiều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cao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err="1"/>
                        <a:t>Mức</a:t>
                      </a:r>
                      <a:r>
                        <a:rPr lang="en-US" sz="18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err="1"/>
                        <a:t>Mức</a:t>
                      </a:r>
                      <a:r>
                        <a:rPr lang="en-US" sz="1800" baseline="0" dirty="0"/>
                        <a:t> 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B, C,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err="1"/>
                        <a:t>Mức</a:t>
                      </a:r>
                      <a:r>
                        <a:rPr lang="en-US" sz="1800" baseline="0" dirty="0"/>
                        <a:t> 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E, F, 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 err="1"/>
                        <a:t>Mức</a:t>
                      </a:r>
                      <a:r>
                        <a:rPr lang="en-US" sz="1800" baseline="0" dirty="0"/>
                        <a:t> 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474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2727065"/>
          </a:xfrm>
        </p:spPr>
        <p:txBody>
          <a:bodyPr>
            <a:normAutofit/>
          </a:bodyPr>
          <a:lstStyle/>
          <a:p>
            <a:pPr marL="342900" lvl="1" indent="-342900">
              <a:buFont typeface="Arial"/>
              <a:buChar char="•"/>
            </a:pP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có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thứ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tự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và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là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cấp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hai</a:t>
            </a:r>
            <a:r>
              <a:rPr lang="en-US" dirty="0">
                <a:cs typeface="Times New Roman" pitchFamily="18" charset="0"/>
              </a:rPr>
              <a:t>, </a:t>
            </a:r>
            <a:r>
              <a:rPr lang="en-US" dirty="0" err="1">
                <a:cs typeface="Times New Roman" pitchFamily="18" charset="0"/>
              </a:rPr>
              <a:t>tức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là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mỗi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nút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có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tối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đa</a:t>
            </a:r>
            <a:r>
              <a:rPr lang="en-US" dirty="0">
                <a:cs typeface="Times New Roman" pitchFamily="18" charset="0"/>
              </a:rPr>
              <a:t> 2 con. </a:t>
            </a:r>
          </a:p>
          <a:p>
            <a:pPr marL="342900" lvl="1" indent="-342900">
              <a:buFont typeface="Arial"/>
              <a:buChar char="•"/>
            </a:pPr>
            <a:r>
              <a:rPr lang="en-US" dirty="0" err="1">
                <a:cs typeface="Times New Roman" pitchFamily="18" charset="0"/>
              </a:rPr>
              <a:t>Hai</a:t>
            </a:r>
            <a:r>
              <a:rPr lang="en-US" dirty="0">
                <a:cs typeface="Times New Roman" pitchFamily="18" charset="0"/>
              </a:rPr>
              <a:t> con </a:t>
            </a:r>
            <a:r>
              <a:rPr lang="en-US" dirty="0" err="1">
                <a:cs typeface="Times New Roman" pitchFamily="18" charset="0"/>
              </a:rPr>
              <a:t>của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một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nút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được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phân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biệt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thứ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tự</a:t>
            </a:r>
            <a:endParaRPr lang="en-US" dirty="0">
              <a:cs typeface="Times New Roman" pitchFamily="18" charset="0"/>
            </a:endParaRPr>
          </a:p>
          <a:p>
            <a:pPr marL="742950" lvl="2" indent="-342900"/>
            <a:r>
              <a:rPr lang="en-US" dirty="0" err="1">
                <a:cs typeface="Times New Roman" pitchFamily="18" charset="0"/>
              </a:rPr>
              <a:t>Nút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trước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gọi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là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nút</a:t>
            </a:r>
            <a:r>
              <a:rPr lang="en-US" dirty="0">
                <a:cs typeface="Times New Roman" pitchFamily="18" charset="0"/>
              </a:rPr>
              <a:t> con </a:t>
            </a:r>
            <a:r>
              <a:rPr lang="en-US" dirty="0" err="1">
                <a:cs typeface="Times New Roman" pitchFamily="18" charset="0"/>
              </a:rPr>
              <a:t>trái</a:t>
            </a:r>
            <a:r>
              <a:rPr lang="en-US" dirty="0">
                <a:cs typeface="Times New Roman" pitchFamily="18" charset="0"/>
              </a:rPr>
              <a:t> </a:t>
            </a:r>
          </a:p>
          <a:p>
            <a:pPr marL="742950" lvl="2" indent="-342900"/>
            <a:r>
              <a:rPr lang="en-US" dirty="0" err="1">
                <a:cs typeface="Times New Roman" pitchFamily="18" charset="0"/>
              </a:rPr>
              <a:t>Nút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sau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được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gọi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là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nút</a:t>
            </a:r>
            <a:r>
              <a:rPr lang="en-US" dirty="0">
                <a:cs typeface="Times New Roman" pitchFamily="18" charset="0"/>
              </a:rPr>
              <a:t> con </a:t>
            </a:r>
            <a:r>
              <a:rPr lang="en-US" dirty="0" err="1">
                <a:cs typeface="Times New Roman" pitchFamily="18" charset="0"/>
              </a:rPr>
              <a:t>phải</a:t>
            </a:r>
            <a:endParaRPr lang="en-US" dirty="0">
              <a:cs typeface="Times New Roman" pitchFamily="18" charset="0"/>
            </a:endParaRPr>
          </a:p>
          <a:p>
            <a:pPr marL="342900" lvl="1" indent="-342900">
              <a:buFont typeface="Arial"/>
              <a:buChar char="•"/>
            </a:pPr>
            <a:r>
              <a:rPr lang="en-US" dirty="0" err="1">
                <a:cs typeface="Times New Roman" pitchFamily="18" charset="0"/>
              </a:rPr>
              <a:t>Khi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biểu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diễn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nhị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phân</a:t>
            </a:r>
            <a:r>
              <a:rPr lang="en-US" dirty="0">
                <a:cs typeface="Times New Roman" pitchFamily="18" charset="0"/>
              </a:rPr>
              <a:t>, ta </a:t>
            </a:r>
            <a:r>
              <a:rPr lang="en-US" dirty="0" err="1">
                <a:cs typeface="Times New Roman" pitchFamily="18" charset="0"/>
              </a:rPr>
              <a:t>cũng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cần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có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sự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phân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biệt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rõ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ràng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giữa</a:t>
            </a:r>
            <a:r>
              <a:rPr lang="en-US" dirty="0">
                <a:cs typeface="Times New Roman" pitchFamily="18" charset="0"/>
              </a:rPr>
              <a:t> con </a:t>
            </a:r>
            <a:r>
              <a:rPr lang="en-US" dirty="0" err="1">
                <a:cs typeface="Times New Roman" pitchFamily="18" charset="0"/>
              </a:rPr>
              <a:t>trái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và</a:t>
            </a:r>
            <a:r>
              <a:rPr lang="en-US" dirty="0">
                <a:cs typeface="Times New Roman" pitchFamily="18" charset="0"/>
              </a:rPr>
              <a:t> con </a:t>
            </a:r>
            <a:r>
              <a:rPr lang="en-US" dirty="0" err="1">
                <a:cs typeface="Times New Roman" pitchFamily="18" charset="0"/>
              </a:rPr>
              <a:t>phải</a:t>
            </a:r>
            <a:r>
              <a:rPr lang="en-US" dirty="0">
                <a:cs typeface="Times New Roman" pitchFamily="18" charset="0"/>
              </a:rPr>
              <a:t>, </a:t>
            </a:r>
            <a:r>
              <a:rPr lang="en-US" dirty="0" err="1">
                <a:cs typeface="Times New Roman" pitchFamily="18" charset="0"/>
              </a:rPr>
              <a:t>nhất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là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khi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nút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chỉ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có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một</a:t>
            </a:r>
            <a:r>
              <a:rPr lang="en-US" dirty="0">
                <a:cs typeface="Times New Roman" pitchFamily="18" charset="0"/>
              </a:rPr>
              <a:t> con</a:t>
            </a:r>
          </a:p>
          <a:p>
            <a:pPr marL="0" lvl="1" indent="0">
              <a:buNone/>
            </a:pPr>
            <a:endParaRPr lang="en-US" dirty="0">
              <a:cs typeface="Times New Roman" pitchFamily="18" charset="0"/>
            </a:endParaRPr>
          </a:p>
          <a:p>
            <a:pPr marL="342900" lvl="1" indent="-342900">
              <a:buFont typeface="Arial"/>
              <a:buChar char="•"/>
            </a:pPr>
            <a:endParaRPr lang="en-US" dirty="0">
              <a:cs typeface="Times New Roman" pitchFamily="18" charset="0"/>
            </a:endParaRPr>
          </a:p>
          <a:p>
            <a:pPr marL="342900" lvl="1" indent="-342900">
              <a:buFont typeface="Arial"/>
              <a:buChar char="•"/>
            </a:pPr>
            <a:endParaRPr lang="en-US" dirty="0">
              <a:cs typeface="Times New Roman" pitchFamily="18" charset="0"/>
            </a:endParaRPr>
          </a:p>
          <a:p>
            <a:pPr marL="342900" lvl="1" indent="-342900">
              <a:buFont typeface="Arial"/>
              <a:buChar char="•"/>
            </a:pPr>
            <a:endParaRPr lang="en-US" dirty="0">
              <a:cs typeface="Times New Roman" pitchFamily="18" charset="0"/>
            </a:endParaRPr>
          </a:p>
          <a:p>
            <a:pPr marL="342900" lvl="1" indent="-342900">
              <a:buFont typeface="Arial"/>
              <a:buChar char="•"/>
            </a:pPr>
            <a:endParaRPr lang="en-US" dirty="0">
              <a:cs typeface="Times New Roman" pitchFamily="18" charset="0"/>
            </a:endParaRPr>
          </a:p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314028" y="3568312"/>
            <a:ext cx="2438400" cy="2514600"/>
            <a:chOff x="1524000" y="2667000"/>
            <a:chExt cx="2438400" cy="2514600"/>
          </a:xfrm>
        </p:grpSpPr>
        <p:sp>
          <p:nvSpPr>
            <p:cNvPr id="8" name="Oval 7"/>
            <p:cNvSpPr/>
            <p:nvPr/>
          </p:nvSpPr>
          <p:spPr>
            <a:xfrm>
              <a:off x="2819400" y="26670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A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819400" y="33528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C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524000" y="47244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H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3505200" y="33528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D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524000" y="40386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E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133600" y="40386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F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2819400" y="40386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G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2133600" y="33528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B</a:t>
              </a:r>
            </a:p>
          </p:txBody>
        </p:sp>
        <p:cxnSp>
          <p:nvCxnSpPr>
            <p:cNvPr id="16" name="Straight Connector 15"/>
            <p:cNvCxnSpPr>
              <a:stCxn id="8" idx="3"/>
              <a:endCxn id="15" idx="7"/>
            </p:cNvCxnSpPr>
            <p:nvPr/>
          </p:nvCxnSpPr>
          <p:spPr>
            <a:xfrm flipH="1">
              <a:off x="2523845" y="3057245"/>
              <a:ext cx="362510" cy="3625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8" idx="4"/>
              <a:endCxn id="9" idx="0"/>
            </p:cNvCxnSpPr>
            <p:nvPr/>
          </p:nvCxnSpPr>
          <p:spPr>
            <a:xfrm>
              <a:off x="3048000" y="3124200"/>
              <a:ext cx="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8" idx="5"/>
              <a:endCxn id="11" idx="1"/>
            </p:cNvCxnSpPr>
            <p:nvPr/>
          </p:nvCxnSpPr>
          <p:spPr>
            <a:xfrm>
              <a:off x="3209645" y="3057245"/>
              <a:ext cx="362510" cy="3625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9" idx="4"/>
              <a:endCxn id="14" idx="0"/>
            </p:cNvCxnSpPr>
            <p:nvPr/>
          </p:nvCxnSpPr>
          <p:spPr>
            <a:xfrm>
              <a:off x="3048000" y="3810000"/>
              <a:ext cx="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12" idx="4"/>
              <a:endCxn id="10" idx="0"/>
            </p:cNvCxnSpPr>
            <p:nvPr/>
          </p:nvCxnSpPr>
          <p:spPr>
            <a:xfrm>
              <a:off x="1752600" y="4495800"/>
              <a:ext cx="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5" idx="3"/>
              <a:endCxn id="12" idx="7"/>
            </p:cNvCxnSpPr>
            <p:nvPr/>
          </p:nvCxnSpPr>
          <p:spPr>
            <a:xfrm flipH="1">
              <a:off x="1914245" y="3743045"/>
              <a:ext cx="286310" cy="3625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5" idx="4"/>
              <a:endCxn id="13" idx="0"/>
            </p:cNvCxnSpPr>
            <p:nvPr/>
          </p:nvCxnSpPr>
          <p:spPr>
            <a:xfrm>
              <a:off x="2362200" y="3810000"/>
              <a:ext cx="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5724383" y="3736420"/>
            <a:ext cx="2286000" cy="2209800"/>
            <a:chOff x="5029200" y="3124200"/>
            <a:chExt cx="2286000" cy="2209800"/>
          </a:xfrm>
        </p:grpSpPr>
        <p:sp>
          <p:nvSpPr>
            <p:cNvPr id="24" name="Oval 23"/>
            <p:cNvSpPr/>
            <p:nvPr/>
          </p:nvSpPr>
          <p:spPr>
            <a:xfrm>
              <a:off x="6400800" y="31242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A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6467755" y="41910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C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5029200" y="48768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H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6858000" y="4870494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D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5334000" y="423172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E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5638800" y="48768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F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5791200" y="362212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B</a:t>
              </a:r>
            </a:p>
          </p:txBody>
        </p:sp>
        <p:cxnSp>
          <p:nvCxnSpPr>
            <p:cNvPr id="31" name="Straight Connector 30"/>
            <p:cNvCxnSpPr>
              <a:stCxn id="24" idx="3"/>
              <a:endCxn id="30" idx="7"/>
            </p:cNvCxnSpPr>
            <p:nvPr/>
          </p:nvCxnSpPr>
          <p:spPr>
            <a:xfrm flipH="1">
              <a:off x="6181445" y="3514445"/>
              <a:ext cx="286310" cy="1746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30" idx="5"/>
              <a:endCxn id="25" idx="1"/>
            </p:cNvCxnSpPr>
            <p:nvPr/>
          </p:nvCxnSpPr>
          <p:spPr>
            <a:xfrm>
              <a:off x="6181445" y="4012365"/>
              <a:ext cx="353265" cy="2455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25" idx="5"/>
              <a:endCxn id="27" idx="0"/>
            </p:cNvCxnSpPr>
            <p:nvPr/>
          </p:nvCxnSpPr>
          <p:spPr>
            <a:xfrm>
              <a:off x="6858000" y="4581245"/>
              <a:ext cx="228600" cy="2892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30" idx="3"/>
              <a:endCxn id="28" idx="0"/>
            </p:cNvCxnSpPr>
            <p:nvPr/>
          </p:nvCxnSpPr>
          <p:spPr>
            <a:xfrm flipH="1">
              <a:off x="5562600" y="4012365"/>
              <a:ext cx="295555" cy="2193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28" idx="5"/>
              <a:endCxn id="29" idx="0"/>
            </p:cNvCxnSpPr>
            <p:nvPr/>
          </p:nvCxnSpPr>
          <p:spPr>
            <a:xfrm>
              <a:off x="5724245" y="4621965"/>
              <a:ext cx="143155" cy="2548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28" idx="3"/>
              <a:endCxn id="26" idx="0"/>
            </p:cNvCxnSpPr>
            <p:nvPr/>
          </p:nvCxnSpPr>
          <p:spPr>
            <a:xfrm flipH="1">
              <a:off x="5257800" y="4621965"/>
              <a:ext cx="143155" cy="2548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6172200" y="48768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G</a:t>
              </a:r>
            </a:p>
          </p:txBody>
        </p:sp>
        <p:cxnSp>
          <p:nvCxnSpPr>
            <p:cNvPr id="38" name="Straight Connector 37"/>
            <p:cNvCxnSpPr>
              <a:stCxn id="25" idx="3"/>
              <a:endCxn id="37" idx="0"/>
            </p:cNvCxnSpPr>
            <p:nvPr/>
          </p:nvCxnSpPr>
          <p:spPr>
            <a:xfrm flipH="1">
              <a:off x="6400800" y="4581245"/>
              <a:ext cx="133910" cy="2955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Arrow 38"/>
          <p:cNvSpPr/>
          <p:nvPr/>
        </p:nvSpPr>
        <p:spPr>
          <a:xfrm>
            <a:off x="4474435" y="4369356"/>
            <a:ext cx="457200" cy="269320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96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7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68946" y="1661202"/>
            <a:ext cx="1981200" cy="2203494"/>
            <a:chOff x="5334000" y="3124200"/>
            <a:chExt cx="1981200" cy="2203494"/>
          </a:xfrm>
        </p:grpSpPr>
        <p:sp>
          <p:nvSpPr>
            <p:cNvPr id="8" name="Oval 7"/>
            <p:cNvSpPr/>
            <p:nvPr/>
          </p:nvSpPr>
          <p:spPr>
            <a:xfrm>
              <a:off x="6400800" y="31242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A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467755" y="41910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D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858000" y="4870494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E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5334000" y="423172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C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791200" y="362212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B</a:t>
              </a:r>
            </a:p>
          </p:txBody>
        </p:sp>
        <p:cxnSp>
          <p:nvCxnSpPr>
            <p:cNvPr id="15" name="Straight Connector 14"/>
            <p:cNvCxnSpPr>
              <a:stCxn id="8" idx="3"/>
              <a:endCxn id="14" idx="7"/>
            </p:cNvCxnSpPr>
            <p:nvPr/>
          </p:nvCxnSpPr>
          <p:spPr>
            <a:xfrm flipH="1">
              <a:off x="6181445" y="3514445"/>
              <a:ext cx="286310" cy="1746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4" idx="5"/>
              <a:endCxn id="9" idx="1"/>
            </p:cNvCxnSpPr>
            <p:nvPr/>
          </p:nvCxnSpPr>
          <p:spPr>
            <a:xfrm>
              <a:off x="6181445" y="4012365"/>
              <a:ext cx="353265" cy="2455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9" idx="5"/>
              <a:endCxn id="11" idx="0"/>
            </p:cNvCxnSpPr>
            <p:nvPr/>
          </p:nvCxnSpPr>
          <p:spPr>
            <a:xfrm>
              <a:off x="6858000" y="4581245"/>
              <a:ext cx="228600" cy="2892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14" idx="3"/>
              <a:endCxn id="12" idx="0"/>
            </p:cNvCxnSpPr>
            <p:nvPr/>
          </p:nvCxnSpPr>
          <p:spPr>
            <a:xfrm flipH="1">
              <a:off x="5562600" y="4012365"/>
              <a:ext cx="295555" cy="2193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536406" y="4083461"/>
            <a:ext cx="1590955" cy="2295099"/>
            <a:chOff x="5334000" y="3124200"/>
            <a:chExt cx="1590955" cy="2295099"/>
          </a:xfrm>
        </p:grpSpPr>
        <p:sp>
          <p:nvSpPr>
            <p:cNvPr id="24" name="Oval 23"/>
            <p:cNvSpPr/>
            <p:nvPr/>
          </p:nvSpPr>
          <p:spPr>
            <a:xfrm>
              <a:off x="6400800" y="31242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A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6467755" y="41910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D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6092442" y="4962099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E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5334000" y="423172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C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5791200" y="362212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B</a:t>
              </a:r>
            </a:p>
          </p:txBody>
        </p:sp>
        <p:cxnSp>
          <p:nvCxnSpPr>
            <p:cNvPr id="29" name="Straight Connector 28"/>
            <p:cNvCxnSpPr>
              <a:stCxn id="24" idx="3"/>
              <a:endCxn id="28" idx="7"/>
            </p:cNvCxnSpPr>
            <p:nvPr/>
          </p:nvCxnSpPr>
          <p:spPr>
            <a:xfrm flipH="1">
              <a:off x="6181445" y="3514445"/>
              <a:ext cx="286310" cy="1746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8" idx="5"/>
              <a:endCxn id="25" idx="1"/>
            </p:cNvCxnSpPr>
            <p:nvPr/>
          </p:nvCxnSpPr>
          <p:spPr>
            <a:xfrm>
              <a:off x="6181445" y="4012365"/>
              <a:ext cx="353265" cy="2455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25" idx="3"/>
              <a:endCxn id="26" idx="0"/>
            </p:cNvCxnSpPr>
            <p:nvPr/>
          </p:nvCxnSpPr>
          <p:spPr>
            <a:xfrm flipH="1">
              <a:off x="6321042" y="4581245"/>
              <a:ext cx="213668" cy="3808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28" idx="3"/>
              <a:endCxn id="27" idx="0"/>
            </p:cNvCxnSpPr>
            <p:nvPr/>
          </p:nvCxnSpPr>
          <p:spPr>
            <a:xfrm flipH="1">
              <a:off x="5562600" y="4012365"/>
              <a:ext cx="295555" cy="2193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6097120" y="3977595"/>
            <a:ext cx="1752600" cy="2230138"/>
            <a:chOff x="5172355" y="3118305"/>
            <a:chExt cx="1752600" cy="2230138"/>
          </a:xfrm>
        </p:grpSpPr>
        <p:sp>
          <p:nvSpPr>
            <p:cNvPr id="34" name="Oval 33"/>
            <p:cNvSpPr/>
            <p:nvPr/>
          </p:nvSpPr>
          <p:spPr>
            <a:xfrm>
              <a:off x="5172355" y="3118305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A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467755" y="41910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D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6239155" y="4891243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E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5334000" y="423172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C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5791200" y="362212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B</a:t>
              </a:r>
            </a:p>
          </p:txBody>
        </p:sp>
        <p:cxnSp>
          <p:nvCxnSpPr>
            <p:cNvPr id="39" name="Straight Connector 38"/>
            <p:cNvCxnSpPr>
              <a:stCxn id="34" idx="5"/>
              <a:endCxn id="38" idx="1"/>
            </p:cNvCxnSpPr>
            <p:nvPr/>
          </p:nvCxnSpPr>
          <p:spPr>
            <a:xfrm>
              <a:off x="5562600" y="3508550"/>
              <a:ext cx="295555" cy="1805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38" idx="5"/>
              <a:endCxn id="35" idx="1"/>
            </p:cNvCxnSpPr>
            <p:nvPr/>
          </p:nvCxnSpPr>
          <p:spPr>
            <a:xfrm>
              <a:off x="6181445" y="4012365"/>
              <a:ext cx="353265" cy="2455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35" idx="3"/>
              <a:endCxn id="36" idx="0"/>
            </p:cNvCxnSpPr>
            <p:nvPr/>
          </p:nvCxnSpPr>
          <p:spPr>
            <a:xfrm flipH="1">
              <a:off x="6467755" y="4581245"/>
              <a:ext cx="66955" cy="3099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8" idx="3"/>
              <a:endCxn id="37" idx="0"/>
            </p:cNvCxnSpPr>
            <p:nvPr/>
          </p:nvCxnSpPr>
          <p:spPr>
            <a:xfrm flipH="1">
              <a:off x="5562600" y="4012365"/>
              <a:ext cx="295555" cy="2193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3346681" y="4105619"/>
            <a:ext cx="2349604" cy="2250784"/>
            <a:chOff x="5915865" y="2998739"/>
            <a:chExt cx="2349604" cy="2250784"/>
          </a:xfrm>
        </p:grpSpPr>
        <p:sp>
          <p:nvSpPr>
            <p:cNvPr id="44" name="Oval 43"/>
            <p:cNvSpPr/>
            <p:nvPr/>
          </p:nvSpPr>
          <p:spPr>
            <a:xfrm>
              <a:off x="5915865" y="2998739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A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7325896" y="4184694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D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7808269" y="4792323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E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6240718" y="4280515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C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6747155" y="362212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B</a:t>
              </a:r>
            </a:p>
          </p:txBody>
        </p:sp>
        <p:cxnSp>
          <p:nvCxnSpPr>
            <p:cNvPr id="49" name="Straight Connector 48"/>
            <p:cNvCxnSpPr>
              <a:stCxn id="44" idx="5"/>
              <a:endCxn id="48" idx="1"/>
            </p:cNvCxnSpPr>
            <p:nvPr/>
          </p:nvCxnSpPr>
          <p:spPr>
            <a:xfrm>
              <a:off x="6306110" y="3388984"/>
              <a:ext cx="508000" cy="3000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48" idx="5"/>
              <a:endCxn id="45" idx="1"/>
            </p:cNvCxnSpPr>
            <p:nvPr/>
          </p:nvCxnSpPr>
          <p:spPr>
            <a:xfrm>
              <a:off x="7137400" y="4012365"/>
              <a:ext cx="255451" cy="2392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45" idx="5"/>
              <a:endCxn id="46" idx="1"/>
            </p:cNvCxnSpPr>
            <p:nvPr/>
          </p:nvCxnSpPr>
          <p:spPr>
            <a:xfrm>
              <a:off x="7716141" y="4574939"/>
              <a:ext cx="159083" cy="2843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8" idx="3"/>
              <a:endCxn id="47" idx="0"/>
            </p:cNvCxnSpPr>
            <p:nvPr/>
          </p:nvCxnSpPr>
          <p:spPr>
            <a:xfrm flipH="1">
              <a:off x="6469318" y="4012365"/>
              <a:ext cx="344792" cy="2681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973313" y="3428406"/>
            <a:ext cx="74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45106" y="6345586"/>
            <a:ext cx="74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3803" y="6029743"/>
            <a:ext cx="74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10910" y="6127803"/>
            <a:ext cx="74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(d)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6677865" y="442428"/>
            <a:ext cx="1981200" cy="2777721"/>
            <a:chOff x="5334000" y="2549973"/>
            <a:chExt cx="1981200" cy="2777721"/>
          </a:xfrm>
        </p:grpSpPr>
        <p:sp>
          <p:nvSpPr>
            <p:cNvPr id="78" name="Oval 77"/>
            <p:cNvSpPr/>
            <p:nvPr/>
          </p:nvSpPr>
          <p:spPr>
            <a:xfrm>
              <a:off x="5794438" y="2549973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A</a:t>
              </a:r>
            </a:p>
          </p:txBody>
        </p:sp>
        <p:sp>
          <p:nvSpPr>
            <p:cNvPr id="79" name="Oval 78"/>
            <p:cNvSpPr/>
            <p:nvPr/>
          </p:nvSpPr>
          <p:spPr>
            <a:xfrm>
              <a:off x="6467755" y="41910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D</a:t>
              </a:r>
            </a:p>
          </p:txBody>
        </p:sp>
        <p:sp>
          <p:nvSpPr>
            <p:cNvPr id="80" name="Oval 79"/>
            <p:cNvSpPr/>
            <p:nvPr/>
          </p:nvSpPr>
          <p:spPr>
            <a:xfrm>
              <a:off x="6858000" y="4870494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E</a:t>
              </a:r>
            </a:p>
          </p:txBody>
        </p:sp>
        <p:sp>
          <p:nvSpPr>
            <p:cNvPr id="81" name="Oval 80"/>
            <p:cNvSpPr/>
            <p:nvPr/>
          </p:nvSpPr>
          <p:spPr>
            <a:xfrm>
              <a:off x="5334000" y="423172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C</a:t>
              </a:r>
            </a:p>
          </p:txBody>
        </p:sp>
        <p:sp>
          <p:nvSpPr>
            <p:cNvPr id="82" name="Oval 81"/>
            <p:cNvSpPr/>
            <p:nvPr/>
          </p:nvSpPr>
          <p:spPr>
            <a:xfrm>
              <a:off x="5791200" y="362212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B</a:t>
              </a:r>
            </a:p>
          </p:txBody>
        </p:sp>
        <p:cxnSp>
          <p:nvCxnSpPr>
            <p:cNvPr id="83" name="Straight Connector 82"/>
            <p:cNvCxnSpPr>
              <a:stCxn id="78" idx="4"/>
              <a:endCxn id="82" idx="0"/>
            </p:cNvCxnSpPr>
            <p:nvPr/>
          </p:nvCxnSpPr>
          <p:spPr>
            <a:xfrm flipH="1">
              <a:off x="6019800" y="3007173"/>
              <a:ext cx="3238" cy="6149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82" idx="5"/>
              <a:endCxn id="79" idx="1"/>
            </p:cNvCxnSpPr>
            <p:nvPr/>
          </p:nvCxnSpPr>
          <p:spPr>
            <a:xfrm>
              <a:off x="6181445" y="4012365"/>
              <a:ext cx="353265" cy="2455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79" idx="5"/>
              <a:endCxn id="80" idx="0"/>
            </p:cNvCxnSpPr>
            <p:nvPr/>
          </p:nvCxnSpPr>
          <p:spPr>
            <a:xfrm>
              <a:off x="6858000" y="4581245"/>
              <a:ext cx="228600" cy="2892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82" idx="3"/>
              <a:endCxn id="81" idx="0"/>
            </p:cNvCxnSpPr>
            <p:nvPr/>
          </p:nvCxnSpPr>
          <p:spPr>
            <a:xfrm flipH="1">
              <a:off x="5562600" y="4012365"/>
              <a:ext cx="295555" cy="2193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Oval 93"/>
          <p:cNvSpPr/>
          <p:nvPr/>
        </p:nvSpPr>
        <p:spPr>
          <a:xfrm>
            <a:off x="6355574" y="147053"/>
            <a:ext cx="2681479" cy="3741767"/>
          </a:xfrm>
          <a:prstGeom prst="ellipse">
            <a:avLst/>
          </a:prstGeom>
          <a:noFill/>
          <a:ln w="28575" cmpd="sng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Callout 12"/>
          <p:cNvSpPr/>
          <p:nvPr/>
        </p:nvSpPr>
        <p:spPr>
          <a:xfrm>
            <a:off x="3338254" y="2082388"/>
            <a:ext cx="3120296" cy="1122563"/>
          </a:xfrm>
          <a:prstGeom prst="rightArrowCallou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solidFill>
                  <a:schemeClr val="tx1"/>
                </a:solidFill>
              </a:rPr>
              <a:t>Cây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không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thứ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tự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thì</a:t>
            </a:r>
            <a:r>
              <a:rPr lang="en-US" sz="2000" dirty="0">
                <a:solidFill>
                  <a:schemeClr val="tx1"/>
                </a:solidFill>
              </a:rPr>
              <a:t> (a, b, c, d) </a:t>
            </a:r>
            <a:r>
              <a:rPr lang="en-US" sz="2000" dirty="0" err="1">
                <a:solidFill>
                  <a:schemeClr val="tx1"/>
                </a:solidFill>
              </a:rPr>
              <a:t>là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một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cây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duy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nhất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1749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8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1371097"/>
          </a:xfrm>
        </p:spPr>
        <p:txBody>
          <a:bodyPr/>
          <a:lstStyle/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: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1 </a:t>
            </a:r>
            <a:r>
              <a:rPr lang="en-US" dirty="0" err="1"/>
              <a:t>nút</a:t>
            </a:r>
            <a:r>
              <a:rPr lang="en-US" dirty="0"/>
              <a:t> con</a:t>
            </a:r>
          </a:p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,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,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205406" y="2469345"/>
            <a:ext cx="1524001" cy="1885870"/>
            <a:chOff x="1275295" y="1828800"/>
            <a:chExt cx="1926099" cy="2383446"/>
          </a:xfrm>
        </p:grpSpPr>
        <p:grpSp>
          <p:nvGrpSpPr>
            <p:cNvPr id="8" name="Group 7"/>
            <p:cNvGrpSpPr/>
            <p:nvPr/>
          </p:nvGrpSpPr>
          <p:grpSpPr>
            <a:xfrm>
              <a:off x="1371600" y="1828800"/>
              <a:ext cx="1829794" cy="1828800"/>
              <a:chOff x="2513606" y="2133600"/>
              <a:chExt cx="1829794" cy="18288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2513606" y="213360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A</a:t>
                </a:r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3886200" y="350520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D</a:t>
                </a: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2971800" y="259080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B</a:t>
                </a: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3429000" y="304800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C</a:t>
                </a:r>
              </a:p>
            </p:txBody>
          </p:sp>
          <p:cxnSp>
            <p:nvCxnSpPr>
              <p:cNvPr id="14" name="Straight Connector 13"/>
              <p:cNvCxnSpPr>
                <a:stCxn id="10" idx="5"/>
                <a:endCxn id="12" idx="1"/>
              </p:cNvCxnSpPr>
              <p:nvPr/>
            </p:nvCxnSpPr>
            <p:spPr>
              <a:xfrm>
                <a:off x="2903851" y="2523845"/>
                <a:ext cx="134904" cy="1339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>
                <a:stCxn id="12" idx="5"/>
                <a:endCxn id="13" idx="1"/>
              </p:cNvCxnSpPr>
              <p:nvPr/>
            </p:nvCxnSpPr>
            <p:spPr>
              <a:xfrm>
                <a:off x="3362045" y="2981045"/>
                <a:ext cx="133910" cy="1339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>
                <a:stCxn id="13" idx="5"/>
                <a:endCxn id="11" idx="1"/>
              </p:cNvCxnSpPr>
              <p:nvPr/>
            </p:nvCxnSpPr>
            <p:spPr>
              <a:xfrm>
                <a:off x="3819245" y="3438245"/>
                <a:ext cx="133910" cy="1339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/>
            <p:cNvSpPr txBox="1"/>
            <p:nvPr/>
          </p:nvSpPr>
          <p:spPr>
            <a:xfrm>
              <a:off x="1275295" y="3745468"/>
              <a:ext cx="1926099" cy="466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mbria Math" pitchFamily="18" charset="0"/>
                  <a:ea typeface="Cambria Math" pitchFamily="18" charset="0"/>
                </a:rPr>
                <a:t>Cây</a:t>
              </a:r>
              <a:r>
                <a:rPr lang="en-US" dirty="0">
                  <a:latin typeface="Cambria Math" pitchFamily="18" charset="0"/>
                  <a:ea typeface="Cambria Math" pitchFamily="18" charset="0"/>
                </a:rPr>
                <a:t> </a:t>
              </a:r>
              <a:r>
                <a:rPr lang="en-US" dirty="0" err="1">
                  <a:latin typeface="Cambria Math" pitchFamily="18" charset="0"/>
                  <a:ea typeface="Cambria Math" pitchFamily="18" charset="0"/>
                </a:rPr>
                <a:t>lệch</a:t>
              </a:r>
              <a:r>
                <a:rPr lang="en-US" dirty="0">
                  <a:latin typeface="Cambria Math" pitchFamily="18" charset="0"/>
                  <a:ea typeface="Cambria Math" pitchFamily="18" charset="0"/>
                </a:rPr>
                <a:t> </a:t>
              </a:r>
              <a:r>
                <a:rPr lang="en-US" dirty="0" err="1">
                  <a:latin typeface="Cambria Math" pitchFamily="18" charset="0"/>
                  <a:ea typeface="Cambria Math" pitchFamily="18" charset="0"/>
                </a:rPr>
                <a:t>phải</a:t>
              </a:r>
              <a:endParaRPr lang="en-US" dirty="0">
                <a:latin typeface="Cambria Math" pitchFamily="18" charset="0"/>
                <a:ea typeface="Cambria Math" pitchFamily="18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643807" y="2484792"/>
            <a:ext cx="1353312" cy="1798336"/>
            <a:chOff x="1104204" y="1828800"/>
            <a:chExt cx="1662259" cy="2256814"/>
          </a:xfrm>
        </p:grpSpPr>
        <p:grpSp>
          <p:nvGrpSpPr>
            <p:cNvPr id="18" name="Group 17"/>
            <p:cNvGrpSpPr/>
            <p:nvPr/>
          </p:nvGrpSpPr>
          <p:grpSpPr>
            <a:xfrm>
              <a:off x="1371600" y="1828800"/>
              <a:ext cx="1067794" cy="1793320"/>
              <a:chOff x="2513606" y="2133600"/>
              <a:chExt cx="1067794" cy="1793320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2513606" y="213360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A</a:t>
                </a: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3124200" y="34697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D</a:t>
                </a: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3124200" y="259080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B</a:t>
                </a:r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2514600" y="304800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C</a:t>
                </a:r>
              </a:p>
            </p:txBody>
          </p:sp>
          <p:cxnSp>
            <p:nvCxnSpPr>
              <p:cNvPr id="24" name="Straight Connector 23"/>
              <p:cNvCxnSpPr>
                <a:stCxn id="20" idx="5"/>
                <a:endCxn id="22" idx="1"/>
              </p:cNvCxnSpPr>
              <p:nvPr/>
            </p:nvCxnSpPr>
            <p:spPr>
              <a:xfrm>
                <a:off x="2903851" y="2523845"/>
                <a:ext cx="287304" cy="1339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>
                <a:stCxn id="22" idx="3"/>
                <a:endCxn id="23" idx="7"/>
              </p:cNvCxnSpPr>
              <p:nvPr/>
            </p:nvCxnSpPr>
            <p:spPr>
              <a:xfrm flipH="1">
                <a:off x="2904845" y="2981045"/>
                <a:ext cx="286310" cy="1339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>
                <a:stCxn id="23" idx="5"/>
                <a:endCxn id="21" idx="1"/>
              </p:cNvCxnSpPr>
              <p:nvPr/>
            </p:nvCxnSpPr>
            <p:spPr>
              <a:xfrm>
                <a:off x="2904845" y="3438245"/>
                <a:ext cx="286310" cy="984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1104204" y="3622122"/>
              <a:ext cx="1662259" cy="463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Cambria Math" pitchFamily="18" charset="0"/>
                  <a:ea typeface="Cambria Math" pitchFamily="18" charset="0"/>
                </a:rPr>
                <a:t>Cây zíc-zắc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786651" y="2447750"/>
            <a:ext cx="1826969" cy="1754162"/>
            <a:chOff x="5715000" y="1864280"/>
            <a:chExt cx="2286000" cy="2174320"/>
          </a:xfrm>
        </p:grpSpPr>
        <p:grpSp>
          <p:nvGrpSpPr>
            <p:cNvPr id="28" name="Group 27"/>
            <p:cNvGrpSpPr/>
            <p:nvPr/>
          </p:nvGrpSpPr>
          <p:grpSpPr>
            <a:xfrm>
              <a:off x="5715000" y="1864280"/>
              <a:ext cx="2286000" cy="1564720"/>
              <a:chOff x="1430317" y="2667000"/>
              <a:chExt cx="2286000" cy="1564720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344717" y="266700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A</a:t>
                </a: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2954317" y="31649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C</a:t>
                </a: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32591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F</a:t>
                </a:r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14303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D</a:t>
                </a:r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20399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E</a:t>
                </a:r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1735117" y="31649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B</a:t>
                </a:r>
              </a:p>
            </p:txBody>
          </p:sp>
          <p:cxnSp>
            <p:nvCxnSpPr>
              <p:cNvPr id="36" name="Straight Connector 35"/>
              <p:cNvCxnSpPr>
                <a:stCxn id="30" idx="3"/>
                <a:endCxn id="35" idx="7"/>
              </p:cNvCxnSpPr>
              <p:nvPr/>
            </p:nvCxnSpPr>
            <p:spPr>
              <a:xfrm flipH="1">
                <a:off x="2125362" y="3057245"/>
                <a:ext cx="286310" cy="1746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30" idx="5"/>
                <a:endCxn id="31" idx="1"/>
              </p:cNvCxnSpPr>
              <p:nvPr/>
            </p:nvCxnSpPr>
            <p:spPr>
              <a:xfrm>
                <a:off x="2734962" y="3057245"/>
                <a:ext cx="286310" cy="1746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>
                <a:stCxn id="31" idx="5"/>
                <a:endCxn id="32" idx="0"/>
              </p:cNvCxnSpPr>
              <p:nvPr/>
            </p:nvCxnSpPr>
            <p:spPr>
              <a:xfrm>
                <a:off x="3344562" y="3555165"/>
                <a:ext cx="143155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35" idx="3"/>
                <a:endCxn id="33" idx="0"/>
              </p:cNvCxnSpPr>
              <p:nvPr/>
            </p:nvCxnSpPr>
            <p:spPr>
              <a:xfrm flipH="1">
                <a:off x="1658917" y="3555165"/>
                <a:ext cx="143155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>
                <a:stCxn id="35" idx="5"/>
                <a:endCxn id="34" idx="0"/>
              </p:cNvCxnSpPr>
              <p:nvPr/>
            </p:nvCxnSpPr>
            <p:spPr>
              <a:xfrm>
                <a:off x="2125362" y="3555165"/>
                <a:ext cx="143155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/>
            <p:cNvSpPr txBox="1"/>
            <p:nvPr/>
          </p:nvSpPr>
          <p:spPr>
            <a:xfrm>
              <a:off x="5858155" y="3669268"/>
              <a:ext cx="2057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Cambria Math" pitchFamily="18" charset="0"/>
                  <a:ea typeface="Cambria Math" pitchFamily="18" charset="0"/>
                </a:rPr>
                <a:t>Cây gần đầy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281608" y="4553860"/>
            <a:ext cx="2362198" cy="1708775"/>
            <a:chOff x="5715000" y="1864280"/>
            <a:chExt cx="2965963" cy="2093380"/>
          </a:xfrm>
        </p:grpSpPr>
        <p:grpSp>
          <p:nvGrpSpPr>
            <p:cNvPr id="42" name="Group 41"/>
            <p:cNvGrpSpPr/>
            <p:nvPr/>
          </p:nvGrpSpPr>
          <p:grpSpPr>
            <a:xfrm>
              <a:off x="5715000" y="1864280"/>
              <a:ext cx="1981200" cy="1564720"/>
              <a:chOff x="1430317" y="2667000"/>
              <a:chExt cx="1981200" cy="1564720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2344717" y="266700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A</a:t>
                </a:r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2954317" y="31649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C</a:t>
                </a: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6495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F</a:t>
                </a: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14303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D</a:t>
                </a:r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20399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E</a:t>
                </a: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735117" y="31649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B</a:t>
                </a:r>
              </a:p>
            </p:txBody>
          </p:sp>
          <p:cxnSp>
            <p:nvCxnSpPr>
              <p:cNvPr id="51" name="Straight Connector 50"/>
              <p:cNvCxnSpPr>
                <a:stCxn id="45" idx="3"/>
                <a:endCxn id="50" idx="7"/>
              </p:cNvCxnSpPr>
              <p:nvPr/>
            </p:nvCxnSpPr>
            <p:spPr>
              <a:xfrm flipH="1">
                <a:off x="2125362" y="3057245"/>
                <a:ext cx="286310" cy="1746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stCxn id="45" idx="5"/>
                <a:endCxn id="46" idx="1"/>
              </p:cNvCxnSpPr>
              <p:nvPr/>
            </p:nvCxnSpPr>
            <p:spPr>
              <a:xfrm>
                <a:off x="2734962" y="3057245"/>
                <a:ext cx="286310" cy="1746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>
                <a:stCxn id="50" idx="3"/>
                <a:endCxn id="48" idx="0"/>
              </p:cNvCxnSpPr>
              <p:nvPr/>
            </p:nvCxnSpPr>
            <p:spPr>
              <a:xfrm flipH="1">
                <a:off x="1658917" y="3555165"/>
                <a:ext cx="143155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>
                <a:stCxn id="50" idx="5"/>
                <a:endCxn id="49" idx="0"/>
              </p:cNvCxnSpPr>
              <p:nvPr/>
            </p:nvCxnSpPr>
            <p:spPr>
              <a:xfrm>
                <a:off x="2125362" y="3555165"/>
                <a:ext cx="143155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Straight Connector 42"/>
            <p:cNvCxnSpPr>
              <a:stCxn id="46" idx="3"/>
              <a:endCxn id="47" idx="0"/>
            </p:cNvCxnSpPr>
            <p:nvPr/>
          </p:nvCxnSpPr>
          <p:spPr>
            <a:xfrm flipH="1">
              <a:off x="7162800" y="2752445"/>
              <a:ext cx="143155" cy="2193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5858154" y="3505200"/>
              <a:ext cx="2822809" cy="452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Cambria Math" pitchFamily="18" charset="0"/>
                  <a:ea typeface="Cambria Math" pitchFamily="18" charset="0"/>
                </a:rPr>
                <a:t>Cây</a:t>
              </a:r>
              <a:r>
                <a:rPr lang="en-US" dirty="0">
                  <a:latin typeface="Cambria Math" pitchFamily="18" charset="0"/>
                  <a:ea typeface="Cambria Math" pitchFamily="18" charset="0"/>
                </a:rPr>
                <a:t> </a:t>
              </a:r>
              <a:r>
                <a:rPr lang="en-US" dirty="0" err="1">
                  <a:latin typeface="Cambria Math" pitchFamily="18" charset="0"/>
                  <a:ea typeface="Cambria Math" pitchFamily="18" charset="0"/>
                </a:rPr>
                <a:t>hoàn</a:t>
              </a:r>
              <a:r>
                <a:rPr lang="en-US" dirty="0">
                  <a:latin typeface="Cambria Math" pitchFamily="18" charset="0"/>
                  <a:ea typeface="Cambria Math" pitchFamily="18" charset="0"/>
                </a:rPr>
                <a:t> </a:t>
              </a:r>
              <a:r>
                <a:rPr lang="en-US" dirty="0" err="1">
                  <a:latin typeface="Cambria Math" pitchFamily="18" charset="0"/>
                  <a:ea typeface="Cambria Math" pitchFamily="18" charset="0"/>
                </a:rPr>
                <a:t>chỉnh</a:t>
              </a:r>
              <a:endParaRPr lang="en-US" dirty="0">
                <a:latin typeface="Cambria Math" pitchFamily="18" charset="0"/>
                <a:ea typeface="Cambria Math" pitchFamily="18" charset="0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4634407" y="4553860"/>
            <a:ext cx="1864160" cy="1708775"/>
            <a:chOff x="5715000" y="1864280"/>
            <a:chExt cx="2286000" cy="2093380"/>
          </a:xfrm>
        </p:grpSpPr>
        <p:grpSp>
          <p:nvGrpSpPr>
            <p:cNvPr id="56" name="Group 55"/>
            <p:cNvGrpSpPr/>
            <p:nvPr/>
          </p:nvGrpSpPr>
          <p:grpSpPr>
            <a:xfrm>
              <a:off x="5715000" y="1864280"/>
              <a:ext cx="2286000" cy="1564720"/>
              <a:chOff x="1430317" y="2667000"/>
              <a:chExt cx="2286000" cy="156472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2344717" y="266700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A</a:t>
                </a:r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2954317" y="31649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C</a:t>
                </a:r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26495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F</a:t>
                </a:r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32591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G</a:t>
                </a:r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14303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D</a:t>
                </a:r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20399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E</a:t>
                </a:r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1735117" y="31649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B</a:t>
                </a:r>
              </a:p>
            </p:txBody>
          </p:sp>
          <p:cxnSp>
            <p:nvCxnSpPr>
              <p:cNvPr id="66" name="Straight Connector 65"/>
              <p:cNvCxnSpPr>
                <a:stCxn id="59" idx="3"/>
                <a:endCxn id="65" idx="7"/>
              </p:cNvCxnSpPr>
              <p:nvPr/>
            </p:nvCxnSpPr>
            <p:spPr>
              <a:xfrm flipH="1">
                <a:off x="2125362" y="3057245"/>
                <a:ext cx="286310" cy="1746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stCxn id="59" idx="5"/>
                <a:endCxn id="60" idx="1"/>
              </p:cNvCxnSpPr>
              <p:nvPr/>
            </p:nvCxnSpPr>
            <p:spPr>
              <a:xfrm>
                <a:off x="2734962" y="3057245"/>
                <a:ext cx="286310" cy="1746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>
                <a:stCxn id="60" idx="5"/>
                <a:endCxn id="62" idx="0"/>
              </p:cNvCxnSpPr>
              <p:nvPr/>
            </p:nvCxnSpPr>
            <p:spPr>
              <a:xfrm>
                <a:off x="3344562" y="3555165"/>
                <a:ext cx="143155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65" idx="3"/>
                <a:endCxn id="63" idx="0"/>
              </p:cNvCxnSpPr>
              <p:nvPr/>
            </p:nvCxnSpPr>
            <p:spPr>
              <a:xfrm flipH="1">
                <a:off x="1658917" y="3555165"/>
                <a:ext cx="143155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>
                <a:stCxn id="65" idx="5"/>
                <a:endCxn id="64" idx="0"/>
              </p:cNvCxnSpPr>
              <p:nvPr/>
            </p:nvCxnSpPr>
            <p:spPr>
              <a:xfrm>
                <a:off x="2125362" y="3555165"/>
                <a:ext cx="143155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" name="Straight Connector 56"/>
            <p:cNvCxnSpPr>
              <a:stCxn id="60" idx="3"/>
              <a:endCxn id="61" idx="0"/>
            </p:cNvCxnSpPr>
            <p:nvPr/>
          </p:nvCxnSpPr>
          <p:spPr>
            <a:xfrm flipH="1">
              <a:off x="7162800" y="2752445"/>
              <a:ext cx="143155" cy="2193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5858155" y="3505200"/>
              <a:ext cx="2057400" cy="452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Cambria Math" pitchFamily="18" charset="0"/>
                  <a:ea typeface="Cambria Math" pitchFamily="18" charset="0"/>
                </a:rPr>
                <a:t>Cây</a:t>
              </a:r>
              <a:r>
                <a:rPr lang="en-US" dirty="0">
                  <a:latin typeface="Cambria Math" pitchFamily="18" charset="0"/>
                  <a:ea typeface="Cambria Math" pitchFamily="18" charset="0"/>
                </a:rPr>
                <a:t> </a:t>
              </a:r>
              <a:r>
                <a:rPr lang="en-US" dirty="0" err="1">
                  <a:latin typeface="Cambria Math" pitchFamily="18" charset="0"/>
                  <a:ea typeface="Cambria Math" pitchFamily="18" charset="0"/>
                </a:rPr>
                <a:t>đầy</a:t>
              </a:r>
              <a:r>
                <a:rPr lang="en-US" dirty="0">
                  <a:latin typeface="Cambria Math" pitchFamily="18" charset="0"/>
                  <a:ea typeface="Cambria Math" pitchFamily="18" charset="0"/>
                </a:rPr>
                <a:t> </a:t>
              </a:r>
              <a:r>
                <a:rPr lang="en-US" dirty="0" err="1">
                  <a:latin typeface="Cambria Math" pitchFamily="18" charset="0"/>
                  <a:ea typeface="Cambria Math" pitchFamily="18" charset="0"/>
                </a:rPr>
                <a:t>đủ</a:t>
              </a:r>
              <a:endParaRPr lang="en-US" dirty="0">
                <a:latin typeface="Cambria Math" pitchFamily="18" charset="0"/>
                <a:ea typeface="Cambria Math" pitchFamily="18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461DABCE-8840-4A95-9FA2-F2AF80CED472}"/>
                  </a:ext>
                </a:extLst>
              </p14:cNvPr>
              <p14:cNvContentPartPr/>
              <p14:nvPr/>
            </p14:nvContentPartPr>
            <p14:xfrm>
              <a:off x="5624001" y="5311065"/>
              <a:ext cx="15120" cy="21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461DABCE-8840-4A95-9FA2-F2AF80CED472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614641" y="5301705"/>
                <a:ext cx="3384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9757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ở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2</a:t>
            </a:r>
            <a:r>
              <a:rPr lang="en-US" baseline="30000" dirty="0"/>
              <a:t>i-1</a:t>
            </a:r>
            <a:r>
              <a:rPr lang="en-US" dirty="0"/>
              <a:t> (</a:t>
            </a:r>
            <a:r>
              <a:rPr lang="en-US" dirty="0" err="1"/>
              <a:t>i</a:t>
            </a:r>
            <a:r>
              <a:rPr lang="en-US" dirty="0"/>
              <a:t>&gt;=1)</a:t>
            </a:r>
          </a:p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h </a:t>
            </a:r>
            <a:r>
              <a:rPr lang="en-US" dirty="0" err="1"/>
              <a:t>là</a:t>
            </a:r>
            <a:r>
              <a:rPr lang="en-US" dirty="0"/>
              <a:t> 2</a:t>
            </a:r>
            <a:r>
              <a:rPr lang="en-US" baseline="30000" dirty="0"/>
              <a:t>h</a:t>
            </a:r>
            <a:r>
              <a:rPr lang="en-US" dirty="0"/>
              <a:t> – 1 (h&gt;=1)</a:t>
            </a:r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h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n </a:t>
            </a:r>
            <a:r>
              <a:rPr lang="en-US" dirty="0" err="1"/>
              <a:t>thì</a:t>
            </a:r>
            <a:r>
              <a:rPr lang="en-US" dirty="0"/>
              <a:t>: h = log</a:t>
            </a:r>
            <a:r>
              <a:rPr lang="en-US" baseline="-25000" dirty="0"/>
              <a:t>2</a:t>
            </a:r>
            <a:r>
              <a:rPr lang="en-US" dirty="0"/>
              <a:t>(n-1)</a:t>
            </a:r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h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n </a:t>
            </a:r>
            <a:r>
              <a:rPr lang="en-US" dirty="0" err="1"/>
              <a:t>thì</a:t>
            </a:r>
            <a:r>
              <a:rPr lang="en-US" dirty="0"/>
              <a:t> h =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tròn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log</a:t>
            </a:r>
            <a:r>
              <a:rPr lang="en-US" baseline="-25000" dirty="0"/>
              <a:t>2</a:t>
            </a:r>
            <a:r>
              <a:rPr lang="en-US" dirty="0"/>
              <a:t>(n-1)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053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: </a:t>
            </a:r>
            <a:r>
              <a:rPr lang="en-US" dirty="0" err="1"/>
              <a:t>Dùng</a:t>
            </a:r>
            <a:r>
              <a:rPr lang="en-US" dirty="0"/>
              <a:t> vector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V,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ở V[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móc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: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78611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tiếp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1451621"/>
          </a:xfrm>
        </p:spPr>
        <p:txBody>
          <a:bodyPr>
            <a:normAutofit/>
          </a:bodyPr>
          <a:lstStyle/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1,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sang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64981" y="2189095"/>
            <a:ext cx="4200895" cy="2561449"/>
            <a:chOff x="923141" y="2667000"/>
            <a:chExt cx="4200895" cy="2561449"/>
          </a:xfrm>
        </p:grpSpPr>
        <p:sp>
          <p:nvSpPr>
            <p:cNvPr id="8" name="Oval 7"/>
            <p:cNvSpPr/>
            <p:nvPr/>
          </p:nvSpPr>
          <p:spPr>
            <a:xfrm>
              <a:off x="2819400" y="266700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A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841094" y="3356028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C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560033" y="4771249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H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4264761" y="3173176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D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923141" y="3934671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E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1779806" y="3935968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F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666836" y="3924540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G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384130" y="3191585"/>
              <a:ext cx="457200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B</a:t>
              </a:r>
            </a:p>
          </p:txBody>
        </p:sp>
        <p:cxnSp>
          <p:nvCxnSpPr>
            <p:cNvPr id="16" name="Straight Connector 15"/>
            <p:cNvCxnSpPr>
              <a:stCxn id="8" idx="3"/>
              <a:endCxn id="15" idx="7"/>
            </p:cNvCxnSpPr>
            <p:nvPr/>
          </p:nvCxnSpPr>
          <p:spPr>
            <a:xfrm flipH="1">
              <a:off x="1774375" y="3057245"/>
              <a:ext cx="1111980" cy="201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8" idx="4"/>
              <a:endCxn id="9" idx="0"/>
            </p:cNvCxnSpPr>
            <p:nvPr/>
          </p:nvCxnSpPr>
          <p:spPr>
            <a:xfrm>
              <a:off x="3048000" y="3124200"/>
              <a:ext cx="21694" cy="2318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8" idx="5"/>
              <a:endCxn id="11" idx="1"/>
            </p:cNvCxnSpPr>
            <p:nvPr/>
          </p:nvCxnSpPr>
          <p:spPr>
            <a:xfrm>
              <a:off x="3209645" y="3057245"/>
              <a:ext cx="1122071" cy="1828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11" idx="5"/>
              <a:endCxn id="14" idx="0"/>
            </p:cNvCxnSpPr>
            <p:nvPr/>
          </p:nvCxnSpPr>
          <p:spPr>
            <a:xfrm>
              <a:off x="4655006" y="3563421"/>
              <a:ext cx="240430" cy="3611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14" idx="4"/>
              <a:endCxn id="10" idx="0"/>
            </p:cNvCxnSpPr>
            <p:nvPr/>
          </p:nvCxnSpPr>
          <p:spPr>
            <a:xfrm flipH="1">
              <a:off x="4788633" y="4381740"/>
              <a:ext cx="106803" cy="3895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5" idx="3"/>
              <a:endCxn id="12" idx="0"/>
            </p:cNvCxnSpPr>
            <p:nvPr/>
          </p:nvCxnSpPr>
          <p:spPr>
            <a:xfrm flipH="1">
              <a:off x="1151741" y="3581830"/>
              <a:ext cx="299344" cy="3528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5" idx="5"/>
              <a:endCxn id="13" idx="0"/>
            </p:cNvCxnSpPr>
            <p:nvPr/>
          </p:nvCxnSpPr>
          <p:spPr>
            <a:xfrm>
              <a:off x="1774375" y="3581830"/>
              <a:ext cx="234031" cy="3541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5803645" y="2725342"/>
            <a:ext cx="2462933" cy="1704063"/>
            <a:chOff x="5715000" y="1864280"/>
            <a:chExt cx="2286000" cy="1564720"/>
          </a:xfrm>
        </p:grpSpPr>
        <p:grpSp>
          <p:nvGrpSpPr>
            <p:cNvPr id="24" name="Group 23"/>
            <p:cNvGrpSpPr/>
            <p:nvPr/>
          </p:nvGrpSpPr>
          <p:grpSpPr>
            <a:xfrm>
              <a:off x="5715000" y="1864280"/>
              <a:ext cx="2286000" cy="1564720"/>
              <a:chOff x="1430317" y="2667000"/>
              <a:chExt cx="2286000" cy="1564720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344717" y="266700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A</a:t>
                </a: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2954317" y="31649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C</a:t>
                </a:r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26495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F</a:t>
                </a:r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32591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G</a:t>
                </a: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14303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D</a:t>
                </a: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2039917" y="37745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E</a:t>
                </a:r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1735117" y="3164920"/>
                <a:ext cx="45720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B</a:t>
                </a:r>
              </a:p>
            </p:txBody>
          </p:sp>
          <p:cxnSp>
            <p:nvCxnSpPr>
              <p:cNvPr id="34" name="Straight Connector 33"/>
              <p:cNvCxnSpPr>
                <a:stCxn id="27" idx="3"/>
                <a:endCxn id="33" idx="7"/>
              </p:cNvCxnSpPr>
              <p:nvPr/>
            </p:nvCxnSpPr>
            <p:spPr>
              <a:xfrm flipH="1">
                <a:off x="2125362" y="3057245"/>
                <a:ext cx="286310" cy="1746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stCxn id="27" idx="5"/>
                <a:endCxn id="28" idx="1"/>
              </p:cNvCxnSpPr>
              <p:nvPr/>
            </p:nvCxnSpPr>
            <p:spPr>
              <a:xfrm>
                <a:off x="2734962" y="3057245"/>
                <a:ext cx="286310" cy="1746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>
                <a:stCxn id="28" idx="5"/>
                <a:endCxn id="30" idx="0"/>
              </p:cNvCxnSpPr>
              <p:nvPr/>
            </p:nvCxnSpPr>
            <p:spPr>
              <a:xfrm>
                <a:off x="3344562" y="3555165"/>
                <a:ext cx="143155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33" idx="3"/>
                <a:endCxn id="31" idx="0"/>
              </p:cNvCxnSpPr>
              <p:nvPr/>
            </p:nvCxnSpPr>
            <p:spPr>
              <a:xfrm flipH="1">
                <a:off x="1658917" y="3555165"/>
                <a:ext cx="143155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>
                <a:stCxn id="33" idx="5"/>
                <a:endCxn id="32" idx="0"/>
              </p:cNvCxnSpPr>
              <p:nvPr/>
            </p:nvCxnSpPr>
            <p:spPr>
              <a:xfrm>
                <a:off x="2125362" y="3555165"/>
                <a:ext cx="143155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/>
            <p:cNvCxnSpPr>
              <a:stCxn id="28" idx="3"/>
              <a:endCxn id="29" idx="0"/>
            </p:cNvCxnSpPr>
            <p:nvPr/>
          </p:nvCxnSpPr>
          <p:spPr>
            <a:xfrm flipH="1">
              <a:off x="7162800" y="2752445"/>
              <a:ext cx="143155" cy="2193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/>
          <p:cNvSpPr txBox="1"/>
          <p:nvPr/>
        </p:nvSpPr>
        <p:spPr>
          <a:xfrm>
            <a:off x="2718440" y="2236258"/>
            <a:ext cx="542645" cy="377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313" y="2403512"/>
            <a:ext cx="542645" cy="377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13848" y="2646295"/>
            <a:ext cx="542645" cy="377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1718" y="2428382"/>
            <a:ext cx="542645" cy="377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4823" y="3113484"/>
            <a:ext cx="462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5301" y="3054146"/>
            <a:ext cx="305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3488" y="3170191"/>
            <a:ext cx="69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3488" y="4337278"/>
            <a:ext cx="571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</a:t>
            </a:r>
          </a:p>
        </p:txBody>
      </p:sp>
      <p:sp>
        <p:nvSpPr>
          <p:cNvPr id="57" name="Oval 56"/>
          <p:cNvSpPr/>
          <p:nvPr/>
        </p:nvSpPr>
        <p:spPr>
          <a:xfrm>
            <a:off x="1802322" y="3441347"/>
            <a:ext cx="457200" cy="457200"/>
          </a:xfrm>
          <a:prstGeom prst="ellipse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2675735" y="3517908"/>
            <a:ext cx="457200" cy="457200"/>
          </a:xfrm>
          <a:prstGeom prst="ellipse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3277653" y="3458063"/>
            <a:ext cx="457200" cy="457200"/>
          </a:xfrm>
          <a:prstGeom prst="ellipse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Cambria Math" pitchFamily="18" charset="0"/>
              <a:ea typeface="Cambria Math" pitchFamily="18" charset="0"/>
            </a:endParaRPr>
          </a:p>
        </p:txBody>
      </p:sp>
      <p:cxnSp>
        <p:nvCxnSpPr>
          <p:cNvPr id="61" name="Straight Connector 60"/>
          <p:cNvCxnSpPr>
            <a:stCxn id="9" idx="3"/>
            <a:endCxn id="57" idx="0"/>
          </p:cNvCxnSpPr>
          <p:nvPr/>
        </p:nvCxnSpPr>
        <p:spPr>
          <a:xfrm flipH="1">
            <a:off x="2030922" y="3268368"/>
            <a:ext cx="318967" cy="172979"/>
          </a:xfrm>
          <a:prstGeom prst="line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3" name="Straight Connector 62"/>
          <p:cNvCxnSpPr>
            <a:stCxn id="9" idx="5"/>
            <a:endCxn id="58" idx="0"/>
          </p:cNvCxnSpPr>
          <p:nvPr/>
        </p:nvCxnSpPr>
        <p:spPr>
          <a:xfrm>
            <a:off x="2673179" y="3268368"/>
            <a:ext cx="231156" cy="249540"/>
          </a:xfrm>
          <a:prstGeom prst="line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Straight Connector 64"/>
          <p:cNvCxnSpPr>
            <a:stCxn id="11" idx="3"/>
            <a:endCxn id="59" idx="0"/>
          </p:cNvCxnSpPr>
          <p:nvPr/>
        </p:nvCxnSpPr>
        <p:spPr>
          <a:xfrm flipH="1">
            <a:off x="3506253" y="3085516"/>
            <a:ext cx="267303" cy="372547"/>
          </a:xfrm>
          <a:prstGeom prst="line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TextBox 89"/>
          <p:cNvSpPr txBox="1"/>
          <p:nvPr/>
        </p:nvSpPr>
        <p:spPr>
          <a:xfrm>
            <a:off x="1802322" y="315065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857336" y="323881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12773" y="3256681"/>
            <a:ext cx="495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887037"/>
              </p:ext>
            </p:extLst>
          </p:nvPr>
        </p:nvGraphicFramePr>
        <p:xfrm>
          <a:off x="622460" y="5236237"/>
          <a:ext cx="5009103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2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82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82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82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82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82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824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64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20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400" dirty="0"/>
                        <a:t>Φ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Φ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dirty="0"/>
                        <a:t>Φ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5" name="Left Brace 94"/>
          <p:cNvSpPr/>
          <p:nvPr/>
        </p:nvSpPr>
        <p:spPr>
          <a:xfrm rot="16200000">
            <a:off x="3374142" y="5358416"/>
            <a:ext cx="373318" cy="73855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2904335" y="5879222"/>
            <a:ext cx="1432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rỗng</a:t>
            </a:r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7184368" y="2486117"/>
            <a:ext cx="33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897069" y="3223257"/>
            <a:ext cx="229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43167" y="3113484"/>
            <a:ext cx="32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55909" y="4429405"/>
            <a:ext cx="35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60427" y="4429405"/>
            <a:ext cx="4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17209" y="4429405"/>
            <a:ext cx="328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38187" y="4429405"/>
            <a:ext cx="46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68336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80990-24D0-4C6E-BA22-F2F559C46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2761E-94E8-4630-B86F-170D4DE1C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EA6D4-D06D-4C39-9955-F34BFEAA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2DF96-32CB-45C2-9988-B098497E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C/C++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71A82-1F3C-6B99-6B1B-472407FE7C5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F84DA-3933-449C-8B8F-CCB99BDBD169}"/>
              </a:ext>
            </a:extLst>
          </p:cNvPr>
          <p:cNvSpPr txBox="1"/>
          <p:nvPr/>
        </p:nvSpPr>
        <p:spPr>
          <a:xfrm>
            <a:off x="368222" y="1134330"/>
            <a:ext cx="6184978" cy="32932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#define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max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100</a:t>
            </a:r>
          </a:p>
          <a:p>
            <a:r>
              <a:rPr lang="it-IT" sz="1600" dirty="0">
                <a:solidFill>
                  <a:srgbClr val="808080"/>
                </a:solidFill>
                <a:latin typeface="Consolas" panose="020B0609020204030204" pitchFamily="49" charset="0"/>
              </a:rPr>
              <a:t>#define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600" dirty="0">
                <a:solidFill>
                  <a:srgbClr val="6F008A"/>
                </a:solidFill>
                <a:latin typeface="Consolas" panose="020B0609020204030204" pitchFamily="49" charset="0"/>
              </a:rPr>
              <a:t>MAXLENGTH</a:t>
            </a:r>
            <a:r>
              <a:rPr lang="it-IT" sz="1600" dirty="0">
                <a:solidFill>
                  <a:srgbClr val="000000"/>
                </a:solidFill>
                <a:latin typeface="Consolas" panose="020B0609020204030204" pitchFamily="49" charset="0"/>
              </a:rPr>
              <a:t> 100         </a:t>
            </a:r>
            <a:r>
              <a:rPr lang="it-IT" sz="1600" dirty="0">
                <a:solidFill>
                  <a:srgbClr val="008000"/>
                </a:solidFill>
                <a:latin typeface="Consolas" panose="020B0609020204030204" pitchFamily="49" charset="0"/>
              </a:rPr>
              <a:t>//chi so toi da cua mang</a:t>
            </a:r>
            <a:endParaRPr lang="it-IT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#define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-1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DataType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DataType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Data[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MAXLENGTH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Luu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gia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tri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cua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nut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MaxNode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Tree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//Kiem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tra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cay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rong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EmptyTree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Tree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.MaxNode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0;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AA9E15-529F-4AF9-A41B-EC3394BBABEB}"/>
              </a:ext>
            </a:extLst>
          </p:cNvPr>
          <p:cNvSpPr txBox="1"/>
          <p:nvPr/>
        </p:nvSpPr>
        <p:spPr>
          <a:xfrm>
            <a:off x="417443" y="4580886"/>
            <a:ext cx="3362266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Xac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dinh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nut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goc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trong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cay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Root(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Tree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EmptyTree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EB11CA-9A67-432A-A145-FD4AC75C9C24}"/>
              </a:ext>
            </a:extLst>
          </p:cNvPr>
          <p:cNvSpPr txBox="1"/>
          <p:nvPr/>
        </p:nvSpPr>
        <p:spPr>
          <a:xfrm>
            <a:off x="4728660" y="4530817"/>
            <a:ext cx="4085929" cy="20621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008000"/>
                </a:solidFill>
                <a:latin typeface="Consolas" panose="020B0609020204030204" pitchFamily="49" charset="0"/>
              </a:rPr>
              <a:t>//con trai cua nut p</a:t>
            </a:r>
            <a:endParaRPr lang="it-IT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Left_Child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Tree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2 * 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+ 1) - 1;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it-IT" sz="1600" dirty="0">
                <a:solidFill>
                  <a:srgbClr val="008000"/>
                </a:solidFill>
                <a:latin typeface="Consolas" panose="020B0609020204030204" pitchFamily="49" charset="0"/>
              </a:rPr>
              <a:t>//con phai cua nut p</a:t>
            </a:r>
            <a:endParaRPr lang="it-IT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Right_Child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Tree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2 * 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+ 1);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6C5DCC-3C62-4DB6-BBE8-1081FE9E9B41}"/>
              </a:ext>
            </a:extLst>
          </p:cNvPr>
          <p:cNvSpPr/>
          <p:nvPr/>
        </p:nvSpPr>
        <p:spPr>
          <a:xfrm>
            <a:off x="7036904" y="1404257"/>
            <a:ext cx="1266530" cy="23271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20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móc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841248"/>
            <a:ext cx="8674100" cy="1980296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INFO: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nút</a:t>
            </a:r>
            <a:endParaRPr lang="en-US" dirty="0"/>
          </a:p>
          <a:p>
            <a:pPr lvl="1"/>
            <a:r>
              <a:rPr lang="en-US" dirty="0"/>
              <a:t>RP: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phải</a:t>
            </a:r>
            <a:r>
              <a:rPr lang="en-US" dirty="0"/>
              <a:t> (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phải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LP: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trái</a:t>
            </a:r>
            <a:r>
              <a:rPr lang="en-US" dirty="0"/>
              <a:t> (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trái</a:t>
            </a:r>
            <a:r>
              <a:rPr lang="en-US" dirty="0"/>
              <a:t> 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0" y="3517653"/>
            <a:ext cx="228600" cy="19431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438400" y="3525273"/>
            <a:ext cx="228600" cy="373380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76400" y="4203453"/>
            <a:ext cx="762000" cy="381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76400" y="4203453"/>
            <a:ext cx="228600" cy="190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209800" y="4203453"/>
            <a:ext cx="228600" cy="190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2209800" y="4203453"/>
            <a:ext cx="0" cy="381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905000" y="4203453"/>
            <a:ext cx="0" cy="381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90600" y="5041653"/>
            <a:ext cx="762000" cy="381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5041653"/>
            <a:ext cx="228600" cy="190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24000" y="5041653"/>
            <a:ext cx="228600" cy="381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219200" y="5041653"/>
            <a:ext cx="0" cy="381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00" y="5879853"/>
            <a:ext cx="762000" cy="381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79853"/>
            <a:ext cx="228600" cy="381000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90600" y="5879853"/>
            <a:ext cx="228600" cy="381000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524000" y="5879853"/>
            <a:ext cx="762000" cy="381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24000" y="5879853"/>
            <a:ext cx="228600" cy="381000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057400" y="5879853"/>
            <a:ext cx="228600" cy="381000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15" idx="2"/>
            <a:endCxn id="18" idx="0"/>
          </p:cNvCxnSpPr>
          <p:nvPr/>
        </p:nvCxnSpPr>
        <p:spPr>
          <a:xfrm flipH="1">
            <a:off x="838201" y="5232153"/>
            <a:ext cx="266700" cy="647700"/>
          </a:xfrm>
          <a:prstGeom prst="straightConnector1">
            <a:avLst/>
          </a:prstGeom>
          <a:ln>
            <a:headEnd type="oval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524000" y="5041653"/>
            <a:ext cx="228600" cy="190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>
            <a:stCxn id="25" idx="2"/>
            <a:endCxn id="21" idx="0"/>
          </p:cNvCxnSpPr>
          <p:nvPr/>
        </p:nvCxnSpPr>
        <p:spPr>
          <a:xfrm>
            <a:off x="1638301" y="5232153"/>
            <a:ext cx="266700" cy="647700"/>
          </a:xfrm>
          <a:prstGeom prst="straightConnector1">
            <a:avLst/>
          </a:prstGeom>
          <a:ln>
            <a:headEnd type="oval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362200" y="5041653"/>
            <a:ext cx="762000" cy="381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62200" y="5041653"/>
            <a:ext cx="228600" cy="381000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895600" y="5041653"/>
            <a:ext cx="228600" cy="381000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>
            <a:stCxn id="10" idx="2"/>
            <a:endCxn id="14" idx="0"/>
          </p:cNvCxnSpPr>
          <p:nvPr/>
        </p:nvCxnSpPr>
        <p:spPr>
          <a:xfrm flipH="1">
            <a:off x="1371601" y="4393953"/>
            <a:ext cx="419100" cy="647700"/>
          </a:xfrm>
          <a:prstGeom prst="straightConnector1">
            <a:avLst/>
          </a:prstGeom>
          <a:ln>
            <a:headEnd type="oval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1" idx="2"/>
            <a:endCxn id="27" idx="0"/>
          </p:cNvCxnSpPr>
          <p:nvPr/>
        </p:nvCxnSpPr>
        <p:spPr>
          <a:xfrm>
            <a:off x="2324101" y="4393953"/>
            <a:ext cx="419100" cy="647700"/>
          </a:xfrm>
          <a:prstGeom prst="straightConnector1">
            <a:avLst/>
          </a:prstGeom>
          <a:ln>
            <a:headEnd type="oval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45180" y="3508688"/>
            <a:ext cx="228600" cy="381000"/>
          </a:xfrm>
          <a:prstGeom prst="rect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905000" y="3516308"/>
            <a:ext cx="762000" cy="381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sym typeface="Symbol"/>
              </a:rPr>
              <a:t></a:t>
            </a:r>
            <a:endParaRPr lang="en-US">
              <a:solidFill>
                <a:schemeClr val="tx1"/>
              </a:solidFill>
              <a:latin typeface="Cambria Math" pitchFamily="18" charset="0"/>
              <a:ea typeface="Cambria Math" pitchFamily="18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2133600" y="3516308"/>
            <a:ext cx="0" cy="381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33" idx="3"/>
          </p:cNvCxnSpPr>
          <p:nvPr/>
        </p:nvCxnSpPr>
        <p:spPr>
          <a:xfrm flipH="1">
            <a:off x="2667000" y="3699188"/>
            <a:ext cx="792480" cy="0"/>
          </a:xfrm>
          <a:prstGeom prst="straightConnector1">
            <a:avLst/>
          </a:prstGeom>
          <a:ln>
            <a:headEnd type="oval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2438400" y="3516308"/>
            <a:ext cx="0" cy="38100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063240" y="3996895"/>
            <a:ext cx="762000" cy="38404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Tree</a:t>
            </a:r>
          </a:p>
        </p:txBody>
      </p:sp>
      <p:cxnSp>
        <p:nvCxnSpPr>
          <p:cNvPr id="39" name="Straight Arrow Connector 38"/>
          <p:cNvCxnSpPr>
            <a:stCxn id="7" idx="2"/>
            <a:endCxn id="9" idx="0"/>
          </p:cNvCxnSpPr>
          <p:nvPr/>
        </p:nvCxnSpPr>
        <p:spPr>
          <a:xfrm>
            <a:off x="2019300" y="3711963"/>
            <a:ext cx="0" cy="491490"/>
          </a:xfrm>
          <a:prstGeom prst="straightConnector1">
            <a:avLst/>
          </a:prstGeom>
          <a:ln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472022"/>
              </p:ext>
            </p:extLst>
          </p:nvPr>
        </p:nvGraphicFramePr>
        <p:xfrm>
          <a:off x="272142" y="2959735"/>
          <a:ext cx="254139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Rectangle 47">
            <a:extLst>
              <a:ext uri="{FF2B5EF4-FFF2-40B4-BE49-F238E27FC236}">
                <a16:creationId xmlns:a16="http://schemas.microsoft.com/office/drawing/2014/main" id="{A242CF64-D53C-C549-911B-08F3F95AC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778" y="3275513"/>
            <a:ext cx="4375303" cy="19389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cs typeface="Times New Roman" panose="02020603050405020304" pitchFamily="18" charset="0"/>
              </a:rPr>
              <a:t>struct</a:t>
            </a:r>
            <a:r>
              <a:rPr lang="en-US" altLang="en-US" sz="2000" dirty="0">
                <a:cs typeface="Times New Roman" panose="02020603050405020304" pitchFamily="18" charset="0"/>
              </a:rPr>
              <a:t>  </a:t>
            </a:r>
            <a:r>
              <a:rPr lang="en-US" altLang="en-US" sz="2000" b="1" dirty="0">
                <a:cs typeface="Times New Roman" panose="02020603050405020304" pitchFamily="18" charset="0"/>
              </a:rPr>
              <a:t>Node</a:t>
            </a:r>
            <a:r>
              <a:rPr lang="en-US" altLang="en-US" sz="2000" dirty="0">
                <a:cs typeface="Times New Roman" panose="02020603050405020304" pitchFamily="18" charset="0"/>
              </a:rPr>
              <a:t>  {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type  Info;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	Node * LP, *RP;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};</a:t>
            </a:r>
          </a:p>
          <a:p>
            <a:pPr lvl="1">
              <a:spcBef>
                <a:spcPct val="0"/>
              </a:spcBef>
              <a:buFontTx/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cs typeface="Times New Roman" panose="02020603050405020304" pitchFamily="18" charset="0"/>
              </a:rPr>
              <a:t>typedef</a:t>
            </a:r>
            <a:r>
              <a:rPr lang="en-US" altLang="en-US" sz="2000" dirty="0">
                <a:cs typeface="Times New Roman" panose="02020603050405020304" pitchFamily="18" charset="0"/>
              </a:rPr>
              <a:t>  Node*  </a:t>
            </a:r>
            <a:r>
              <a:rPr lang="en-US" altLang="en-US" sz="2000" b="1" dirty="0" err="1">
                <a:cs typeface="Times New Roman" panose="02020603050405020304" pitchFamily="18" charset="0"/>
              </a:rPr>
              <a:t>PNode</a:t>
            </a:r>
            <a:r>
              <a:rPr lang="en-US" altLang="en-US" sz="2000" dirty="0">
                <a:cs typeface="Times New Roman" panose="02020603050405020304" pitchFamily="18" charset="0"/>
              </a:rPr>
              <a:t>;</a:t>
            </a: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96472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móc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841248"/>
            <a:ext cx="8674100" cy="1904510"/>
          </a:xfrm>
        </p:spPr>
        <p:txBody>
          <a:bodyPr/>
          <a:lstStyle/>
          <a:p>
            <a:pPr marL="342900" lvl="2" indent="-342900"/>
            <a:r>
              <a:rPr lang="en-US" sz="2000" dirty="0" err="1">
                <a:cs typeface="Times New Roman" pitchFamily="18" charset="0"/>
              </a:rPr>
              <a:t>Nếu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không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có</a:t>
            </a:r>
            <a:r>
              <a:rPr lang="en-US" sz="2000" dirty="0">
                <a:cs typeface="Times New Roman" pitchFamily="18" charset="0"/>
              </a:rPr>
              <a:t> con </a:t>
            </a:r>
            <a:r>
              <a:rPr lang="en-US" sz="2000" dirty="0" err="1">
                <a:cs typeface="Times New Roman" pitchFamily="18" charset="0"/>
              </a:rPr>
              <a:t>thì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giá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trị</a:t>
            </a:r>
            <a:r>
              <a:rPr lang="en-US" sz="2000" dirty="0">
                <a:cs typeface="Times New Roman" pitchFamily="18" charset="0"/>
              </a:rPr>
              <a:t> con </a:t>
            </a:r>
            <a:r>
              <a:rPr lang="en-US" sz="2000" dirty="0" err="1">
                <a:cs typeface="Times New Roman" pitchFamily="18" charset="0"/>
              </a:rPr>
              <a:t>trỏ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tương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ứng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sẽ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rỗng</a:t>
            </a:r>
            <a:r>
              <a:rPr lang="en-US" sz="2000" dirty="0">
                <a:cs typeface="Times New Roman" pitchFamily="18" charset="0"/>
              </a:rPr>
              <a:t> (NIL/NULL)</a:t>
            </a:r>
            <a:endParaRPr lang="vi-VN" sz="2000" dirty="0">
              <a:cs typeface="Times New Roman" pitchFamily="18" charset="0"/>
            </a:endParaRPr>
          </a:p>
          <a:p>
            <a:pPr marL="342900" lvl="1" indent="-342900">
              <a:buFont typeface="Arial"/>
              <a:buChar char="•"/>
            </a:pPr>
            <a:r>
              <a:rPr lang="en-US" sz="2000" dirty="0" err="1">
                <a:cs typeface="Times New Roman" pitchFamily="18" charset="0"/>
              </a:rPr>
              <a:t>Tổ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chức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cấu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trúc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cây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như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sau</a:t>
            </a:r>
            <a:r>
              <a:rPr lang="en-US" sz="2000" dirty="0">
                <a:cs typeface="Times New Roman" pitchFamily="18" charset="0"/>
              </a:rPr>
              <a:t> (</a:t>
            </a:r>
            <a:r>
              <a:rPr lang="en-US" sz="2000" dirty="0" err="1">
                <a:cs typeface="Times New Roman" pitchFamily="18" charset="0"/>
              </a:rPr>
              <a:t>xem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hình</a:t>
            </a:r>
            <a:r>
              <a:rPr lang="en-US" sz="2000" dirty="0">
                <a:cs typeface="Times New Roman" pitchFamily="18" charset="0"/>
              </a:rPr>
              <a:t>):</a:t>
            </a:r>
          </a:p>
          <a:p>
            <a:pPr marL="800100" lvl="3" indent="-342900"/>
            <a:r>
              <a:rPr lang="en-US" sz="1600" dirty="0" err="1">
                <a:cs typeface="Times New Roman" pitchFamily="18" charset="0"/>
              </a:rPr>
              <a:t>Ít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nhất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một</a:t>
            </a:r>
            <a:r>
              <a:rPr lang="en-US" sz="1600" dirty="0">
                <a:cs typeface="Times New Roman" pitchFamily="18" charset="0"/>
              </a:rPr>
              <a:t> con </a:t>
            </a:r>
            <a:r>
              <a:rPr lang="en-US" sz="1600" dirty="0" err="1">
                <a:cs typeface="Times New Roman" pitchFamily="18" charset="0"/>
              </a:rPr>
              <a:t>trỏ</a:t>
            </a:r>
            <a:r>
              <a:rPr lang="en-US" sz="1600" dirty="0">
                <a:cs typeface="Times New Roman" pitchFamily="18" charset="0"/>
              </a:rPr>
              <a:t> T </a:t>
            </a:r>
            <a:r>
              <a:rPr lang="en-US" sz="1600" dirty="0" err="1">
                <a:cs typeface="Times New Roman" pitchFamily="18" charset="0"/>
              </a:rPr>
              <a:t>trỏ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vào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nút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gốc</a:t>
            </a:r>
            <a:r>
              <a:rPr lang="en-US" sz="1600" dirty="0">
                <a:cs typeface="Times New Roman" pitchFamily="18" charset="0"/>
              </a:rPr>
              <a:t>, </a:t>
            </a:r>
            <a:r>
              <a:rPr lang="en-US" sz="1600" dirty="0" err="1">
                <a:cs typeface="Times New Roman" pitchFamily="18" charset="0"/>
              </a:rPr>
              <a:t>vừa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đại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diện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cho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cây</a:t>
            </a:r>
            <a:r>
              <a:rPr lang="en-US" sz="1600" dirty="0">
                <a:cs typeface="Times New Roman" pitchFamily="18" charset="0"/>
              </a:rPr>
              <a:t>, </a:t>
            </a:r>
            <a:r>
              <a:rPr lang="en-US" sz="1600" dirty="0" err="1">
                <a:cs typeface="Times New Roman" pitchFamily="18" charset="0"/>
              </a:rPr>
              <a:t>vừa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là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điểm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truy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nhập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vào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các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nút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khác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trong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cây</a:t>
            </a:r>
            <a:r>
              <a:rPr lang="en-US" sz="1600" dirty="0">
                <a:cs typeface="Times New Roman" pitchFamily="18" charset="0"/>
              </a:rPr>
              <a:t>. </a:t>
            </a:r>
          </a:p>
          <a:p>
            <a:pPr marL="800100" lvl="3" indent="-342900"/>
            <a:r>
              <a:rPr lang="en-US" sz="1600" dirty="0" err="1">
                <a:cs typeface="Times New Roman" pitchFamily="18" charset="0"/>
              </a:rPr>
              <a:t>Các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thao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tác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muốn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truy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nhập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vào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các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nút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trong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cây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phải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thông</a:t>
            </a:r>
            <a:r>
              <a:rPr lang="en-US" sz="1600" dirty="0">
                <a:cs typeface="Times New Roman" pitchFamily="18" charset="0"/>
              </a:rPr>
              <a:t> qua con </a:t>
            </a:r>
            <a:r>
              <a:rPr lang="en-US" sz="1600" dirty="0" err="1">
                <a:cs typeface="Times New Roman" pitchFamily="18" charset="0"/>
              </a:rPr>
              <a:t>trỏ</a:t>
            </a:r>
            <a:r>
              <a:rPr lang="en-US" sz="1600" dirty="0">
                <a:cs typeface="Times New Roman" pitchFamily="18" charset="0"/>
              </a:rPr>
              <a:t> </a:t>
            </a:r>
            <a:r>
              <a:rPr lang="en-US" sz="1600" dirty="0" err="1">
                <a:cs typeface="Times New Roman" pitchFamily="18" charset="0"/>
              </a:rPr>
              <a:t>này</a:t>
            </a:r>
            <a:r>
              <a:rPr lang="en-US" sz="1600" dirty="0">
                <a:cs typeface="Times New Roman" pitchFamily="18" charset="0"/>
              </a:rPr>
              <a:t>. </a:t>
            </a:r>
          </a:p>
          <a:p>
            <a:pPr lvl="1"/>
            <a:endParaRPr lang="en-US" sz="1600" dirty="0"/>
          </a:p>
        </p:txBody>
      </p:sp>
      <p:grpSp>
        <p:nvGrpSpPr>
          <p:cNvPr id="7" name="Group 46"/>
          <p:cNvGrpSpPr>
            <a:grpSpLocks/>
          </p:cNvGrpSpPr>
          <p:nvPr/>
        </p:nvGrpSpPr>
        <p:grpSpPr bwMode="auto">
          <a:xfrm>
            <a:off x="940827" y="3147043"/>
            <a:ext cx="3009900" cy="965200"/>
            <a:chOff x="3240" y="2036"/>
            <a:chExt cx="1008" cy="292"/>
          </a:xfrm>
        </p:grpSpPr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3600" y="2040"/>
              <a:ext cx="288" cy="1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algn="ctr" eaLnBrk="0" hangingPunct="0"/>
              <a:r>
                <a:rPr lang="en-US" sz="2000" dirty="0"/>
                <a:t>Info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3884" y="2036"/>
              <a:ext cx="288" cy="1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algn="ctr" eaLnBrk="0" hangingPunct="0"/>
              <a:r>
                <a:rPr lang="en-US" sz="2000"/>
                <a:t>RP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3312" y="2040"/>
              <a:ext cx="288" cy="1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algn="ctr" eaLnBrk="0" hangingPunct="0"/>
              <a:r>
                <a:rPr lang="en-US" sz="2000"/>
                <a:t>LP</a:t>
              </a: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3240" y="2112"/>
              <a:ext cx="144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4104" y="2112"/>
              <a:ext cx="144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46"/>
          <p:cNvGrpSpPr>
            <a:grpSpLocks/>
          </p:cNvGrpSpPr>
          <p:nvPr/>
        </p:nvGrpSpPr>
        <p:grpSpPr bwMode="auto">
          <a:xfrm>
            <a:off x="5021759" y="3267969"/>
            <a:ext cx="3619500" cy="2163763"/>
            <a:chOff x="2664" y="2265"/>
            <a:chExt cx="1584" cy="938"/>
          </a:xfrm>
        </p:grpSpPr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3672" y="2265"/>
              <a:ext cx="144" cy="1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algn="ctr" eaLnBrk="0" hangingPunct="0"/>
              <a:r>
                <a:rPr lang="en-US" sz="2000"/>
                <a:t>T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3600" y="2481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algn="ctr" eaLnBrk="0" hangingPunct="0"/>
              <a:r>
                <a:rPr lang="en-US" sz="2000"/>
                <a:t>1</a:t>
              </a: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3456" y="2481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eaLnBrk="0" hangingPunct="0"/>
              <a:endParaRPr lang="en-US" sz="2000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>
              <a:off x="3240" y="2553"/>
              <a:ext cx="288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3744" y="2481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eaLnBrk="0" hangingPunct="0"/>
              <a:endParaRPr lang="en-US" sz="2000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3816" y="2553"/>
              <a:ext cx="199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" name="Group 17"/>
            <p:cNvGrpSpPr>
              <a:grpSpLocks/>
            </p:cNvGrpSpPr>
            <p:nvPr/>
          </p:nvGrpSpPr>
          <p:grpSpPr bwMode="auto">
            <a:xfrm>
              <a:off x="2880" y="2769"/>
              <a:ext cx="576" cy="288"/>
              <a:chOff x="6564" y="3084"/>
              <a:chExt cx="1200" cy="617"/>
            </a:xfrm>
          </p:grpSpPr>
          <p:sp>
            <p:nvSpPr>
              <p:cNvPr id="41" name="Text Box 18"/>
              <p:cNvSpPr txBox="1">
                <a:spLocks noChangeArrowheads="1"/>
              </p:cNvSpPr>
              <p:nvPr/>
            </p:nvSpPr>
            <p:spPr bwMode="auto">
              <a:xfrm>
                <a:off x="7164" y="3084"/>
                <a:ext cx="300" cy="31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54000" tIns="10800" rIns="54000" bIns="10800">
                <a:spAutoFit/>
              </a:bodyPr>
              <a:lstStyle/>
              <a:p>
                <a:pPr algn="ctr" eaLnBrk="0" hangingPunct="0"/>
                <a:r>
                  <a:rPr lang="en-US" sz="2000"/>
                  <a:t>2</a:t>
                </a:r>
              </a:p>
            </p:txBody>
          </p:sp>
          <p:sp>
            <p:nvSpPr>
              <p:cNvPr id="42" name="Text Box 19"/>
              <p:cNvSpPr txBox="1">
                <a:spLocks noChangeArrowheads="1"/>
              </p:cNvSpPr>
              <p:nvPr/>
            </p:nvSpPr>
            <p:spPr bwMode="auto">
              <a:xfrm>
                <a:off x="6864" y="3084"/>
                <a:ext cx="300" cy="31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54000" tIns="10800" rIns="54000" bIns="10800">
                <a:spAutoFit/>
              </a:bodyPr>
              <a:lstStyle/>
              <a:p>
                <a:pPr eaLnBrk="0" hangingPunct="0"/>
                <a:endParaRPr lang="en-US" sz="2000"/>
              </a:p>
            </p:txBody>
          </p:sp>
          <p:sp>
            <p:nvSpPr>
              <p:cNvPr id="43" name="Line 20"/>
              <p:cNvSpPr>
                <a:spLocks noChangeShapeType="1"/>
              </p:cNvSpPr>
              <p:nvPr/>
            </p:nvSpPr>
            <p:spPr bwMode="auto">
              <a:xfrm flipH="1">
                <a:off x="6564" y="3238"/>
                <a:ext cx="450" cy="46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 Box 21"/>
              <p:cNvSpPr txBox="1">
                <a:spLocks noChangeArrowheads="1"/>
              </p:cNvSpPr>
              <p:nvPr/>
            </p:nvSpPr>
            <p:spPr bwMode="auto">
              <a:xfrm>
                <a:off x="7464" y="3084"/>
                <a:ext cx="300" cy="31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54000" tIns="10800" rIns="54000" bIns="10800">
                <a:spAutoFit/>
              </a:bodyPr>
              <a:lstStyle/>
              <a:p>
                <a:pPr eaLnBrk="0" hangingPunct="0"/>
                <a:endParaRPr lang="en-US" sz="2000"/>
              </a:p>
            </p:txBody>
          </p:sp>
          <p:sp>
            <p:nvSpPr>
              <p:cNvPr id="45" name="Line 22"/>
              <p:cNvSpPr>
                <a:spLocks noChangeShapeType="1"/>
              </p:cNvSpPr>
              <p:nvPr/>
            </p:nvSpPr>
            <p:spPr bwMode="auto">
              <a:xfrm>
                <a:off x="7614" y="3238"/>
                <a:ext cx="25" cy="4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3960" y="2769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algn="ctr" eaLnBrk="0" hangingPunct="0"/>
              <a:r>
                <a:rPr lang="en-US" sz="2000"/>
                <a:t>3</a:t>
              </a: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3816" y="2769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eaLnBrk="0" hangingPunct="0"/>
              <a:endParaRPr lang="en-US" sz="2000"/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3888" y="2841"/>
              <a:ext cx="0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>
              <a:off x="4104" y="2769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eaLnBrk="0" hangingPunct="0"/>
              <a:endParaRPr lang="en-US" sz="2000"/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>
              <a:off x="2808" y="3057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algn="ctr" eaLnBrk="0" hangingPunct="0"/>
              <a:r>
                <a:rPr lang="en-US" sz="2000"/>
                <a:t>4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2664" y="3057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eaLnBrk="0" hangingPunct="0"/>
              <a:endParaRPr lang="en-US" sz="2000"/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2952" y="3057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eaLnBrk="0" hangingPunct="0"/>
              <a:endParaRPr lang="en-US" sz="2000"/>
            </a:p>
          </p:txBody>
        </p:sp>
        <p:sp>
          <p:nvSpPr>
            <p:cNvPr id="28" name="Text Box 30"/>
            <p:cNvSpPr txBox="1">
              <a:spLocks noChangeArrowheads="1"/>
            </p:cNvSpPr>
            <p:nvPr/>
          </p:nvSpPr>
          <p:spPr bwMode="auto">
            <a:xfrm>
              <a:off x="3312" y="3057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algn="ctr" eaLnBrk="0" hangingPunct="0"/>
              <a:r>
                <a:rPr lang="en-US" sz="2000"/>
                <a:t>5</a:t>
              </a:r>
            </a:p>
          </p:txBody>
        </p:sp>
        <p:sp>
          <p:nvSpPr>
            <p:cNvPr id="29" name="Text Box 31"/>
            <p:cNvSpPr txBox="1">
              <a:spLocks noChangeArrowheads="1"/>
            </p:cNvSpPr>
            <p:nvPr/>
          </p:nvSpPr>
          <p:spPr bwMode="auto">
            <a:xfrm>
              <a:off x="3168" y="3057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eaLnBrk="0" hangingPunct="0"/>
              <a:endParaRPr lang="en-US" sz="2000"/>
            </a:p>
          </p:txBody>
        </p:sp>
        <p:sp>
          <p:nvSpPr>
            <p:cNvPr id="30" name="Text Box 32"/>
            <p:cNvSpPr txBox="1">
              <a:spLocks noChangeArrowheads="1"/>
            </p:cNvSpPr>
            <p:nvPr/>
          </p:nvSpPr>
          <p:spPr bwMode="auto">
            <a:xfrm>
              <a:off x="3456" y="3057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eaLnBrk="0" hangingPunct="0"/>
              <a:endParaRPr lang="en-US" sz="2000"/>
            </a:p>
          </p:txBody>
        </p:sp>
        <p:sp>
          <p:nvSpPr>
            <p:cNvPr id="31" name="Text Box 33"/>
            <p:cNvSpPr txBox="1">
              <a:spLocks noChangeArrowheads="1"/>
            </p:cNvSpPr>
            <p:nvPr/>
          </p:nvSpPr>
          <p:spPr bwMode="auto">
            <a:xfrm>
              <a:off x="3816" y="3057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algn="ctr" eaLnBrk="0" hangingPunct="0"/>
              <a:r>
                <a:rPr lang="en-US" sz="2000"/>
                <a:t>6</a:t>
              </a:r>
            </a:p>
          </p:txBody>
        </p:sp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3672" y="3057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eaLnBrk="0" hangingPunct="0"/>
              <a:endParaRPr lang="en-US" sz="2000"/>
            </a:p>
          </p:txBody>
        </p: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3960" y="3057"/>
              <a:ext cx="144" cy="1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eaLnBrk="0" hangingPunct="0"/>
              <a:endParaRPr lang="en-US" sz="2000"/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 flipH="1">
              <a:off x="3960" y="3057"/>
              <a:ext cx="144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>
              <a:off x="3672" y="2337"/>
              <a:ext cx="0" cy="1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8"/>
            <p:cNvSpPr>
              <a:spLocks noChangeShapeType="1"/>
            </p:cNvSpPr>
            <p:nvPr/>
          </p:nvSpPr>
          <p:spPr bwMode="auto">
            <a:xfrm flipH="1">
              <a:off x="2664" y="3056"/>
              <a:ext cx="144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9"/>
            <p:cNvSpPr>
              <a:spLocks noChangeShapeType="1"/>
            </p:cNvSpPr>
            <p:nvPr/>
          </p:nvSpPr>
          <p:spPr bwMode="auto">
            <a:xfrm flipH="1">
              <a:off x="2952" y="3056"/>
              <a:ext cx="144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40"/>
            <p:cNvSpPr>
              <a:spLocks noChangeShapeType="1"/>
            </p:cNvSpPr>
            <p:nvPr/>
          </p:nvSpPr>
          <p:spPr bwMode="auto">
            <a:xfrm flipH="1">
              <a:off x="3168" y="3056"/>
              <a:ext cx="144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41"/>
            <p:cNvSpPr>
              <a:spLocks noChangeShapeType="1"/>
            </p:cNvSpPr>
            <p:nvPr/>
          </p:nvSpPr>
          <p:spPr bwMode="auto">
            <a:xfrm flipH="1">
              <a:off x="3456" y="3056"/>
              <a:ext cx="144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 flipH="1">
              <a:off x="4104" y="2768"/>
              <a:ext cx="144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018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BC419-FDEF-476E-A81B-911B5322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C6856-2CC0-4759-A6B4-75E6D9072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A5EB1-C24B-4325-A853-EF16EA95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CC452-4D52-44E2-86AC-E1A3DF93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móc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C/C++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187D6-F441-48B1-0734-221901C995F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45AC20-9A93-4D8A-862C-951D7D0AA542}"/>
              </a:ext>
            </a:extLst>
          </p:cNvPr>
          <p:cNvSpPr txBox="1"/>
          <p:nvPr/>
        </p:nvSpPr>
        <p:spPr>
          <a:xfrm>
            <a:off x="917240" y="1369155"/>
            <a:ext cx="6153742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* left;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* right;</a:t>
            </a: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val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la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gi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tri du lieu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duoc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them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vao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Node(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val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data = 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val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//Khoi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tao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con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trai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, con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phai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	 left = </a:t>
            </a:r>
            <a:r>
              <a:rPr lang="en-US" sz="18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right = </a:t>
            </a:r>
            <a:r>
              <a:rPr lang="en-US" sz="18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24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7156C-FD30-4992-8BA9-54A202A1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105BF-6CD9-43D7-B828-060F988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55A66-A228-4B1B-AC96-9011B5A3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D47E4-402A-ECAF-00A5-06DAEE1FC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B38DF-3A37-A3B1-419F-6E220AFA7D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7712E-EFB0-436E-A1D3-B915FFFF93EF}"/>
              </a:ext>
            </a:extLst>
          </p:cNvPr>
          <p:cNvSpPr txBox="1"/>
          <p:nvPr/>
        </p:nvSpPr>
        <p:spPr>
          <a:xfrm>
            <a:off x="612914" y="441361"/>
            <a:ext cx="5406886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tao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nut*/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4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nl-NL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4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nl-NL" sz="1400" dirty="0">
                <a:solidFill>
                  <a:srgbClr val="000000"/>
                </a:solidFill>
                <a:latin typeface="Consolas" panose="020B0609020204030204" pitchFamily="49" charset="0"/>
              </a:rPr>
              <a:t>* root = </a:t>
            </a:r>
            <a:r>
              <a:rPr lang="nl-NL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NL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4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nl-NL" sz="1400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/* cay se co dang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sau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/ \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 NULL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NULL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*/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root-&gt;left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(2);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root-&gt;right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(3);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/* 2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va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3 la con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trai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va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phai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cua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nut 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    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  /    \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  2       3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/  \     /  \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NULL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NULL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*/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root-&gt;left-&gt;left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(4);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/* 4 la con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trai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cua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2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 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/     \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  2       3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 / \     / \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 4  NULL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NULL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  / \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NULL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NULL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*/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23377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 dirty="0"/>
              <a:t>Cấu trúc dữ liệu và giải thuật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2" indent="-342900"/>
            <a:r>
              <a:rPr lang="en-US" sz="2800" dirty="0" err="1">
                <a:cs typeface="Times New Roman" pitchFamily="18" charset="0"/>
              </a:rPr>
              <a:t>Phép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thăm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một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nút</a:t>
            </a:r>
            <a:r>
              <a:rPr lang="en-US" sz="2800" dirty="0">
                <a:cs typeface="Times New Roman" pitchFamily="18" charset="0"/>
              </a:rPr>
              <a:t> (visit): </a:t>
            </a:r>
            <a:r>
              <a:rPr lang="en-US" sz="2800" dirty="0" err="1">
                <a:cs typeface="Times New Roman" pitchFamily="18" charset="0"/>
              </a:rPr>
              <a:t>là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thao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tác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truy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nhập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vào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một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nút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của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cây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để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xử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lý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nút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đó</a:t>
            </a:r>
            <a:r>
              <a:rPr lang="en-US" sz="2800" dirty="0">
                <a:cs typeface="Times New Roman" pitchFamily="18" charset="0"/>
              </a:rPr>
              <a:t>. </a:t>
            </a:r>
          </a:p>
          <a:p>
            <a:pPr marL="342900" lvl="2" indent="-342900"/>
            <a:r>
              <a:rPr lang="en-US" sz="2800" dirty="0" err="1">
                <a:cs typeface="Times New Roman" pitchFamily="18" charset="0"/>
              </a:rPr>
              <a:t>Phép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duyệt</a:t>
            </a:r>
            <a:r>
              <a:rPr lang="en-US" sz="2800" dirty="0">
                <a:cs typeface="Times New Roman" pitchFamily="18" charset="0"/>
              </a:rPr>
              <a:t> (traversal): </a:t>
            </a:r>
            <a:r>
              <a:rPr lang="en-US" sz="2800" dirty="0" err="1">
                <a:cs typeface="Times New Roman" pitchFamily="18" charset="0"/>
              </a:rPr>
              <a:t>là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phép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thăm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một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cách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hệ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thống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tất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cả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các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nút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của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cây</a:t>
            </a:r>
            <a:r>
              <a:rPr lang="en-US" sz="2800" dirty="0">
                <a:cs typeface="Times New Roman" pitchFamily="18" charset="0"/>
              </a:rPr>
              <a:t>, </a:t>
            </a:r>
            <a:r>
              <a:rPr lang="en-US" sz="2800" dirty="0" err="1">
                <a:cs typeface="Times New Roman" pitchFamily="18" charset="0"/>
              </a:rPr>
              <a:t>mỗi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nút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đúng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một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err="1">
                <a:cs typeface="Times New Roman" pitchFamily="18" charset="0"/>
              </a:rPr>
              <a:t>lần</a:t>
            </a:r>
            <a:r>
              <a:rPr lang="en-US" sz="2800" dirty="0">
                <a:cs typeface="Times New Roman" pitchFamily="18" charset="0"/>
              </a:rPr>
              <a:t>. </a:t>
            </a:r>
          </a:p>
          <a:p>
            <a:pPr>
              <a:spcBef>
                <a:spcPct val="15000"/>
              </a:spcBef>
            </a:pPr>
            <a:r>
              <a:rPr lang="vi-VN" sz="2800" dirty="0">
                <a:latin typeface="Calibri" panose="020F0502020204030204" pitchFamily="34" charset="0"/>
                <a:cs typeface="Calibri" panose="020F0502020204030204" pitchFamily="34" charset="0"/>
              </a:rPr>
              <a:t>Có 3 phép duyệt cây thông dụng: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ct val="15000"/>
              </a:spcBef>
            </a:pPr>
            <a:r>
              <a:rPr lang="en-US" sz="2400" dirty="0" err="1">
                <a:cs typeface="Times New Roman" pitchFamily="18" charset="0"/>
              </a:rPr>
              <a:t>Duyệt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theo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thứ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tự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trước</a:t>
            </a:r>
            <a:r>
              <a:rPr lang="en-US" sz="2400" dirty="0">
                <a:cs typeface="Times New Roman" pitchFamily="18" charset="0"/>
              </a:rPr>
              <a:t> (preorder traversal)</a:t>
            </a:r>
          </a:p>
          <a:p>
            <a:pPr lvl="1">
              <a:spcBef>
                <a:spcPct val="15000"/>
              </a:spcBef>
            </a:pPr>
            <a:r>
              <a:rPr lang="en-US" sz="2400" dirty="0" err="1">
                <a:cs typeface="Times New Roman" pitchFamily="18" charset="0"/>
              </a:rPr>
              <a:t>Duyệt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theo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thứ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tự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giữa</a:t>
            </a:r>
            <a:r>
              <a:rPr lang="en-US" sz="2400" dirty="0">
                <a:cs typeface="Times New Roman" pitchFamily="18" charset="0"/>
              </a:rPr>
              <a:t> (</a:t>
            </a:r>
            <a:r>
              <a:rPr lang="en-US" sz="2400" dirty="0" err="1">
                <a:cs typeface="Times New Roman" pitchFamily="18" charset="0"/>
              </a:rPr>
              <a:t>inorder</a:t>
            </a:r>
            <a:r>
              <a:rPr lang="en-US" sz="2400" dirty="0">
                <a:cs typeface="Times New Roman" pitchFamily="18" charset="0"/>
              </a:rPr>
              <a:t> traversal)</a:t>
            </a:r>
          </a:p>
          <a:p>
            <a:pPr lvl="1">
              <a:spcBef>
                <a:spcPct val="15000"/>
              </a:spcBef>
            </a:pPr>
            <a:r>
              <a:rPr lang="en-US" sz="2400" dirty="0" err="1">
                <a:cs typeface="Times New Roman" pitchFamily="18" charset="0"/>
              </a:rPr>
              <a:t>Duyệt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theo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thứ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tự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sau</a:t>
            </a:r>
            <a:r>
              <a:rPr lang="en-US" sz="2400" dirty="0">
                <a:cs typeface="Times New Roman" pitchFamily="18" charset="0"/>
              </a:rPr>
              <a:t> (</a:t>
            </a:r>
            <a:r>
              <a:rPr lang="en-US" sz="2400" dirty="0" err="1">
                <a:cs typeface="Times New Roman" pitchFamily="18" charset="0"/>
              </a:rPr>
              <a:t>postorder</a:t>
            </a:r>
            <a:r>
              <a:rPr lang="en-US" sz="2400" dirty="0">
                <a:cs typeface="Times New Roman" pitchFamily="18" charset="0"/>
              </a:rPr>
              <a:t> traversal)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433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cs typeface="Times New Roman" pitchFamily="18" charset="0"/>
              </a:rPr>
              <a:t>Duyệt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theo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thứ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tự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trước</a:t>
            </a:r>
            <a:r>
              <a:rPr lang="en-US" dirty="0">
                <a:cs typeface="Times New Roman" pitchFamily="18" charset="0"/>
              </a:rPr>
              <a:t> (preorder traversal)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Arial"/>
              <a:buChar char="•"/>
            </a:pPr>
            <a:r>
              <a:rPr lang="en-US" dirty="0" err="1">
                <a:cs typeface="Times New Roman" pitchFamily="18" charset="0"/>
              </a:rPr>
              <a:t>Duyệt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theo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chiều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sâu</a:t>
            </a:r>
            <a:r>
              <a:rPr lang="en-US" dirty="0">
                <a:cs typeface="Times New Roman" pitchFamily="18" charset="0"/>
              </a:rPr>
              <a:t>: </a:t>
            </a:r>
            <a:r>
              <a:rPr lang="en-US" dirty="0" err="1">
                <a:cs typeface="Times New Roman" pitchFamily="18" charset="0"/>
              </a:rPr>
              <a:t>đây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là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giải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thuật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đệ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quy</a:t>
            </a:r>
            <a:endParaRPr lang="en-US" dirty="0">
              <a:cs typeface="Times New Roman" pitchFamily="18" charset="0"/>
            </a:endParaRPr>
          </a:p>
          <a:p>
            <a:pPr marL="342900" lvl="1" indent="-342900">
              <a:buFont typeface="Arial"/>
              <a:buChar char="•"/>
            </a:pPr>
            <a:r>
              <a:rPr lang="en-US" dirty="0" err="1">
                <a:cs typeface="Times New Roman" pitchFamily="18" charset="0"/>
              </a:rPr>
              <a:t>Nếu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rỗng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thì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không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làm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gì</a:t>
            </a:r>
            <a:endParaRPr lang="en-US" dirty="0">
              <a:cs typeface="Times New Roman" pitchFamily="18" charset="0"/>
            </a:endParaRPr>
          </a:p>
          <a:p>
            <a:pPr marL="342900" lvl="1" indent="-342900">
              <a:buFont typeface="Arial"/>
              <a:buChar char="•"/>
            </a:pPr>
            <a:r>
              <a:rPr lang="en-US" dirty="0" err="1">
                <a:cs typeface="Times New Roman" pitchFamily="18" charset="0"/>
              </a:rPr>
              <a:t>Nếu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không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rỗng</a:t>
            </a:r>
            <a:r>
              <a:rPr lang="en-US" dirty="0">
                <a:cs typeface="Times New Roman" pitchFamily="18" charset="0"/>
              </a:rPr>
              <a:t>: </a:t>
            </a:r>
            <a:r>
              <a:rPr lang="en-US" dirty="0" err="1">
                <a:cs typeface="Times New Roman" pitchFamily="18" charset="0"/>
              </a:rPr>
              <a:t>trường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hợp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đệ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quy</a:t>
            </a:r>
            <a:r>
              <a:rPr lang="en-US" dirty="0">
                <a:cs typeface="Times New Roman" pitchFamily="18" charset="0"/>
              </a:rPr>
              <a:t> </a:t>
            </a:r>
          </a:p>
          <a:p>
            <a:pPr marL="742950" lvl="2" indent="-342900"/>
            <a:r>
              <a:rPr lang="en-US" dirty="0" err="1">
                <a:cs typeface="Times New Roman" pitchFamily="18" charset="0"/>
              </a:rPr>
              <a:t>Thăm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gốc</a:t>
            </a:r>
            <a:endParaRPr lang="en-US" dirty="0">
              <a:cs typeface="Times New Roman" pitchFamily="18" charset="0"/>
            </a:endParaRPr>
          </a:p>
          <a:p>
            <a:pPr marL="742950" lvl="2" indent="-342900"/>
            <a:r>
              <a:rPr lang="en-US" dirty="0" err="1">
                <a:cs typeface="Times New Roman" pitchFamily="18" charset="0"/>
              </a:rPr>
              <a:t>Duyệt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con </a:t>
            </a:r>
            <a:r>
              <a:rPr lang="en-US" dirty="0" err="1">
                <a:cs typeface="Times New Roman" pitchFamily="18" charset="0"/>
              </a:rPr>
              <a:t>trái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theo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thứ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tự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trước</a:t>
            </a:r>
            <a:endParaRPr lang="en-US" dirty="0">
              <a:cs typeface="Times New Roman" pitchFamily="18" charset="0"/>
            </a:endParaRPr>
          </a:p>
          <a:p>
            <a:pPr marL="742950" lvl="2" indent="-342900"/>
            <a:r>
              <a:rPr lang="en-US" dirty="0" err="1">
                <a:cs typeface="Times New Roman" pitchFamily="18" charset="0"/>
              </a:rPr>
              <a:t>Duyệt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con </a:t>
            </a:r>
            <a:r>
              <a:rPr lang="en-US" dirty="0" err="1">
                <a:cs typeface="Times New Roman" pitchFamily="18" charset="0"/>
              </a:rPr>
              <a:t>phải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theo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thứ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tự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trước</a:t>
            </a:r>
            <a:endParaRPr lang="en-US" dirty="0">
              <a:cs typeface="Times New Roman" pitchFamily="18" charset="0"/>
            </a:endParaRP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4800600" y="2743200"/>
            <a:ext cx="4191000" cy="3505200"/>
            <a:chOff x="3024" y="1776"/>
            <a:chExt cx="2640" cy="2208"/>
          </a:xfrm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4449" y="1776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1</a:t>
              </a:r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5027" y="2496"/>
              <a:ext cx="23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3</a:t>
              </a:r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3909" y="2448"/>
              <a:ext cx="23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2</a:t>
              </a:r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3408" y="3168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4</a:t>
              </a:r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4311" y="3168"/>
              <a:ext cx="23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5</a:t>
              </a:r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4752" y="3168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6</a:t>
              </a:r>
            </a:p>
          </p:txBody>
        </p:sp>
        <p:sp>
          <p:nvSpPr>
            <p:cNvPr id="14" name="Oval 11"/>
            <p:cNvSpPr>
              <a:spLocks noChangeArrowheads="1"/>
            </p:cNvSpPr>
            <p:nvPr/>
          </p:nvSpPr>
          <p:spPr bwMode="auto">
            <a:xfrm>
              <a:off x="5433" y="3120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7</a:t>
              </a:r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auto">
            <a:xfrm>
              <a:off x="3024" y="3744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8</a:t>
              </a: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 flipH="1">
              <a:off x="4102" y="1968"/>
              <a:ext cx="41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>
              <a:off x="3562" y="2688"/>
              <a:ext cx="38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H="1">
              <a:off x="4848" y="2736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4080" y="2688"/>
              <a:ext cx="30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4642" y="1968"/>
              <a:ext cx="44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5232" y="2688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H="1">
              <a:off x="3142" y="3360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Oval 20"/>
            <p:cNvSpPr>
              <a:spLocks noChangeArrowheads="1"/>
            </p:cNvSpPr>
            <p:nvPr/>
          </p:nvSpPr>
          <p:spPr bwMode="auto">
            <a:xfrm>
              <a:off x="3674" y="3744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9</a:t>
              </a: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3600" y="3368"/>
              <a:ext cx="192" cy="3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22"/>
            <p:cNvSpPr>
              <a:spLocks noChangeArrowheads="1"/>
            </p:cNvSpPr>
            <p:nvPr/>
          </p:nvSpPr>
          <p:spPr bwMode="auto">
            <a:xfrm>
              <a:off x="4010" y="3744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10</a:t>
              </a: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 flipH="1">
              <a:off x="4128" y="3408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482600" y="5070475"/>
            <a:ext cx="4445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vl="2"/>
            <a:r>
              <a:rPr lang="en-US" sz="2000" dirty="0">
                <a:cs typeface="Times New Roman" pitchFamily="18" charset="0"/>
              </a:rPr>
              <a:t>VD: 1, 2, 4, 8, 9, 5, 10, 3, 6, 7</a:t>
            </a:r>
          </a:p>
        </p:txBody>
      </p:sp>
    </p:spTree>
    <p:extLst>
      <p:ext uri="{BB962C8B-B14F-4D97-AF65-F5344CB8AC3E}">
        <p14:creationId xmlns:p14="http://schemas.microsoft.com/office/powerpoint/2010/main" val="292170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cs typeface="Times New Roman" pitchFamily="18" charset="0"/>
              </a:rPr>
              <a:t>Duyệt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theo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thứ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tự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giữa</a:t>
            </a:r>
            <a:r>
              <a:rPr lang="en-US" dirty="0">
                <a:cs typeface="Times New Roman" pitchFamily="18" charset="0"/>
              </a:rPr>
              <a:t> (</a:t>
            </a:r>
            <a:r>
              <a:rPr lang="en-US" dirty="0" err="1">
                <a:cs typeface="Times New Roman" pitchFamily="18" charset="0"/>
              </a:rPr>
              <a:t>inorder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travelsal</a:t>
            </a:r>
            <a:r>
              <a:rPr lang="en-US" dirty="0">
                <a:cs typeface="Times New Roman" pitchFamily="18" charset="0"/>
              </a:rPr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1" indent="-342900">
              <a:buFont typeface="Arial"/>
              <a:buChar char="•"/>
            </a:pPr>
            <a:r>
              <a:rPr lang="en-US" dirty="0" err="1">
                <a:cs typeface="Times New Roman" pitchFamily="18" charset="0"/>
              </a:rPr>
              <a:t>Đây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là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giải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thuật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đệ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quy</a:t>
            </a:r>
            <a:endParaRPr lang="en-US" dirty="0">
              <a:cs typeface="Times New Roman" pitchFamily="18" charset="0"/>
            </a:endParaRPr>
          </a:p>
          <a:p>
            <a:pPr marL="342900" lvl="1" indent="-342900">
              <a:buFont typeface="Arial"/>
              <a:buChar char="•"/>
            </a:pPr>
            <a:r>
              <a:rPr lang="en-US" dirty="0" err="1">
                <a:cs typeface="Times New Roman" pitchFamily="18" charset="0"/>
              </a:rPr>
              <a:t>Nếu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rỗng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thì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không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làm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gì</a:t>
            </a:r>
            <a:endParaRPr lang="en-US" dirty="0">
              <a:cs typeface="Times New Roman" pitchFamily="18" charset="0"/>
            </a:endParaRPr>
          </a:p>
          <a:p>
            <a:pPr marL="342900" lvl="1" indent="-342900">
              <a:buFont typeface="Arial"/>
              <a:buChar char="•"/>
            </a:pPr>
            <a:r>
              <a:rPr lang="en-US" dirty="0" err="1">
                <a:cs typeface="Times New Roman" pitchFamily="18" charset="0"/>
              </a:rPr>
              <a:t>Nếu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không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rỗng</a:t>
            </a:r>
            <a:r>
              <a:rPr lang="en-US" dirty="0">
                <a:cs typeface="Times New Roman" pitchFamily="18" charset="0"/>
              </a:rPr>
              <a:t>: </a:t>
            </a:r>
            <a:r>
              <a:rPr lang="en-US" dirty="0" err="1">
                <a:cs typeface="Times New Roman" pitchFamily="18" charset="0"/>
              </a:rPr>
              <a:t>trường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hợp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đệ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quy</a:t>
            </a:r>
            <a:r>
              <a:rPr lang="en-US" dirty="0">
                <a:cs typeface="Times New Roman" pitchFamily="18" charset="0"/>
              </a:rPr>
              <a:t> </a:t>
            </a:r>
          </a:p>
          <a:p>
            <a:pPr marL="742950" lvl="2" indent="-342900"/>
            <a:r>
              <a:rPr lang="en-US" dirty="0" err="1">
                <a:cs typeface="Times New Roman" pitchFamily="18" charset="0"/>
              </a:rPr>
              <a:t>Duyệt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con </a:t>
            </a:r>
            <a:r>
              <a:rPr lang="en-US" dirty="0" err="1">
                <a:cs typeface="Times New Roman" pitchFamily="18" charset="0"/>
              </a:rPr>
              <a:t>trái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theo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thứ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tự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giữa</a:t>
            </a:r>
            <a:endParaRPr lang="en-US" dirty="0">
              <a:cs typeface="Times New Roman" pitchFamily="18" charset="0"/>
            </a:endParaRPr>
          </a:p>
          <a:p>
            <a:pPr marL="742950" lvl="2" indent="-342900"/>
            <a:r>
              <a:rPr lang="en-US" dirty="0" err="1">
                <a:cs typeface="Times New Roman" pitchFamily="18" charset="0"/>
              </a:rPr>
              <a:t>Thăm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gốc</a:t>
            </a:r>
            <a:endParaRPr lang="en-US" dirty="0">
              <a:cs typeface="Times New Roman" pitchFamily="18" charset="0"/>
            </a:endParaRPr>
          </a:p>
          <a:p>
            <a:pPr marL="742950" lvl="2" indent="-342900"/>
            <a:r>
              <a:rPr lang="en-US" dirty="0" err="1">
                <a:cs typeface="Times New Roman" pitchFamily="18" charset="0"/>
              </a:rPr>
              <a:t>Duyệt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con </a:t>
            </a:r>
            <a:r>
              <a:rPr lang="en-US" dirty="0" err="1">
                <a:cs typeface="Times New Roman" pitchFamily="18" charset="0"/>
              </a:rPr>
              <a:t>phải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theo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thứ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tự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giữa</a:t>
            </a:r>
            <a:endParaRPr lang="en-US" dirty="0">
              <a:cs typeface="Times New Roman" pitchFamily="18" charset="0"/>
            </a:endParaRPr>
          </a:p>
          <a:p>
            <a:endParaRPr lang="en-US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4922654" y="2350616"/>
            <a:ext cx="4191000" cy="3505200"/>
            <a:chOff x="3024" y="1776"/>
            <a:chExt cx="2640" cy="2208"/>
          </a:xfrm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4449" y="1776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1</a:t>
              </a:r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5027" y="2496"/>
              <a:ext cx="23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3</a:t>
              </a:r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3909" y="2448"/>
              <a:ext cx="23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2</a:t>
              </a:r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3408" y="3168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4</a:t>
              </a:r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4311" y="3168"/>
              <a:ext cx="23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5</a:t>
              </a:r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4752" y="3168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6</a:t>
              </a:r>
            </a:p>
          </p:txBody>
        </p:sp>
        <p:sp>
          <p:nvSpPr>
            <p:cNvPr id="14" name="Oval 11"/>
            <p:cNvSpPr>
              <a:spLocks noChangeArrowheads="1"/>
            </p:cNvSpPr>
            <p:nvPr/>
          </p:nvSpPr>
          <p:spPr bwMode="auto">
            <a:xfrm>
              <a:off x="5433" y="3120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7</a:t>
              </a:r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auto">
            <a:xfrm>
              <a:off x="3024" y="3744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8</a:t>
              </a: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 flipH="1">
              <a:off x="4102" y="1968"/>
              <a:ext cx="41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>
              <a:off x="3562" y="2688"/>
              <a:ext cx="38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H="1">
              <a:off x="4848" y="2736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4080" y="2688"/>
              <a:ext cx="30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4642" y="1968"/>
              <a:ext cx="44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5232" y="2688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H="1">
              <a:off x="3142" y="3360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Oval 20"/>
            <p:cNvSpPr>
              <a:spLocks noChangeArrowheads="1"/>
            </p:cNvSpPr>
            <p:nvPr/>
          </p:nvSpPr>
          <p:spPr bwMode="auto">
            <a:xfrm>
              <a:off x="3674" y="3744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/>
                <a:t>9</a:t>
              </a: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3600" y="3408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22"/>
            <p:cNvSpPr>
              <a:spLocks noChangeArrowheads="1"/>
            </p:cNvSpPr>
            <p:nvPr/>
          </p:nvSpPr>
          <p:spPr bwMode="auto">
            <a:xfrm>
              <a:off x="4010" y="3744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10</a:t>
              </a: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 flipH="1">
              <a:off x="4128" y="3408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554038" y="5329238"/>
            <a:ext cx="3984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vl="1">
              <a:spcBef>
                <a:spcPct val="15000"/>
              </a:spcBef>
            </a:pPr>
            <a:r>
              <a:rPr lang="en-US" sz="2000">
                <a:cs typeface="Times New Roman" pitchFamily="18" charset="0"/>
              </a:rPr>
              <a:t>VD: 8, 4, 9, 2, 10, 5, 1, 6, 3, 7</a:t>
            </a:r>
          </a:p>
        </p:txBody>
      </p:sp>
    </p:spTree>
    <p:extLst>
      <p:ext uri="{BB962C8B-B14F-4D97-AF65-F5344CB8AC3E}">
        <p14:creationId xmlns:p14="http://schemas.microsoft.com/office/powerpoint/2010/main" val="96800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cs typeface="Times New Roman" pitchFamily="18" charset="0"/>
              </a:rPr>
              <a:t>Giải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thuật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duyệt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theo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thứ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tự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sau</a:t>
            </a:r>
            <a:r>
              <a:rPr lang="en-US" dirty="0">
                <a:cs typeface="Times New Roman" pitchFamily="18" charset="0"/>
              </a:rPr>
              <a:t> (</a:t>
            </a:r>
            <a:r>
              <a:rPr lang="en-US" dirty="0" err="1">
                <a:cs typeface="Times New Roman" pitchFamily="18" charset="0"/>
              </a:rPr>
              <a:t>postorder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travelsal</a:t>
            </a:r>
            <a:r>
              <a:rPr lang="en-US" dirty="0">
                <a:cs typeface="Times New Roman" pitchFamily="18" charset="0"/>
              </a:rPr>
              <a:t>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1" indent="-342900">
              <a:buFont typeface="Arial"/>
              <a:buChar char="•"/>
            </a:pPr>
            <a:r>
              <a:rPr lang="en-US" dirty="0" err="1">
                <a:cs typeface="Times New Roman" pitchFamily="18" charset="0"/>
              </a:rPr>
              <a:t>Đây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là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giải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thuật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đệ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quy</a:t>
            </a:r>
            <a:endParaRPr lang="en-US" dirty="0">
              <a:cs typeface="Times New Roman" pitchFamily="18" charset="0"/>
            </a:endParaRPr>
          </a:p>
          <a:p>
            <a:pPr marL="342900" lvl="1" indent="-342900">
              <a:buFont typeface="Arial"/>
              <a:buChar char="•"/>
            </a:pPr>
            <a:r>
              <a:rPr lang="en-US" dirty="0" err="1">
                <a:cs typeface="Times New Roman" pitchFamily="18" charset="0"/>
              </a:rPr>
              <a:t>Nếu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rỗng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thì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không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làm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gì</a:t>
            </a:r>
            <a:endParaRPr lang="en-US" dirty="0">
              <a:cs typeface="Times New Roman" pitchFamily="18" charset="0"/>
            </a:endParaRPr>
          </a:p>
          <a:p>
            <a:pPr marL="342900" lvl="1" indent="-342900">
              <a:buFont typeface="Arial"/>
              <a:buChar char="•"/>
            </a:pPr>
            <a:r>
              <a:rPr lang="en-US" dirty="0" err="1">
                <a:cs typeface="Times New Roman" pitchFamily="18" charset="0"/>
              </a:rPr>
              <a:t>Nếu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không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rỗng</a:t>
            </a:r>
            <a:r>
              <a:rPr lang="en-US" dirty="0">
                <a:cs typeface="Times New Roman" pitchFamily="18" charset="0"/>
              </a:rPr>
              <a:t>: </a:t>
            </a:r>
            <a:r>
              <a:rPr lang="en-US" dirty="0" err="1">
                <a:cs typeface="Times New Roman" pitchFamily="18" charset="0"/>
              </a:rPr>
              <a:t>trường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hợp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đệ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quy</a:t>
            </a:r>
            <a:r>
              <a:rPr lang="en-US" dirty="0">
                <a:cs typeface="Times New Roman" pitchFamily="18" charset="0"/>
              </a:rPr>
              <a:t> </a:t>
            </a:r>
          </a:p>
          <a:p>
            <a:pPr marL="742950" lvl="2" indent="-342900"/>
            <a:r>
              <a:rPr lang="en-US" dirty="0" err="1">
                <a:cs typeface="Times New Roman" pitchFamily="18" charset="0"/>
              </a:rPr>
              <a:t>Duyệt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con </a:t>
            </a:r>
            <a:r>
              <a:rPr lang="en-US" dirty="0" err="1">
                <a:cs typeface="Times New Roman" pitchFamily="18" charset="0"/>
              </a:rPr>
              <a:t>trái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theo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thứ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tự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sau</a:t>
            </a:r>
            <a:endParaRPr lang="en-US" dirty="0">
              <a:cs typeface="Times New Roman" pitchFamily="18" charset="0"/>
            </a:endParaRPr>
          </a:p>
          <a:p>
            <a:pPr marL="742950" lvl="2" indent="-342900"/>
            <a:r>
              <a:rPr lang="en-US" dirty="0" err="1">
                <a:cs typeface="Times New Roman" pitchFamily="18" charset="0"/>
              </a:rPr>
              <a:t>Duyệt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cây</a:t>
            </a:r>
            <a:r>
              <a:rPr lang="en-US" dirty="0">
                <a:cs typeface="Times New Roman" pitchFamily="18" charset="0"/>
              </a:rPr>
              <a:t> con </a:t>
            </a:r>
            <a:r>
              <a:rPr lang="en-US" dirty="0" err="1">
                <a:cs typeface="Times New Roman" pitchFamily="18" charset="0"/>
              </a:rPr>
              <a:t>phải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theo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thứ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tự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sau</a:t>
            </a:r>
            <a:endParaRPr lang="en-US" dirty="0">
              <a:cs typeface="Times New Roman" pitchFamily="18" charset="0"/>
            </a:endParaRPr>
          </a:p>
          <a:p>
            <a:pPr marL="742950" lvl="2" indent="-342900"/>
            <a:r>
              <a:rPr lang="en-US" dirty="0" err="1">
                <a:cs typeface="Times New Roman" pitchFamily="18" charset="0"/>
              </a:rPr>
              <a:t>Thăm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gốc</a:t>
            </a:r>
            <a:endParaRPr lang="en-US" dirty="0">
              <a:cs typeface="Times New Roman" pitchFamily="18" charset="0"/>
            </a:endParaRPr>
          </a:p>
          <a:p>
            <a:pPr marL="742950" lvl="2" indent="-342900"/>
            <a:endParaRPr lang="en-US" dirty="0">
              <a:cs typeface="Times New Roman" pitchFamily="18" charset="0"/>
            </a:endParaRPr>
          </a:p>
          <a:p>
            <a:endParaRPr lang="en-US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4800600" y="2755900"/>
            <a:ext cx="4191000" cy="3505200"/>
            <a:chOff x="3024" y="1776"/>
            <a:chExt cx="2640" cy="2208"/>
          </a:xfrm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4449" y="1776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1</a:t>
              </a:r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5027" y="2496"/>
              <a:ext cx="23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3</a:t>
              </a:r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3909" y="2448"/>
              <a:ext cx="23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2</a:t>
              </a:r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3408" y="3168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4</a:t>
              </a:r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4311" y="3168"/>
              <a:ext cx="23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5</a:t>
              </a:r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4752" y="3168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6</a:t>
              </a:r>
            </a:p>
          </p:txBody>
        </p:sp>
        <p:sp>
          <p:nvSpPr>
            <p:cNvPr id="14" name="Oval 11"/>
            <p:cNvSpPr>
              <a:spLocks noChangeArrowheads="1"/>
            </p:cNvSpPr>
            <p:nvPr/>
          </p:nvSpPr>
          <p:spPr bwMode="auto">
            <a:xfrm>
              <a:off x="5433" y="3120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7</a:t>
              </a:r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auto">
            <a:xfrm>
              <a:off x="3024" y="3744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8</a:t>
              </a: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 flipH="1">
              <a:off x="4102" y="1968"/>
              <a:ext cx="41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>
              <a:off x="3562" y="2688"/>
              <a:ext cx="38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H="1">
              <a:off x="4848" y="2736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4080" y="2688"/>
              <a:ext cx="30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4642" y="1968"/>
              <a:ext cx="44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5232" y="2688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H="1">
              <a:off x="3142" y="3360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Oval 20"/>
            <p:cNvSpPr>
              <a:spLocks noChangeArrowheads="1"/>
            </p:cNvSpPr>
            <p:nvPr/>
          </p:nvSpPr>
          <p:spPr bwMode="auto">
            <a:xfrm>
              <a:off x="3674" y="3744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/>
                <a:t>9</a:t>
              </a: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3600" y="3408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22"/>
            <p:cNvSpPr>
              <a:spLocks noChangeArrowheads="1"/>
            </p:cNvSpPr>
            <p:nvPr/>
          </p:nvSpPr>
          <p:spPr bwMode="auto">
            <a:xfrm>
              <a:off x="4010" y="3744"/>
              <a:ext cx="231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/>
                <a:t>10</a:t>
              </a: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 flipH="1">
              <a:off x="4128" y="3408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1116013" y="5124450"/>
            <a:ext cx="36607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lvl="1">
              <a:spcBef>
                <a:spcPct val="15000"/>
              </a:spcBef>
            </a:pPr>
            <a:r>
              <a:rPr lang="en-US" dirty="0">
                <a:cs typeface="Times New Roman" pitchFamily="18" charset="0"/>
              </a:rPr>
              <a:t>VD: 8, 9, 4, 10, 5, 2, 6, 7, 3, 1</a:t>
            </a:r>
          </a:p>
        </p:txBody>
      </p:sp>
    </p:spTree>
    <p:extLst>
      <p:ext uri="{BB962C8B-B14F-4D97-AF65-F5344CB8AC3E}">
        <p14:creationId xmlns:p14="http://schemas.microsoft.com/office/powerpoint/2010/main" val="367837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 (x-2*y) + (y/z)^3</a:t>
            </a:r>
          </a:p>
          <a:p>
            <a:pPr lvl="1"/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(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): +-x*2y^/yz3</a:t>
            </a:r>
          </a:p>
          <a:p>
            <a:pPr lvl="1"/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(</a:t>
            </a:r>
            <a:r>
              <a:rPr lang="en-US" dirty="0" err="1"/>
              <a:t>hậu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): x2y*-</a:t>
            </a:r>
            <a:r>
              <a:rPr lang="en-US" dirty="0" err="1"/>
              <a:t>yz</a:t>
            </a:r>
            <a:r>
              <a:rPr lang="en-US" dirty="0"/>
              <a:t>/3^+</a:t>
            </a:r>
          </a:p>
          <a:p>
            <a:pPr lvl="1"/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(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): (x-2*y) + (y/z)^3</a:t>
            </a:r>
          </a:p>
          <a:p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5051426" y="3164036"/>
            <a:ext cx="3581400" cy="3328988"/>
            <a:chOff x="5421837" y="2198748"/>
            <a:chExt cx="3581400" cy="3328988"/>
          </a:xfrm>
        </p:grpSpPr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5421837" y="2198748"/>
              <a:ext cx="3581400" cy="3328988"/>
              <a:chOff x="3408" y="1776"/>
              <a:chExt cx="2256" cy="2097"/>
            </a:xfrm>
          </p:grpSpPr>
          <p:sp>
            <p:nvSpPr>
              <p:cNvPr id="8" name="Oval 5"/>
              <p:cNvSpPr>
                <a:spLocks noChangeArrowheads="1"/>
              </p:cNvSpPr>
              <p:nvPr/>
            </p:nvSpPr>
            <p:spPr bwMode="auto">
              <a:xfrm>
                <a:off x="4449" y="1776"/>
                <a:ext cx="231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00" dirty="0"/>
                  <a:t>+</a:t>
                </a:r>
              </a:p>
            </p:txBody>
          </p:sp>
          <p:sp>
            <p:nvSpPr>
              <p:cNvPr id="9" name="Oval 6"/>
              <p:cNvSpPr>
                <a:spLocks noChangeArrowheads="1"/>
              </p:cNvSpPr>
              <p:nvPr/>
            </p:nvSpPr>
            <p:spPr bwMode="auto">
              <a:xfrm>
                <a:off x="5027" y="2496"/>
                <a:ext cx="232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00" dirty="0"/>
                  <a:t>^</a:t>
                </a:r>
              </a:p>
            </p:txBody>
          </p:sp>
          <p:sp>
            <p:nvSpPr>
              <p:cNvPr id="10" name="Oval 7"/>
              <p:cNvSpPr>
                <a:spLocks noChangeArrowheads="1"/>
              </p:cNvSpPr>
              <p:nvPr/>
            </p:nvSpPr>
            <p:spPr bwMode="auto">
              <a:xfrm>
                <a:off x="3909" y="2448"/>
                <a:ext cx="232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00" dirty="0"/>
                  <a:t>-</a:t>
                </a:r>
              </a:p>
            </p:txBody>
          </p:sp>
          <p:sp>
            <p:nvSpPr>
              <p:cNvPr id="11" name="Oval 8"/>
              <p:cNvSpPr>
                <a:spLocks noChangeArrowheads="1"/>
              </p:cNvSpPr>
              <p:nvPr/>
            </p:nvSpPr>
            <p:spPr bwMode="auto">
              <a:xfrm>
                <a:off x="3408" y="3168"/>
                <a:ext cx="231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00" dirty="0"/>
                  <a:t>x</a:t>
                </a:r>
              </a:p>
            </p:txBody>
          </p:sp>
          <p:sp>
            <p:nvSpPr>
              <p:cNvPr id="12" name="Oval 9"/>
              <p:cNvSpPr>
                <a:spLocks noChangeArrowheads="1"/>
              </p:cNvSpPr>
              <p:nvPr/>
            </p:nvSpPr>
            <p:spPr bwMode="auto">
              <a:xfrm>
                <a:off x="4059" y="3168"/>
                <a:ext cx="232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00" dirty="0"/>
                  <a:t>*</a:t>
                </a:r>
              </a:p>
            </p:txBody>
          </p:sp>
          <p:sp>
            <p:nvSpPr>
              <p:cNvPr id="13" name="Oval 10"/>
              <p:cNvSpPr>
                <a:spLocks noChangeArrowheads="1"/>
              </p:cNvSpPr>
              <p:nvPr/>
            </p:nvSpPr>
            <p:spPr bwMode="auto">
              <a:xfrm>
                <a:off x="4752" y="3168"/>
                <a:ext cx="231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00" dirty="0"/>
                  <a:t>/</a:t>
                </a:r>
              </a:p>
            </p:txBody>
          </p:sp>
          <p:sp>
            <p:nvSpPr>
              <p:cNvPr id="14" name="Oval 11"/>
              <p:cNvSpPr>
                <a:spLocks noChangeArrowheads="1"/>
              </p:cNvSpPr>
              <p:nvPr/>
            </p:nvSpPr>
            <p:spPr bwMode="auto">
              <a:xfrm>
                <a:off x="5433" y="3120"/>
                <a:ext cx="231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00" dirty="0"/>
                  <a:t>3</a:t>
                </a:r>
              </a:p>
            </p:txBody>
          </p:sp>
          <p:sp>
            <p:nvSpPr>
              <p:cNvPr id="15" name="Oval 12"/>
              <p:cNvSpPr>
                <a:spLocks noChangeArrowheads="1"/>
              </p:cNvSpPr>
              <p:nvPr/>
            </p:nvSpPr>
            <p:spPr bwMode="auto">
              <a:xfrm>
                <a:off x="4612" y="3633"/>
                <a:ext cx="231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00" dirty="0"/>
                  <a:t>y</a:t>
                </a:r>
              </a:p>
            </p:txBody>
          </p:sp>
          <p:sp>
            <p:nvSpPr>
              <p:cNvPr id="16" name="Line 13"/>
              <p:cNvSpPr>
                <a:spLocks noChangeShapeType="1"/>
              </p:cNvSpPr>
              <p:nvPr/>
            </p:nvSpPr>
            <p:spPr bwMode="auto">
              <a:xfrm flipH="1">
                <a:off x="4102" y="1968"/>
                <a:ext cx="41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14"/>
              <p:cNvSpPr>
                <a:spLocks noChangeShapeType="1"/>
              </p:cNvSpPr>
              <p:nvPr/>
            </p:nvSpPr>
            <p:spPr bwMode="auto">
              <a:xfrm flipH="1">
                <a:off x="3562" y="2688"/>
                <a:ext cx="386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Line 15"/>
              <p:cNvSpPr>
                <a:spLocks noChangeShapeType="1"/>
              </p:cNvSpPr>
              <p:nvPr/>
            </p:nvSpPr>
            <p:spPr bwMode="auto">
              <a:xfrm flipH="1">
                <a:off x="4848" y="2688"/>
                <a:ext cx="182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16"/>
              <p:cNvSpPr>
                <a:spLocks noChangeShapeType="1"/>
              </p:cNvSpPr>
              <p:nvPr/>
            </p:nvSpPr>
            <p:spPr bwMode="auto">
              <a:xfrm>
                <a:off x="4080" y="2688"/>
                <a:ext cx="95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17"/>
              <p:cNvSpPr>
                <a:spLocks noChangeShapeType="1"/>
              </p:cNvSpPr>
              <p:nvPr/>
            </p:nvSpPr>
            <p:spPr bwMode="auto">
              <a:xfrm>
                <a:off x="4642" y="1968"/>
                <a:ext cx="446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Line 18"/>
              <p:cNvSpPr>
                <a:spLocks noChangeShapeType="1"/>
              </p:cNvSpPr>
              <p:nvPr/>
            </p:nvSpPr>
            <p:spPr bwMode="auto">
              <a:xfrm>
                <a:off x="5232" y="2688"/>
                <a:ext cx="288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Line 19"/>
              <p:cNvSpPr>
                <a:spLocks noChangeShapeType="1"/>
              </p:cNvSpPr>
              <p:nvPr/>
            </p:nvSpPr>
            <p:spPr bwMode="auto">
              <a:xfrm flipH="1">
                <a:off x="4680" y="3360"/>
                <a:ext cx="85" cy="2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Oval 20"/>
              <p:cNvSpPr>
                <a:spLocks noChangeArrowheads="1"/>
              </p:cNvSpPr>
              <p:nvPr/>
            </p:nvSpPr>
            <p:spPr bwMode="auto">
              <a:xfrm>
                <a:off x="4218" y="3633"/>
                <a:ext cx="231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00" dirty="0"/>
                  <a:t>y</a:t>
                </a:r>
              </a:p>
            </p:txBody>
          </p:sp>
          <p:sp>
            <p:nvSpPr>
              <p:cNvPr id="24" name="Line 21"/>
              <p:cNvSpPr>
                <a:spLocks noChangeShapeType="1"/>
              </p:cNvSpPr>
              <p:nvPr/>
            </p:nvSpPr>
            <p:spPr bwMode="auto">
              <a:xfrm>
                <a:off x="4291" y="3360"/>
                <a:ext cx="84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Oval 22"/>
              <p:cNvSpPr>
                <a:spLocks noChangeArrowheads="1"/>
              </p:cNvSpPr>
              <p:nvPr/>
            </p:nvSpPr>
            <p:spPr bwMode="auto">
              <a:xfrm>
                <a:off x="3684" y="3624"/>
                <a:ext cx="231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00" dirty="0"/>
                  <a:t>2</a:t>
                </a:r>
              </a:p>
            </p:txBody>
          </p:sp>
          <p:sp>
            <p:nvSpPr>
              <p:cNvPr id="26" name="Line 23"/>
              <p:cNvSpPr>
                <a:spLocks noChangeShapeType="1"/>
              </p:cNvSpPr>
              <p:nvPr/>
            </p:nvSpPr>
            <p:spPr bwMode="auto">
              <a:xfrm flipH="1">
                <a:off x="3828" y="3297"/>
                <a:ext cx="24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" name="Oval 12"/>
            <p:cNvSpPr>
              <a:spLocks noChangeArrowheads="1"/>
            </p:cNvSpPr>
            <p:nvPr/>
          </p:nvSpPr>
          <p:spPr bwMode="auto">
            <a:xfrm>
              <a:off x="7950724" y="5132448"/>
              <a:ext cx="366713" cy="381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/>
                <a:t>z</a:t>
              </a:r>
            </a:p>
          </p:txBody>
        </p:sp>
        <p:sp>
          <p:nvSpPr>
            <p:cNvPr id="28" name="Line 19"/>
            <p:cNvSpPr>
              <a:spLocks noChangeShapeType="1"/>
            </p:cNvSpPr>
            <p:nvPr/>
          </p:nvSpPr>
          <p:spPr bwMode="auto">
            <a:xfrm>
              <a:off x="7905481" y="4665627"/>
              <a:ext cx="183356" cy="481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38006" y="3097274"/>
            <a:ext cx="475789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duyệt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trước</a:t>
            </a:r>
            <a:r>
              <a:rPr lang="en-US" sz="2400" dirty="0"/>
              <a:t> </a:t>
            </a:r>
          </a:p>
          <a:p>
            <a:r>
              <a:rPr lang="en-US" sz="2400" b="1" dirty="0"/>
              <a:t>Procedure </a:t>
            </a:r>
            <a:r>
              <a:rPr lang="en-US" sz="2400" dirty="0" err="1"/>
              <a:t>Rpreorder</a:t>
            </a:r>
            <a:r>
              <a:rPr lang="en-US" sz="2400" dirty="0"/>
              <a:t>(T)</a:t>
            </a:r>
          </a:p>
          <a:p>
            <a:r>
              <a:rPr lang="en-US" sz="2400" dirty="0"/>
              <a:t>If T !=null then begin </a:t>
            </a:r>
          </a:p>
          <a:p>
            <a:r>
              <a:rPr lang="en-US" sz="2400" dirty="0"/>
              <a:t>Write (INFO(T));</a:t>
            </a:r>
          </a:p>
          <a:p>
            <a:r>
              <a:rPr lang="en-US" sz="2400" dirty="0"/>
              <a:t>Call </a:t>
            </a:r>
            <a:r>
              <a:rPr lang="en-US" sz="2400" dirty="0" err="1"/>
              <a:t>Rpreorder</a:t>
            </a:r>
            <a:r>
              <a:rPr lang="en-US" sz="2400" dirty="0"/>
              <a:t>(LP(T));</a:t>
            </a:r>
          </a:p>
          <a:p>
            <a:r>
              <a:rPr lang="en-US" sz="2400" dirty="0"/>
              <a:t>Call </a:t>
            </a:r>
            <a:r>
              <a:rPr lang="en-US" sz="2400" dirty="0" err="1"/>
              <a:t>Rpreorder</a:t>
            </a:r>
            <a:r>
              <a:rPr lang="en-US" sz="2400" dirty="0"/>
              <a:t>(RP(T));</a:t>
            </a:r>
          </a:p>
          <a:p>
            <a:r>
              <a:rPr lang="en-US" sz="2400" dirty="0"/>
              <a:t>End;</a:t>
            </a:r>
          </a:p>
          <a:p>
            <a:r>
              <a:rPr lang="en-US" sz="2400" dirty="0"/>
              <a:t>Return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785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4F176-EF85-49D0-9CEF-14C6F7BDC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93D73-1A7E-4517-BA05-240A4C02D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D654A-FAEC-4873-8AB3-75EC91C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4056DC-A3F4-4422-A5B2-881C8B26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đệ</a:t>
            </a:r>
            <a:r>
              <a:rPr lang="en-US" dirty="0"/>
              <a:t> quy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FE5F3-9073-FCBF-CCD8-4FF1B0AFEA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C1E00-28B9-473C-BEF8-1145C12FD120}"/>
              </a:ext>
            </a:extLst>
          </p:cNvPr>
          <p:cNvSpPr txBox="1"/>
          <p:nvPr/>
        </p:nvSpPr>
        <p:spPr>
          <a:xfrm>
            <a:off x="116429" y="1382546"/>
            <a:ext cx="459187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duyet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hau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to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LRN(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Tree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!= </a:t>
            </a:r>
            <a:r>
              <a:rPr lang="en-US" sz="1800" dirty="0">
                <a:solidFill>
                  <a:srgbClr val="6F008A"/>
                </a:solidFill>
                <a:latin typeface="Consolas" panose="020B0609020204030204" pitchFamily="49" charset="0"/>
              </a:rPr>
              <a:t>NIL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LRN(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Left_Child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LRN(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Right_Child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511ADC-E221-4F07-869A-18EFB04B453B}"/>
              </a:ext>
            </a:extLst>
          </p:cNvPr>
          <p:cNvSpPr txBox="1"/>
          <p:nvPr/>
        </p:nvSpPr>
        <p:spPr>
          <a:xfrm>
            <a:off x="90871" y="4413151"/>
            <a:ext cx="4642994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duyet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tien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to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NLR(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Tree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!= </a:t>
            </a:r>
            <a:r>
              <a:rPr lang="en-US" sz="1800" dirty="0">
                <a:solidFill>
                  <a:srgbClr val="6F008A"/>
                </a:solidFill>
                <a:latin typeface="Consolas" panose="020B0609020204030204" pitchFamily="49" charset="0"/>
              </a:rPr>
              <a:t>NIL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NLR(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Left_Child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NLR(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Right_Child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C3F252-0A3F-4647-92E7-80B25BE78233}"/>
              </a:ext>
            </a:extLst>
          </p:cNvPr>
          <p:cNvSpPr txBox="1"/>
          <p:nvPr/>
        </p:nvSpPr>
        <p:spPr>
          <a:xfrm>
            <a:off x="4380317" y="2963241"/>
            <a:ext cx="468559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duyet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trung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to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LNR(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Tree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!= </a:t>
            </a:r>
            <a:r>
              <a:rPr lang="en-US" sz="1800" dirty="0">
                <a:solidFill>
                  <a:srgbClr val="6F008A"/>
                </a:solidFill>
                <a:latin typeface="Consolas" panose="020B0609020204030204" pitchFamily="49" charset="0"/>
              </a:rPr>
              <a:t>NIL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LNR(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Left_Child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LNR(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Right_Child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267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  <a:p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  <a:p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(Heap – sort)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612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gắn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ở </a:t>
            </a:r>
            <a:r>
              <a:rPr lang="en-US" dirty="0" err="1"/>
              <a:t>nút</a:t>
            </a:r>
            <a:r>
              <a:rPr lang="en-US" dirty="0"/>
              <a:t> cha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ở </a:t>
            </a:r>
            <a:r>
              <a:rPr lang="en-US" dirty="0" err="1"/>
              <a:t>nút</a:t>
            </a:r>
            <a:r>
              <a:rPr lang="en-US" dirty="0"/>
              <a:t> con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vector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</p:txBody>
      </p:sp>
      <p:grpSp>
        <p:nvGrpSpPr>
          <p:cNvPr id="65" name="Group 64"/>
          <p:cNvGrpSpPr/>
          <p:nvPr/>
        </p:nvGrpSpPr>
        <p:grpSpPr>
          <a:xfrm>
            <a:off x="4556025" y="3859340"/>
            <a:ext cx="4262168" cy="2331710"/>
            <a:chOff x="4424632" y="3567165"/>
            <a:chExt cx="4262168" cy="2331710"/>
          </a:xfrm>
        </p:grpSpPr>
        <p:grpSp>
          <p:nvGrpSpPr>
            <p:cNvPr id="32" name="Group 31"/>
            <p:cNvGrpSpPr/>
            <p:nvPr/>
          </p:nvGrpSpPr>
          <p:grpSpPr>
            <a:xfrm>
              <a:off x="4662435" y="3689075"/>
              <a:ext cx="3808325" cy="2209800"/>
              <a:chOff x="4662435" y="3689075"/>
              <a:chExt cx="3808325" cy="2209800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4662435" y="3689075"/>
                <a:ext cx="2130251" cy="2209800"/>
                <a:chOff x="4900280" y="3124200"/>
                <a:chExt cx="2130251" cy="2209800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6400799" y="3124200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96</a:t>
                  </a:r>
                </a:p>
              </p:txBody>
            </p:sp>
            <p:sp>
              <p:nvSpPr>
                <p:cNvPr id="9" name="Oval 8"/>
                <p:cNvSpPr/>
                <p:nvPr/>
              </p:nvSpPr>
              <p:spPr>
                <a:xfrm>
                  <a:off x="6467755" y="4191000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51</a:t>
                  </a:r>
                </a:p>
              </p:txBody>
            </p:sp>
            <p:sp>
              <p:nvSpPr>
                <p:cNvPr id="10" name="Oval 9"/>
                <p:cNvSpPr/>
                <p:nvPr/>
              </p:nvSpPr>
              <p:spPr>
                <a:xfrm>
                  <a:off x="4900280" y="4876800"/>
                  <a:ext cx="586120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32</a:t>
                  </a:r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5333999" y="4231720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75</a:t>
                  </a:r>
                </a:p>
              </p:txBody>
            </p:sp>
            <p:sp>
              <p:nvSpPr>
                <p:cNvPr id="13" name="Oval 12"/>
                <p:cNvSpPr/>
                <p:nvPr/>
              </p:nvSpPr>
              <p:spPr>
                <a:xfrm>
                  <a:off x="5641433" y="4876800"/>
                  <a:ext cx="60923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66</a:t>
                  </a:r>
                </a:p>
              </p:txBody>
            </p:sp>
            <p:sp>
              <p:nvSpPr>
                <p:cNvPr id="14" name="Oval 13"/>
                <p:cNvSpPr/>
                <p:nvPr/>
              </p:nvSpPr>
              <p:spPr>
                <a:xfrm>
                  <a:off x="5791200" y="3622120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83</a:t>
                  </a:r>
                </a:p>
              </p:txBody>
            </p:sp>
            <p:cxnSp>
              <p:nvCxnSpPr>
                <p:cNvPr id="15" name="Straight Connector 14"/>
                <p:cNvCxnSpPr>
                  <a:stCxn id="8" idx="3"/>
                  <a:endCxn id="14" idx="7"/>
                </p:cNvCxnSpPr>
                <p:nvPr/>
              </p:nvCxnSpPr>
              <p:spPr>
                <a:xfrm flipH="1">
                  <a:off x="6250669" y="3514445"/>
                  <a:ext cx="226891" cy="17463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>
                  <a:stCxn id="14" idx="5"/>
                  <a:endCxn id="9" idx="1"/>
                </p:cNvCxnSpPr>
                <p:nvPr/>
              </p:nvCxnSpPr>
              <p:spPr>
                <a:xfrm>
                  <a:off x="6250669" y="4012365"/>
                  <a:ext cx="299503" cy="24559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>
                  <a:stCxn id="14" idx="3"/>
                  <a:endCxn id="12" idx="0"/>
                </p:cNvCxnSpPr>
                <p:nvPr/>
              </p:nvCxnSpPr>
              <p:spPr>
                <a:xfrm flipH="1">
                  <a:off x="5602016" y="4012365"/>
                  <a:ext cx="268017" cy="2193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>
                  <a:stCxn id="12" idx="5"/>
                  <a:endCxn id="13" idx="0"/>
                </p:cNvCxnSpPr>
                <p:nvPr/>
              </p:nvCxnSpPr>
              <p:spPr>
                <a:xfrm>
                  <a:off x="5791532" y="4621965"/>
                  <a:ext cx="154519" cy="25483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>
                  <a:stCxn id="12" idx="3"/>
                  <a:endCxn id="10" idx="0"/>
                </p:cNvCxnSpPr>
                <p:nvPr/>
              </p:nvCxnSpPr>
              <p:spPr>
                <a:xfrm flipH="1">
                  <a:off x="5193340" y="4621965"/>
                  <a:ext cx="219159" cy="25483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Oval 22"/>
              <p:cNvSpPr/>
              <p:nvPr/>
            </p:nvSpPr>
            <p:spPr>
              <a:xfrm>
                <a:off x="7186981" y="4239523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45</a:t>
                </a:r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7885376" y="4865991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27</a:t>
                </a:r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6883629" y="4825419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11</a:t>
                </a:r>
              </a:p>
            </p:txBody>
          </p:sp>
          <p:cxnSp>
            <p:nvCxnSpPr>
              <p:cNvPr id="27" name="Straight Connector 26"/>
              <p:cNvCxnSpPr>
                <a:stCxn id="8" idx="6"/>
                <a:endCxn id="23" idx="1"/>
              </p:cNvCxnSpPr>
              <p:nvPr/>
            </p:nvCxnSpPr>
            <p:spPr>
              <a:xfrm>
                <a:off x="6687109" y="3917675"/>
                <a:ext cx="585863" cy="3888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23" idx="3"/>
                <a:endCxn id="25" idx="0"/>
              </p:cNvCxnSpPr>
              <p:nvPr/>
            </p:nvCxnSpPr>
            <p:spPr>
              <a:xfrm flipH="1">
                <a:off x="7186981" y="4629768"/>
                <a:ext cx="85991" cy="19565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23" idx="5"/>
                <a:endCxn id="24" idx="1"/>
              </p:cNvCxnSpPr>
              <p:nvPr/>
            </p:nvCxnSpPr>
            <p:spPr>
              <a:xfrm>
                <a:off x="7688174" y="4629768"/>
                <a:ext cx="282930" cy="3031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TextBox 54"/>
            <p:cNvSpPr txBox="1"/>
            <p:nvPr/>
          </p:nvSpPr>
          <p:spPr>
            <a:xfrm>
              <a:off x="5955864" y="3567165"/>
              <a:ext cx="14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364170" y="4239523"/>
              <a:ext cx="134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960451" y="4317585"/>
              <a:ext cx="3942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786349" y="4827310"/>
              <a:ext cx="504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88813" y="4869353"/>
              <a:ext cx="2838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404341" y="4850540"/>
              <a:ext cx="283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470760" y="4869353"/>
              <a:ext cx="216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424632" y="5527086"/>
              <a:ext cx="4756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975518" y="5485609"/>
              <a:ext cx="394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9</a:t>
              </a:r>
            </a:p>
          </p:txBody>
        </p:sp>
      </p:grpSp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665680"/>
              </p:ext>
            </p:extLst>
          </p:nvPr>
        </p:nvGraphicFramePr>
        <p:xfrm>
          <a:off x="329037" y="4009242"/>
          <a:ext cx="470934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4231"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021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: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vector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.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  <a:p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?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405394"/>
              </p:ext>
            </p:extLst>
          </p:nvPr>
        </p:nvGraphicFramePr>
        <p:xfrm>
          <a:off x="339795" y="4438577"/>
          <a:ext cx="470934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3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4231"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4687418" y="3574907"/>
            <a:ext cx="4262168" cy="2331710"/>
            <a:chOff x="4424632" y="3567165"/>
            <a:chExt cx="4262168" cy="2331710"/>
          </a:xfrm>
        </p:grpSpPr>
        <p:grpSp>
          <p:nvGrpSpPr>
            <p:cNvPr id="9" name="Group 8"/>
            <p:cNvGrpSpPr/>
            <p:nvPr/>
          </p:nvGrpSpPr>
          <p:grpSpPr>
            <a:xfrm>
              <a:off x="4662435" y="3689075"/>
              <a:ext cx="3808325" cy="2209800"/>
              <a:chOff x="4662435" y="3689075"/>
              <a:chExt cx="3808325" cy="2209800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4662435" y="3689075"/>
                <a:ext cx="2130251" cy="2209800"/>
                <a:chOff x="4900280" y="3124200"/>
                <a:chExt cx="2130251" cy="2209800"/>
              </a:xfrm>
            </p:grpSpPr>
            <p:sp>
              <p:nvSpPr>
                <p:cNvPr id="26" name="Oval 25"/>
                <p:cNvSpPr/>
                <p:nvPr/>
              </p:nvSpPr>
              <p:spPr>
                <a:xfrm>
                  <a:off x="6400799" y="3124200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32</a:t>
                  </a:r>
                </a:p>
              </p:txBody>
            </p:sp>
            <p:sp>
              <p:nvSpPr>
                <p:cNvPr id="27" name="Oval 26"/>
                <p:cNvSpPr/>
                <p:nvPr/>
              </p:nvSpPr>
              <p:spPr>
                <a:xfrm>
                  <a:off x="6467755" y="4191000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96</a:t>
                  </a:r>
                </a:p>
              </p:txBody>
            </p:sp>
            <p:sp>
              <p:nvSpPr>
                <p:cNvPr id="28" name="Oval 27"/>
                <p:cNvSpPr/>
                <p:nvPr/>
              </p:nvSpPr>
              <p:spPr>
                <a:xfrm>
                  <a:off x="4900280" y="4876800"/>
                  <a:ext cx="586120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75</a:t>
                  </a:r>
                </a:p>
              </p:txBody>
            </p:sp>
            <p:sp>
              <p:nvSpPr>
                <p:cNvPr id="29" name="Oval 28"/>
                <p:cNvSpPr/>
                <p:nvPr/>
              </p:nvSpPr>
              <p:spPr>
                <a:xfrm>
                  <a:off x="5333999" y="4231720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83</a:t>
                  </a:r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5641433" y="4876800"/>
                  <a:ext cx="60923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66</a:t>
                  </a:r>
                </a:p>
              </p:txBody>
            </p:sp>
            <p:sp>
              <p:nvSpPr>
                <p:cNvPr id="31" name="Oval 30"/>
                <p:cNvSpPr/>
                <p:nvPr/>
              </p:nvSpPr>
              <p:spPr>
                <a:xfrm>
                  <a:off x="5791200" y="3622120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51</a:t>
                  </a:r>
                </a:p>
              </p:txBody>
            </p:sp>
            <p:cxnSp>
              <p:nvCxnSpPr>
                <p:cNvPr id="32" name="Straight Connector 31"/>
                <p:cNvCxnSpPr>
                  <a:stCxn id="26" idx="3"/>
                  <a:endCxn id="31" idx="7"/>
                </p:cNvCxnSpPr>
                <p:nvPr/>
              </p:nvCxnSpPr>
              <p:spPr>
                <a:xfrm flipH="1">
                  <a:off x="6250669" y="3514445"/>
                  <a:ext cx="226891" cy="17463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>
                  <a:stCxn id="31" idx="5"/>
                  <a:endCxn id="27" idx="1"/>
                </p:cNvCxnSpPr>
                <p:nvPr/>
              </p:nvCxnSpPr>
              <p:spPr>
                <a:xfrm>
                  <a:off x="6250669" y="4012365"/>
                  <a:ext cx="299503" cy="24559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>
                  <a:stCxn id="31" idx="3"/>
                  <a:endCxn id="29" idx="0"/>
                </p:cNvCxnSpPr>
                <p:nvPr/>
              </p:nvCxnSpPr>
              <p:spPr>
                <a:xfrm flipH="1">
                  <a:off x="5602016" y="4012365"/>
                  <a:ext cx="268017" cy="2193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>
                  <a:stCxn id="29" idx="5"/>
                  <a:endCxn id="30" idx="0"/>
                </p:cNvCxnSpPr>
                <p:nvPr/>
              </p:nvCxnSpPr>
              <p:spPr>
                <a:xfrm>
                  <a:off x="5791532" y="4621965"/>
                  <a:ext cx="154519" cy="25483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>
                  <a:stCxn id="29" idx="3"/>
                  <a:endCxn id="28" idx="0"/>
                </p:cNvCxnSpPr>
                <p:nvPr/>
              </p:nvCxnSpPr>
              <p:spPr>
                <a:xfrm flipH="1">
                  <a:off x="5193340" y="4621965"/>
                  <a:ext cx="219159" cy="25483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Oval 19"/>
              <p:cNvSpPr/>
              <p:nvPr/>
            </p:nvSpPr>
            <p:spPr>
              <a:xfrm>
                <a:off x="7186981" y="4239523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27</a:t>
                </a: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7885376" y="4865991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45</a:t>
                </a: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6883629" y="4825419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11</a:t>
                </a:r>
              </a:p>
            </p:txBody>
          </p:sp>
          <p:cxnSp>
            <p:nvCxnSpPr>
              <p:cNvPr id="23" name="Straight Connector 22"/>
              <p:cNvCxnSpPr>
                <a:stCxn id="26" idx="6"/>
                <a:endCxn id="20" idx="1"/>
              </p:cNvCxnSpPr>
              <p:nvPr/>
            </p:nvCxnSpPr>
            <p:spPr>
              <a:xfrm>
                <a:off x="6687109" y="3917675"/>
                <a:ext cx="585863" cy="3888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20" idx="3"/>
                <a:endCxn id="22" idx="0"/>
              </p:cNvCxnSpPr>
              <p:nvPr/>
            </p:nvCxnSpPr>
            <p:spPr>
              <a:xfrm flipH="1">
                <a:off x="7186981" y="4629768"/>
                <a:ext cx="85991" cy="19565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>
                <a:stCxn id="20" idx="5"/>
                <a:endCxn id="21" idx="1"/>
              </p:cNvCxnSpPr>
              <p:nvPr/>
            </p:nvCxnSpPr>
            <p:spPr>
              <a:xfrm>
                <a:off x="7688174" y="4629768"/>
                <a:ext cx="282930" cy="3031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/>
            <p:cNvSpPr txBox="1"/>
            <p:nvPr/>
          </p:nvSpPr>
          <p:spPr>
            <a:xfrm>
              <a:off x="5955864" y="3567165"/>
              <a:ext cx="14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64170" y="4239523"/>
              <a:ext cx="134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960451" y="4317585"/>
              <a:ext cx="3942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786349" y="4827310"/>
              <a:ext cx="504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88813" y="4869353"/>
              <a:ext cx="2838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04341" y="4850540"/>
              <a:ext cx="283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70760" y="4869353"/>
              <a:ext cx="216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24632" y="5527086"/>
              <a:ext cx="4756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75518" y="5485609"/>
              <a:ext cx="394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9273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  <a:p>
            <a:pPr lvl="1"/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n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n/2 </a:t>
            </a:r>
            <a:r>
              <a:rPr lang="en-US" dirty="0" err="1"/>
              <a:t>nút</a:t>
            </a:r>
            <a:r>
              <a:rPr lang="en-US" dirty="0"/>
              <a:t> cha. </a:t>
            </a:r>
          </a:p>
          <a:p>
            <a:pPr lvl="1"/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: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,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(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con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rồi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6029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27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(bottom up)</a:t>
            </a:r>
          </a:p>
          <a:p>
            <a:r>
              <a:rPr lang="en-US" dirty="0" err="1"/>
              <a:t>Lá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,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n/2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xuống</a:t>
            </a:r>
            <a:endParaRPr lang="en-US" dirty="0"/>
          </a:p>
          <a:p>
            <a:pPr lvl="1"/>
            <a:r>
              <a:rPr lang="en-US" dirty="0"/>
              <a:t>i: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xét</a:t>
            </a:r>
            <a:endParaRPr lang="en-US" dirty="0"/>
          </a:p>
          <a:p>
            <a:pPr lvl="1"/>
            <a:r>
              <a:rPr lang="en-US" dirty="0"/>
              <a:t>n: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endParaRPr lang="en-US" dirty="0"/>
          </a:p>
          <a:p>
            <a:r>
              <a:rPr lang="en-US" dirty="0" err="1"/>
              <a:t>Có</a:t>
            </a:r>
            <a:r>
              <a:rPr lang="en-US" dirty="0"/>
              <a:t> n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vector A,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	For i = n/2 down to 1 Call Adjust(</a:t>
            </a:r>
            <a:r>
              <a:rPr lang="en-US" b="1" dirty="0" err="1">
                <a:solidFill>
                  <a:srgbClr val="FF0000"/>
                </a:solidFill>
              </a:rPr>
              <a:t>i,n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endParaRPr lang="en-US" dirty="0"/>
          </a:p>
          <a:p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: </a:t>
            </a:r>
            <a:r>
              <a:rPr lang="en-US" b="1" dirty="0">
                <a:solidFill>
                  <a:srgbClr val="FF0000"/>
                </a:solidFill>
              </a:rPr>
              <a:t>Adjust(</a:t>
            </a:r>
            <a:r>
              <a:rPr lang="en-US" b="1" dirty="0" err="1">
                <a:solidFill>
                  <a:srgbClr val="FF0000"/>
                </a:solidFill>
              </a:rPr>
              <a:t>i,n</a:t>
            </a:r>
            <a:r>
              <a:rPr lang="en-US" b="1" dirty="0">
                <a:solidFill>
                  <a:srgbClr val="FF0000"/>
                </a:solidFill>
              </a:rPr>
              <a:t>) </a:t>
            </a:r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5415995" y="4246016"/>
            <a:ext cx="3315956" cy="1657977"/>
            <a:chOff x="2783394" y="4551903"/>
            <a:chExt cx="3315956" cy="1657977"/>
          </a:xfrm>
        </p:grpSpPr>
        <p:sp>
          <p:nvSpPr>
            <p:cNvPr id="7" name="Oval 6"/>
            <p:cNvSpPr/>
            <p:nvPr/>
          </p:nvSpPr>
          <p:spPr>
            <a:xfrm>
              <a:off x="3989195" y="4551903"/>
              <a:ext cx="823965" cy="472273"/>
            </a:xfrm>
            <a:prstGeom prst="ellipse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i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2783394" y="5596931"/>
              <a:ext cx="1426866" cy="612949"/>
            </a:xfrm>
            <a:prstGeom prst="triangl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Đống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4692494" y="5596931"/>
              <a:ext cx="1406856" cy="612949"/>
            </a:xfrm>
            <a:prstGeom prst="triangl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Đống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10"/>
            <p:cNvCxnSpPr>
              <a:stCxn id="7" idx="3"/>
              <a:endCxn id="8" idx="0"/>
            </p:cNvCxnSpPr>
            <p:nvPr/>
          </p:nvCxnSpPr>
          <p:spPr>
            <a:xfrm flipH="1">
              <a:off x="3496827" y="4955013"/>
              <a:ext cx="613035" cy="641918"/>
            </a:xfrm>
            <a:prstGeom prst="lin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>
              <a:stCxn id="7" idx="5"/>
              <a:endCxn id="9" idx="0"/>
            </p:cNvCxnSpPr>
            <p:nvPr/>
          </p:nvCxnSpPr>
          <p:spPr>
            <a:xfrm>
              <a:off x="4692493" y="4955013"/>
              <a:ext cx="703429" cy="641918"/>
            </a:xfrm>
            <a:prstGeom prst="lin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244391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Procedure Adjust(</a:t>
            </a:r>
            <a:r>
              <a:rPr lang="en-US" dirty="0" err="1"/>
              <a:t>i,n</a:t>
            </a:r>
            <a:r>
              <a:rPr lang="en-US" dirty="0"/>
              <a:t>)</a:t>
            </a:r>
          </a:p>
          <a:p>
            <a:pPr marL="514350" indent="-514350">
              <a:buFont typeface="Arial"/>
              <a:buAutoNum type="arabicPeriod"/>
            </a:pPr>
            <a:r>
              <a:rPr lang="en-US" dirty="0"/>
              <a:t>Key = A[</a:t>
            </a:r>
            <a:r>
              <a:rPr lang="en-US" dirty="0" err="1"/>
              <a:t>i</a:t>
            </a:r>
            <a:r>
              <a:rPr lang="en-US" dirty="0"/>
              <a:t>] ; j = 2*</a:t>
            </a:r>
            <a:r>
              <a:rPr lang="en-US" dirty="0" err="1"/>
              <a:t>i</a:t>
            </a:r>
            <a:r>
              <a:rPr lang="en-US" dirty="0"/>
              <a:t>;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//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bảo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lưu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số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ở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nút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và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nhận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chỉ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số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nút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con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trái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  <a:p>
            <a:pPr marL="514350" indent="-514350">
              <a:buFont typeface="Arial"/>
              <a:buAutoNum type="arabicPeriod"/>
            </a:pPr>
            <a:r>
              <a:rPr lang="en-US" dirty="0"/>
              <a:t>While j &lt;=n do {</a:t>
            </a:r>
          </a:p>
          <a:p>
            <a:pPr marL="514350" indent="-514350">
              <a:buAutoNum type="arabicPeriod"/>
            </a:pPr>
            <a:r>
              <a:rPr lang="en-US" dirty="0"/>
              <a:t>If j &lt; n and A[j] &lt; A[j+1] then j = j+1</a:t>
            </a:r>
          </a:p>
          <a:p>
            <a:pPr marL="514350" indent="-514350">
              <a:buAutoNum type="arabicPeriod"/>
            </a:pPr>
            <a:r>
              <a:rPr lang="en-US" dirty="0"/>
              <a:t>If Key &gt; A[j] then {A[j/2] = Key} ;</a:t>
            </a:r>
          </a:p>
          <a:p>
            <a:pPr marL="0" indent="0">
              <a:buNone/>
            </a:pPr>
            <a:r>
              <a:rPr lang="en-US" dirty="0"/>
              <a:t>	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//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nếu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số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ở con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phải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lớn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hơn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ghi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chỉ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số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con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phải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  <a:p>
            <a:pPr marL="514350" indent="-514350">
              <a:buAutoNum type="arabicPeriod" startAt="5"/>
            </a:pPr>
            <a:r>
              <a:rPr lang="en-US" dirty="0"/>
              <a:t>Else {A[j/2] = A[j];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//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đưa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số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lớn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hơn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lên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vị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trí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cha, }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tiếp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tục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xuống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con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trái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  <a:p>
            <a:pPr marL="514350" indent="-514350">
              <a:buAutoNum type="arabicPeriod" startAt="5"/>
            </a:pPr>
            <a:r>
              <a:rPr lang="en-US" dirty="0"/>
              <a:t>A[j] = Key ;}</a:t>
            </a:r>
          </a:p>
          <a:p>
            <a:pPr marL="514350" indent="-514350">
              <a:buAutoNum type="arabicPeriod" startAt="5"/>
            </a:pPr>
            <a:r>
              <a:rPr lang="en-US" dirty="0"/>
              <a:t>Key = A[j];</a:t>
            </a:r>
          </a:p>
          <a:p>
            <a:pPr marL="514350" indent="-514350">
              <a:buAutoNum type="arabicPeriod" startAt="5"/>
            </a:pPr>
            <a:r>
              <a:rPr lang="en-US" dirty="0"/>
              <a:t> j = 2*j; } </a:t>
            </a:r>
          </a:p>
          <a:p>
            <a:pPr marL="514350" indent="-514350">
              <a:buAutoNum type="arabicPeriod" startAt="5"/>
            </a:pPr>
            <a:r>
              <a:rPr lang="en-US" dirty="0"/>
              <a:t>Return </a:t>
            </a:r>
          </a:p>
        </p:txBody>
      </p:sp>
    </p:spTree>
    <p:extLst>
      <p:ext uri="{BB962C8B-B14F-4D97-AF65-F5344CB8AC3E}">
        <p14:creationId xmlns:p14="http://schemas.microsoft.com/office/powerpoint/2010/main" val="619050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140DA-42E7-4119-90A3-8F8AD5572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3C6E-FAA8-4067-999D-CBE0C0BDB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CAE05-423F-4C02-B227-21D5050B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03DFB-A9D1-42E9-A2A1-7282F33BC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B112E-E217-DC0F-35B2-5DC359CCB2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9815D5-9486-4907-A93D-859B40EC48DF}"/>
              </a:ext>
            </a:extLst>
          </p:cNvPr>
          <p:cNvSpPr txBox="1"/>
          <p:nvPr/>
        </p:nvSpPr>
        <p:spPr>
          <a:xfrm>
            <a:off x="221673" y="1699031"/>
            <a:ext cx="8528857" cy="42780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CreatHeap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Tree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v-SE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j = (2 * </a:t>
            </a:r>
            <a:r>
              <a:rPr lang="sv-SE" sz="1600" dirty="0">
                <a:solidFill>
                  <a:srgbClr val="808080"/>
                </a:solidFill>
                <a:latin typeface="Consolas" panose="020B0609020204030204" pitchFamily="49" charset="0"/>
              </a:rPr>
              <a:t>i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) + 1; </a:t>
            </a:r>
            <a:r>
              <a:rPr lang="sv-SE" sz="1600" dirty="0">
                <a:solidFill>
                  <a:srgbClr val="008000"/>
                </a:solidFill>
                <a:latin typeface="Consolas" panose="020B0609020204030204" pitchFamily="49" charset="0"/>
              </a:rPr>
              <a:t>//j </a:t>
            </a:r>
            <a:endParaRPr lang="sv-SE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key =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-&gt;Data[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(j &lt;= 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- 1))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((j &lt;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- 1) &amp;&amp; 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-&gt;Data[j] &lt;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-&gt;Data[j + 1])) { j = (j + 1);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(key &gt;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-&gt;Data[j])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-&gt;Data[(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)floor((j - 1) / 2)] = key;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			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-&gt;Data[(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)floor((j - 1) / 2)] =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-&gt;Data[j];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			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-&gt;Data[j] = key;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		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key =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-&gt;Data[j];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j = j * 2 + 1;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23176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,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vector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,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-&gt;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ban </a:t>
            </a:r>
            <a:r>
              <a:rPr lang="en-US" dirty="0" err="1"/>
              <a:t>đầu</a:t>
            </a:r>
            <a:endParaRPr lang="en-US" dirty="0"/>
          </a:p>
          <a:p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ở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ở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</a:p>
          <a:p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1 </a:t>
            </a:r>
            <a:r>
              <a:rPr lang="en-US" dirty="0" err="1"/>
              <a:t>nút</a:t>
            </a:r>
            <a:r>
              <a:rPr lang="en-US" dirty="0"/>
              <a:t> -&gt;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9664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841248"/>
            <a:ext cx="8674100" cy="3855134"/>
          </a:xfrm>
        </p:spPr>
        <p:txBody>
          <a:bodyPr>
            <a:normAutofit/>
          </a:bodyPr>
          <a:lstStyle/>
          <a:p>
            <a:r>
              <a:rPr lang="en-US" dirty="0"/>
              <a:t>Procedure HEAP-SORT(</a:t>
            </a:r>
            <a:r>
              <a:rPr lang="en-US" dirty="0" err="1"/>
              <a:t>A,n</a:t>
            </a:r>
            <a:r>
              <a:rPr lang="en-US" dirty="0"/>
              <a:t>)</a:t>
            </a:r>
          </a:p>
          <a:p>
            <a:pPr marL="514350" indent="-514350">
              <a:buAutoNum type="arabicPeriod"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[n/2] down to 1 Call Adjust(</a:t>
            </a:r>
            <a:r>
              <a:rPr lang="en-US" dirty="0" err="1"/>
              <a:t>i,n</a:t>
            </a:r>
            <a:r>
              <a:rPr lang="en-US" dirty="0"/>
              <a:t>);</a:t>
            </a:r>
          </a:p>
          <a:p>
            <a:pPr marL="514350" indent="-514350">
              <a:buFont typeface="Arial"/>
              <a:buAutoNum type="arabicPeriod"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n-1 down to 1 {</a:t>
            </a:r>
          </a:p>
          <a:p>
            <a:pPr marL="0" indent="0">
              <a:buNone/>
            </a:pPr>
            <a:r>
              <a:rPr lang="en-US" dirty="0"/>
              <a:t>A[1]       A[i+1]; call Adjust(1,i);</a:t>
            </a:r>
          </a:p>
          <a:p>
            <a:pPr marL="0" indent="0">
              <a:buNone/>
            </a:pPr>
            <a:r>
              <a:rPr lang="en-US" dirty="0"/>
              <a:t>3. Return </a:t>
            </a:r>
          </a:p>
          <a:p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311C81-C3E2-C14F-B50F-F174B56D6269}"/>
              </a:ext>
            </a:extLst>
          </p:cNvPr>
          <p:cNvCxnSpPr>
            <a:cxnSpLocks/>
          </p:cNvCxnSpPr>
          <p:nvPr/>
        </p:nvCxnSpPr>
        <p:spPr>
          <a:xfrm>
            <a:off x="1364342" y="3686629"/>
            <a:ext cx="44994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2BCF1C2-5838-7E46-BA2F-FC91CEE8A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353380"/>
              </p:ext>
            </p:extLst>
          </p:nvPr>
        </p:nvGraphicFramePr>
        <p:xfrm>
          <a:off x="856342" y="5402219"/>
          <a:ext cx="6096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9360979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83509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8455017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373129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735525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750346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2214994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465438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122402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28673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0556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F285D3C-867D-0349-ADD6-A1601E678A3E}"/>
              </a:ext>
            </a:extLst>
          </p:cNvPr>
          <p:cNvSpPr txBox="1"/>
          <p:nvPr/>
        </p:nvSpPr>
        <p:spPr>
          <a:xfrm>
            <a:off x="856342" y="5923218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A[1]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307438-59DF-244A-8693-97039362D24D}"/>
              </a:ext>
            </a:extLst>
          </p:cNvPr>
          <p:cNvSpPr txBox="1"/>
          <p:nvPr/>
        </p:nvSpPr>
        <p:spPr>
          <a:xfrm>
            <a:off x="6295810" y="5949236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A[10]</a:t>
            </a:r>
          </a:p>
        </p:txBody>
      </p:sp>
    </p:spTree>
    <p:extLst>
      <p:ext uri="{BB962C8B-B14F-4D97-AF65-F5344CB8AC3E}">
        <p14:creationId xmlns:p14="http://schemas.microsoft.com/office/powerpoint/2010/main" val="3200839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FD883-742D-4BB0-84E8-37C053B5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F266A-AAEB-4C5B-B461-F0CEC348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31D71-8EB5-4D2F-9AFD-E836297C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CE637-48B1-4137-B2EA-8F1F2222E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5A59A-DEA1-3C0D-DA41-A0D6D409BCA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4D519-6244-42B2-BB99-BEFE58810B9F}"/>
              </a:ext>
            </a:extLst>
          </p:cNvPr>
          <p:cNvSpPr txBox="1"/>
          <p:nvPr/>
        </p:nvSpPr>
        <p:spPr>
          <a:xfrm>
            <a:off x="1524000" y="1827519"/>
            <a:ext cx="5881255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heapsort(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Tree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(</a:t>
            </a:r>
            <a:r>
              <a:rPr lang="nn-NO" sz="18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- 1) / 2; i &gt;= 0; i--)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CreatHeap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- 1);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nn-NO" sz="18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- 1; i &gt; 0; i--) {</a:t>
            </a:r>
          </a:p>
          <a:p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swap(</a:t>
            </a:r>
            <a:r>
              <a:rPr lang="nn-NO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-&gt;Data[0], </a:t>
            </a:r>
            <a:r>
              <a:rPr lang="nn-NO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nn-NO" sz="1800" dirty="0">
                <a:solidFill>
                  <a:srgbClr val="000000"/>
                </a:solidFill>
                <a:latin typeface="Consolas" panose="020B0609020204030204" pitchFamily="49" charset="0"/>
              </a:rPr>
              <a:t>-&gt;Data[i]);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CreatHeap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0,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435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DBB9E-C966-F77B-5768-C9185291E73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B0990AB-AAF1-1D4F-B7E5-92621780DB84}"/>
              </a:ext>
            </a:extLst>
          </p:cNvPr>
          <p:cNvGrpSpPr/>
          <p:nvPr/>
        </p:nvGrpSpPr>
        <p:grpSpPr>
          <a:xfrm>
            <a:off x="178843" y="674555"/>
            <a:ext cx="4262168" cy="2413030"/>
            <a:chOff x="187989" y="1702564"/>
            <a:chExt cx="4262168" cy="241303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98949FE-157A-AC4F-B141-D0E734110466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B9B4AB5-8C2E-3A4C-A6FB-7E22102E20B2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89D42E42-AB61-7B41-A93B-3DA4C0225634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28E28ACE-BB25-6C4B-8B64-2A9D7AE8D168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D7E8CC4C-AF0A-FA4E-A362-150851B42FE7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16</a:t>
                    </a:r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120DA00F-636E-1E4E-9B96-6C90B7D76743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F0E07A26-F528-9048-978C-8EEC3FC16B1A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B5A176FF-2324-4542-B966-95A69F5AED15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8</a:t>
                    </a:r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47C21525-E694-DA46-9748-A4B84F57A91B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</a:t>
                    </a:r>
                  </a:p>
                </p:txBody>
              </p: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5A3A608A-12C7-A740-8B60-6E6F66C8ACF0}"/>
                      </a:ext>
                    </a:extLst>
                  </p:cNvPr>
                  <p:cNvCxnSpPr>
                    <a:stCxn id="25" idx="3"/>
                    <a:endCxn id="30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2A11F787-810D-2E45-868E-39A5CDC73F9D}"/>
                      </a:ext>
                    </a:extLst>
                  </p:cNvPr>
                  <p:cNvCxnSpPr>
                    <a:stCxn id="30" idx="5"/>
                    <a:endCxn id="26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7F31B499-193A-4C42-831D-BCA19ED583E3}"/>
                      </a:ext>
                    </a:extLst>
                  </p:cNvPr>
                  <p:cNvCxnSpPr>
                    <a:stCxn id="30" idx="3"/>
                    <a:endCxn id="28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E3468919-1C63-2045-B62E-46207AE5754F}"/>
                      </a:ext>
                    </a:extLst>
                  </p:cNvPr>
                  <p:cNvCxnSpPr>
                    <a:stCxn id="28" idx="5"/>
                    <a:endCxn id="29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4D0A4AF7-538D-C545-8732-6A8CCC8CC7E3}"/>
                      </a:ext>
                    </a:extLst>
                  </p:cNvPr>
                  <p:cNvCxnSpPr>
                    <a:stCxn id="28" idx="3"/>
                    <a:endCxn id="27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E63542EA-9031-D243-9C33-E3063B463102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29999343-7F8B-4644-9DF3-DF1F5ADFFF41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10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B3F3BCA-EDA1-D343-93F2-BF10CAF71A83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D4DA942-E978-CB4B-BE02-69F31DDE1D6A}"/>
                    </a:ext>
                  </a:extLst>
                </p:cNvPr>
                <p:cNvCxnSpPr>
                  <a:stCxn id="25" idx="6"/>
                  <a:endCxn id="19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30E9F4E2-F3F0-2949-8CBB-11BAB444123B}"/>
                    </a:ext>
                  </a:extLst>
                </p:cNvPr>
                <p:cNvCxnSpPr>
                  <a:stCxn id="19" idx="3"/>
                  <a:endCxn id="21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977F4C4-885A-AA4C-89AC-F72F75FB51A3}"/>
                    </a:ext>
                  </a:extLst>
                </p:cNvPr>
                <p:cNvCxnSpPr>
                  <a:stCxn id="19" idx="5"/>
                  <a:endCxn id="20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4B6A5B-5DA3-5346-B66A-D4A79F74BD09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4B88C6-2881-394A-B5BF-B067DCD7A742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0F6819-5554-5E40-8B68-867130EA5A40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3F9314-C565-7844-82F1-13BB58140581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6A7378-2430-4041-9325-AA4740032ACC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901DC7-247C-8145-92B9-A2E596B3DECF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712023-B709-C64E-B9C8-0EDA68395C09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27B630-2A46-EC42-BA8C-1162AB59CF43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2A4D55-1EDB-7948-8EBE-579CE0FD661E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D46FAE7-17B8-0D47-8A72-9DC0D5FB25A4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7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BBB21A7-D54C-1A4C-A21B-3EDBFEC9E35F}"/>
                </a:ext>
              </a:extLst>
            </p:cNvPr>
            <p:cNvCxnSpPr>
              <a:cxnSpLocks/>
              <a:stCxn id="26" idx="4"/>
              <a:endCxn id="36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A0A563C-4910-6E42-BE8E-644B115D7B7D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F54BE0-CCA6-6F40-82A7-C540307B46B9}"/>
              </a:ext>
            </a:extLst>
          </p:cNvPr>
          <p:cNvGrpSpPr/>
          <p:nvPr/>
        </p:nvGrpSpPr>
        <p:grpSpPr>
          <a:xfrm>
            <a:off x="4796676" y="642319"/>
            <a:ext cx="4262168" cy="2413030"/>
            <a:chOff x="187989" y="1702564"/>
            <a:chExt cx="4262168" cy="241303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8F1EB80-DE93-094D-99A2-3AC73B1E08B3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33AD6BEF-AAF1-D849-B975-8C5ED245EAC0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FCAFFF94-4CA0-8F41-88FE-1779F02EB08A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0B2B830B-2519-6745-96DB-5E3D012F80B4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55E3179F-D599-2544-94D4-30B84EDFEA57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16</a:t>
                    </a:r>
                  </a:p>
                </p:txBody>
              </p:sp>
              <p:sp>
                <p:nvSpPr>
                  <p:cNvPr id="67" name="Oval 66">
                    <a:extLst>
                      <a:ext uri="{FF2B5EF4-FFF2-40B4-BE49-F238E27FC236}">
                        <a16:creationId xmlns:a16="http://schemas.microsoft.com/office/drawing/2014/main" id="{74A52770-2554-CA48-A203-14F0AA9150CC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68" name="Oval 67">
                    <a:extLst>
                      <a:ext uri="{FF2B5EF4-FFF2-40B4-BE49-F238E27FC236}">
                        <a16:creationId xmlns:a16="http://schemas.microsoft.com/office/drawing/2014/main" id="{46D864E2-C214-AB4E-937B-14AEF84314A3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2C51D846-3E30-2648-9813-C6F814AB549E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8</a:t>
                    </a:r>
                  </a:p>
                </p:txBody>
              </p:sp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83BEBDA6-238C-B44D-A9CF-5859F24786E9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</a:t>
                    </a:r>
                  </a:p>
                </p:txBody>
              </p: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921526C6-35C0-AC48-8600-3EF801113FC7}"/>
                      </a:ext>
                    </a:extLst>
                  </p:cNvPr>
                  <p:cNvCxnSpPr>
                    <a:stCxn id="65" idx="3"/>
                    <a:endCxn id="70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A7CE157A-2897-6846-A55C-4F3B1E4B851A}"/>
                      </a:ext>
                    </a:extLst>
                  </p:cNvPr>
                  <p:cNvCxnSpPr>
                    <a:stCxn id="70" idx="5"/>
                    <a:endCxn id="66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4C3B519E-79CE-0742-9FC4-7D4D3FB1F89E}"/>
                      </a:ext>
                    </a:extLst>
                  </p:cNvPr>
                  <p:cNvCxnSpPr>
                    <a:stCxn id="70" idx="3"/>
                    <a:endCxn id="68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1D3B8FE5-29D6-464A-9690-BB46941C65C6}"/>
                      </a:ext>
                    </a:extLst>
                  </p:cNvPr>
                  <p:cNvCxnSpPr>
                    <a:stCxn id="68" idx="5"/>
                    <a:endCxn id="69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98C5D58C-AA3F-AE4D-9CD1-19DDDB9F1037}"/>
                      </a:ext>
                    </a:extLst>
                  </p:cNvPr>
                  <p:cNvCxnSpPr>
                    <a:stCxn id="68" idx="3"/>
                    <a:endCxn id="67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57D5D23B-8C29-8241-9CDB-8A77CA0DE83F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81D71594-EAC9-5947-9D61-8BAF4471955F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10</a:t>
                  </a: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F3A87164-7AB0-BC48-983F-F91EC8869932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4E3335F9-BE78-8343-9A99-D53707B77C62}"/>
                    </a:ext>
                  </a:extLst>
                </p:cNvPr>
                <p:cNvCxnSpPr>
                  <a:stCxn id="65" idx="6"/>
                  <a:endCxn id="59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68B7A99D-2841-074F-BD00-9969BE45A17B}"/>
                    </a:ext>
                  </a:extLst>
                </p:cNvPr>
                <p:cNvCxnSpPr>
                  <a:stCxn id="59" idx="3"/>
                  <a:endCxn id="61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6998ABA4-58E6-9747-9888-0134DC999E8D}"/>
                    </a:ext>
                  </a:extLst>
                </p:cNvPr>
                <p:cNvCxnSpPr>
                  <a:stCxn id="59" idx="5"/>
                  <a:endCxn id="60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E1264C2-2538-344D-AF76-6D33393FD134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703D6F9-1B90-DE43-AF4D-17DF4601FC2F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41B083F-541D-464D-89AA-2D71E7256DFF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E77B4AE-4747-0642-A801-0E0FA68A88C7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9FFE167-62EC-D847-B6F1-CA55A7030056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D35E7E8-13B5-6042-9C94-CD75276391B7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0DE61A9-1BA1-D44B-A325-2681C2D9DD02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49BB76-E560-F849-9409-C4D7DC5DCC3A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30AC6FE-3417-E848-8DD2-077DA0E5C34E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E8C607D-0BFF-DF4F-99F7-29111F4BD445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7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6897CBD-B3AA-0D4F-A618-65B5D5D555B1}"/>
                </a:ext>
              </a:extLst>
            </p:cNvPr>
            <p:cNvCxnSpPr>
              <a:cxnSpLocks/>
              <a:stCxn id="66" idx="4"/>
              <a:endCxn id="45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A201C03-54BC-5D43-90AA-00E93778CA24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3DE858E-C234-9D42-9CE0-79F721A68E39}"/>
              </a:ext>
            </a:extLst>
          </p:cNvPr>
          <p:cNvGrpSpPr/>
          <p:nvPr/>
        </p:nvGrpSpPr>
        <p:grpSpPr>
          <a:xfrm>
            <a:off x="150425" y="3623246"/>
            <a:ext cx="4262168" cy="2413030"/>
            <a:chOff x="187989" y="1702564"/>
            <a:chExt cx="4262168" cy="241303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592A29D7-050A-6B47-91AE-973E8E2D799D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0FBEA159-FE8F-AA4C-96EE-C7F71D54A01D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235DA448-FB76-4E40-9751-98CF6DFC1DB5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98" name="Oval 97">
                    <a:extLst>
                      <a:ext uri="{FF2B5EF4-FFF2-40B4-BE49-F238E27FC236}">
                        <a16:creationId xmlns:a16="http://schemas.microsoft.com/office/drawing/2014/main" id="{4ABD5C43-C96C-904B-A0E1-B65E3593B016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99" name="Oval 98">
                    <a:extLst>
                      <a:ext uri="{FF2B5EF4-FFF2-40B4-BE49-F238E27FC236}">
                        <a16:creationId xmlns:a16="http://schemas.microsoft.com/office/drawing/2014/main" id="{4D596A44-C676-BD40-B988-D23177C0FA31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16</a:t>
                    </a:r>
                  </a:p>
                </p:txBody>
              </p:sp>
              <p:sp>
                <p:nvSpPr>
                  <p:cNvPr id="100" name="Oval 99">
                    <a:extLst>
                      <a:ext uri="{FF2B5EF4-FFF2-40B4-BE49-F238E27FC236}">
                        <a16:creationId xmlns:a16="http://schemas.microsoft.com/office/drawing/2014/main" id="{EA845D9D-3434-A94D-AED7-DEA821B19DBA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01" name="Oval 100">
                    <a:extLst>
                      <a:ext uri="{FF2B5EF4-FFF2-40B4-BE49-F238E27FC236}">
                        <a16:creationId xmlns:a16="http://schemas.microsoft.com/office/drawing/2014/main" id="{C930EADA-C1AD-364B-85C4-687A39976E81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102" name="Oval 101">
                    <a:extLst>
                      <a:ext uri="{FF2B5EF4-FFF2-40B4-BE49-F238E27FC236}">
                        <a16:creationId xmlns:a16="http://schemas.microsoft.com/office/drawing/2014/main" id="{0A1DF731-31E2-6949-8F16-8C02D40DFA55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8</a:t>
                    </a:r>
                  </a:p>
                </p:txBody>
              </p:sp>
              <p:sp>
                <p:nvSpPr>
                  <p:cNvPr id="103" name="Oval 102">
                    <a:extLst>
                      <a:ext uri="{FF2B5EF4-FFF2-40B4-BE49-F238E27FC236}">
                        <a16:creationId xmlns:a16="http://schemas.microsoft.com/office/drawing/2014/main" id="{E0E47123-3317-0D45-BCFE-4277B07EFAD0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</a:t>
                    </a:r>
                  </a:p>
                </p:txBody>
              </p: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2B5E1EA3-2336-904D-ACB3-23BF27CEA307}"/>
                      </a:ext>
                    </a:extLst>
                  </p:cNvPr>
                  <p:cNvCxnSpPr>
                    <a:stCxn id="98" idx="3"/>
                    <a:endCxn id="103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4B673133-585F-1047-9CC5-4D2109C1371E}"/>
                      </a:ext>
                    </a:extLst>
                  </p:cNvPr>
                  <p:cNvCxnSpPr>
                    <a:stCxn id="103" idx="5"/>
                    <a:endCxn id="99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972077E2-DA1B-F244-B19B-C8018A2EB166}"/>
                      </a:ext>
                    </a:extLst>
                  </p:cNvPr>
                  <p:cNvCxnSpPr>
                    <a:stCxn id="103" idx="3"/>
                    <a:endCxn id="101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E45DFF89-E0C4-AF41-98BA-3F5C18EF26EE}"/>
                      </a:ext>
                    </a:extLst>
                  </p:cNvPr>
                  <p:cNvCxnSpPr>
                    <a:stCxn id="101" idx="5"/>
                    <a:endCxn id="102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>
                    <a:extLst>
                      <a:ext uri="{FF2B5EF4-FFF2-40B4-BE49-F238E27FC236}">
                        <a16:creationId xmlns:a16="http://schemas.microsoft.com/office/drawing/2014/main" id="{3DFCBE28-29B0-5E48-9569-05B452592490}"/>
                      </a:ext>
                    </a:extLst>
                  </p:cNvPr>
                  <p:cNvCxnSpPr>
                    <a:stCxn id="101" idx="3"/>
                    <a:endCxn id="100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8A7308F4-E438-0743-B115-4B44262EDAC2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CA66F7F7-4C97-244C-BB3A-7517BC3EF183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10</a:t>
                  </a: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7D91A584-100E-774B-902A-8ED4F4B71541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979CF5DB-1393-DF42-9AA7-6768A444FD5E}"/>
                    </a:ext>
                  </a:extLst>
                </p:cNvPr>
                <p:cNvCxnSpPr>
                  <a:stCxn id="98" idx="6"/>
                  <a:endCxn id="92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31088FF1-8458-7145-8736-23F7ADAEE36C}"/>
                    </a:ext>
                  </a:extLst>
                </p:cNvPr>
                <p:cNvCxnSpPr>
                  <a:stCxn id="92" idx="3"/>
                  <a:endCxn id="94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4289555C-BB84-9F4D-A6FF-0E44DD66A685}"/>
                    </a:ext>
                  </a:extLst>
                </p:cNvPr>
                <p:cNvCxnSpPr>
                  <a:stCxn id="92" idx="5"/>
                  <a:endCxn id="93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C945CF1-944E-504A-9685-E3D4AD88FF06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153CF32-1F85-7A47-AB24-79B77E040728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DAD0557-68B9-0E43-8C6D-CC3C2B80B795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5752B51-2618-1A4F-9005-4F130E735FE6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00E8604-4EC1-ED40-BA23-8AB493882A15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4CDBD01-06A1-4348-BEAD-2DF657F2F019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C816715-459C-D04A-8A12-EE011DE30D4B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36C5337-80AC-A645-BBC9-078A731E6112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928E464-4EAA-AF4E-80D7-678D2AD52257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901D7BB-424A-4141-A5E4-0F1083948521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7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E81CADA-705A-784D-8B6F-38A9C7D17241}"/>
                </a:ext>
              </a:extLst>
            </p:cNvPr>
            <p:cNvCxnSpPr>
              <a:cxnSpLocks/>
              <a:stCxn id="99" idx="4"/>
              <a:endCxn id="78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BC448B3-7073-7344-9CB7-28E07B530BB1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D9630AF-735C-D84F-8160-78F11139C91E}"/>
              </a:ext>
            </a:extLst>
          </p:cNvPr>
          <p:cNvGrpSpPr/>
          <p:nvPr/>
        </p:nvGrpSpPr>
        <p:grpSpPr>
          <a:xfrm>
            <a:off x="4700399" y="3531211"/>
            <a:ext cx="4262168" cy="2413030"/>
            <a:chOff x="187989" y="1702564"/>
            <a:chExt cx="4262168" cy="2413030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AD0F8D57-751C-6642-9B70-ACA0E9F50613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6A66B3B5-6219-A14F-9B4C-2AB79D7A8770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56EB22D3-F0ED-B243-9E94-AF9F115BDD3A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D20D7993-9D73-354E-A9B6-EEADF4ED8F11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4715A825-DA19-8A4C-870C-D6DA8D559F42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16</a:t>
                    </a:r>
                  </a:p>
                </p:txBody>
              </p:sp>
              <p:sp>
                <p:nvSpPr>
                  <p:cNvPr id="133" name="Oval 132">
                    <a:extLst>
                      <a:ext uri="{FF2B5EF4-FFF2-40B4-BE49-F238E27FC236}">
                        <a16:creationId xmlns:a16="http://schemas.microsoft.com/office/drawing/2014/main" id="{5368ED96-FEEE-554D-BF5C-8901EF9FAC15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34" name="Oval 133">
                    <a:extLst>
                      <a:ext uri="{FF2B5EF4-FFF2-40B4-BE49-F238E27FC236}">
                        <a16:creationId xmlns:a16="http://schemas.microsoft.com/office/drawing/2014/main" id="{890B9587-7924-1A46-BB41-CD1C7E99D5BB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3DEB0FF3-BE0E-B84C-91EE-6B383368EB62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8</a:t>
                    </a:r>
                  </a:p>
                </p:txBody>
              </p:sp>
              <p:sp>
                <p:nvSpPr>
                  <p:cNvPr id="136" name="Oval 135">
                    <a:extLst>
                      <a:ext uri="{FF2B5EF4-FFF2-40B4-BE49-F238E27FC236}">
                        <a16:creationId xmlns:a16="http://schemas.microsoft.com/office/drawing/2014/main" id="{3ABE35A8-6CAD-D74E-8CCE-231EA70C8285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</a:t>
                    </a:r>
                  </a:p>
                </p:txBody>
              </p:sp>
              <p:cxnSp>
                <p:nvCxnSpPr>
                  <p:cNvPr id="137" name="Straight Connector 136">
                    <a:extLst>
                      <a:ext uri="{FF2B5EF4-FFF2-40B4-BE49-F238E27FC236}">
                        <a16:creationId xmlns:a16="http://schemas.microsoft.com/office/drawing/2014/main" id="{A6195505-E426-E54E-906B-E9C1069EBE4C}"/>
                      </a:ext>
                    </a:extLst>
                  </p:cNvPr>
                  <p:cNvCxnSpPr>
                    <a:stCxn id="131" idx="3"/>
                    <a:endCxn id="136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88E1E7B3-DC2F-1343-BB18-701A3F47375F}"/>
                      </a:ext>
                    </a:extLst>
                  </p:cNvPr>
                  <p:cNvCxnSpPr>
                    <a:stCxn id="136" idx="5"/>
                    <a:endCxn id="132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Straight Connector 138">
                    <a:extLst>
                      <a:ext uri="{FF2B5EF4-FFF2-40B4-BE49-F238E27FC236}">
                        <a16:creationId xmlns:a16="http://schemas.microsoft.com/office/drawing/2014/main" id="{4787369B-1DF1-EB42-BA94-1C1DA3156674}"/>
                      </a:ext>
                    </a:extLst>
                  </p:cNvPr>
                  <p:cNvCxnSpPr>
                    <a:stCxn id="136" idx="3"/>
                    <a:endCxn id="134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05F5DE7F-C423-8346-B4DA-76D46D22DD94}"/>
                      </a:ext>
                    </a:extLst>
                  </p:cNvPr>
                  <p:cNvCxnSpPr>
                    <a:stCxn id="134" idx="5"/>
                    <a:endCxn id="135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83C27581-04C5-C940-B907-C504C55BA831}"/>
                      </a:ext>
                    </a:extLst>
                  </p:cNvPr>
                  <p:cNvCxnSpPr>
                    <a:stCxn id="134" idx="3"/>
                    <a:endCxn id="133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14EFE96A-3C46-214E-BBD6-293B06D565A6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10</a:t>
                  </a:r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10A6A79D-D662-D74F-8629-D4E61B22A3D3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9F3DE216-4779-0F4C-9977-2D16C32376D9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A6F7F861-9529-6945-8F93-355A028BAB0F}"/>
                    </a:ext>
                  </a:extLst>
                </p:cNvPr>
                <p:cNvCxnSpPr>
                  <a:stCxn id="131" idx="6"/>
                  <a:endCxn id="125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424CEA38-4DBF-E84F-A390-ACAE76F9F1BD}"/>
                    </a:ext>
                  </a:extLst>
                </p:cNvPr>
                <p:cNvCxnSpPr>
                  <a:stCxn id="125" idx="3"/>
                  <a:endCxn id="127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F54BD6EA-335D-894C-ADFF-439AC9EA4A5C}"/>
                    </a:ext>
                  </a:extLst>
                </p:cNvPr>
                <p:cNvCxnSpPr>
                  <a:stCxn id="125" idx="5"/>
                  <a:endCxn id="126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0FBECDFD-AE51-8A41-BB93-50875E0D07B9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A1BDECA-D504-0549-BF5E-68506688F578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927EBF8C-E3DC-FB4B-91EC-87C543974A28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E379216-677E-8946-B288-ACAA6830F2F0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CF48BC3A-3C94-CB40-BFB3-18A54949172F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6230DFD2-F6D7-4E42-B6B7-A167310AC06F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976476C-92DA-2A48-9E8A-FF2DFF659EC7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B9F0BB5-B4C3-F44C-8610-11463063E0F6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77DFDE4B-85D5-9D4F-8574-AF27DD9CA63E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D670B5F-C7AF-814B-BDF7-5FF210ADD527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7</a:t>
              </a: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78FE4AC-9EC3-6A48-9932-2FCD230A10CC}"/>
                </a:ext>
              </a:extLst>
            </p:cNvPr>
            <p:cNvCxnSpPr>
              <a:cxnSpLocks/>
              <a:stCxn id="132" idx="4"/>
              <a:endCxn id="111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7C43522-CA0E-CF4E-8E36-7CD9939E972D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F397F2CD-DDAE-6743-8833-3F87FB512469}"/>
              </a:ext>
            </a:extLst>
          </p:cNvPr>
          <p:cNvSpPr txBox="1"/>
          <p:nvPr/>
        </p:nvSpPr>
        <p:spPr>
          <a:xfrm>
            <a:off x="734776" y="3261313"/>
            <a:ext cx="3080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ban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0447A11-0B32-914C-B15D-3302DE041520}"/>
              </a:ext>
            </a:extLst>
          </p:cNvPr>
          <p:cNvSpPr txBox="1"/>
          <p:nvPr/>
        </p:nvSpPr>
        <p:spPr>
          <a:xfrm>
            <a:off x="5066665" y="3140966"/>
            <a:ext cx="402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Adjust(5,10)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DCF6057-622A-1D4D-9E78-D1DC18661471}"/>
              </a:ext>
            </a:extLst>
          </p:cNvPr>
          <p:cNvSpPr txBox="1"/>
          <p:nvPr/>
        </p:nvSpPr>
        <p:spPr>
          <a:xfrm>
            <a:off x="701730" y="6140956"/>
            <a:ext cx="2598738" cy="36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Adjust(4,10)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34D5A27-3A4F-B249-B71A-AD88EEEC692D}"/>
              </a:ext>
            </a:extLst>
          </p:cNvPr>
          <p:cNvSpPr txBox="1"/>
          <p:nvPr/>
        </p:nvSpPr>
        <p:spPr>
          <a:xfrm>
            <a:off x="5288725" y="5944487"/>
            <a:ext cx="2598738" cy="36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Adjust(3,10)</a:t>
            </a:r>
          </a:p>
        </p:txBody>
      </p:sp>
    </p:spTree>
    <p:extLst>
      <p:ext uri="{BB962C8B-B14F-4D97-AF65-F5344CB8AC3E}">
        <p14:creationId xmlns:p14="http://schemas.microsoft.com/office/powerpoint/2010/main" val="31016987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34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9F2E7C-EF15-6949-9378-71E9A1010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D60AC6-57F2-A8EB-EB93-FD11D30850A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F1AC3A3-0D8A-714E-80B1-E5AA371504A2}"/>
              </a:ext>
            </a:extLst>
          </p:cNvPr>
          <p:cNvGrpSpPr/>
          <p:nvPr/>
        </p:nvGrpSpPr>
        <p:grpSpPr>
          <a:xfrm>
            <a:off x="86975" y="861971"/>
            <a:ext cx="4262168" cy="2413030"/>
            <a:chOff x="187989" y="1702564"/>
            <a:chExt cx="4262168" cy="241303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68A193E-131B-A84D-AF00-D1E163780C95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92B6DC7-3D47-2942-A933-4D2EE3BB9094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2A062AA3-408A-1242-A82D-61F9C83E3CAE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9F56FDA7-0713-CB41-9E8D-A1F56B6F31FD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EA75C63C-B657-F143-A4E1-FF85C6A0BAE9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B7A38EF0-AA99-DC48-B291-717C92B862C3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9ABCEF20-6EDD-E84D-939C-8AC6A22A8D40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0AE3980A-4DC9-2045-8C86-04331F542105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8</a:t>
                    </a:r>
                  </a:p>
                </p:txBody>
              </p:sp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2A686B2B-8CE3-F24E-9256-8C7F223C59D8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16</a:t>
                    </a:r>
                  </a:p>
                </p:txBody>
              </p: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5AC2C40B-A8F1-A240-9FDA-AE73DD2A9D77}"/>
                      </a:ext>
                    </a:extLst>
                  </p:cNvPr>
                  <p:cNvCxnSpPr>
                    <a:stCxn id="30" idx="3"/>
                    <a:endCxn id="35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2846352B-56E4-6642-841E-931D5A724E9F}"/>
                      </a:ext>
                    </a:extLst>
                  </p:cNvPr>
                  <p:cNvCxnSpPr>
                    <a:stCxn id="35" idx="5"/>
                    <a:endCxn id="31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0EEBF78C-A286-8C41-A992-927AB5DF88B1}"/>
                      </a:ext>
                    </a:extLst>
                  </p:cNvPr>
                  <p:cNvCxnSpPr>
                    <a:stCxn id="35" idx="3"/>
                    <a:endCxn id="33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C4A67CB0-7B56-5647-B41B-7F25ADF6C253}"/>
                      </a:ext>
                    </a:extLst>
                  </p:cNvPr>
                  <p:cNvCxnSpPr>
                    <a:stCxn id="33" idx="5"/>
                    <a:endCxn id="34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051E7B04-C504-324A-BFF4-856862DCF42A}"/>
                      </a:ext>
                    </a:extLst>
                  </p:cNvPr>
                  <p:cNvCxnSpPr>
                    <a:stCxn id="33" idx="3"/>
                    <a:endCxn id="32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F2A1B87-8FE8-0849-8760-25E4EF2033AE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10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032B5CF8-0B57-494E-91A1-21C48F5CC6A5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BF903E1A-8512-2041-A0C9-9DC93D1CDD72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7CB5277-EE6A-3148-B328-BC7AB6EA7FFC}"/>
                    </a:ext>
                  </a:extLst>
                </p:cNvPr>
                <p:cNvCxnSpPr>
                  <a:stCxn id="30" idx="6"/>
                  <a:endCxn id="24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89C19B11-AFCF-6B48-A9ED-6CE3BE019678}"/>
                    </a:ext>
                  </a:extLst>
                </p:cNvPr>
                <p:cNvCxnSpPr>
                  <a:stCxn id="24" idx="3"/>
                  <a:endCxn id="26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9B87541C-653B-D94C-BE64-D5F5978C5482}"/>
                    </a:ext>
                  </a:extLst>
                </p:cNvPr>
                <p:cNvCxnSpPr>
                  <a:stCxn id="24" idx="5"/>
                  <a:endCxn id="25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247B49-588C-FC4D-81E7-76BB9E8F7B9E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7EF29C-A01D-1B40-9310-D8C4C7577D58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5F3335-34F2-3340-9FE6-3D065BE645D6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7E6AB5-86AF-EB4C-B5DF-28012E1C5130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7325AFB-6423-F545-BF4A-E2BB5D046EDC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F431E3-8A07-5448-A5DA-0A3B1F93FB5A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B260AC-6571-4441-8753-F4306FE32827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EECAB1-77F4-2243-83A3-C093BCC4185E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D27F7D-DB30-724A-935B-B01E38216068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BE30F7B-4601-C94B-B8EE-E5523B9658FC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7B001ED-CE9C-674A-973B-AAE4AD6D5F91}"/>
                </a:ext>
              </a:extLst>
            </p:cNvPr>
            <p:cNvCxnSpPr>
              <a:cxnSpLocks/>
              <a:stCxn id="31" idx="4"/>
              <a:endCxn id="10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B37AFE-EE37-E046-928A-23B009086BA8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50D67E8-C3C6-D944-ADB9-108CD72DB0DE}"/>
              </a:ext>
            </a:extLst>
          </p:cNvPr>
          <p:cNvGrpSpPr/>
          <p:nvPr/>
        </p:nvGrpSpPr>
        <p:grpSpPr>
          <a:xfrm>
            <a:off x="4614149" y="732486"/>
            <a:ext cx="4262168" cy="2413030"/>
            <a:chOff x="187989" y="1702564"/>
            <a:chExt cx="4262168" cy="2413030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72655CD-8B17-1948-83DF-27A8A4A26BD6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8DFD5026-E9EC-5040-BA0A-B52384858B6A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9327666B-D5E4-E149-9EBC-3DE7D36D6FB7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96" name="Oval 95">
                    <a:extLst>
                      <a:ext uri="{FF2B5EF4-FFF2-40B4-BE49-F238E27FC236}">
                        <a16:creationId xmlns:a16="http://schemas.microsoft.com/office/drawing/2014/main" id="{0A95F911-2A72-E94F-BA26-7CE829C8CE8A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16</a:t>
                    </a:r>
                  </a:p>
                </p:txBody>
              </p:sp>
              <p:sp>
                <p:nvSpPr>
                  <p:cNvPr id="97" name="Oval 96">
                    <a:extLst>
                      <a:ext uri="{FF2B5EF4-FFF2-40B4-BE49-F238E27FC236}">
                        <a16:creationId xmlns:a16="http://schemas.microsoft.com/office/drawing/2014/main" id="{857E7876-63D2-2942-9FC5-EDB8A0515DDF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98" name="Oval 97">
                    <a:extLst>
                      <a:ext uri="{FF2B5EF4-FFF2-40B4-BE49-F238E27FC236}">
                        <a16:creationId xmlns:a16="http://schemas.microsoft.com/office/drawing/2014/main" id="{626FC95B-DDBA-E149-891E-438E072D7946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99" name="Oval 98">
                    <a:extLst>
                      <a:ext uri="{FF2B5EF4-FFF2-40B4-BE49-F238E27FC236}">
                        <a16:creationId xmlns:a16="http://schemas.microsoft.com/office/drawing/2014/main" id="{3468F698-3637-524D-AADA-982FCAC4505D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8</a:t>
                    </a:r>
                  </a:p>
                </p:txBody>
              </p:sp>
              <p:sp>
                <p:nvSpPr>
                  <p:cNvPr id="100" name="Oval 99">
                    <a:extLst>
                      <a:ext uri="{FF2B5EF4-FFF2-40B4-BE49-F238E27FC236}">
                        <a16:creationId xmlns:a16="http://schemas.microsoft.com/office/drawing/2014/main" id="{536C29C0-DC13-7A4E-A60F-87FEA78BFCF5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101" name="Oval 100">
                    <a:extLst>
                      <a:ext uri="{FF2B5EF4-FFF2-40B4-BE49-F238E27FC236}">
                        <a16:creationId xmlns:a16="http://schemas.microsoft.com/office/drawing/2014/main" id="{80258C15-1E83-8F44-A759-4A19CE846513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5ED969BE-592D-1445-9FD8-B04C6FA347E6}"/>
                      </a:ext>
                    </a:extLst>
                  </p:cNvPr>
                  <p:cNvCxnSpPr>
                    <a:stCxn id="96" idx="3"/>
                    <a:endCxn id="101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152E7068-E32C-8C4C-989B-57F8AACA6E9F}"/>
                      </a:ext>
                    </a:extLst>
                  </p:cNvPr>
                  <p:cNvCxnSpPr>
                    <a:stCxn id="101" idx="5"/>
                    <a:endCxn id="97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25646440-1348-F140-A60D-D3865A67A819}"/>
                      </a:ext>
                    </a:extLst>
                  </p:cNvPr>
                  <p:cNvCxnSpPr>
                    <a:stCxn id="101" idx="3"/>
                    <a:endCxn id="99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A7B09095-D8A9-3348-82D2-E7646C02ADD1}"/>
                      </a:ext>
                    </a:extLst>
                  </p:cNvPr>
                  <p:cNvCxnSpPr>
                    <a:stCxn id="99" idx="5"/>
                    <a:endCxn id="100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23A5487A-DE08-414B-A583-9563C7B892FA}"/>
                      </a:ext>
                    </a:extLst>
                  </p:cNvPr>
                  <p:cNvCxnSpPr>
                    <a:stCxn id="99" idx="3"/>
                    <a:endCxn id="98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B748F1BC-5941-3740-AB40-BE9C982AD4C2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10</a:t>
                  </a: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A3BD33BA-8990-9A42-B3A5-51FC6CD7441B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8F35B77A-E386-8448-B6BA-F21E061D802D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6E180306-71A1-C74B-832C-586850D73EB5}"/>
                    </a:ext>
                  </a:extLst>
                </p:cNvPr>
                <p:cNvCxnSpPr>
                  <a:stCxn id="96" idx="6"/>
                  <a:endCxn id="90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5E9FA8C0-DC29-5245-B7D0-DEBBA65042E7}"/>
                    </a:ext>
                  </a:extLst>
                </p:cNvPr>
                <p:cNvCxnSpPr>
                  <a:stCxn id="90" idx="3"/>
                  <a:endCxn id="92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939B6FC1-D9A1-714F-B445-7F5AAE2B0BEA}"/>
                    </a:ext>
                  </a:extLst>
                </p:cNvPr>
                <p:cNvCxnSpPr>
                  <a:stCxn id="90" idx="5"/>
                  <a:endCxn id="91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9065CFF-4ACB-0B41-8C28-93CA4414B989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7224F88-1587-6748-A9C1-4F29CA816C7D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80D0CBA-42B2-8F44-9FA4-BBE59AE99935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FAE6E05-C53D-DA47-8F8B-B98C58DB8739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8E35482-0ED9-314E-8850-4E9DBB2BE896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2256994-4E73-614F-BC0C-FADF9CD9052E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8EDFB42-27D2-1C44-BA5D-8B903DCF7E90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E373FA8-B18F-C242-B194-B8D36DF02FC0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10B1C07-14F4-7543-A770-9DC5D3702C83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AB99C3B-32AA-5441-AC5E-F7FA5454ADFB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CC11188-0CA8-BB43-9666-9A57CD0FA6EB}"/>
                </a:ext>
              </a:extLst>
            </p:cNvPr>
            <p:cNvCxnSpPr>
              <a:cxnSpLocks/>
              <a:stCxn id="97" idx="4"/>
              <a:endCxn id="76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BEE258B-1D0E-9443-8E5F-D009FF510618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aphicFrame>
        <p:nvGraphicFramePr>
          <p:cNvPr id="107" name="Table 106">
            <a:extLst>
              <a:ext uri="{FF2B5EF4-FFF2-40B4-BE49-F238E27FC236}">
                <a16:creationId xmlns:a16="http://schemas.microsoft.com/office/drawing/2014/main" id="{97C37B41-7F08-F44C-8C59-B170089AE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991787"/>
              </p:ext>
            </p:extLst>
          </p:nvPr>
        </p:nvGraphicFramePr>
        <p:xfrm>
          <a:off x="3775615" y="4725444"/>
          <a:ext cx="448837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8837">
                  <a:extLst>
                    <a:ext uri="{9D8B030D-6E8A-4147-A177-3AD203B41FA5}">
                      <a16:colId xmlns:a16="http://schemas.microsoft.com/office/drawing/2014/main" val="936097923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138350929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1884550177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73731299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2273552546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3575034645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2522149947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2946543839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2812240211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2428673735"/>
                    </a:ext>
                  </a:extLst>
                </a:gridCol>
              </a:tblGrid>
              <a:tr h="287063"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055632"/>
                  </a:ext>
                </a:extLst>
              </a:tr>
            </a:tbl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8B539CD6-1F3F-3648-A317-FC81C06383EB}"/>
              </a:ext>
            </a:extLst>
          </p:cNvPr>
          <p:cNvSpPr txBox="1"/>
          <p:nvPr/>
        </p:nvSpPr>
        <p:spPr>
          <a:xfrm>
            <a:off x="592884" y="3349070"/>
            <a:ext cx="2598738" cy="36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Adjust(2,10)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8F87C7A-C657-604B-8AA6-769EAE2EB1EC}"/>
              </a:ext>
            </a:extLst>
          </p:cNvPr>
          <p:cNvSpPr txBox="1"/>
          <p:nvPr/>
        </p:nvSpPr>
        <p:spPr>
          <a:xfrm>
            <a:off x="5715727" y="3324994"/>
            <a:ext cx="2598738" cy="36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Adjust(1,10)</a:t>
            </a:r>
          </a:p>
        </p:txBody>
      </p:sp>
      <p:sp>
        <p:nvSpPr>
          <p:cNvPr id="111" name="Rectangular Callout 110">
            <a:extLst>
              <a:ext uri="{FF2B5EF4-FFF2-40B4-BE49-F238E27FC236}">
                <a16:creationId xmlns:a16="http://schemas.microsoft.com/office/drawing/2014/main" id="{6E7AB95A-0595-F241-B2F8-1F2D0D512FC5}"/>
              </a:ext>
            </a:extLst>
          </p:cNvPr>
          <p:cNvSpPr/>
          <p:nvPr/>
        </p:nvSpPr>
        <p:spPr>
          <a:xfrm>
            <a:off x="2173640" y="4104755"/>
            <a:ext cx="6801917" cy="420963"/>
          </a:xfrm>
          <a:prstGeom prst="wedgeRectCallout">
            <a:avLst>
              <a:gd name="adj1" fmla="val 10292"/>
              <a:gd name="adj2" fmla="val -156275"/>
            </a:avLst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Lúc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này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cây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đống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máy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vector A </a:t>
            </a:r>
            <a:r>
              <a:rPr lang="en-US" dirty="0" err="1">
                <a:solidFill>
                  <a:schemeClr val="tx1"/>
                </a:solidFill>
              </a:rPr>
              <a:t>như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sau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03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35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F8783E4-62B9-104C-9F58-90591E40B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FE5DD-4315-DC56-2172-9997176D2C2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27C3DD-F872-1C48-ADD7-EE8ADCDA2137}"/>
              </a:ext>
            </a:extLst>
          </p:cNvPr>
          <p:cNvGrpSpPr/>
          <p:nvPr/>
        </p:nvGrpSpPr>
        <p:grpSpPr>
          <a:xfrm>
            <a:off x="189845" y="352324"/>
            <a:ext cx="4262168" cy="2413030"/>
            <a:chOff x="187989" y="1702564"/>
            <a:chExt cx="4262168" cy="24130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477C277-6A26-144A-AA37-7E869265B96E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3797632-2D1D-C44F-9ACF-4CF2B75F53A0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19F74556-5A75-FF4B-963C-C9397DE93E57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A7B60BB4-AA1E-E148-A2A7-743D660F7B43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0E66CEC9-3039-CD4F-9F26-D517EB98105D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1110EB85-9A95-DB4A-90B8-B2D9F3096AA6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44FDED88-7736-624C-8CF4-945F3A0C9F3F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7252EEC4-8E9E-8445-B0D6-EEC4D64106A7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09CA557D-8D05-0943-A17C-1425303F46F4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8</a:t>
                    </a:r>
                  </a:p>
                </p:txBody>
              </p: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2FB2C3D3-AC5C-3049-8E74-2BFA65643407}"/>
                      </a:ext>
                    </a:extLst>
                  </p:cNvPr>
                  <p:cNvCxnSpPr>
                    <a:stCxn id="31" idx="3"/>
                    <a:endCxn id="36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32063F3C-E91E-884E-94B2-3CE14347A210}"/>
                      </a:ext>
                    </a:extLst>
                  </p:cNvPr>
                  <p:cNvCxnSpPr>
                    <a:stCxn id="36" idx="5"/>
                    <a:endCxn id="32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63231561-5DE7-BE45-A380-AE6A67E81C6C}"/>
                      </a:ext>
                    </a:extLst>
                  </p:cNvPr>
                  <p:cNvCxnSpPr>
                    <a:stCxn id="36" idx="3"/>
                    <a:endCxn id="34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88151AFA-3030-A542-AEAE-A0BCF34DA38E}"/>
                      </a:ext>
                    </a:extLst>
                  </p:cNvPr>
                  <p:cNvCxnSpPr>
                    <a:stCxn id="34" idx="5"/>
                    <a:endCxn id="35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66D890B4-6A52-9C4C-B500-4D6CF2811A17}"/>
                      </a:ext>
                    </a:extLst>
                  </p:cNvPr>
                  <p:cNvCxnSpPr>
                    <a:stCxn id="34" idx="3"/>
                    <a:endCxn id="33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14377E3-B080-594E-BE1A-A4CB2ABBD346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10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83A0038-AB6A-3248-8CF0-84B2A4891C38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EF886A56-2E58-A440-AFD1-2040941BFCCD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00E0DCB-90B4-0E48-84E5-BB4171EA3B01}"/>
                    </a:ext>
                  </a:extLst>
                </p:cNvPr>
                <p:cNvCxnSpPr>
                  <a:stCxn id="31" idx="6"/>
                  <a:endCxn id="25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28B0BEF9-B93C-AA42-BBE7-B787A224D7A2}"/>
                    </a:ext>
                  </a:extLst>
                </p:cNvPr>
                <p:cNvCxnSpPr>
                  <a:stCxn id="25" idx="3"/>
                  <a:endCxn id="27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79C3B595-E92C-E34D-8B82-055E74A1D395}"/>
                    </a:ext>
                  </a:extLst>
                </p:cNvPr>
                <p:cNvCxnSpPr>
                  <a:stCxn id="25" idx="5"/>
                  <a:endCxn id="26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D35BA4-5CE4-EB46-BD9A-245A6FC5A2BF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3D67FBA-C5FE-5547-93B2-504431A08759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45E9E0-EDE3-AA41-A612-E8E0B4869369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35E3C4-5B95-5E49-BDD4-20CE57ECBCB0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60E0AD-FC7B-6846-A52B-8685415CCA5B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6C7C5E-2E6C-A146-9915-FF886305888B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625515-252B-584A-B1C3-7AED6166A167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039D1C-A42D-E84D-A979-C9DED65364F3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0996DF-6B24-3241-A2D4-4E7002D64C44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A390A00-DDB5-EC42-86D7-EDEBF087A420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16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C592770-A2E0-C54A-A625-87A9DF30640D}"/>
                </a:ext>
              </a:extLst>
            </p:cNvPr>
            <p:cNvCxnSpPr>
              <a:cxnSpLocks/>
              <a:stCxn id="32" idx="4"/>
              <a:endCxn id="11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8721768-4A04-EA41-BE41-70A5178BE348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A00E26F-7D5B-CA42-BFC8-D3E4A21E1E77}"/>
              </a:ext>
            </a:extLst>
          </p:cNvPr>
          <p:cNvGrpSpPr/>
          <p:nvPr/>
        </p:nvGrpSpPr>
        <p:grpSpPr>
          <a:xfrm>
            <a:off x="4791154" y="183136"/>
            <a:ext cx="4262168" cy="2413030"/>
            <a:chOff x="187989" y="1702564"/>
            <a:chExt cx="4262168" cy="241303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0F484E0-606E-8247-A868-1ED7EEC86ACD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BE062C3A-E29E-FE40-B20D-F580669856BA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8CF2A5D0-64CA-4C49-B8C7-A84BC9DDEACC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EDC69AC4-4826-E549-9D23-E36585125ED4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10</a:t>
                    </a:r>
                  </a:p>
                </p:txBody>
              </p:sp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DD96B0FD-F253-0642-ABC5-E6672BDA554B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1402A1FF-DF2B-C643-9536-021724DAE7DE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67" name="Oval 66">
                    <a:extLst>
                      <a:ext uri="{FF2B5EF4-FFF2-40B4-BE49-F238E27FC236}">
                        <a16:creationId xmlns:a16="http://schemas.microsoft.com/office/drawing/2014/main" id="{879FE71C-D1F1-884C-A89A-ECC95BBEDAD9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68" name="Oval 67">
                    <a:extLst>
                      <a:ext uri="{FF2B5EF4-FFF2-40B4-BE49-F238E27FC236}">
                        <a16:creationId xmlns:a16="http://schemas.microsoft.com/office/drawing/2014/main" id="{670DCE89-C349-8C48-A759-58F8E476CC05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AD131205-ADB6-1648-B744-6F5AC26CB3B3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8</a:t>
                    </a:r>
                  </a:p>
                </p:txBody>
              </p: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597CDAA0-A8E5-8840-AB84-0921F5BD639D}"/>
                      </a:ext>
                    </a:extLst>
                  </p:cNvPr>
                  <p:cNvCxnSpPr>
                    <a:stCxn id="64" idx="3"/>
                    <a:endCxn id="69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84901ECB-6517-F740-B6EB-CE301B89B358}"/>
                      </a:ext>
                    </a:extLst>
                  </p:cNvPr>
                  <p:cNvCxnSpPr>
                    <a:stCxn id="69" idx="5"/>
                    <a:endCxn id="65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963E4328-D9BE-374A-BD6E-89CD0AFC14EB}"/>
                      </a:ext>
                    </a:extLst>
                  </p:cNvPr>
                  <p:cNvCxnSpPr>
                    <a:stCxn id="69" idx="3"/>
                    <a:endCxn id="67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37AA8036-E2A2-054A-9F9A-A0E400BCF615}"/>
                      </a:ext>
                    </a:extLst>
                  </p:cNvPr>
                  <p:cNvCxnSpPr>
                    <a:stCxn id="67" idx="5"/>
                    <a:endCxn id="68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18ADF02C-6D4C-D346-B30B-8A4A5DD9346D}"/>
                      </a:ext>
                    </a:extLst>
                  </p:cNvPr>
                  <p:cNvCxnSpPr>
                    <a:stCxn id="67" idx="3"/>
                    <a:endCxn id="66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24539AF7-409B-A542-8A35-2846BB053E81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20314BC1-0998-4A4B-A168-8EDC238A71C8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9460BC30-EB00-5147-ADB3-B49BE30C21DD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</a:t>
                  </a:r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2908E649-D705-5A41-B8FC-26C2D4575230}"/>
                    </a:ext>
                  </a:extLst>
                </p:cNvPr>
                <p:cNvCxnSpPr>
                  <a:stCxn id="64" idx="6"/>
                  <a:endCxn id="58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712CCC3A-C5B4-CB4F-92A3-F8C1672A8AA1}"/>
                    </a:ext>
                  </a:extLst>
                </p:cNvPr>
                <p:cNvCxnSpPr>
                  <a:stCxn id="58" idx="3"/>
                  <a:endCxn id="60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48333E31-B118-9046-9D3A-5BA3E8286D8E}"/>
                    </a:ext>
                  </a:extLst>
                </p:cNvPr>
                <p:cNvCxnSpPr>
                  <a:stCxn id="58" idx="5"/>
                  <a:endCxn id="59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7ABFE01-9F8E-F44B-BE50-AEE81954F8B8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917183A-AC5E-2F42-ABC7-D561361A2B2A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1580CB2-64EE-2146-B620-3D3BF093104F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DFA176F-B0B8-554D-87A3-480073C5BBDA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2F2B7D5-2500-354F-A9F6-C7261AAFE35C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8EF15BE-3918-CC4E-A217-D3138862E49A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F2DB58F-387F-FC48-BAF2-BF01FC61B010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742DE91-02E1-4C4E-8C86-0ABB32C778A8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9097214-1A3E-4349-8304-D8C94CF3B203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A4690D5-F88B-E049-A14A-056107A0A9B7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16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31BAB6A-B76A-254E-AECC-CC647610FE9C}"/>
                </a:ext>
              </a:extLst>
            </p:cNvPr>
            <p:cNvCxnSpPr>
              <a:cxnSpLocks/>
              <a:stCxn id="65" idx="4"/>
              <a:endCxn id="44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545727B-AE80-4F45-9ECF-40419C9CA253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062E26F-7BCC-F749-9F14-A3DF458EE8EC}"/>
              </a:ext>
            </a:extLst>
          </p:cNvPr>
          <p:cNvGrpSpPr/>
          <p:nvPr/>
        </p:nvGrpSpPr>
        <p:grpSpPr>
          <a:xfrm>
            <a:off x="258672" y="3386512"/>
            <a:ext cx="4262168" cy="2413030"/>
            <a:chOff x="187989" y="1702564"/>
            <a:chExt cx="4262168" cy="2413030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07F9134-3D25-A848-BED8-9FF02DB31D5C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2C877F4F-FAE1-9548-808C-432D83C4EFD6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5EDD612C-50BB-8144-A8D5-2AB163B21A08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97" name="Oval 96">
                    <a:extLst>
                      <a:ext uri="{FF2B5EF4-FFF2-40B4-BE49-F238E27FC236}">
                        <a16:creationId xmlns:a16="http://schemas.microsoft.com/office/drawing/2014/main" id="{3225664A-2620-2E4F-A23C-CCB3CE0263C4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9</a:t>
                    </a:r>
                  </a:p>
                </p:txBody>
              </p:sp>
              <p:sp>
                <p:nvSpPr>
                  <p:cNvPr id="98" name="Oval 97">
                    <a:extLst>
                      <a:ext uri="{FF2B5EF4-FFF2-40B4-BE49-F238E27FC236}">
                        <a16:creationId xmlns:a16="http://schemas.microsoft.com/office/drawing/2014/main" id="{0892CC4B-221B-CF48-864C-D8C75EFA75BD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99" name="Oval 98">
                    <a:extLst>
                      <a:ext uri="{FF2B5EF4-FFF2-40B4-BE49-F238E27FC236}">
                        <a16:creationId xmlns:a16="http://schemas.microsoft.com/office/drawing/2014/main" id="{1FEEAFE1-7AA9-204D-94A1-7050E0C1EDB9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10</a:t>
                    </a:r>
                  </a:p>
                </p:txBody>
              </p:sp>
              <p:sp>
                <p:nvSpPr>
                  <p:cNvPr id="100" name="Oval 99">
                    <a:extLst>
                      <a:ext uri="{FF2B5EF4-FFF2-40B4-BE49-F238E27FC236}">
                        <a16:creationId xmlns:a16="http://schemas.microsoft.com/office/drawing/2014/main" id="{1C8AA1D2-F6EC-164E-9598-5556824BD5ED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101" name="Oval 100">
                    <a:extLst>
                      <a:ext uri="{FF2B5EF4-FFF2-40B4-BE49-F238E27FC236}">
                        <a16:creationId xmlns:a16="http://schemas.microsoft.com/office/drawing/2014/main" id="{1C1859C7-9556-B244-90A3-36A0B82B11B8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102" name="Oval 101">
                    <a:extLst>
                      <a:ext uri="{FF2B5EF4-FFF2-40B4-BE49-F238E27FC236}">
                        <a16:creationId xmlns:a16="http://schemas.microsoft.com/office/drawing/2014/main" id="{B9E49507-E2E3-1D48-99BC-724B2C0A3B83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8</a:t>
                    </a:r>
                  </a:p>
                </p:txBody>
              </p: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94063419-91A4-B544-BB0D-8959FCD8DF56}"/>
                      </a:ext>
                    </a:extLst>
                  </p:cNvPr>
                  <p:cNvCxnSpPr>
                    <a:stCxn id="97" idx="3"/>
                    <a:endCxn id="102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9DD97BAD-A897-6A4F-B10F-46850932BB2A}"/>
                      </a:ext>
                    </a:extLst>
                  </p:cNvPr>
                  <p:cNvCxnSpPr>
                    <a:stCxn id="102" idx="5"/>
                    <a:endCxn id="98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D1A4A2E1-6A4C-7742-8344-5EF667D0403A}"/>
                      </a:ext>
                    </a:extLst>
                  </p:cNvPr>
                  <p:cNvCxnSpPr>
                    <a:stCxn id="102" idx="3"/>
                    <a:endCxn id="100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58CEB707-D5CC-4644-8B2D-A86459709F85}"/>
                      </a:ext>
                    </a:extLst>
                  </p:cNvPr>
                  <p:cNvCxnSpPr>
                    <a:stCxn id="100" idx="5"/>
                    <a:endCxn id="101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B6E62F14-D334-964A-8415-226CA582E846}"/>
                      </a:ext>
                    </a:extLst>
                  </p:cNvPr>
                  <p:cNvCxnSpPr>
                    <a:stCxn id="100" idx="3"/>
                    <a:endCxn id="99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5C83F8E3-6BCE-4041-A38C-012DDFA30AF8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F2CBE066-3206-6A41-A979-4D9477DA0892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2</a:t>
                  </a: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46CA6692-5F53-DC4B-A8D4-F9E612CFA4CE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</a:t>
                  </a:r>
                </a:p>
              </p:txBody>
            </p: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9D812DDE-1EA1-1A4A-9D52-E7DE4F95A23A}"/>
                    </a:ext>
                  </a:extLst>
                </p:cNvPr>
                <p:cNvCxnSpPr>
                  <a:stCxn id="97" idx="6"/>
                  <a:endCxn id="91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75D174C3-3733-A84F-A791-CB1E249CB5EC}"/>
                    </a:ext>
                  </a:extLst>
                </p:cNvPr>
                <p:cNvCxnSpPr>
                  <a:stCxn id="91" idx="3"/>
                  <a:endCxn id="93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B27546B0-4236-CD45-B8DA-07A1D785DE7E}"/>
                    </a:ext>
                  </a:extLst>
                </p:cNvPr>
                <p:cNvCxnSpPr>
                  <a:stCxn id="91" idx="5"/>
                  <a:endCxn id="92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F9DA3F4-F7ED-A140-A22B-8154DB4A4189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2AA474E-01B9-F44A-A871-EE63C9FEA624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EDCB8EA-0574-0A41-BEFA-75502F2FA915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31587E7-3AA2-D54C-AB75-511914B9777A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D47F3C6-C3CE-314B-BD5D-635307C94A66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5B4446C-A4E1-824E-8458-2D1C69648FD4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46BB9CD-2268-7843-BCA6-B10EFD797F00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A86EC97-4D38-BC4B-BE74-BBFADBBDDC6B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2562085-1296-F542-8117-4584058208EF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AE84E78-7C2D-8142-BF0B-8A4745CF1E4D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16</a:t>
              </a: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7D04873-8992-B646-ACE3-4147EEE5BDB9}"/>
                </a:ext>
              </a:extLst>
            </p:cNvPr>
            <p:cNvCxnSpPr>
              <a:cxnSpLocks/>
              <a:stCxn id="98" idx="4"/>
              <a:endCxn id="77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D149BEE-165A-4F45-850B-A58FF0D81DBF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64D79D1-C4E8-DC4A-9EFF-13553FBAA67D}"/>
              </a:ext>
            </a:extLst>
          </p:cNvPr>
          <p:cNvGrpSpPr/>
          <p:nvPr/>
        </p:nvGrpSpPr>
        <p:grpSpPr>
          <a:xfrm>
            <a:off x="4683134" y="3292055"/>
            <a:ext cx="4262168" cy="2413030"/>
            <a:chOff x="187989" y="1702564"/>
            <a:chExt cx="4262168" cy="2413030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D54FA10B-7B96-2A4F-82D0-B7E5A8273630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FCDDDF50-6715-9D4F-B0F3-1FCB94DF62DD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10B9B101-5756-2942-B9B0-1EF54759B650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130" name="Oval 129">
                    <a:extLst>
                      <a:ext uri="{FF2B5EF4-FFF2-40B4-BE49-F238E27FC236}">
                        <a16:creationId xmlns:a16="http://schemas.microsoft.com/office/drawing/2014/main" id="{4DA3C7B1-2AC8-8440-8C19-1DF37F5EF0E7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8</a:t>
                    </a:r>
                  </a:p>
                </p:txBody>
              </p:sp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6FFBBF08-ED6F-7B40-A1E5-95618BA4BF68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3367204E-F568-F640-ABE2-3A48947B0539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10</a:t>
                    </a:r>
                  </a:p>
                </p:txBody>
              </p:sp>
              <p:sp>
                <p:nvSpPr>
                  <p:cNvPr id="133" name="Oval 132">
                    <a:extLst>
                      <a:ext uri="{FF2B5EF4-FFF2-40B4-BE49-F238E27FC236}">
                        <a16:creationId xmlns:a16="http://schemas.microsoft.com/office/drawing/2014/main" id="{5A1F1403-5858-C84C-BFB0-3CABB9176413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134" name="Oval 133">
                    <a:extLst>
                      <a:ext uri="{FF2B5EF4-FFF2-40B4-BE49-F238E27FC236}">
                        <a16:creationId xmlns:a16="http://schemas.microsoft.com/office/drawing/2014/main" id="{006DA459-C5AA-7F4B-801F-00A36C1FF93B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70563928-3B58-904F-9EEB-74BF39F46A33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7</a:t>
                    </a:r>
                  </a:p>
                </p:txBody>
              </p:sp>
              <p:cxnSp>
                <p:nvCxnSpPr>
                  <p:cNvPr id="136" name="Straight Connector 135">
                    <a:extLst>
                      <a:ext uri="{FF2B5EF4-FFF2-40B4-BE49-F238E27FC236}">
                        <a16:creationId xmlns:a16="http://schemas.microsoft.com/office/drawing/2014/main" id="{B2975FF0-00C9-204E-839B-0B3AC918903D}"/>
                      </a:ext>
                    </a:extLst>
                  </p:cNvPr>
                  <p:cNvCxnSpPr>
                    <a:stCxn id="130" idx="3"/>
                    <a:endCxn id="135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Connector 136">
                    <a:extLst>
                      <a:ext uri="{FF2B5EF4-FFF2-40B4-BE49-F238E27FC236}">
                        <a16:creationId xmlns:a16="http://schemas.microsoft.com/office/drawing/2014/main" id="{17EBCFFB-F284-5A40-B177-31FEBA346BF4}"/>
                      </a:ext>
                    </a:extLst>
                  </p:cNvPr>
                  <p:cNvCxnSpPr>
                    <a:stCxn id="135" idx="5"/>
                    <a:endCxn id="131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D0FE6F0E-D3A4-894C-896E-F7E3D322AD0F}"/>
                      </a:ext>
                    </a:extLst>
                  </p:cNvPr>
                  <p:cNvCxnSpPr>
                    <a:stCxn id="135" idx="3"/>
                    <a:endCxn id="133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Straight Connector 138">
                    <a:extLst>
                      <a:ext uri="{FF2B5EF4-FFF2-40B4-BE49-F238E27FC236}">
                        <a16:creationId xmlns:a16="http://schemas.microsoft.com/office/drawing/2014/main" id="{894B56B2-3F31-8E4D-9AAC-2C0803FFC30D}"/>
                      </a:ext>
                    </a:extLst>
                  </p:cNvPr>
                  <p:cNvCxnSpPr>
                    <a:stCxn id="133" idx="5"/>
                    <a:endCxn id="134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26537FD8-AA04-E84A-A200-64E15EA81484}"/>
                      </a:ext>
                    </a:extLst>
                  </p:cNvPr>
                  <p:cNvCxnSpPr>
                    <a:stCxn id="133" idx="3"/>
                    <a:endCxn id="132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4B85B927-8296-4C41-BC6B-AF8F3F7E5350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D1396A7D-AFC4-1D4D-84CC-1AF3C05B7219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619FCAED-72F5-9E41-A669-494B7653AC77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</a:t>
                  </a:r>
                </a:p>
              </p:txBody>
            </p: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951F6D53-9CA1-804B-9762-DC3AEB17F194}"/>
                    </a:ext>
                  </a:extLst>
                </p:cNvPr>
                <p:cNvCxnSpPr>
                  <a:stCxn id="130" idx="6"/>
                  <a:endCxn id="124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983FF0C1-BD07-A149-80A2-BFBF31728341}"/>
                    </a:ext>
                  </a:extLst>
                </p:cNvPr>
                <p:cNvCxnSpPr>
                  <a:stCxn id="124" idx="3"/>
                  <a:endCxn id="126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69BAA2F5-1242-254F-BE19-4FA63EC860DD}"/>
                    </a:ext>
                  </a:extLst>
                </p:cNvPr>
                <p:cNvCxnSpPr>
                  <a:stCxn id="124" idx="5"/>
                  <a:endCxn id="125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686E663A-4542-8944-9952-FA18C6C1E3B7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3C191612-6E5D-0247-B44E-A5454829D7E8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30BDBC0-8C56-A440-8F1A-F0B75619AA08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8CC08927-40C0-2F45-8067-CCECB6BBC679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9882EE1-1A4E-9743-881C-BA8571F665D3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6023BCA-E4CF-6B4E-8A33-6EEC4D91C694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84C24A91-6B2C-D847-9FB6-BD1569C0EBF0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2747426-368A-8740-BE33-0CE1C7A388B5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C7269CA-B5F2-4C4C-91AA-13343606865A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FB479D4D-96E6-A048-A75A-2CA3A83CCC03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16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D6EDAF68-5A7F-2647-848A-675B47B6E4EC}"/>
                </a:ext>
              </a:extLst>
            </p:cNvPr>
            <p:cNvCxnSpPr>
              <a:cxnSpLocks/>
              <a:stCxn id="131" idx="4"/>
              <a:endCxn id="110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41B1AD7-AE93-5144-965D-0DE7A9989FE6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3DE835D4-2C35-C242-B25B-E076F8157CE4}"/>
              </a:ext>
            </a:extLst>
          </p:cNvPr>
          <p:cNvSpPr txBox="1"/>
          <p:nvPr/>
        </p:nvSpPr>
        <p:spPr>
          <a:xfrm>
            <a:off x="189259" y="2732073"/>
            <a:ext cx="4382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1: </a:t>
            </a:r>
            <a:r>
              <a:rPr lang="en-US" dirty="0" err="1"/>
              <a:t>giữa</a:t>
            </a:r>
            <a:r>
              <a:rPr lang="en-US" dirty="0"/>
              <a:t> A[1] </a:t>
            </a:r>
            <a:r>
              <a:rPr lang="en-US" dirty="0" err="1"/>
              <a:t>và</a:t>
            </a:r>
            <a:r>
              <a:rPr lang="en-US" dirty="0"/>
              <a:t> A[10],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9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, 16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endParaRPr lang="en-US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041FB30-9EBC-BA41-BA70-CA1483CD950C}"/>
              </a:ext>
            </a:extLst>
          </p:cNvPr>
          <p:cNvSpPr txBox="1"/>
          <p:nvPr/>
        </p:nvSpPr>
        <p:spPr>
          <a:xfrm>
            <a:off x="4659761" y="2700920"/>
            <a:ext cx="4382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2: </a:t>
            </a:r>
            <a:r>
              <a:rPr lang="en-US" dirty="0" err="1"/>
              <a:t>giữa</a:t>
            </a:r>
            <a:r>
              <a:rPr lang="en-US" dirty="0"/>
              <a:t> A[1] </a:t>
            </a:r>
            <a:r>
              <a:rPr lang="en-US" dirty="0" err="1"/>
              <a:t>và</a:t>
            </a:r>
            <a:r>
              <a:rPr lang="en-US" dirty="0"/>
              <a:t> A[9],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8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, 14, 16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endParaRPr lang="en-US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C6EE47B-CB70-DB4E-9B10-92BBD812A5B3}"/>
              </a:ext>
            </a:extLst>
          </p:cNvPr>
          <p:cNvSpPr txBox="1"/>
          <p:nvPr/>
        </p:nvSpPr>
        <p:spPr>
          <a:xfrm>
            <a:off x="349615" y="5801120"/>
            <a:ext cx="4382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3: </a:t>
            </a:r>
            <a:r>
              <a:rPr lang="en-US" dirty="0" err="1"/>
              <a:t>giữa</a:t>
            </a:r>
            <a:r>
              <a:rPr lang="en-US" dirty="0"/>
              <a:t> A[1] </a:t>
            </a:r>
            <a:r>
              <a:rPr lang="en-US" dirty="0" err="1"/>
              <a:t>và</a:t>
            </a:r>
            <a:r>
              <a:rPr lang="en-US" dirty="0"/>
              <a:t> A[8],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7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, 10,14, 16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endParaRPr lang="en-US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657018B-E675-9B49-8EE2-1958410142E0}"/>
              </a:ext>
            </a:extLst>
          </p:cNvPr>
          <p:cNvSpPr txBox="1"/>
          <p:nvPr/>
        </p:nvSpPr>
        <p:spPr>
          <a:xfrm>
            <a:off x="4860110" y="5752669"/>
            <a:ext cx="4382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4: </a:t>
            </a:r>
            <a:r>
              <a:rPr lang="en-US" dirty="0" err="1"/>
              <a:t>giữa</a:t>
            </a:r>
            <a:r>
              <a:rPr lang="en-US" dirty="0"/>
              <a:t> A[1] </a:t>
            </a:r>
            <a:r>
              <a:rPr lang="en-US" dirty="0" err="1"/>
              <a:t>và</a:t>
            </a:r>
            <a:r>
              <a:rPr lang="en-US" dirty="0"/>
              <a:t> A[7],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6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460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E68D4-0537-01A8-CF85-D52ED4FDF8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B5E6A1-C764-404A-9CC7-9BB1842B915C}"/>
              </a:ext>
            </a:extLst>
          </p:cNvPr>
          <p:cNvGrpSpPr/>
          <p:nvPr/>
        </p:nvGrpSpPr>
        <p:grpSpPr>
          <a:xfrm>
            <a:off x="174924" y="139072"/>
            <a:ext cx="4262168" cy="2413030"/>
            <a:chOff x="187989" y="1702564"/>
            <a:chExt cx="4262168" cy="24130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6C1167E-0888-9547-BB27-DA2F05F34307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171EAED1-5C56-DF40-B7CE-0B43ABC64DE6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16AA8D57-77BE-3A47-9AE2-FE421264A220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D55F5AD8-5910-F741-A998-CC93980AD24E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63896AAE-2368-AE4C-8ADB-0AE4D59E9E74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6B3E1075-D61C-5045-8DFF-46FCE634897E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10</a:t>
                    </a:r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32DA6D38-74DA-C045-A9CE-2C8C40143B23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2933EEFA-B25F-3B4D-AA45-B098A93F0E07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958F5BA7-933F-AE4B-B793-DAADEE4A25D9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00C7916B-9CA3-3843-A8E0-996DC9708514}"/>
                      </a:ext>
                    </a:extLst>
                  </p:cNvPr>
                  <p:cNvCxnSpPr>
                    <a:stCxn id="29" idx="3"/>
                    <a:endCxn id="34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3BE83B8F-E862-6D42-AA7D-5D6D0281481C}"/>
                      </a:ext>
                    </a:extLst>
                  </p:cNvPr>
                  <p:cNvCxnSpPr>
                    <a:stCxn id="34" idx="5"/>
                    <a:endCxn id="30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F8CFE739-683A-EC4E-9D10-C3BBA5BA2FC7}"/>
                      </a:ext>
                    </a:extLst>
                  </p:cNvPr>
                  <p:cNvCxnSpPr>
                    <a:stCxn id="34" idx="3"/>
                    <a:endCxn id="32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5DB47A48-4537-8D44-9D4B-CC4D81E77902}"/>
                      </a:ext>
                    </a:extLst>
                  </p:cNvPr>
                  <p:cNvCxnSpPr>
                    <a:stCxn id="32" idx="5"/>
                    <a:endCxn id="33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FFE93F55-1A5B-CF4B-BF8A-C43E93E96008}"/>
                      </a:ext>
                    </a:extLst>
                  </p:cNvPr>
                  <p:cNvCxnSpPr>
                    <a:stCxn id="32" idx="3"/>
                    <a:endCxn id="31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73467AC-8C23-8A45-9460-60335028B265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F2CB896-049E-874D-B929-28489FB6C4F3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C7C0329-2C2C-4442-AEBE-B2B886356114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8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1C2E9FD-B5BA-E04D-AA77-1F7493ADD9AB}"/>
                    </a:ext>
                  </a:extLst>
                </p:cNvPr>
                <p:cNvCxnSpPr>
                  <a:stCxn id="29" idx="6"/>
                  <a:endCxn id="23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8F440A79-32DA-CC47-91F3-BE8DF2CE255B}"/>
                    </a:ext>
                  </a:extLst>
                </p:cNvPr>
                <p:cNvCxnSpPr>
                  <a:stCxn id="23" idx="3"/>
                  <a:endCxn id="25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A0AC974A-5906-9E48-ADE4-C5CF8DE818F5}"/>
                    </a:ext>
                  </a:extLst>
                </p:cNvPr>
                <p:cNvCxnSpPr>
                  <a:stCxn id="23" idx="5"/>
                  <a:endCxn id="24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80CA68-42F5-A342-96B6-7F1BD5D3F6B5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432EBE-5FA4-894B-B0B0-CF677CF5A0F7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6D3407-6106-8D46-9ED8-144B72CE5507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C62171-0C1E-5A45-82B5-D747B08EBC6F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0C504B-1735-E645-86C1-84BA08493A0F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1F7844-2CAA-8542-9335-D0C3DCCEBB8B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4B830A8-9746-4147-BC60-F04A4D34E6EA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7D9CB2-6FF6-A847-A762-4EA8211D5161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9781164-F04D-0D4B-8F7C-3B1702A7C4FF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3B1AB45-F3D8-C74B-BA62-884EDB11BDF7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16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84DB5FE-05DA-2B49-ACA4-4864256C650B}"/>
                </a:ext>
              </a:extLst>
            </p:cNvPr>
            <p:cNvCxnSpPr>
              <a:cxnSpLocks/>
              <a:stCxn id="30" idx="4"/>
              <a:endCxn id="9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8BBB66-94E2-474A-9303-11C1688D4A9F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9CA9D87-F8E7-124E-A580-43A1A2BAD466}"/>
              </a:ext>
            </a:extLst>
          </p:cNvPr>
          <p:cNvGrpSpPr/>
          <p:nvPr/>
        </p:nvGrpSpPr>
        <p:grpSpPr>
          <a:xfrm>
            <a:off x="4840482" y="32958"/>
            <a:ext cx="4262168" cy="2413030"/>
            <a:chOff x="187989" y="1702564"/>
            <a:chExt cx="4262168" cy="241303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1D8841A-8C4D-7D49-9D56-25199A9A2710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81A57433-A5EF-8F4F-9D5B-E0A7473048B6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4B51C8B1-6F51-8943-AD0E-91ABCF679AAD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BD37A831-CCB5-644F-80EB-AB14A753BCBA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3D4E0958-5235-5149-A8DA-ACE7F2C3E28A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F556A5C7-7E66-FC40-806F-F5ED06F3BDD2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10</a:t>
                    </a:r>
                  </a:p>
                </p:txBody>
              </p:sp>
              <p:sp>
                <p:nvSpPr>
                  <p:cNvPr id="65" name="Oval 64">
                    <a:extLst>
                      <a:ext uri="{FF2B5EF4-FFF2-40B4-BE49-F238E27FC236}">
                        <a16:creationId xmlns:a16="http://schemas.microsoft.com/office/drawing/2014/main" id="{D626484A-2744-9545-8499-99360B8D97BD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01352E94-8E49-4747-8E61-00070DF442F2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67" name="Oval 66">
                    <a:extLst>
                      <a:ext uri="{FF2B5EF4-FFF2-40B4-BE49-F238E27FC236}">
                        <a16:creationId xmlns:a16="http://schemas.microsoft.com/office/drawing/2014/main" id="{2387CA7D-8997-8F44-ADB8-B2E9E649D687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7FA1F19F-7491-4745-8F6B-EBDC1D9F7314}"/>
                      </a:ext>
                    </a:extLst>
                  </p:cNvPr>
                  <p:cNvCxnSpPr>
                    <a:stCxn id="62" idx="3"/>
                    <a:endCxn id="67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B3F34BA2-B4FD-514D-BB93-F81758B12F0A}"/>
                      </a:ext>
                    </a:extLst>
                  </p:cNvPr>
                  <p:cNvCxnSpPr>
                    <a:stCxn id="67" idx="5"/>
                    <a:endCxn id="63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AFA2ACE0-0606-1F48-9DCE-943C91EA7A9F}"/>
                      </a:ext>
                    </a:extLst>
                  </p:cNvPr>
                  <p:cNvCxnSpPr>
                    <a:stCxn id="67" idx="3"/>
                    <a:endCxn id="65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5388000A-21C1-264A-96F2-0FD21045E40C}"/>
                      </a:ext>
                    </a:extLst>
                  </p:cNvPr>
                  <p:cNvCxnSpPr>
                    <a:stCxn id="65" idx="5"/>
                    <a:endCxn id="66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3A2D414F-A7BD-834A-B3D0-78B5EC15E2AE}"/>
                      </a:ext>
                    </a:extLst>
                  </p:cNvPr>
                  <p:cNvCxnSpPr>
                    <a:stCxn id="65" idx="3"/>
                    <a:endCxn id="64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08A0C595-007B-B04C-A8D1-4325BECA8C29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EB0960F8-A0CE-A84A-9A24-C6EEBA141AA3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465B003-FD47-F240-989D-CB643C8114C0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8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1F6D962C-2CBC-5E49-8015-00F10F9722F0}"/>
                    </a:ext>
                  </a:extLst>
                </p:cNvPr>
                <p:cNvCxnSpPr>
                  <a:stCxn id="62" idx="6"/>
                  <a:endCxn id="56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38F08235-F947-904F-9910-7877B4AE30C7}"/>
                    </a:ext>
                  </a:extLst>
                </p:cNvPr>
                <p:cNvCxnSpPr>
                  <a:stCxn id="56" idx="3"/>
                  <a:endCxn id="58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3816C4C5-D27A-BB45-927C-9F47299269C5}"/>
                    </a:ext>
                  </a:extLst>
                </p:cNvPr>
                <p:cNvCxnSpPr>
                  <a:stCxn id="56" idx="5"/>
                  <a:endCxn id="57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99D3BF7-1F3A-9F49-B381-700F13706EE2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B3C43D6-F632-E749-98DF-A4D44D45C954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7CC9D16-5E56-F446-87E5-C003654B23E5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F0A8374-C90C-DC42-8D17-949BEEE9AEC1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DB91D70-168B-934C-932D-A1BE7C5632C0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D4E8952-CA3E-F248-BEDD-BD175DC4B85D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A3CE30E-90B0-C342-B715-39A1950634EE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677731D-1901-0D43-A4B0-6AC37E7FABC1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13105DA-730B-3F4D-97B7-C740A68CC053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84E9BFA-15FC-CF44-8F50-A4F25AE38BE8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16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9C1A99F-E99F-0E48-8687-A7CD150A02D8}"/>
                </a:ext>
              </a:extLst>
            </p:cNvPr>
            <p:cNvCxnSpPr>
              <a:cxnSpLocks/>
              <a:stCxn id="63" idx="4"/>
              <a:endCxn id="42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52AE4DC-C7F7-D64A-9B09-3E142246B649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7793C94-411C-C741-B4F6-995963BEC2B3}"/>
              </a:ext>
            </a:extLst>
          </p:cNvPr>
          <p:cNvGrpSpPr/>
          <p:nvPr/>
        </p:nvGrpSpPr>
        <p:grpSpPr>
          <a:xfrm>
            <a:off x="344107" y="3372192"/>
            <a:ext cx="4262168" cy="2413030"/>
            <a:chOff x="187989" y="1702564"/>
            <a:chExt cx="4262168" cy="241303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C1932387-E101-7E4F-B07B-BD3C81DF26EC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079D0908-93E7-9546-8D09-0079F07C83F6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C28CAC49-4E2D-0A4A-8B4D-73ABB493B355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BFCC1CCE-0038-EB49-9E6C-CFC418609D33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96" name="Oval 95">
                    <a:extLst>
                      <a:ext uri="{FF2B5EF4-FFF2-40B4-BE49-F238E27FC236}">
                        <a16:creationId xmlns:a16="http://schemas.microsoft.com/office/drawing/2014/main" id="{F9367674-85A6-934D-8085-A8B0083B75BC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97" name="Oval 96">
                    <a:extLst>
                      <a:ext uri="{FF2B5EF4-FFF2-40B4-BE49-F238E27FC236}">
                        <a16:creationId xmlns:a16="http://schemas.microsoft.com/office/drawing/2014/main" id="{A8DB6359-F054-D04F-8C5D-A2FD6A4D9D63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10</a:t>
                    </a:r>
                  </a:p>
                </p:txBody>
              </p:sp>
              <p:sp>
                <p:nvSpPr>
                  <p:cNvPr id="98" name="Oval 97">
                    <a:extLst>
                      <a:ext uri="{FF2B5EF4-FFF2-40B4-BE49-F238E27FC236}">
                        <a16:creationId xmlns:a16="http://schemas.microsoft.com/office/drawing/2014/main" id="{FC7D1E4D-E2CB-4C4B-AAF2-EB98B8095F96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99" name="Oval 98">
                    <a:extLst>
                      <a:ext uri="{FF2B5EF4-FFF2-40B4-BE49-F238E27FC236}">
                        <a16:creationId xmlns:a16="http://schemas.microsoft.com/office/drawing/2014/main" id="{347A1297-930C-C141-92FA-F10DB361BCB1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100" name="Oval 99">
                    <a:extLst>
                      <a:ext uri="{FF2B5EF4-FFF2-40B4-BE49-F238E27FC236}">
                        <a16:creationId xmlns:a16="http://schemas.microsoft.com/office/drawing/2014/main" id="{2676AD2E-A9CF-8448-97B6-98886817EDDA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4CB1177D-5BC5-D64B-9125-0E43AFFA56D4}"/>
                      </a:ext>
                    </a:extLst>
                  </p:cNvPr>
                  <p:cNvCxnSpPr>
                    <a:stCxn id="95" idx="3"/>
                    <a:endCxn id="100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1DE75214-2053-EE42-A133-BDD6833F3CBC}"/>
                      </a:ext>
                    </a:extLst>
                  </p:cNvPr>
                  <p:cNvCxnSpPr>
                    <a:stCxn id="100" idx="5"/>
                    <a:endCxn id="96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290EB6DF-1E2B-F14B-863A-D79101834C64}"/>
                      </a:ext>
                    </a:extLst>
                  </p:cNvPr>
                  <p:cNvCxnSpPr>
                    <a:stCxn id="100" idx="3"/>
                    <a:endCxn id="98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009FE9BE-713F-834C-B122-95B5E92C4580}"/>
                      </a:ext>
                    </a:extLst>
                  </p:cNvPr>
                  <p:cNvCxnSpPr>
                    <a:stCxn id="98" idx="5"/>
                    <a:endCxn id="99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EBDC9A5A-BB1A-DF42-9BAB-E645C4B7848F}"/>
                      </a:ext>
                    </a:extLst>
                  </p:cNvPr>
                  <p:cNvCxnSpPr>
                    <a:stCxn id="98" idx="3"/>
                    <a:endCxn id="97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19B7B684-2195-4A4A-B209-62A90FC8743B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</a:t>
                  </a:r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2089E208-240D-424D-8314-AB11965279A2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1BD6342F-A45E-EA40-A23F-3F6CEEE6170D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8</a:t>
                  </a:r>
                </a:p>
              </p:txBody>
            </p: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9BC42C2C-E3A9-184B-B89E-DF35CAEDC956}"/>
                    </a:ext>
                  </a:extLst>
                </p:cNvPr>
                <p:cNvCxnSpPr>
                  <a:stCxn id="95" idx="6"/>
                  <a:endCxn id="89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37C0917C-F07A-234F-AB21-217A7EDBB673}"/>
                    </a:ext>
                  </a:extLst>
                </p:cNvPr>
                <p:cNvCxnSpPr>
                  <a:stCxn id="89" idx="3"/>
                  <a:endCxn id="91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DAB860CE-88DE-9548-9E9A-21EE25EB3FC3}"/>
                    </a:ext>
                  </a:extLst>
                </p:cNvPr>
                <p:cNvCxnSpPr>
                  <a:stCxn id="89" idx="5"/>
                  <a:endCxn id="90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BD3686A-D2E6-CF43-A1FF-B4F4ED63AE6A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E3AEF83-BC4E-BA4F-BCE1-64B467EF9186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8CFE90E-DB99-3444-9DF0-E9820B50E4FD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E87F371-AD8B-484C-8B75-8754A42398FB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7932BDBC-D505-FE4E-A986-1E6843DCC055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1EFBEEC-A6BC-3D4B-B44A-4B157274F67D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0F651C3-F5BD-074D-8F83-DE9D16312B89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ADED58A-278E-F946-8B5A-E26A69F96B5C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BE7F8B2-AB91-D74B-9EE3-EB1CB5647490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2956151-8A3F-3146-8BD6-6DA218CDB418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16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9DD4149-4370-654B-B4B1-BA56A517B0D2}"/>
                </a:ext>
              </a:extLst>
            </p:cNvPr>
            <p:cNvCxnSpPr>
              <a:cxnSpLocks/>
              <a:stCxn id="96" idx="4"/>
              <a:endCxn id="75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2C71365-2204-E649-BB3A-A472F6AD35DD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AC8486C-70E6-8B47-BF25-A1E8BC4D218D}"/>
              </a:ext>
            </a:extLst>
          </p:cNvPr>
          <p:cNvGrpSpPr/>
          <p:nvPr/>
        </p:nvGrpSpPr>
        <p:grpSpPr>
          <a:xfrm>
            <a:off x="4719754" y="3349923"/>
            <a:ext cx="4262168" cy="2413030"/>
            <a:chOff x="187989" y="1702564"/>
            <a:chExt cx="4262168" cy="241303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ABE7846-0865-A840-A096-B43BD8DCB4F7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724A757-6BE8-7D4F-8F44-04924DD57251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121" name="Group 120">
                  <a:extLst>
                    <a:ext uri="{FF2B5EF4-FFF2-40B4-BE49-F238E27FC236}">
                      <a16:creationId xmlns:a16="http://schemas.microsoft.com/office/drawing/2014/main" id="{AF8A9602-22D1-D846-9694-95CB426990C3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128" name="Oval 127">
                    <a:extLst>
                      <a:ext uri="{FF2B5EF4-FFF2-40B4-BE49-F238E27FC236}">
                        <a16:creationId xmlns:a16="http://schemas.microsoft.com/office/drawing/2014/main" id="{01C5C3E3-5F8D-3A4D-B809-E883F518AF1E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B606C0EF-E0D5-544A-A977-2E08F6545DF6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130" name="Oval 129">
                    <a:extLst>
                      <a:ext uri="{FF2B5EF4-FFF2-40B4-BE49-F238E27FC236}">
                        <a16:creationId xmlns:a16="http://schemas.microsoft.com/office/drawing/2014/main" id="{ADFCB288-43D1-A846-AC5B-FC1A53DB4FB5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10</a:t>
                    </a:r>
                  </a:p>
                </p:txBody>
              </p:sp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006ADE34-114B-AF4B-9143-F02F1412A512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9B596B2F-AAA0-304A-8D1F-4879368EC118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133" name="Oval 132">
                    <a:extLst>
                      <a:ext uri="{FF2B5EF4-FFF2-40B4-BE49-F238E27FC236}">
                        <a16:creationId xmlns:a16="http://schemas.microsoft.com/office/drawing/2014/main" id="{EA8CEBA9-A7C5-FE40-A418-DCCA91A96D3F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</a:t>
                    </a:r>
                  </a:p>
                </p:txBody>
              </p: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D003AF23-ABC4-B04C-A00B-2B1F7B88A671}"/>
                      </a:ext>
                    </a:extLst>
                  </p:cNvPr>
                  <p:cNvCxnSpPr>
                    <a:stCxn id="128" idx="3"/>
                    <a:endCxn id="133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Straight Connector 134">
                    <a:extLst>
                      <a:ext uri="{FF2B5EF4-FFF2-40B4-BE49-F238E27FC236}">
                        <a16:creationId xmlns:a16="http://schemas.microsoft.com/office/drawing/2014/main" id="{647BC35D-54E5-8542-B39B-6FECF0927979}"/>
                      </a:ext>
                    </a:extLst>
                  </p:cNvPr>
                  <p:cNvCxnSpPr>
                    <a:stCxn id="133" idx="5"/>
                    <a:endCxn id="129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>
                    <a:extLst>
                      <a:ext uri="{FF2B5EF4-FFF2-40B4-BE49-F238E27FC236}">
                        <a16:creationId xmlns:a16="http://schemas.microsoft.com/office/drawing/2014/main" id="{07878F03-34B1-9544-8171-19F290194C08}"/>
                      </a:ext>
                    </a:extLst>
                  </p:cNvPr>
                  <p:cNvCxnSpPr>
                    <a:stCxn id="133" idx="3"/>
                    <a:endCxn id="131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Connector 136">
                    <a:extLst>
                      <a:ext uri="{FF2B5EF4-FFF2-40B4-BE49-F238E27FC236}">
                        <a16:creationId xmlns:a16="http://schemas.microsoft.com/office/drawing/2014/main" id="{89E444FF-E489-214F-96C4-AA93418D2434}"/>
                      </a:ext>
                    </a:extLst>
                  </p:cNvPr>
                  <p:cNvCxnSpPr>
                    <a:stCxn id="131" idx="5"/>
                    <a:endCxn id="132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E1246A4A-A2C7-744E-8A3D-AB03391FDFDA}"/>
                      </a:ext>
                    </a:extLst>
                  </p:cNvPr>
                  <p:cNvCxnSpPr>
                    <a:stCxn id="131" idx="3"/>
                    <a:endCxn id="130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A61E202B-EECE-6644-846C-639710F0DAE5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98BC0986-F2B6-DA41-899F-532D45AADD08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3E1D27B7-2574-F44A-B088-213D21EE7CA2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8</a:t>
                  </a:r>
                </a:p>
              </p:txBody>
            </p: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067F5269-2A1E-B34B-88A5-FBDC955C7D95}"/>
                    </a:ext>
                  </a:extLst>
                </p:cNvPr>
                <p:cNvCxnSpPr>
                  <a:stCxn id="128" idx="6"/>
                  <a:endCxn id="122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5FA25220-1F1C-E34B-A235-254AAB2BFAAA}"/>
                    </a:ext>
                  </a:extLst>
                </p:cNvPr>
                <p:cNvCxnSpPr>
                  <a:stCxn id="122" idx="3"/>
                  <a:endCxn id="124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2666D08A-D5AD-C14E-810B-ECEB76C0ADAA}"/>
                    </a:ext>
                  </a:extLst>
                </p:cNvPr>
                <p:cNvCxnSpPr>
                  <a:stCxn id="122" idx="5"/>
                  <a:endCxn id="123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FF6B57F-08F7-4647-AEEB-2862187AF0CA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EA52AB0-830B-7247-B8FD-52F14974E069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C965429-379B-A441-8687-CD0D39CAC7A5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E106A42-255E-0446-834B-E4531388DFC2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5666739-E1BF-8842-B707-74C33610EAEC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291D74FD-A970-2F44-9872-7878D756D193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2BB62C4-27E3-C046-B02F-5D88D50448E7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F3148A6-3709-2F45-B305-857C8E8C599F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95B7338-1024-524D-83E9-5080EA71CF42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DE1DC134-6193-4E49-8474-46B36B2A197F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16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1BEC75F0-C3CB-3F44-AC91-EC199F3649A6}"/>
                </a:ext>
              </a:extLst>
            </p:cNvPr>
            <p:cNvCxnSpPr>
              <a:cxnSpLocks/>
              <a:stCxn id="129" idx="4"/>
              <a:endCxn id="108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CDB5060-680C-1A45-82A4-2F1F60F4E323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3C4D8686-CE0A-BE47-A991-DD4D64C3F973}"/>
              </a:ext>
            </a:extLst>
          </p:cNvPr>
          <p:cNvSpPr txBox="1"/>
          <p:nvPr/>
        </p:nvSpPr>
        <p:spPr>
          <a:xfrm>
            <a:off x="370054" y="2702256"/>
            <a:ext cx="4382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5: </a:t>
            </a:r>
            <a:r>
              <a:rPr lang="en-US" dirty="0" err="1"/>
              <a:t>giữa</a:t>
            </a:r>
            <a:r>
              <a:rPr lang="en-US" dirty="0"/>
              <a:t> A[1] </a:t>
            </a:r>
            <a:r>
              <a:rPr lang="en-US" dirty="0" err="1"/>
              <a:t>và</a:t>
            </a:r>
            <a:r>
              <a:rPr lang="en-US" dirty="0"/>
              <a:t> A[6],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5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50E24CA-A5F6-784E-AB38-0652D3102419}"/>
              </a:ext>
            </a:extLst>
          </p:cNvPr>
          <p:cNvSpPr txBox="1"/>
          <p:nvPr/>
        </p:nvSpPr>
        <p:spPr>
          <a:xfrm>
            <a:off x="4659761" y="2700920"/>
            <a:ext cx="4382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6: </a:t>
            </a:r>
            <a:r>
              <a:rPr lang="en-US" dirty="0" err="1"/>
              <a:t>giữa</a:t>
            </a:r>
            <a:r>
              <a:rPr lang="en-US" dirty="0"/>
              <a:t> A[1] </a:t>
            </a:r>
            <a:r>
              <a:rPr lang="en-US" dirty="0" err="1"/>
              <a:t>và</a:t>
            </a:r>
            <a:r>
              <a:rPr lang="en-US" dirty="0"/>
              <a:t> A[5],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4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A33C89F-A061-714A-91AC-6210FC5F7744}"/>
              </a:ext>
            </a:extLst>
          </p:cNvPr>
          <p:cNvSpPr txBox="1"/>
          <p:nvPr/>
        </p:nvSpPr>
        <p:spPr>
          <a:xfrm>
            <a:off x="277606" y="5762692"/>
            <a:ext cx="4382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7: </a:t>
            </a:r>
            <a:r>
              <a:rPr lang="en-US" dirty="0" err="1"/>
              <a:t>giữa</a:t>
            </a:r>
            <a:r>
              <a:rPr lang="en-US" dirty="0"/>
              <a:t> A[1] </a:t>
            </a:r>
            <a:r>
              <a:rPr lang="en-US" dirty="0" err="1"/>
              <a:t>và</a:t>
            </a:r>
            <a:r>
              <a:rPr lang="en-US" dirty="0"/>
              <a:t> A[4],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3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059D16F-A2A6-1844-81E2-8F4DFB0A9B44}"/>
              </a:ext>
            </a:extLst>
          </p:cNvPr>
          <p:cNvSpPr txBox="1"/>
          <p:nvPr/>
        </p:nvSpPr>
        <p:spPr>
          <a:xfrm>
            <a:off x="4667946" y="5751456"/>
            <a:ext cx="4382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8: </a:t>
            </a:r>
            <a:r>
              <a:rPr lang="en-US" dirty="0" err="1"/>
              <a:t>giữa</a:t>
            </a:r>
            <a:r>
              <a:rPr lang="en-US" dirty="0"/>
              <a:t> A[1] </a:t>
            </a:r>
            <a:r>
              <a:rPr lang="en-US" dirty="0" err="1"/>
              <a:t>và</a:t>
            </a:r>
            <a:r>
              <a:rPr lang="en-US" dirty="0"/>
              <a:t> A[3], </a:t>
            </a:r>
            <a:r>
              <a:rPr lang="en-US" dirty="0" err="1"/>
              <a:t>vun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2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6841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8221B-EC93-9EB8-D6D0-C8FBDAEB765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24CB76-D030-B347-AA8D-8A0F7E50CF6D}"/>
              </a:ext>
            </a:extLst>
          </p:cNvPr>
          <p:cNvGrpSpPr/>
          <p:nvPr/>
        </p:nvGrpSpPr>
        <p:grpSpPr>
          <a:xfrm>
            <a:off x="653791" y="1324914"/>
            <a:ext cx="4262168" cy="2413030"/>
            <a:chOff x="187989" y="1702564"/>
            <a:chExt cx="4262168" cy="24130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E6050AA-3D40-2447-ACDB-E3A050926B33}"/>
                </a:ext>
              </a:extLst>
            </p:cNvPr>
            <p:cNvGrpSpPr/>
            <p:nvPr/>
          </p:nvGrpSpPr>
          <p:grpSpPr>
            <a:xfrm>
              <a:off x="187989" y="1702564"/>
              <a:ext cx="4262168" cy="2331710"/>
              <a:chOff x="4424632" y="3567165"/>
              <a:chExt cx="4262168" cy="233171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14CE700-0775-9848-B08B-0DAED9EE74F4}"/>
                  </a:ext>
                </a:extLst>
              </p:cNvPr>
              <p:cNvGrpSpPr/>
              <p:nvPr/>
            </p:nvGrpSpPr>
            <p:grpSpPr>
              <a:xfrm>
                <a:off x="4662435" y="3689075"/>
                <a:ext cx="3808325" cy="2209800"/>
                <a:chOff x="4662435" y="3689075"/>
                <a:chExt cx="3808325" cy="2209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4FB00280-1B12-574E-B5AD-32F3E31D0FDA}"/>
                    </a:ext>
                  </a:extLst>
                </p:cNvPr>
                <p:cNvGrpSpPr/>
                <p:nvPr/>
              </p:nvGrpSpPr>
              <p:grpSpPr>
                <a:xfrm>
                  <a:off x="4662435" y="3689075"/>
                  <a:ext cx="2130251" cy="2209800"/>
                  <a:chOff x="4900280" y="3124200"/>
                  <a:chExt cx="2130251" cy="2209800"/>
                </a:xfrm>
              </p:grpSpPr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C9E5B37F-EE22-704B-B11D-E0B937D92E63}"/>
                      </a:ext>
                    </a:extLst>
                  </p:cNvPr>
                  <p:cNvSpPr/>
                  <p:nvPr/>
                </p:nvSpPr>
                <p:spPr>
                  <a:xfrm>
                    <a:off x="6400799" y="3124200"/>
                    <a:ext cx="524155" cy="457200"/>
                  </a:xfrm>
                  <a:prstGeom prst="ellipse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C2E588BE-8E8A-1646-8095-872DD6C51965}"/>
                      </a:ext>
                    </a:extLst>
                  </p:cNvPr>
                  <p:cNvSpPr/>
                  <p:nvPr/>
                </p:nvSpPr>
                <p:spPr>
                  <a:xfrm>
                    <a:off x="6467755" y="4191000"/>
                    <a:ext cx="56277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7</a:t>
                    </a:r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2A47362F-8C03-9C43-8896-2C293BFD3683}"/>
                      </a:ext>
                    </a:extLst>
                  </p:cNvPr>
                  <p:cNvSpPr/>
                  <p:nvPr/>
                </p:nvSpPr>
                <p:spPr>
                  <a:xfrm>
                    <a:off x="4900280" y="4876800"/>
                    <a:ext cx="586120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10</a:t>
                    </a:r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1042CE45-4753-3A4A-931C-114E72937A02}"/>
                      </a:ext>
                    </a:extLst>
                  </p:cNvPr>
                  <p:cNvSpPr/>
                  <p:nvPr/>
                </p:nvSpPr>
                <p:spPr>
                  <a:xfrm>
                    <a:off x="5333999" y="4231720"/>
                    <a:ext cx="536033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4</a:t>
                    </a:r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34E76DAE-B61C-E54D-A48D-F520F8CAF339}"/>
                      </a:ext>
                    </a:extLst>
                  </p:cNvPr>
                  <p:cNvSpPr/>
                  <p:nvPr/>
                </p:nvSpPr>
                <p:spPr>
                  <a:xfrm>
                    <a:off x="5641433" y="4876800"/>
                    <a:ext cx="609236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14</a:t>
                    </a:r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36B45901-BACD-8F45-82F7-321329616325}"/>
                      </a:ext>
                    </a:extLst>
                  </p:cNvPr>
                  <p:cNvSpPr/>
                  <p:nvPr/>
                </p:nvSpPr>
                <p:spPr>
                  <a:xfrm>
                    <a:off x="5791200" y="3622120"/>
                    <a:ext cx="538302" cy="4572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Cambria Math" pitchFamily="18" charset="0"/>
                        <a:ea typeface="Cambria Math" pitchFamily="18" charset="0"/>
                      </a:rPr>
                      <a:t>2</a:t>
                    </a:r>
                  </a:p>
                </p:txBody>
              </p: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46540AB9-AD2D-6A4B-BBC2-7DF1C432F441}"/>
                      </a:ext>
                    </a:extLst>
                  </p:cNvPr>
                  <p:cNvCxnSpPr>
                    <a:stCxn id="29" idx="3"/>
                    <a:endCxn id="34" idx="7"/>
                  </p:cNvCxnSpPr>
                  <p:nvPr/>
                </p:nvCxnSpPr>
                <p:spPr>
                  <a:xfrm flipH="1">
                    <a:off x="6250669" y="3514445"/>
                    <a:ext cx="226891" cy="17463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DF82C1F7-9FF8-7347-8AA7-EEDFEFD454C2}"/>
                      </a:ext>
                    </a:extLst>
                  </p:cNvPr>
                  <p:cNvCxnSpPr>
                    <a:stCxn id="34" idx="5"/>
                    <a:endCxn id="30" idx="1"/>
                  </p:cNvCxnSpPr>
                  <p:nvPr/>
                </p:nvCxnSpPr>
                <p:spPr>
                  <a:xfrm>
                    <a:off x="6250669" y="4012365"/>
                    <a:ext cx="299503" cy="24559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DF9C2788-3B1F-234F-A9A5-06338BF3C220}"/>
                      </a:ext>
                    </a:extLst>
                  </p:cNvPr>
                  <p:cNvCxnSpPr>
                    <a:stCxn id="34" idx="3"/>
                    <a:endCxn id="32" idx="0"/>
                  </p:cNvCxnSpPr>
                  <p:nvPr/>
                </p:nvCxnSpPr>
                <p:spPr>
                  <a:xfrm flipH="1">
                    <a:off x="5602016" y="4012365"/>
                    <a:ext cx="268017" cy="21935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75A541B7-6A65-824D-AC21-596F02B19FA9}"/>
                      </a:ext>
                    </a:extLst>
                  </p:cNvPr>
                  <p:cNvCxnSpPr>
                    <a:stCxn id="32" idx="5"/>
                    <a:endCxn id="33" idx="0"/>
                  </p:cNvCxnSpPr>
                  <p:nvPr/>
                </p:nvCxnSpPr>
                <p:spPr>
                  <a:xfrm>
                    <a:off x="5791532" y="4621965"/>
                    <a:ext cx="15451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DE379E4E-130F-2842-8120-DE4580116E78}"/>
                      </a:ext>
                    </a:extLst>
                  </p:cNvPr>
                  <p:cNvCxnSpPr>
                    <a:stCxn id="32" idx="3"/>
                    <a:endCxn id="31" idx="0"/>
                  </p:cNvCxnSpPr>
                  <p:nvPr/>
                </p:nvCxnSpPr>
                <p:spPr>
                  <a:xfrm flipH="1">
                    <a:off x="5193340" y="4621965"/>
                    <a:ext cx="219159" cy="254835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DD1B1DA7-72D8-6041-A421-08CAE2CF9888}"/>
                    </a:ext>
                  </a:extLst>
                </p:cNvPr>
                <p:cNvSpPr/>
                <p:nvPr/>
              </p:nvSpPr>
              <p:spPr>
                <a:xfrm>
                  <a:off x="7186981" y="4239523"/>
                  <a:ext cx="587184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ED653C9-7E92-F84A-B17E-38582C7F2C61}"/>
                    </a:ext>
                  </a:extLst>
                </p:cNvPr>
                <p:cNvSpPr/>
                <p:nvPr/>
              </p:nvSpPr>
              <p:spPr>
                <a:xfrm>
                  <a:off x="7885376" y="4865991"/>
                  <a:ext cx="585384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9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CB3483AE-58DF-1C43-B5F4-38F3DAD514BC}"/>
                    </a:ext>
                  </a:extLst>
                </p:cNvPr>
                <p:cNvSpPr/>
                <p:nvPr/>
              </p:nvSpPr>
              <p:spPr>
                <a:xfrm>
                  <a:off x="6883629" y="4825419"/>
                  <a:ext cx="606703" cy="457200"/>
                </a:xfrm>
                <a:prstGeom prst="ellipse">
                  <a:avLst/>
                </a:prstGeom>
                <a:solidFill>
                  <a:schemeClr val="accent2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8</a:t>
                  </a: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DC3EC38-1A0D-7748-83CD-DEED2ED15386}"/>
                    </a:ext>
                  </a:extLst>
                </p:cNvPr>
                <p:cNvCxnSpPr>
                  <a:stCxn id="29" idx="6"/>
                  <a:endCxn id="23" idx="1"/>
                </p:cNvCxnSpPr>
                <p:nvPr/>
              </p:nvCxnSpPr>
              <p:spPr>
                <a:xfrm>
                  <a:off x="6687109" y="3917675"/>
                  <a:ext cx="585863" cy="38880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2B8EE0A-1B3F-AD4F-8D9F-1F24B7EA4BD5}"/>
                    </a:ext>
                  </a:extLst>
                </p:cNvPr>
                <p:cNvCxnSpPr>
                  <a:stCxn id="23" idx="3"/>
                  <a:endCxn id="25" idx="0"/>
                </p:cNvCxnSpPr>
                <p:nvPr/>
              </p:nvCxnSpPr>
              <p:spPr>
                <a:xfrm flipH="1">
                  <a:off x="7186981" y="4629768"/>
                  <a:ext cx="85991" cy="19565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89FC9017-62A0-D441-BB2C-D4DF49D7D764}"/>
                    </a:ext>
                  </a:extLst>
                </p:cNvPr>
                <p:cNvCxnSpPr>
                  <a:stCxn id="23" idx="5"/>
                  <a:endCxn id="24" idx="1"/>
                </p:cNvCxnSpPr>
                <p:nvPr/>
              </p:nvCxnSpPr>
              <p:spPr>
                <a:xfrm>
                  <a:off x="7688174" y="4629768"/>
                  <a:ext cx="282930" cy="30317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CD725E-1336-104D-9F5C-4CA61223651D}"/>
                  </a:ext>
                </a:extLst>
              </p:cNvPr>
              <p:cNvSpPr txBox="1"/>
              <p:nvPr/>
            </p:nvSpPr>
            <p:spPr>
              <a:xfrm>
                <a:off x="5955864" y="3567165"/>
                <a:ext cx="149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B5A5DC-DE9A-F849-8FCE-73A5B9F468E2}"/>
                  </a:ext>
                </a:extLst>
              </p:cNvPr>
              <p:cNvSpPr txBox="1"/>
              <p:nvPr/>
            </p:nvSpPr>
            <p:spPr>
              <a:xfrm>
                <a:off x="5364170" y="4239523"/>
                <a:ext cx="1340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7B2010-F1D5-4840-A02B-D91A9BC02633}"/>
                  </a:ext>
                </a:extLst>
              </p:cNvPr>
              <p:cNvSpPr txBox="1"/>
              <p:nvPr/>
            </p:nvSpPr>
            <p:spPr>
              <a:xfrm>
                <a:off x="6960451" y="4317585"/>
                <a:ext cx="3942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D137F0F-A5C8-C240-A1A6-F0E9B0ACA81D}"/>
                  </a:ext>
                </a:extLst>
              </p:cNvPr>
              <p:cNvSpPr txBox="1"/>
              <p:nvPr/>
            </p:nvSpPr>
            <p:spPr>
              <a:xfrm>
                <a:off x="4786349" y="4827310"/>
                <a:ext cx="5040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3DF03C-36B3-1A43-BA6E-D62A295F3537}"/>
                  </a:ext>
                </a:extLst>
              </p:cNvPr>
              <p:cNvSpPr txBox="1"/>
              <p:nvPr/>
            </p:nvSpPr>
            <p:spPr>
              <a:xfrm>
                <a:off x="5888813" y="4869353"/>
                <a:ext cx="2838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1A83649-D57E-AA44-AAC2-A809F64E1232}"/>
                  </a:ext>
                </a:extLst>
              </p:cNvPr>
              <p:cNvSpPr txBox="1"/>
              <p:nvPr/>
            </p:nvSpPr>
            <p:spPr>
              <a:xfrm>
                <a:off x="7404341" y="4850540"/>
                <a:ext cx="283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6BB3D7-1629-754E-867B-F73591745884}"/>
                  </a:ext>
                </a:extLst>
              </p:cNvPr>
              <p:cNvSpPr txBox="1"/>
              <p:nvPr/>
            </p:nvSpPr>
            <p:spPr>
              <a:xfrm>
                <a:off x="8470760" y="4869353"/>
                <a:ext cx="216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507703-D095-524C-AA02-BF095DD92551}"/>
                  </a:ext>
                </a:extLst>
              </p:cNvPr>
              <p:cNvSpPr txBox="1"/>
              <p:nvPr/>
            </p:nvSpPr>
            <p:spPr>
              <a:xfrm>
                <a:off x="4424632" y="5527086"/>
                <a:ext cx="47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957D7F-9DDE-9F42-9D3D-17AC7E5D9129}"/>
                  </a:ext>
                </a:extLst>
              </p:cNvPr>
              <p:cNvSpPr txBox="1"/>
              <p:nvPr/>
            </p:nvSpPr>
            <p:spPr>
              <a:xfrm>
                <a:off x="5975518" y="5485609"/>
                <a:ext cx="3942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9</a:t>
                </a:r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A4EDD8E-4DBA-9F4F-8A2D-96B722E5299F}"/>
                </a:ext>
              </a:extLst>
            </p:cNvPr>
            <p:cNvSpPr/>
            <p:nvPr/>
          </p:nvSpPr>
          <p:spPr>
            <a:xfrm>
              <a:off x="1993267" y="3658394"/>
              <a:ext cx="562776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16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03B741A-B115-CE46-A7AF-50D10784B661}"/>
                </a:ext>
              </a:extLst>
            </p:cNvPr>
            <p:cNvCxnSpPr>
              <a:cxnSpLocks/>
              <a:stCxn id="30" idx="4"/>
              <a:endCxn id="9" idx="1"/>
            </p:cNvCxnSpPr>
            <p:nvPr/>
          </p:nvCxnSpPr>
          <p:spPr>
            <a:xfrm flipH="1">
              <a:off x="2075684" y="3348474"/>
              <a:ext cx="198971" cy="376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A4D3F8-BB59-504C-9786-AD45AEB1FAEC}"/>
                </a:ext>
              </a:extLst>
            </p:cNvPr>
            <p:cNvSpPr txBox="1"/>
            <p:nvPr/>
          </p:nvSpPr>
          <p:spPr>
            <a:xfrm>
              <a:off x="2450466" y="3577074"/>
              <a:ext cx="470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EBBFFB5-617F-AF48-8DA2-DC5E75AF9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922937"/>
              </p:ext>
            </p:extLst>
          </p:nvPr>
        </p:nvGraphicFramePr>
        <p:xfrm>
          <a:off x="4498239" y="1955200"/>
          <a:ext cx="448837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8837">
                  <a:extLst>
                    <a:ext uri="{9D8B030D-6E8A-4147-A177-3AD203B41FA5}">
                      <a16:colId xmlns:a16="http://schemas.microsoft.com/office/drawing/2014/main" val="936097923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138350929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1884550177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73731299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2273552546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3575034645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2522149947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2946543839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2812240211"/>
                    </a:ext>
                  </a:extLst>
                </a:gridCol>
                <a:gridCol w="448837">
                  <a:extLst>
                    <a:ext uri="{9D8B030D-6E8A-4147-A177-3AD203B41FA5}">
                      <a16:colId xmlns:a16="http://schemas.microsoft.com/office/drawing/2014/main" val="2428673735"/>
                    </a:ext>
                  </a:extLst>
                </a:gridCol>
              </a:tblGrid>
              <a:tr h="287063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055632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70FEE389-5B20-7D41-9093-8B9A55461E37}"/>
              </a:ext>
            </a:extLst>
          </p:cNvPr>
          <p:cNvSpPr txBox="1"/>
          <p:nvPr/>
        </p:nvSpPr>
        <p:spPr>
          <a:xfrm>
            <a:off x="1152145" y="4910728"/>
            <a:ext cx="6895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T(n) = O(</a:t>
            </a:r>
            <a:r>
              <a:rPr lang="en-US" dirty="0" err="1"/>
              <a:t>nlogn</a:t>
            </a:r>
            <a:r>
              <a:rPr lang="en-US" dirty="0"/>
              <a:t>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E9086B-5ED3-EF45-AA79-3FCB7200DB85}"/>
              </a:ext>
            </a:extLst>
          </p:cNvPr>
          <p:cNvSpPr txBox="1"/>
          <p:nvPr/>
        </p:nvSpPr>
        <p:spPr>
          <a:xfrm>
            <a:off x="653791" y="3916559"/>
            <a:ext cx="4382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9: </a:t>
            </a:r>
            <a:r>
              <a:rPr lang="en-US" dirty="0" err="1"/>
              <a:t>giữa</a:t>
            </a:r>
            <a:r>
              <a:rPr lang="en-US" dirty="0"/>
              <a:t> A[1] </a:t>
            </a:r>
            <a:r>
              <a:rPr lang="en-US" dirty="0" err="1"/>
              <a:t>và</a:t>
            </a:r>
            <a:r>
              <a:rPr lang="en-US" dirty="0"/>
              <a:t> A[2], </a:t>
            </a:r>
            <a:r>
              <a:rPr lang="en-US" dirty="0" err="1"/>
              <a:t>đống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1 </a:t>
            </a:r>
            <a:r>
              <a:rPr lang="en-US" dirty="0" err="1"/>
              <a:t>nút</a:t>
            </a:r>
            <a:r>
              <a:rPr lang="en-US" dirty="0"/>
              <a:t>. </a:t>
            </a:r>
            <a:r>
              <a:rPr lang="en-US" dirty="0" err="1"/>
              <a:t>Dãy</a:t>
            </a:r>
            <a:r>
              <a:rPr lang="en-US" dirty="0"/>
              <a:t> A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340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BE7B94-3E47-8648-8598-2FEAF441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50BBF-27A9-A648-BCB5-CBC281029004}" type="datetime1">
              <a:rPr lang="en-US" smtClean="0"/>
              <a:t>12/3/24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C99101-A752-C34B-8B8B-7E0E308A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FF6BE-8104-3448-AEFB-D8F15B9C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8FB39-6975-5A4E-86EF-65915DF00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620AD-1979-644D-9FDD-7A53CEF306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2284507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…a</a:t>
            </a:r>
            <a:r>
              <a:rPr lang="en-US" baseline="-25000" dirty="0"/>
              <a:t>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gắn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thoả</a:t>
            </a:r>
            <a:r>
              <a:rPr lang="en-US" dirty="0"/>
              <a:t> </a:t>
            </a:r>
            <a:r>
              <a:rPr lang="en-US" dirty="0" err="1"/>
              <a:t>mãn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pPr lvl="1"/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339EC01-5E7C-E244-966A-C87F7116CD70}"/>
              </a:ext>
            </a:extLst>
          </p:cNvPr>
          <p:cNvGrpSpPr/>
          <p:nvPr/>
        </p:nvGrpSpPr>
        <p:grpSpPr>
          <a:xfrm>
            <a:off x="3320067" y="2928887"/>
            <a:ext cx="3374606" cy="3087866"/>
            <a:chOff x="5096154" y="3603372"/>
            <a:chExt cx="3374606" cy="308786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6FBC000-D51D-DC40-9BCF-5A759204A859}"/>
                </a:ext>
              </a:extLst>
            </p:cNvPr>
            <p:cNvGrpSpPr/>
            <p:nvPr/>
          </p:nvGrpSpPr>
          <p:grpSpPr>
            <a:xfrm>
              <a:off x="5096154" y="3603372"/>
              <a:ext cx="1766134" cy="3087866"/>
              <a:chOff x="5333999" y="3038497"/>
              <a:chExt cx="1766134" cy="308786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5520CE6-C6D8-4540-8E43-16AEE8ECB113}"/>
                  </a:ext>
                </a:extLst>
              </p:cNvPr>
              <p:cNvSpPr/>
              <p:nvPr/>
            </p:nvSpPr>
            <p:spPr>
              <a:xfrm>
                <a:off x="6575978" y="3038497"/>
                <a:ext cx="524155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62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FFE68F1-A5B5-7745-9D9A-AB820B2CA643}"/>
                  </a:ext>
                </a:extLst>
              </p:cNvPr>
              <p:cNvSpPr/>
              <p:nvPr/>
            </p:nvSpPr>
            <p:spPr>
              <a:xfrm>
                <a:off x="6467755" y="4191000"/>
                <a:ext cx="562776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50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6D3B155-4492-0943-BDBB-1320CBBD165C}"/>
                  </a:ext>
                </a:extLst>
              </p:cNvPr>
              <p:cNvSpPr/>
              <p:nvPr/>
            </p:nvSpPr>
            <p:spPr>
              <a:xfrm>
                <a:off x="6514013" y="5669163"/>
                <a:ext cx="58612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48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26B9351-4FC5-1042-8FF7-9E685ABC9AFB}"/>
                  </a:ext>
                </a:extLst>
              </p:cNvPr>
              <p:cNvSpPr/>
              <p:nvPr/>
            </p:nvSpPr>
            <p:spPr>
              <a:xfrm>
                <a:off x="5333999" y="4231720"/>
                <a:ext cx="53603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1311AC4-88F8-D74D-BECC-EAE508D0C633}"/>
                  </a:ext>
                </a:extLst>
              </p:cNvPr>
              <p:cNvSpPr/>
              <p:nvPr/>
            </p:nvSpPr>
            <p:spPr>
              <a:xfrm>
                <a:off x="5918276" y="4980149"/>
                <a:ext cx="609236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34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1153D92-95DF-D447-8433-B570BBB5FD54}"/>
                  </a:ext>
                </a:extLst>
              </p:cNvPr>
              <p:cNvSpPr/>
              <p:nvPr/>
            </p:nvSpPr>
            <p:spPr>
              <a:xfrm>
                <a:off x="5791200" y="3622120"/>
                <a:ext cx="538302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21</a:t>
                </a: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F12E5C4-B44A-3941-A446-68C2F3AD4286}"/>
                  </a:ext>
                </a:extLst>
              </p:cNvPr>
              <p:cNvCxnSpPr>
                <a:stCxn id="25" idx="3"/>
                <a:endCxn id="30" idx="7"/>
              </p:cNvCxnSpPr>
              <p:nvPr/>
            </p:nvCxnSpPr>
            <p:spPr>
              <a:xfrm flipH="1">
                <a:off x="6250669" y="3428742"/>
                <a:ext cx="402070" cy="2603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D970BB2-1DFB-494E-A882-30984097E1D6}"/>
                  </a:ext>
                </a:extLst>
              </p:cNvPr>
              <p:cNvCxnSpPr>
                <a:stCxn id="30" idx="5"/>
                <a:endCxn id="26" idx="1"/>
              </p:cNvCxnSpPr>
              <p:nvPr/>
            </p:nvCxnSpPr>
            <p:spPr>
              <a:xfrm>
                <a:off x="6250669" y="4012365"/>
                <a:ext cx="299503" cy="24559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346F5E6-4174-3949-A6F0-DD7C72722FD2}"/>
                  </a:ext>
                </a:extLst>
              </p:cNvPr>
              <p:cNvCxnSpPr>
                <a:stCxn id="30" idx="3"/>
                <a:endCxn id="28" idx="0"/>
              </p:cNvCxnSpPr>
              <p:nvPr/>
            </p:nvCxnSpPr>
            <p:spPr>
              <a:xfrm flipH="1">
                <a:off x="5602016" y="4012365"/>
                <a:ext cx="268017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4DC312A-0D87-094C-906B-9C91292E6C42}"/>
                  </a:ext>
                </a:extLst>
              </p:cNvPr>
              <p:cNvCxnSpPr>
                <a:cxnSpLocks/>
                <a:stCxn id="26" idx="4"/>
                <a:endCxn id="29" idx="0"/>
              </p:cNvCxnSpPr>
              <p:nvPr/>
            </p:nvCxnSpPr>
            <p:spPr>
              <a:xfrm flipH="1">
                <a:off x="6222894" y="4648200"/>
                <a:ext cx="526249" cy="3319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DE4ACED-9CBF-D14B-82E1-C9C452F4F9B1}"/>
                  </a:ext>
                </a:extLst>
              </p:cNvPr>
              <p:cNvCxnSpPr>
                <a:cxnSpLocks/>
                <a:stCxn id="29" idx="4"/>
                <a:endCxn id="27" idx="0"/>
              </p:cNvCxnSpPr>
              <p:nvPr/>
            </p:nvCxnSpPr>
            <p:spPr>
              <a:xfrm>
                <a:off x="6222894" y="5437349"/>
                <a:ext cx="584179" cy="23181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7B36968-EA72-4546-ABBF-3CEACD083718}"/>
                </a:ext>
              </a:extLst>
            </p:cNvPr>
            <p:cNvSpPr/>
            <p:nvPr/>
          </p:nvSpPr>
          <p:spPr>
            <a:xfrm>
              <a:off x="7186981" y="4239523"/>
              <a:ext cx="587184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66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4CF890D-917D-D243-949F-8D42D73B076F}"/>
                </a:ext>
              </a:extLst>
            </p:cNvPr>
            <p:cNvSpPr/>
            <p:nvPr/>
          </p:nvSpPr>
          <p:spPr>
            <a:xfrm>
              <a:off x="7885376" y="4865991"/>
              <a:ext cx="585384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75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2AB195E-EBB7-ED49-858E-173DFE8AE385}"/>
                </a:ext>
              </a:extLst>
            </p:cNvPr>
            <p:cNvSpPr/>
            <p:nvPr/>
          </p:nvSpPr>
          <p:spPr>
            <a:xfrm>
              <a:off x="7526323" y="5558790"/>
              <a:ext cx="606703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70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ED4B0F-B9C1-714E-A376-87EE9BD9000B}"/>
                </a:ext>
              </a:extLst>
            </p:cNvPr>
            <p:cNvCxnSpPr>
              <a:cxnSpLocks/>
              <a:stCxn id="25" idx="5"/>
              <a:endCxn id="19" idx="1"/>
            </p:cNvCxnSpPr>
            <p:nvPr/>
          </p:nvCxnSpPr>
          <p:spPr>
            <a:xfrm>
              <a:off x="6785527" y="3993617"/>
              <a:ext cx="487445" cy="312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0EE9A43-87D1-054A-AD3C-9407EC8D1EE0}"/>
                </a:ext>
              </a:extLst>
            </p:cNvPr>
            <p:cNvCxnSpPr>
              <a:cxnSpLocks/>
              <a:stCxn id="20" idx="4"/>
              <a:endCxn id="21" idx="0"/>
            </p:cNvCxnSpPr>
            <p:nvPr/>
          </p:nvCxnSpPr>
          <p:spPr>
            <a:xfrm flipH="1">
              <a:off x="7829675" y="5323191"/>
              <a:ext cx="348393" cy="2355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5107290-4094-FA49-BE38-B89E109ED47C}"/>
                </a:ext>
              </a:extLst>
            </p:cNvPr>
            <p:cNvCxnSpPr>
              <a:stCxn id="19" idx="5"/>
              <a:endCxn id="20" idx="1"/>
            </p:cNvCxnSpPr>
            <p:nvPr/>
          </p:nvCxnSpPr>
          <p:spPr>
            <a:xfrm>
              <a:off x="7688174" y="4629768"/>
              <a:ext cx="282930" cy="3031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01012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65B0F4-C9BB-7B49-8BAE-B058A6FD0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50BBF-27A9-A648-BCB5-CBC281029004}" type="datetime1">
              <a:rPr lang="en-US" smtClean="0"/>
              <a:t>12/3/24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23240-BCC7-B74C-8300-9936E9686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67FE3-A3DC-1049-9DEF-B387525F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304CC7-10E5-1A40-9801-80576C88F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6DF61-B2AC-7643-BFE9-76E32974AC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T, con </a:t>
            </a:r>
            <a:r>
              <a:rPr lang="en-US" dirty="0" err="1"/>
              <a:t>trỏ</a:t>
            </a:r>
            <a:r>
              <a:rPr lang="en-US" dirty="0"/>
              <a:t> T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X</a:t>
            </a:r>
          </a:p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X.  So </a:t>
            </a:r>
            <a:r>
              <a:rPr lang="en-US" dirty="0" err="1"/>
              <a:t>sánh</a:t>
            </a:r>
            <a:r>
              <a:rPr lang="en-US" dirty="0"/>
              <a:t> X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rỗng</a:t>
            </a:r>
            <a:r>
              <a:rPr lang="en-US" dirty="0"/>
              <a:t> : T= null, X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,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thoả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X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ở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: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X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ở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: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X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: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thoả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3721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0CAD6-4327-944E-AA22-637368E65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37338-8CCC-2C45-9C10-BF3FDED31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70337-92DC-B147-8AAC-F85E6976D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9B092-842D-D14F-8F39-FCF44667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5C026-718D-A64F-8617-9259921A7D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Nếu</a:t>
            </a:r>
            <a:r>
              <a:rPr lang="en-US" dirty="0"/>
              <a:t> X = 34, so </a:t>
            </a:r>
            <a:r>
              <a:rPr lang="en-US" dirty="0" err="1"/>
              <a:t>sánh</a:t>
            </a:r>
            <a:r>
              <a:rPr lang="en-US" dirty="0"/>
              <a:t> X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62,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pPr lvl="1"/>
            <a:r>
              <a:rPr lang="en-US" dirty="0"/>
              <a:t>X&lt;62: </a:t>
            </a:r>
            <a:r>
              <a:rPr lang="en-US" dirty="0" err="1"/>
              <a:t>chuyển</a:t>
            </a:r>
            <a:r>
              <a:rPr lang="en-US" dirty="0"/>
              <a:t> sang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trái</a:t>
            </a:r>
            <a:endParaRPr lang="en-US" dirty="0"/>
          </a:p>
          <a:p>
            <a:pPr lvl="1"/>
            <a:r>
              <a:rPr lang="en-US" dirty="0"/>
              <a:t>X&gt;21: </a:t>
            </a:r>
            <a:r>
              <a:rPr lang="en-US" dirty="0" err="1"/>
              <a:t>chuyển</a:t>
            </a:r>
            <a:r>
              <a:rPr lang="en-US" dirty="0"/>
              <a:t> sang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phải</a:t>
            </a:r>
            <a:endParaRPr lang="en-US" dirty="0"/>
          </a:p>
          <a:p>
            <a:pPr lvl="1"/>
            <a:r>
              <a:rPr lang="en-US" dirty="0"/>
              <a:t>X&lt;50: </a:t>
            </a:r>
            <a:r>
              <a:rPr lang="en-US" dirty="0" err="1"/>
              <a:t>chuyển</a:t>
            </a:r>
            <a:r>
              <a:rPr lang="en-US" dirty="0"/>
              <a:t> sang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trái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X = 34: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thoả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FFE8BC-82F5-3B45-A463-3076AEE43753}"/>
              </a:ext>
            </a:extLst>
          </p:cNvPr>
          <p:cNvGrpSpPr/>
          <p:nvPr/>
        </p:nvGrpSpPr>
        <p:grpSpPr>
          <a:xfrm>
            <a:off x="5445081" y="1647825"/>
            <a:ext cx="3374606" cy="3087866"/>
            <a:chOff x="5096154" y="3603372"/>
            <a:chExt cx="3374606" cy="308786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51F78AB-44FD-7642-8850-12BB6BD50C7E}"/>
                </a:ext>
              </a:extLst>
            </p:cNvPr>
            <p:cNvGrpSpPr/>
            <p:nvPr/>
          </p:nvGrpSpPr>
          <p:grpSpPr>
            <a:xfrm>
              <a:off x="5096154" y="3603372"/>
              <a:ext cx="1766134" cy="3087866"/>
              <a:chOff x="5333999" y="3038497"/>
              <a:chExt cx="1766134" cy="308786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A9683B9-A558-1147-9C40-1BA93117DFA6}"/>
                  </a:ext>
                </a:extLst>
              </p:cNvPr>
              <p:cNvSpPr/>
              <p:nvPr/>
            </p:nvSpPr>
            <p:spPr>
              <a:xfrm>
                <a:off x="6575978" y="3038497"/>
                <a:ext cx="524155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62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AD1303A-BC65-0A4A-915D-CE9AFF04ED31}"/>
                  </a:ext>
                </a:extLst>
              </p:cNvPr>
              <p:cNvSpPr/>
              <p:nvPr/>
            </p:nvSpPr>
            <p:spPr>
              <a:xfrm>
                <a:off x="6467755" y="4191000"/>
                <a:ext cx="562776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50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9EEF6BB-9DB1-DB4B-B8D1-512595DF34BC}"/>
                  </a:ext>
                </a:extLst>
              </p:cNvPr>
              <p:cNvSpPr/>
              <p:nvPr/>
            </p:nvSpPr>
            <p:spPr>
              <a:xfrm>
                <a:off x="6514013" y="5669163"/>
                <a:ext cx="58612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48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88FC7F7-3606-DC4B-AFCA-665962C9D4DD}"/>
                  </a:ext>
                </a:extLst>
              </p:cNvPr>
              <p:cNvSpPr/>
              <p:nvPr/>
            </p:nvSpPr>
            <p:spPr>
              <a:xfrm>
                <a:off x="5333999" y="4231720"/>
                <a:ext cx="53603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17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894B096-F3C4-F146-8416-88BF0C51AA72}"/>
                  </a:ext>
                </a:extLst>
              </p:cNvPr>
              <p:cNvSpPr/>
              <p:nvPr/>
            </p:nvSpPr>
            <p:spPr>
              <a:xfrm>
                <a:off x="5918276" y="4980149"/>
                <a:ext cx="609236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34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25B88E9-C267-A642-ABC1-C39D4DAEAC81}"/>
                  </a:ext>
                </a:extLst>
              </p:cNvPr>
              <p:cNvSpPr/>
              <p:nvPr/>
            </p:nvSpPr>
            <p:spPr>
              <a:xfrm>
                <a:off x="5791200" y="3622120"/>
                <a:ext cx="538302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21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D2FA2C60-6DFB-434C-A7CB-A54FD587F3DB}"/>
                  </a:ext>
                </a:extLst>
              </p:cNvPr>
              <p:cNvCxnSpPr>
                <a:stCxn id="15" idx="3"/>
                <a:endCxn id="20" idx="7"/>
              </p:cNvCxnSpPr>
              <p:nvPr/>
            </p:nvCxnSpPr>
            <p:spPr>
              <a:xfrm flipH="1">
                <a:off x="6250669" y="3428742"/>
                <a:ext cx="402070" cy="2603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F9B5DE3-F545-EF45-9AC0-35D9A24E0800}"/>
                  </a:ext>
                </a:extLst>
              </p:cNvPr>
              <p:cNvCxnSpPr>
                <a:stCxn id="20" idx="5"/>
                <a:endCxn id="16" idx="1"/>
              </p:cNvCxnSpPr>
              <p:nvPr/>
            </p:nvCxnSpPr>
            <p:spPr>
              <a:xfrm>
                <a:off x="6250669" y="4012365"/>
                <a:ext cx="299503" cy="24559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BB98F73-1542-EB41-BDE8-510E4EA9D020}"/>
                  </a:ext>
                </a:extLst>
              </p:cNvPr>
              <p:cNvCxnSpPr>
                <a:stCxn id="20" idx="3"/>
                <a:endCxn id="18" idx="0"/>
              </p:cNvCxnSpPr>
              <p:nvPr/>
            </p:nvCxnSpPr>
            <p:spPr>
              <a:xfrm flipH="1">
                <a:off x="5602016" y="4012365"/>
                <a:ext cx="268017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D10AF2FE-F7C9-9041-B2D8-A89283B160E2}"/>
                  </a:ext>
                </a:extLst>
              </p:cNvPr>
              <p:cNvCxnSpPr>
                <a:cxnSpLocks/>
                <a:stCxn id="16" idx="4"/>
                <a:endCxn id="19" idx="0"/>
              </p:cNvCxnSpPr>
              <p:nvPr/>
            </p:nvCxnSpPr>
            <p:spPr>
              <a:xfrm flipH="1">
                <a:off x="6222894" y="4648200"/>
                <a:ext cx="526249" cy="3319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C4E7688-5EA2-F641-8FC2-84AA3DB7E7E5}"/>
                  </a:ext>
                </a:extLst>
              </p:cNvPr>
              <p:cNvCxnSpPr>
                <a:cxnSpLocks/>
                <a:stCxn id="19" idx="4"/>
                <a:endCxn id="17" idx="0"/>
              </p:cNvCxnSpPr>
              <p:nvPr/>
            </p:nvCxnSpPr>
            <p:spPr>
              <a:xfrm>
                <a:off x="6222894" y="5437349"/>
                <a:ext cx="584179" cy="23181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BBA3A94-012A-B144-B23B-0F0005FC7752}"/>
                </a:ext>
              </a:extLst>
            </p:cNvPr>
            <p:cNvSpPr/>
            <p:nvPr/>
          </p:nvSpPr>
          <p:spPr>
            <a:xfrm>
              <a:off x="7186981" y="4239523"/>
              <a:ext cx="587184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66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4603BC7-71B2-7240-B509-7CC7F76B2700}"/>
                </a:ext>
              </a:extLst>
            </p:cNvPr>
            <p:cNvSpPr/>
            <p:nvPr/>
          </p:nvSpPr>
          <p:spPr>
            <a:xfrm>
              <a:off x="7885376" y="4865991"/>
              <a:ext cx="585384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75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55EFB81-8776-5B49-911E-BCFFC8F339BC}"/>
                </a:ext>
              </a:extLst>
            </p:cNvPr>
            <p:cNvSpPr/>
            <p:nvPr/>
          </p:nvSpPr>
          <p:spPr>
            <a:xfrm>
              <a:off x="7526323" y="5558790"/>
              <a:ext cx="606703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70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BE067CD-C42E-8346-9AC5-BA193990F074}"/>
                </a:ext>
              </a:extLst>
            </p:cNvPr>
            <p:cNvCxnSpPr>
              <a:cxnSpLocks/>
              <a:stCxn id="15" idx="5"/>
              <a:endCxn id="9" idx="1"/>
            </p:cNvCxnSpPr>
            <p:nvPr/>
          </p:nvCxnSpPr>
          <p:spPr>
            <a:xfrm>
              <a:off x="6785527" y="3993617"/>
              <a:ext cx="487445" cy="3128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5E1C802-3778-4649-A2C9-88292ED6202B}"/>
                </a:ext>
              </a:extLst>
            </p:cNvPr>
            <p:cNvCxnSpPr>
              <a:cxnSpLocks/>
              <a:stCxn id="10" idx="4"/>
              <a:endCxn id="11" idx="0"/>
            </p:cNvCxnSpPr>
            <p:nvPr/>
          </p:nvCxnSpPr>
          <p:spPr>
            <a:xfrm flipH="1">
              <a:off x="7829675" y="5323191"/>
              <a:ext cx="348393" cy="2355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55445B4-BFE1-9F4B-B99E-BCC86DA30620}"/>
                </a:ext>
              </a:extLst>
            </p:cNvPr>
            <p:cNvCxnSpPr>
              <a:stCxn id="9" idx="5"/>
              <a:endCxn id="10" idx="1"/>
            </p:cNvCxnSpPr>
            <p:nvPr/>
          </p:nvCxnSpPr>
          <p:spPr>
            <a:xfrm>
              <a:off x="7688174" y="4629768"/>
              <a:ext cx="282930" cy="3031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82FC481-B447-734C-AABD-6730A6F434DE}"/>
              </a:ext>
            </a:extLst>
          </p:cNvPr>
          <p:cNvSpPr txBox="1">
            <a:spLocks/>
          </p:cNvSpPr>
          <p:nvPr/>
        </p:nvSpPr>
        <p:spPr>
          <a:xfrm>
            <a:off x="369131" y="3559753"/>
            <a:ext cx="5181680" cy="251333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Nếu</a:t>
            </a:r>
            <a:r>
              <a:rPr lang="en-US" dirty="0"/>
              <a:t> X = 68, so </a:t>
            </a:r>
            <a:r>
              <a:rPr lang="en-US" dirty="0" err="1"/>
              <a:t>sánh</a:t>
            </a:r>
            <a:r>
              <a:rPr lang="en-US" dirty="0"/>
              <a:t> X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62,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pPr lvl="1"/>
            <a:r>
              <a:rPr lang="en-US" dirty="0"/>
              <a:t>X&gt;62: </a:t>
            </a:r>
            <a:r>
              <a:rPr lang="en-US" dirty="0" err="1"/>
              <a:t>chuyển</a:t>
            </a:r>
            <a:r>
              <a:rPr lang="en-US" dirty="0"/>
              <a:t> sang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phải</a:t>
            </a:r>
            <a:endParaRPr lang="en-US" dirty="0"/>
          </a:p>
          <a:p>
            <a:pPr lvl="1"/>
            <a:r>
              <a:rPr lang="en-US" dirty="0"/>
              <a:t>X&gt;66: </a:t>
            </a:r>
            <a:r>
              <a:rPr lang="en-US" dirty="0" err="1"/>
              <a:t>chuyển</a:t>
            </a:r>
            <a:r>
              <a:rPr lang="en-US" dirty="0"/>
              <a:t> sang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phải</a:t>
            </a:r>
            <a:endParaRPr lang="en-US" dirty="0"/>
          </a:p>
          <a:p>
            <a:pPr lvl="1"/>
            <a:r>
              <a:rPr lang="en-US" dirty="0"/>
              <a:t>X&lt;75: </a:t>
            </a:r>
            <a:r>
              <a:rPr lang="en-US" dirty="0" err="1"/>
              <a:t>chuyển</a:t>
            </a:r>
            <a:r>
              <a:rPr lang="en-US" dirty="0"/>
              <a:t> sang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trái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X&lt;70: </a:t>
            </a:r>
            <a:r>
              <a:rPr lang="en-US" dirty="0" err="1"/>
              <a:t>chuyển</a:t>
            </a:r>
            <a:r>
              <a:rPr lang="en-US" dirty="0"/>
              <a:t> sang </a:t>
            </a:r>
            <a:r>
              <a:rPr lang="en-US" dirty="0" err="1"/>
              <a:t>cây</a:t>
            </a:r>
            <a:r>
              <a:rPr lang="en-US" dirty="0"/>
              <a:t> con </a:t>
            </a:r>
            <a:r>
              <a:rPr lang="en-US" dirty="0" err="1"/>
              <a:t>trái</a:t>
            </a:r>
            <a:r>
              <a:rPr lang="en-US" dirty="0"/>
              <a:t> ,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rỗng</a:t>
            </a:r>
            <a:r>
              <a:rPr lang="en-US" dirty="0"/>
              <a:t> ,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thoả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835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9FDE7-E9ED-CA4A-BC06-41C60D3A4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EFFC4-7E80-8F47-9243-DD0D4B5F8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1ED6C-5F48-524E-A970-29DCDEEF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41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97570-49AA-8547-B6E3-FA0D39BCF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Bổ</a:t>
            </a:r>
            <a:r>
              <a:rPr lang="en-US" dirty="0"/>
              <a:t> sung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C7AD-E83F-0B40-8788-7A4FC3B760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4903237" cy="530339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X,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X </a:t>
            </a:r>
            <a:r>
              <a:rPr lang="en-US" dirty="0" err="1"/>
              <a:t>thoả</a:t>
            </a:r>
            <a:r>
              <a:rPr lang="en-US" dirty="0"/>
              <a:t> hay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thoả</a:t>
            </a:r>
            <a:r>
              <a:rPr lang="en-US" dirty="0"/>
              <a:t>. </a:t>
            </a:r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thoả</a:t>
            </a:r>
            <a:r>
              <a:rPr lang="en-US" dirty="0"/>
              <a:t> X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Bổ</a:t>
            </a:r>
            <a:r>
              <a:rPr lang="en-US" dirty="0"/>
              <a:t> sung X = 68,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pPr lvl="1"/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: T </a:t>
            </a:r>
            <a:r>
              <a:rPr lang="en-US" dirty="0" err="1"/>
              <a:t>là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,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thoả</a:t>
            </a:r>
            <a:r>
              <a:rPr lang="en-US" dirty="0"/>
              <a:t> q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X</a:t>
            </a:r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thoả</a:t>
            </a:r>
            <a:r>
              <a:rPr lang="en-US" dirty="0"/>
              <a:t> q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vào</a:t>
            </a:r>
            <a:r>
              <a:rPr lang="en-US" dirty="0"/>
              <a:t>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36A2229-7C80-874E-B1E8-ACF245908FE3}"/>
              </a:ext>
            </a:extLst>
          </p:cNvPr>
          <p:cNvGrpSpPr/>
          <p:nvPr/>
        </p:nvGrpSpPr>
        <p:grpSpPr>
          <a:xfrm>
            <a:off x="5548998" y="1375487"/>
            <a:ext cx="3374606" cy="3510503"/>
            <a:chOff x="5548998" y="1375487"/>
            <a:chExt cx="3374606" cy="351050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5AE5378-030E-AB4E-A2F0-961BA65CF206}"/>
                </a:ext>
              </a:extLst>
            </p:cNvPr>
            <p:cNvGrpSpPr/>
            <p:nvPr/>
          </p:nvGrpSpPr>
          <p:grpSpPr>
            <a:xfrm>
              <a:off x="5548998" y="1767840"/>
              <a:ext cx="3374606" cy="3087866"/>
              <a:chOff x="5096154" y="3603372"/>
              <a:chExt cx="3374606" cy="3087866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6318D2D-C95D-614E-8E2D-C8BAF8FED07D}"/>
                  </a:ext>
                </a:extLst>
              </p:cNvPr>
              <p:cNvGrpSpPr/>
              <p:nvPr/>
            </p:nvGrpSpPr>
            <p:grpSpPr>
              <a:xfrm>
                <a:off x="5096154" y="3603372"/>
                <a:ext cx="1766134" cy="3087866"/>
                <a:chOff x="5333999" y="3038497"/>
                <a:chExt cx="1766134" cy="3087866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7E97C195-4179-B44E-87BD-78023937743C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62</a:t>
                  </a: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7FAC2150-0344-C44C-873C-1BD0381A81F4}"/>
                    </a:ext>
                  </a:extLst>
                </p:cNvPr>
                <p:cNvSpPr/>
                <p:nvPr/>
              </p:nvSpPr>
              <p:spPr>
                <a:xfrm>
                  <a:off x="6467755" y="4191000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50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2977C6A5-9187-3E47-9701-7F253C207035}"/>
                    </a:ext>
                  </a:extLst>
                </p:cNvPr>
                <p:cNvSpPr/>
                <p:nvPr/>
              </p:nvSpPr>
              <p:spPr>
                <a:xfrm>
                  <a:off x="6514013" y="5669163"/>
                  <a:ext cx="586120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48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7956AC6-E68C-E64D-9F4C-E45B93CFC49B}"/>
                    </a:ext>
                  </a:extLst>
                </p:cNvPr>
                <p:cNvSpPr/>
                <p:nvPr/>
              </p:nvSpPr>
              <p:spPr>
                <a:xfrm>
                  <a:off x="5333999" y="4231720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17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BAC0B10-1280-D445-A47F-DDE78D681D3E}"/>
                    </a:ext>
                  </a:extLst>
                </p:cNvPr>
                <p:cNvSpPr/>
                <p:nvPr/>
              </p:nvSpPr>
              <p:spPr>
                <a:xfrm>
                  <a:off x="5918276" y="4980149"/>
                  <a:ext cx="60923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34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607C2183-95F8-7C46-9D78-223108C553EE}"/>
                    </a:ext>
                  </a:extLst>
                </p:cNvPr>
                <p:cNvSpPr/>
                <p:nvPr/>
              </p:nvSpPr>
              <p:spPr>
                <a:xfrm>
                  <a:off x="5791200" y="3622120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21</a:t>
                  </a: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301E325-1D91-494A-BB79-B811426A5F52}"/>
                    </a:ext>
                  </a:extLst>
                </p:cNvPr>
                <p:cNvCxnSpPr>
                  <a:stCxn id="15" idx="3"/>
                  <a:endCxn id="20" idx="7"/>
                </p:cNvCxnSpPr>
                <p:nvPr/>
              </p:nvCxnSpPr>
              <p:spPr>
                <a:xfrm flipH="1">
                  <a:off x="6250669" y="3428742"/>
                  <a:ext cx="402070" cy="26033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60E8958F-352D-7649-856B-2998576E20EA}"/>
                    </a:ext>
                  </a:extLst>
                </p:cNvPr>
                <p:cNvCxnSpPr>
                  <a:stCxn id="20" idx="5"/>
                  <a:endCxn id="16" idx="1"/>
                </p:cNvCxnSpPr>
                <p:nvPr/>
              </p:nvCxnSpPr>
              <p:spPr>
                <a:xfrm>
                  <a:off x="6250669" y="4012365"/>
                  <a:ext cx="299503" cy="24559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B9DA16A-B6C6-F443-8805-68317B5BD6AB}"/>
                    </a:ext>
                  </a:extLst>
                </p:cNvPr>
                <p:cNvCxnSpPr>
                  <a:stCxn id="20" idx="3"/>
                  <a:endCxn id="18" idx="0"/>
                </p:cNvCxnSpPr>
                <p:nvPr/>
              </p:nvCxnSpPr>
              <p:spPr>
                <a:xfrm flipH="1">
                  <a:off x="5602016" y="4012365"/>
                  <a:ext cx="268017" cy="2193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127E5F18-FF50-784F-BD07-D099B5FBC219}"/>
                    </a:ext>
                  </a:extLst>
                </p:cNvPr>
                <p:cNvCxnSpPr>
                  <a:cxnSpLocks/>
                  <a:stCxn id="16" idx="4"/>
                  <a:endCxn id="19" idx="0"/>
                </p:cNvCxnSpPr>
                <p:nvPr/>
              </p:nvCxnSpPr>
              <p:spPr>
                <a:xfrm flipH="1">
                  <a:off x="6222894" y="4648200"/>
                  <a:ext cx="526249" cy="33194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AD37D61-0076-234D-8E50-341AA3F37C34}"/>
                    </a:ext>
                  </a:extLst>
                </p:cNvPr>
                <p:cNvCxnSpPr>
                  <a:cxnSpLocks/>
                  <a:stCxn id="19" idx="4"/>
                  <a:endCxn id="17" idx="0"/>
                </p:cNvCxnSpPr>
                <p:nvPr/>
              </p:nvCxnSpPr>
              <p:spPr>
                <a:xfrm>
                  <a:off x="6222894" y="5437349"/>
                  <a:ext cx="584179" cy="23181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39ECD19-8A04-3942-9D61-181C88560442}"/>
                  </a:ext>
                </a:extLst>
              </p:cNvPr>
              <p:cNvSpPr/>
              <p:nvPr/>
            </p:nvSpPr>
            <p:spPr>
              <a:xfrm>
                <a:off x="7186981" y="4239523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66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4A2288C-DD3C-2348-8BC7-578C22AC7464}"/>
                  </a:ext>
                </a:extLst>
              </p:cNvPr>
              <p:cNvSpPr/>
              <p:nvPr/>
            </p:nvSpPr>
            <p:spPr>
              <a:xfrm>
                <a:off x="7885376" y="4865991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75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A6D5313-4D85-AD4D-AAF9-29BE8AB50FC1}"/>
                  </a:ext>
                </a:extLst>
              </p:cNvPr>
              <p:cNvSpPr/>
              <p:nvPr/>
            </p:nvSpPr>
            <p:spPr>
              <a:xfrm>
                <a:off x="7526323" y="5558790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70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86FF37E-1779-F642-87CA-97BEF2D595D9}"/>
                  </a:ext>
                </a:extLst>
              </p:cNvPr>
              <p:cNvCxnSpPr>
                <a:cxnSpLocks/>
                <a:stCxn id="15" idx="5"/>
                <a:endCxn id="9" idx="1"/>
              </p:cNvCxnSpPr>
              <p:nvPr/>
            </p:nvCxnSpPr>
            <p:spPr>
              <a:xfrm>
                <a:off x="6785527" y="3993617"/>
                <a:ext cx="487445" cy="3128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0ED0C00-A17C-C149-8641-ACC3ACC074ED}"/>
                  </a:ext>
                </a:extLst>
              </p:cNvPr>
              <p:cNvCxnSpPr>
                <a:cxnSpLocks/>
                <a:stCxn id="10" idx="4"/>
                <a:endCxn id="11" idx="0"/>
              </p:cNvCxnSpPr>
              <p:nvPr/>
            </p:nvCxnSpPr>
            <p:spPr>
              <a:xfrm flipH="1">
                <a:off x="7829675" y="5323191"/>
                <a:ext cx="348393" cy="2355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9BCBAE5-0788-3742-9A77-63C9810394A2}"/>
                  </a:ext>
                </a:extLst>
              </p:cNvPr>
              <p:cNvCxnSpPr>
                <a:stCxn id="9" idx="5"/>
                <a:endCxn id="10" idx="1"/>
              </p:cNvCxnSpPr>
              <p:nvPr/>
            </p:nvCxnSpPr>
            <p:spPr>
              <a:xfrm>
                <a:off x="7688174" y="4629768"/>
                <a:ext cx="282930" cy="3031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EBA64FF-6702-204F-AA4C-BBC9072B7E70}"/>
                </a:ext>
              </a:extLst>
            </p:cNvPr>
            <p:cNvSpPr/>
            <p:nvPr/>
          </p:nvSpPr>
          <p:spPr>
            <a:xfrm>
              <a:off x="7534315" y="4428790"/>
              <a:ext cx="606703" cy="457200"/>
            </a:xfrm>
            <a:prstGeom prst="ellipse">
              <a:avLst/>
            </a:prstGeom>
            <a:solidFill>
              <a:schemeClr val="accent2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68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3B62612-8CCB-0C45-AA43-28F5528BC65D}"/>
                </a:ext>
              </a:extLst>
            </p:cNvPr>
            <p:cNvCxnSpPr>
              <a:cxnSpLocks/>
              <a:stCxn id="11" idx="3"/>
              <a:endCxn id="45" idx="0"/>
            </p:cNvCxnSpPr>
            <p:nvPr/>
          </p:nvCxnSpPr>
          <p:spPr>
            <a:xfrm flipH="1">
              <a:off x="7837667" y="4113503"/>
              <a:ext cx="230350" cy="3152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E1BFF30-3AC9-024F-A3D7-145A75B526C0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DC87A93-FEA0-8F46-BFCF-485A64BC005D}"/>
                </a:ext>
              </a:extLst>
            </p:cNvPr>
            <p:cNvCxnSpPr>
              <a:stCxn id="50" idx="1"/>
              <a:endCxn id="15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DFD91B6-91C3-6B48-ACDE-0981DAB56193}"/>
              </a:ext>
            </a:extLst>
          </p:cNvPr>
          <p:cNvSpPr txBox="1"/>
          <p:nvPr/>
        </p:nvSpPr>
        <p:spPr>
          <a:xfrm>
            <a:off x="6752143" y="1125974"/>
            <a:ext cx="366937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356D0F-F6FB-A645-8D4B-09F6E6D0DBE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6938723" y="1552712"/>
            <a:ext cx="114332" cy="215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572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678DF-FFB0-094D-B100-B4114A0A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52627-959C-A34C-81CF-4C188B58B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8414F-283F-3440-8D06-09C77DDC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8ADB1B-432B-2244-B577-A7CD25ABD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, </a:t>
            </a:r>
            <a:r>
              <a:rPr lang="en-US" dirty="0" err="1"/>
              <a:t>bổ</a:t>
            </a:r>
            <a:r>
              <a:rPr lang="en-US" dirty="0"/>
              <a:t> sung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D7EC9-B123-B949-81CF-04597CDE50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4336923" cy="5303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Procedure</a:t>
            </a:r>
            <a:r>
              <a:rPr lang="en-US" dirty="0"/>
              <a:t> BST(</a:t>
            </a:r>
            <a:r>
              <a:rPr lang="en-US" dirty="0" err="1"/>
              <a:t>T,X,q</a:t>
            </a:r>
            <a:r>
              <a:rPr lang="en-US" dirty="0"/>
              <a:t>)</a:t>
            </a:r>
          </a:p>
          <a:p>
            <a:pPr marL="514350" indent="-514350">
              <a:buAutoNum type="arabicPeriod"/>
            </a:pPr>
            <a:r>
              <a:rPr lang="en-US" dirty="0"/>
              <a:t>p = null; q = T;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khởi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tạo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dirty="0"/>
              <a:t>While (q!= null) do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tìm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kiếm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Case </a:t>
            </a:r>
          </a:p>
          <a:p>
            <a:pPr marL="0" indent="0">
              <a:buNone/>
            </a:pPr>
            <a:r>
              <a:rPr lang="en-US" dirty="0"/>
              <a:t>X&lt; info(q): p = q; q=LP(q)</a:t>
            </a:r>
          </a:p>
          <a:p>
            <a:pPr marL="0" indent="0">
              <a:buNone/>
            </a:pPr>
            <a:r>
              <a:rPr lang="en-US" dirty="0"/>
              <a:t>X&gt; info(q): p = q; q=RP(q)</a:t>
            </a:r>
          </a:p>
          <a:p>
            <a:pPr marL="0" indent="0">
              <a:buNone/>
            </a:pPr>
            <a:r>
              <a:rPr lang="en-US" dirty="0"/>
              <a:t>X= info(q): write(“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”); return;</a:t>
            </a:r>
          </a:p>
          <a:p>
            <a:pPr marL="0" indent="0">
              <a:buNone/>
            </a:pPr>
            <a:r>
              <a:rPr lang="en-US" dirty="0"/>
              <a:t>End case;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74BECE-C57F-754C-AB32-D288A23C009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571999" y="1166018"/>
            <a:ext cx="4336923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3. Call New(ST)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//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bổ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sung</a:t>
            </a:r>
          </a:p>
          <a:p>
            <a:pPr marL="0" indent="0">
              <a:buNone/>
            </a:pPr>
            <a:r>
              <a:rPr lang="en-US" dirty="0"/>
              <a:t>info(ST) = X; LP(ST) = RP(ST) = null;</a:t>
            </a:r>
          </a:p>
          <a:p>
            <a:pPr marL="0" indent="0">
              <a:buNone/>
            </a:pPr>
            <a:r>
              <a:rPr lang="en-US" dirty="0"/>
              <a:t>Case </a:t>
            </a:r>
          </a:p>
          <a:p>
            <a:pPr marL="0" indent="0">
              <a:buNone/>
            </a:pPr>
            <a:r>
              <a:rPr lang="en-US" dirty="0"/>
              <a:t>T = null: T = ST ;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cây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rỗng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X&lt;info(p): LP(p) = ST;</a:t>
            </a:r>
          </a:p>
          <a:p>
            <a:pPr marL="0" indent="0">
              <a:buNone/>
            </a:pPr>
            <a:r>
              <a:rPr lang="en-US" dirty="0"/>
              <a:t>X&gt;info(p): RP(p) = ST;</a:t>
            </a:r>
          </a:p>
          <a:p>
            <a:pPr marL="0" indent="0">
              <a:buNone/>
            </a:pPr>
            <a:r>
              <a:rPr lang="en-US" dirty="0"/>
              <a:t>End case;</a:t>
            </a:r>
          </a:p>
          <a:p>
            <a:pPr marL="0" indent="0">
              <a:buNone/>
            </a:pPr>
            <a:r>
              <a:rPr lang="en-US" dirty="0"/>
              <a:t>Write (“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sung”); Return.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6544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57783-4D20-144A-9AD8-77C547ED5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92E8-93D1-4246-9203-88234E64793C}" type="datetime1">
              <a:rPr lang="en-US" smtClean="0"/>
              <a:t>12/3/24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141ED-11D4-B540-A458-945EB8B2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BC96B-4D6D-F847-9BDC-F5C0BF65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16372-B946-234C-981D-1999CC4A1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A132E-2BFF-2B47-85A7-48B1D974E3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rỗng</a:t>
            </a:r>
            <a:r>
              <a:rPr lang="en-US" dirty="0"/>
              <a:t> </a:t>
            </a:r>
          </a:p>
          <a:p>
            <a:r>
              <a:rPr lang="en-US" dirty="0"/>
              <a:t>Cho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: 23 , 14, 7, 10, 8, 5,1 21, 3. </a:t>
            </a:r>
          </a:p>
          <a:p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BTS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8,3,14,1,10,23,7,21,5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623490-1AD4-8F46-9716-68FCEEE63741}"/>
              </a:ext>
            </a:extLst>
          </p:cNvPr>
          <p:cNvGrpSpPr/>
          <p:nvPr/>
        </p:nvGrpSpPr>
        <p:grpSpPr>
          <a:xfrm>
            <a:off x="5420329" y="1600200"/>
            <a:ext cx="2891115" cy="4050078"/>
            <a:chOff x="4145688" y="3603372"/>
            <a:chExt cx="2891115" cy="405007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C378AA1-10CE-FF4A-A893-929F303CD541}"/>
                </a:ext>
              </a:extLst>
            </p:cNvPr>
            <p:cNvGrpSpPr/>
            <p:nvPr/>
          </p:nvGrpSpPr>
          <p:grpSpPr>
            <a:xfrm>
              <a:off x="4145688" y="3603372"/>
              <a:ext cx="2716600" cy="3241768"/>
              <a:chOff x="4383533" y="3038497"/>
              <a:chExt cx="2716600" cy="324176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9792046-9ED7-F549-B5BE-B3462965545B}"/>
                  </a:ext>
                </a:extLst>
              </p:cNvPr>
              <p:cNvSpPr/>
              <p:nvPr/>
            </p:nvSpPr>
            <p:spPr>
              <a:xfrm>
                <a:off x="6575978" y="3038497"/>
                <a:ext cx="524155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23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D0271A1-C2B3-4D4D-8252-38D26D318F26}"/>
                  </a:ext>
                </a:extLst>
              </p:cNvPr>
              <p:cNvSpPr/>
              <p:nvPr/>
            </p:nvSpPr>
            <p:spPr>
              <a:xfrm>
                <a:off x="5973887" y="4892507"/>
                <a:ext cx="562776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10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9CFAAC1-3401-3342-B5CB-AC14ED8A2EC4}"/>
                  </a:ext>
                </a:extLst>
              </p:cNvPr>
              <p:cNvSpPr/>
              <p:nvPr/>
            </p:nvSpPr>
            <p:spPr>
              <a:xfrm>
                <a:off x="4383533" y="5823065"/>
                <a:ext cx="586120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FF3490-6097-2148-A85F-3D0806F758B4}"/>
                  </a:ext>
                </a:extLst>
              </p:cNvPr>
              <p:cNvSpPr/>
              <p:nvPr/>
            </p:nvSpPr>
            <p:spPr>
              <a:xfrm>
                <a:off x="5333999" y="4231720"/>
                <a:ext cx="53603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7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2722BCC-15D8-8943-9591-EA668EFE85BF}"/>
                  </a:ext>
                </a:extLst>
              </p:cNvPr>
              <p:cNvSpPr/>
              <p:nvPr/>
            </p:nvSpPr>
            <p:spPr>
              <a:xfrm>
                <a:off x="4854238" y="4993915"/>
                <a:ext cx="609236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5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8023405-594C-1349-8BDF-B89110D9480A}"/>
                  </a:ext>
                </a:extLst>
              </p:cNvPr>
              <p:cNvSpPr/>
              <p:nvPr/>
            </p:nvSpPr>
            <p:spPr>
              <a:xfrm>
                <a:off x="5791200" y="3622120"/>
                <a:ext cx="538302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14</a:t>
                </a: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1F8AE6D-FE4B-B243-945D-8F23FA27AA1F}"/>
                  </a:ext>
                </a:extLst>
              </p:cNvPr>
              <p:cNvCxnSpPr>
                <a:stCxn id="17" idx="3"/>
                <a:endCxn id="22" idx="7"/>
              </p:cNvCxnSpPr>
              <p:nvPr/>
            </p:nvCxnSpPr>
            <p:spPr>
              <a:xfrm flipH="1">
                <a:off x="6250669" y="3428742"/>
                <a:ext cx="402070" cy="2603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8E3CC56-4D8F-3941-855B-B9A1DBEFAA0B}"/>
                  </a:ext>
                </a:extLst>
              </p:cNvPr>
              <p:cNvCxnSpPr>
                <a:cxnSpLocks/>
                <a:stCxn id="20" idx="5"/>
                <a:endCxn id="18" idx="1"/>
              </p:cNvCxnSpPr>
              <p:nvPr/>
            </p:nvCxnSpPr>
            <p:spPr>
              <a:xfrm>
                <a:off x="5791532" y="4621965"/>
                <a:ext cx="264772" cy="33749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A4DB7F1-E5A4-0548-B882-EB487D5E9D34}"/>
                  </a:ext>
                </a:extLst>
              </p:cNvPr>
              <p:cNvCxnSpPr>
                <a:stCxn id="22" idx="3"/>
                <a:endCxn id="20" idx="0"/>
              </p:cNvCxnSpPr>
              <p:nvPr/>
            </p:nvCxnSpPr>
            <p:spPr>
              <a:xfrm flipH="1">
                <a:off x="5602016" y="4012365"/>
                <a:ext cx="268017" cy="21935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698E3CDA-59D2-584E-840F-87E993E54FD8}"/>
                  </a:ext>
                </a:extLst>
              </p:cNvPr>
              <p:cNvCxnSpPr>
                <a:cxnSpLocks/>
                <a:stCxn id="20" idx="3"/>
                <a:endCxn id="21" idx="0"/>
              </p:cNvCxnSpPr>
              <p:nvPr/>
            </p:nvCxnSpPr>
            <p:spPr>
              <a:xfrm flipH="1">
                <a:off x="5158856" y="4621965"/>
                <a:ext cx="253643" cy="3719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3956078-8F89-0C4C-B65F-82A5F8377609}"/>
                  </a:ext>
                </a:extLst>
              </p:cNvPr>
              <p:cNvCxnSpPr>
                <a:cxnSpLocks/>
                <a:stCxn id="21" idx="3"/>
                <a:endCxn id="19" idx="0"/>
              </p:cNvCxnSpPr>
              <p:nvPr/>
            </p:nvCxnSpPr>
            <p:spPr>
              <a:xfrm flipH="1">
                <a:off x="4676593" y="5384160"/>
                <a:ext cx="266866" cy="43890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7B908F-25BB-7C41-88F7-C34D09399BDF}"/>
                </a:ext>
              </a:extLst>
            </p:cNvPr>
            <p:cNvSpPr/>
            <p:nvPr/>
          </p:nvSpPr>
          <p:spPr>
            <a:xfrm>
              <a:off x="6449619" y="4883117"/>
              <a:ext cx="587184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21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9D20B2D-5C2B-3D49-A174-3BDB87587597}"/>
                </a:ext>
              </a:extLst>
            </p:cNvPr>
            <p:cNvSpPr/>
            <p:nvPr/>
          </p:nvSpPr>
          <p:spPr>
            <a:xfrm>
              <a:off x="5421511" y="6387940"/>
              <a:ext cx="585384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8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F75F62-E0BC-D14E-BD50-CB33099DEB75}"/>
                </a:ext>
              </a:extLst>
            </p:cNvPr>
            <p:cNvSpPr/>
            <p:nvPr/>
          </p:nvSpPr>
          <p:spPr>
            <a:xfrm>
              <a:off x="4492378" y="7196250"/>
              <a:ext cx="606703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3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22D9486-483F-094A-BA2A-6D61D09D08F9}"/>
                </a:ext>
              </a:extLst>
            </p:cNvPr>
            <p:cNvCxnSpPr>
              <a:cxnSpLocks/>
              <a:stCxn id="22" idx="5"/>
              <a:endCxn id="11" idx="1"/>
            </p:cNvCxnSpPr>
            <p:nvPr/>
          </p:nvCxnSpPr>
          <p:spPr>
            <a:xfrm>
              <a:off x="6012824" y="4577240"/>
              <a:ext cx="522786" cy="3728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3C61818-2F19-EA4F-A8E3-BEEED74A57E8}"/>
                </a:ext>
              </a:extLst>
            </p:cNvPr>
            <p:cNvCxnSpPr>
              <a:cxnSpLocks/>
              <a:stCxn id="19" idx="5"/>
              <a:endCxn id="13" idx="0"/>
            </p:cNvCxnSpPr>
            <p:nvPr/>
          </p:nvCxnSpPr>
          <p:spPr>
            <a:xfrm>
              <a:off x="4645973" y="6778185"/>
              <a:ext cx="149757" cy="4180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2186A1-03CB-7C42-99AB-63E356D9FF22}"/>
                </a:ext>
              </a:extLst>
            </p:cNvPr>
            <p:cNvCxnSpPr>
              <a:cxnSpLocks/>
              <a:stCxn id="18" idx="3"/>
              <a:endCxn id="12" idx="1"/>
            </p:cNvCxnSpPr>
            <p:nvPr/>
          </p:nvCxnSpPr>
          <p:spPr>
            <a:xfrm flipH="1">
              <a:off x="5507239" y="5847627"/>
              <a:ext cx="311220" cy="6072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44CA012-B5D7-A048-AC9A-B41518BDA694}"/>
              </a:ext>
            </a:extLst>
          </p:cNvPr>
          <p:cNvSpPr txBox="1"/>
          <p:nvPr/>
        </p:nvSpPr>
        <p:spPr>
          <a:xfrm>
            <a:off x="7182829" y="513110"/>
            <a:ext cx="366937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7889FF-A078-274E-A202-66B6311FCCCF}"/>
              </a:ext>
            </a:extLst>
          </p:cNvPr>
          <p:cNvCxnSpPr>
            <a:stCxn id="28" idx="2"/>
            <a:endCxn id="17" idx="0"/>
          </p:cNvCxnSpPr>
          <p:nvPr/>
        </p:nvCxnSpPr>
        <p:spPr>
          <a:xfrm>
            <a:off x="7366298" y="882442"/>
            <a:ext cx="508554" cy="717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2620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C5E3EA-9550-D848-990C-5431A0CD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50BBF-27A9-A648-BCB5-CBC281029004}" type="datetime1">
              <a:rPr lang="en-US" smtClean="0"/>
              <a:t>12/3/24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9D7CF-1367-BC49-B1A8-989B20F2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4498C-782D-244C-8F03-929E5B08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24C50-B846-084C-A761-5C4B667C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B20EE84E-35C5-0346-86AE-DE5EF139C4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8"/>
            <a:ext cx="8674100" cy="279814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: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–&gt;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xáo</a:t>
            </a:r>
            <a:r>
              <a:rPr lang="en-US" dirty="0"/>
              <a:t> </a:t>
            </a:r>
            <a:r>
              <a:rPr lang="en-US" dirty="0" err="1"/>
              <a:t>trộn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-&gt;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1 </a:t>
            </a:r>
            <a:r>
              <a:rPr lang="en-US" dirty="0" err="1"/>
              <a:t>cây</a:t>
            </a:r>
            <a:r>
              <a:rPr lang="en-US" dirty="0"/>
              <a:t> con -&gt;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cây</a:t>
            </a:r>
            <a:r>
              <a:rPr lang="en-US" dirty="0"/>
              <a:t> con -&gt;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49E1795-04B0-234E-8A44-B8151070C529}"/>
              </a:ext>
            </a:extLst>
          </p:cNvPr>
          <p:cNvGrpSpPr/>
          <p:nvPr/>
        </p:nvGrpSpPr>
        <p:grpSpPr>
          <a:xfrm>
            <a:off x="4427747" y="3492943"/>
            <a:ext cx="3374606" cy="2804971"/>
            <a:chOff x="5548998" y="1375487"/>
            <a:chExt cx="3374606" cy="280497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A7744A-4E07-2D4D-BFFE-4F990CF9D95D}"/>
                </a:ext>
              </a:extLst>
            </p:cNvPr>
            <p:cNvGrpSpPr/>
            <p:nvPr/>
          </p:nvGrpSpPr>
          <p:grpSpPr>
            <a:xfrm>
              <a:off x="5548998" y="1767840"/>
              <a:ext cx="3374606" cy="2412618"/>
              <a:chOff x="5096154" y="3603372"/>
              <a:chExt cx="3374606" cy="241261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B4DA7A8-3D03-3344-819D-11A3A774F2EF}"/>
                  </a:ext>
                </a:extLst>
              </p:cNvPr>
              <p:cNvGrpSpPr/>
              <p:nvPr/>
            </p:nvGrpSpPr>
            <p:grpSpPr>
              <a:xfrm>
                <a:off x="5096154" y="3603372"/>
                <a:ext cx="1766134" cy="2398852"/>
                <a:chOff x="5333999" y="3038497"/>
                <a:chExt cx="1766134" cy="2398852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61C60E2-E3C6-3F43-8A3A-9F3754C88222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8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5A9DB368-A6A2-AE48-82FD-6D65431DEC3A}"/>
                    </a:ext>
                  </a:extLst>
                </p:cNvPr>
                <p:cNvSpPr/>
                <p:nvPr/>
              </p:nvSpPr>
              <p:spPr>
                <a:xfrm>
                  <a:off x="6467755" y="4191000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7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39B75213-F54F-1D48-8F41-B786DB245B9F}"/>
                    </a:ext>
                  </a:extLst>
                </p:cNvPr>
                <p:cNvSpPr/>
                <p:nvPr/>
              </p:nvSpPr>
              <p:spPr>
                <a:xfrm>
                  <a:off x="5333999" y="4231720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6A39FAED-1240-2045-BF1C-9ADD6691319D}"/>
                    </a:ext>
                  </a:extLst>
                </p:cNvPr>
                <p:cNvSpPr/>
                <p:nvPr/>
              </p:nvSpPr>
              <p:spPr>
                <a:xfrm>
                  <a:off x="5918276" y="4980149"/>
                  <a:ext cx="60923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5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404892A8-0A5D-0441-9AC6-556FBEC98B27}"/>
                    </a:ext>
                  </a:extLst>
                </p:cNvPr>
                <p:cNvSpPr/>
                <p:nvPr/>
              </p:nvSpPr>
              <p:spPr>
                <a:xfrm>
                  <a:off x="5791200" y="3622120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148B29FC-0FF5-4B45-B169-C33A1FCC937C}"/>
                    </a:ext>
                  </a:extLst>
                </p:cNvPr>
                <p:cNvCxnSpPr>
                  <a:stCxn id="19" idx="3"/>
                  <a:endCxn id="24" idx="7"/>
                </p:cNvCxnSpPr>
                <p:nvPr/>
              </p:nvCxnSpPr>
              <p:spPr>
                <a:xfrm flipH="1">
                  <a:off x="6250669" y="3428742"/>
                  <a:ext cx="402070" cy="26033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4593149A-4928-BB4F-BA00-1E8DD8854FAF}"/>
                    </a:ext>
                  </a:extLst>
                </p:cNvPr>
                <p:cNvCxnSpPr>
                  <a:stCxn id="24" idx="5"/>
                  <a:endCxn id="20" idx="1"/>
                </p:cNvCxnSpPr>
                <p:nvPr/>
              </p:nvCxnSpPr>
              <p:spPr>
                <a:xfrm>
                  <a:off x="6250669" y="4012365"/>
                  <a:ext cx="299503" cy="24559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301BC05-9D05-8D4E-A8E0-238899E4D24B}"/>
                    </a:ext>
                  </a:extLst>
                </p:cNvPr>
                <p:cNvCxnSpPr>
                  <a:stCxn id="24" idx="3"/>
                  <a:endCxn id="22" idx="0"/>
                </p:cNvCxnSpPr>
                <p:nvPr/>
              </p:nvCxnSpPr>
              <p:spPr>
                <a:xfrm flipH="1">
                  <a:off x="5602016" y="4012365"/>
                  <a:ext cx="268017" cy="2193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9632EC79-C2D3-9C4A-BFD1-74CD469D69BB}"/>
                    </a:ext>
                  </a:extLst>
                </p:cNvPr>
                <p:cNvCxnSpPr>
                  <a:cxnSpLocks/>
                  <a:stCxn id="20" idx="4"/>
                  <a:endCxn id="23" idx="0"/>
                </p:cNvCxnSpPr>
                <p:nvPr/>
              </p:nvCxnSpPr>
              <p:spPr>
                <a:xfrm flipH="1">
                  <a:off x="6222894" y="4648200"/>
                  <a:ext cx="526249" cy="33194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15781B3-16EC-9F4D-964E-B952BD9F4345}"/>
                  </a:ext>
                </a:extLst>
              </p:cNvPr>
              <p:cNvSpPr/>
              <p:nvPr/>
            </p:nvSpPr>
            <p:spPr>
              <a:xfrm>
                <a:off x="7186981" y="4239523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14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7B311E0-36BC-5E4E-9C3A-6FF0394A1CE8}"/>
                  </a:ext>
                </a:extLst>
              </p:cNvPr>
              <p:cNvSpPr/>
              <p:nvPr/>
            </p:nvSpPr>
            <p:spPr>
              <a:xfrm>
                <a:off x="7885376" y="4865991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23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E897854-1A45-504D-A3A3-6FCC9F1A34AA}"/>
                  </a:ext>
                </a:extLst>
              </p:cNvPr>
              <p:cNvSpPr/>
              <p:nvPr/>
            </p:nvSpPr>
            <p:spPr>
              <a:xfrm>
                <a:off x="7526323" y="5558790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21</a:t>
                </a: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B6A94CA-078C-1441-8288-4A56B0678F8A}"/>
                  </a:ext>
                </a:extLst>
              </p:cNvPr>
              <p:cNvCxnSpPr>
                <a:cxnSpLocks/>
                <a:stCxn id="19" idx="5"/>
                <a:endCxn id="13" idx="1"/>
              </p:cNvCxnSpPr>
              <p:nvPr/>
            </p:nvCxnSpPr>
            <p:spPr>
              <a:xfrm>
                <a:off x="6785527" y="3993617"/>
                <a:ext cx="487445" cy="3128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4CB38D0-6C72-AF4E-827B-DF826018AFA1}"/>
                  </a:ext>
                </a:extLst>
              </p:cNvPr>
              <p:cNvCxnSpPr>
                <a:cxnSpLocks/>
                <a:stCxn id="14" idx="4"/>
                <a:endCxn id="15" idx="0"/>
              </p:cNvCxnSpPr>
              <p:nvPr/>
            </p:nvCxnSpPr>
            <p:spPr>
              <a:xfrm flipH="1">
                <a:off x="7829675" y="5323191"/>
                <a:ext cx="348393" cy="2355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FDD58DA-DDE1-4041-8B89-6BAE991AE460}"/>
                  </a:ext>
                </a:extLst>
              </p:cNvPr>
              <p:cNvCxnSpPr>
                <a:stCxn id="13" idx="5"/>
                <a:endCxn id="14" idx="1"/>
              </p:cNvCxnSpPr>
              <p:nvPr/>
            </p:nvCxnSpPr>
            <p:spPr>
              <a:xfrm>
                <a:off x="7688174" y="4629768"/>
                <a:ext cx="282930" cy="3031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4347CCF-2D29-5E49-9DCE-6D42DED2A468}"/>
                </a:ext>
              </a:extLst>
            </p:cNvPr>
            <p:cNvSpPr/>
            <p:nvPr/>
          </p:nvSpPr>
          <p:spPr>
            <a:xfrm>
              <a:off x="7301231" y="3035883"/>
              <a:ext cx="606703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10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CC4BB0E-D678-F543-93E4-92B831D404BA}"/>
                </a:ext>
              </a:extLst>
            </p:cNvPr>
            <p:cNvCxnSpPr>
              <a:cxnSpLocks/>
              <a:stCxn id="13" idx="3"/>
              <a:endCxn id="8" idx="0"/>
            </p:cNvCxnSpPr>
            <p:nvPr/>
          </p:nvCxnSpPr>
          <p:spPr>
            <a:xfrm flipH="1">
              <a:off x="7604583" y="2794236"/>
              <a:ext cx="121233" cy="2416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2926C77-14ED-0048-8934-8D6524524A97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8133483-530B-B34B-AC15-B981500C8A00}"/>
                </a:ext>
              </a:extLst>
            </p:cNvPr>
            <p:cNvCxnSpPr>
              <a:stCxn id="10" idx="1"/>
              <a:endCxn id="19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99788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98465-BC9D-A440-80CD-C62CDE3D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50BBF-27A9-A648-BCB5-CBC281029004}" type="datetime1">
              <a:rPr lang="en-US" smtClean="0"/>
              <a:t>12/3/24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BBE06-9D16-684E-973E-8C76515AB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A26DC-35B1-D944-B6E3-489B4F9E4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FC36C-77DC-4841-8EA7-665BFEB0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44" name="Content Placeholder 43">
            <a:extLst>
              <a:ext uri="{FF2B5EF4-FFF2-40B4-BE49-F238E27FC236}">
                <a16:creationId xmlns:a16="http://schemas.microsoft.com/office/drawing/2014/main" id="{EBA42ADA-345D-6D3A-CE4C-7A49CD8B43C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A78531-32B9-904F-BC0D-96BFF35D3BC2}"/>
              </a:ext>
            </a:extLst>
          </p:cNvPr>
          <p:cNvGrpSpPr/>
          <p:nvPr/>
        </p:nvGrpSpPr>
        <p:grpSpPr>
          <a:xfrm>
            <a:off x="220576" y="2225780"/>
            <a:ext cx="3374606" cy="2804971"/>
            <a:chOff x="5548998" y="1375487"/>
            <a:chExt cx="3374606" cy="280497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274E74-3CF4-934A-944D-B1BFAC4926D2}"/>
                </a:ext>
              </a:extLst>
            </p:cNvPr>
            <p:cNvGrpSpPr/>
            <p:nvPr/>
          </p:nvGrpSpPr>
          <p:grpSpPr>
            <a:xfrm>
              <a:off x="5548998" y="1767840"/>
              <a:ext cx="3374606" cy="2412618"/>
              <a:chOff x="5096154" y="3603372"/>
              <a:chExt cx="3374606" cy="241261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DF414C5-6D74-2C47-8ACF-6F4EE6DB371B}"/>
                  </a:ext>
                </a:extLst>
              </p:cNvPr>
              <p:cNvGrpSpPr/>
              <p:nvPr/>
            </p:nvGrpSpPr>
            <p:grpSpPr>
              <a:xfrm>
                <a:off x="5096154" y="3603372"/>
                <a:ext cx="1766134" cy="2398852"/>
                <a:chOff x="5333999" y="3038497"/>
                <a:chExt cx="1766134" cy="2398852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95D00F2F-87F4-D74D-BE3E-D4DAC61355F4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8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B87026B8-FC59-9741-AD73-6B9E49ABD7E9}"/>
                    </a:ext>
                  </a:extLst>
                </p:cNvPr>
                <p:cNvSpPr/>
                <p:nvPr/>
              </p:nvSpPr>
              <p:spPr>
                <a:xfrm>
                  <a:off x="6467755" y="4191000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7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9333D5D-361D-B148-B821-EEEC77533E82}"/>
                    </a:ext>
                  </a:extLst>
                </p:cNvPr>
                <p:cNvSpPr/>
                <p:nvPr/>
              </p:nvSpPr>
              <p:spPr>
                <a:xfrm>
                  <a:off x="5333999" y="4231720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FDD6B55-5F80-7541-86FF-87A1E3AE6EE8}"/>
                    </a:ext>
                  </a:extLst>
                </p:cNvPr>
                <p:cNvSpPr/>
                <p:nvPr/>
              </p:nvSpPr>
              <p:spPr>
                <a:xfrm>
                  <a:off x="5918276" y="4980149"/>
                  <a:ext cx="609236" cy="457200"/>
                </a:xfrm>
                <a:prstGeom prst="ellipse">
                  <a:avLst/>
                </a:prstGeom>
                <a:solidFill>
                  <a:srgbClr val="FFC000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5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C67D833-3D89-7A47-B754-45D25D92CFB3}"/>
                    </a:ext>
                  </a:extLst>
                </p:cNvPr>
                <p:cNvSpPr/>
                <p:nvPr/>
              </p:nvSpPr>
              <p:spPr>
                <a:xfrm>
                  <a:off x="5791200" y="3622120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9FC27D0B-2F5D-5B4E-9508-044985549B53}"/>
                    </a:ext>
                  </a:extLst>
                </p:cNvPr>
                <p:cNvCxnSpPr>
                  <a:stCxn id="19" idx="3"/>
                  <a:endCxn id="23" idx="7"/>
                </p:cNvCxnSpPr>
                <p:nvPr/>
              </p:nvCxnSpPr>
              <p:spPr>
                <a:xfrm flipH="1">
                  <a:off x="6250669" y="3428742"/>
                  <a:ext cx="402070" cy="26033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D79998CA-A719-5A45-B1C8-45E9AA912E0A}"/>
                    </a:ext>
                  </a:extLst>
                </p:cNvPr>
                <p:cNvCxnSpPr>
                  <a:stCxn id="23" idx="5"/>
                  <a:endCxn id="20" idx="1"/>
                </p:cNvCxnSpPr>
                <p:nvPr/>
              </p:nvCxnSpPr>
              <p:spPr>
                <a:xfrm>
                  <a:off x="6250669" y="4012365"/>
                  <a:ext cx="299503" cy="24559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42971881-35B7-C845-B981-50ECA81384D4}"/>
                    </a:ext>
                  </a:extLst>
                </p:cNvPr>
                <p:cNvCxnSpPr>
                  <a:stCxn id="23" idx="3"/>
                  <a:endCxn id="21" idx="0"/>
                </p:cNvCxnSpPr>
                <p:nvPr/>
              </p:nvCxnSpPr>
              <p:spPr>
                <a:xfrm flipH="1">
                  <a:off x="5602016" y="4012365"/>
                  <a:ext cx="268017" cy="2193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4B915B98-D6B1-8A44-B78C-9297CFFE4B77}"/>
                    </a:ext>
                  </a:extLst>
                </p:cNvPr>
                <p:cNvCxnSpPr>
                  <a:cxnSpLocks/>
                  <a:stCxn id="20" idx="4"/>
                  <a:endCxn id="22" idx="0"/>
                </p:cNvCxnSpPr>
                <p:nvPr/>
              </p:nvCxnSpPr>
              <p:spPr>
                <a:xfrm flipH="1">
                  <a:off x="6222894" y="4648200"/>
                  <a:ext cx="526249" cy="33194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8FB1253-156E-9142-BFFC-DC59D4AB9EFB}"/>
                  </a:ext>
                </a:extLst>
              </p:cNvPr>
              <p:cNvSpPr/>
              <p:nvPr/>
            </p:nvSpPr>
            <p:spPr>
              <a:xfrm>
                <a:off x="7186981" y="4239523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14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758F2D8-F671-F542-9064-5114E1E75C87}"/>
                  </a:ext>
                </a:extLst>
              </p:cNvPr>
              <p:cNvSpPr/>
              <p:nvPr/>
            </p:nvSpPr>
            <p:spPr>
              <a:xfrm>
                <a:off x="7885376" y="4865991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23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FEDF7F5-B307-E841-933D-EF32F20719F7}"/>
                  </a:ext>
                </a:extLst>
              </p:cNvPr>
              <p:cNvSpPr/>
              <p:nvPr/>
            </p:nvSpPr>
            <p:spPr>
              <a:xfrm>
                <a:off x="7526323" y="5558790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21</a:t>
                </a: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068AB01-08BF-2C4F-9E53-74B352EDDB2E}"/>
                  </a:ext>
                </a:extLst>
              </p:cNvPr>
              <p:cNvCxnSpPr>
                <a:cxnSpLocks/>
                <a:stCxn id="19" idx="5"/>
                <a:endCxn id="13" idx="1"/>
              </p:cNvCxnSpPr>
              <p:nvPr/>
            </p:nvCxnSpPr>
            <p:spPr>
              <a:xfrm>
                <a:off x="6785527" y="3993617"/>
                <a:ext cx="487445" cy="3128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A7DEBD80-FD3F-E248-B499-942B67B6AA10}"/>
                  </a:ext>
                </a:extLst>
              </p:cNvPr>
              <p:cNvCxnSpPr>
                <a:cxnSpLocks/>
                <a:stCxn id="14" idx="4"/>
                <a:endCxn id="15" idx="0"/>
              </p:cNvCxnSpPr>
              <p:nvPr/>
            </p:nvCxnSpPr>
            <p:spPr>
              <a:xfrm flipH="1">
                <a:off x="7829675" y="5323191"/>
                <a:ext cx="348393" cy="2355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DD5E47FF-BDC7-6B4C-8ABC-9B66AC6D477A}"/>
                  </a:ext>
                </a:extLst>
              </p:cNvPr>
              <p:cNvCxnSpPr>
                <a:stCxn id="13" idx="5"/>
                <a:endCxn id="14" idx="1"/>
              </p:cNvCxnSpPr>
              <p:nvPr/>
            </p:nvCxnSpPr>
            <p:spPr>
              <a:xfrm>
                <a:off x="7688174" y="4629768"/>
                <a:ext cx="282930" cy="3031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722820E-B6DC-E74D-AEC1-3B73322CBF03}"/>
                </a:ext>
              </a:extLst>
            </p:cNvPr>
            <p:cNvSpPr/>
            <p:nvPr/>
          </p:nvSpPr>
          <p:spPr>
            <a:xfrm>
              <a:off x="7301231" y="3035883"/>
              <a:ext cx="606703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10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FB204B3-0AFA-4341-B1AD-DC0233DC748F}"/>
                </a:ext>
              </a:extLst>
            </p:cNvPr>
            <p:cNvCxnSpPr>
              <a:cxnSpLocks/>
              <a:stCxn id="13" idx="3"/>
              <a:endCxn id="8" idx="0"/>
            </p:cNvCxnSpPr>
            <p:nvPr/>
          </p:nvCxnSpPr>
          <p:spPr>
            <a:xfrm flipH="1">
              <a:off x="7604583" y="2794236"/>
              <a:ext cx="121233" cy="2416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12F012-B15F-5A44-AAB7-167FF0C9DF31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472C17B-1CF3-E24B-8D08-FB25599E5ACD}"/>
                </a:ext>
              </a:extLst>
            </p:cNvPr>
            <p:cNvCxnSpPr>
              <a:stCxn id="10" idx="1"/>
              <a:endCxn id="19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9000A88-A921-E04B-A075-3A4372723F27}"/>
              </a:ext>
            </a:extLst>
          </p:cNvPr>
          <p:cNvGrpSpPr/>
          <p:nvPr/>
        </p:nvGrpSpPr>
        <p:grpSpPr>
          <a:xfrm>
            <a:off x="4797456" y="2299192"/>
            <a:ext cx="3374606" cy="2804971"/>
            <a:chOff x="5548998" y="1375487"/>
            <a:chExt cx="3374606" cy="280497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8C3D273-6401-BD49-9C0F-E7711BE7268A}"/>
                </a:ext>
              </a:extLst>
            </p:cNvPr>
            <p:cNvGrpSpPr/>
            <p:nvPr/>
          </p:nvGrpSpPr>
          <p:grpSpPr>
            <a:xfrm>
              <a:off x="5548998" y="1767840"/>
              <a:ext cx="3374606" cy="2412618"/>
              <a:chOff x="5096154" y="3603372"/>
              <a:chExt cx="3374606" cy="241261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53EF71F-8B76-9042-AE35-87F1DD3CD948}"/>
                  </a:ext>
                </a:extLst>
              </p:cNvPr>
              <p:cNvGrpSpPr/>
              <p:nvPr/>
            </p:nvGrpSpPr>
            <p:grpSpPr>
              <a:xfrm>
                <a:off x="5096154" y="3603372"/>
                <a:ext cx="1766134" cy="1650423"/>
                <a:chOff x="5333999" y="3038497"/>
                <a:chExt cx="1766134" cy="1650423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3EA489ED-2339-9046-8802-0660F73A3C43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8</a:t>
                  </a: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3E0DC45A-E004-AF42-894B-ECF3C8E2C698}"/>
                    </a:ext>
                  </a:extLst>
                </p:cNvPr>
                <p:cNvSpPr/>
                <p:nvPr/>
              </p:nvSpPr>
              <p:spPr>
                <a:xfrm>
                  <a:off x="6467755" y="4191000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7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2AAF07D-69FB-9B4C-B515-751E21D0A66B}"/>
                    </a:ext>
                  </a:extLst>
                </p:cNvPr>
                <p:cNvSpPr/>
                <p:nvPr/>
              </p:nvSpPr>
              <p:spPr>
                <a:xfrm>
                  <a:off x="5333999" y="4231720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8519ED8E-5692-254B-8A01-1C8801C82F56}"/>
                    </a:ext>
                  </a:extLst>
                </p:cNvPr>
                <p:cNvSpPr/>
                <p:nvPr/>
              </p:nvSpPr>
              <p:spPr>
                <a:xfrm>
                  <a:off x="5791200" y="3622120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886A83A-CEC8-C642-BC56-CFF883D59885}"/>
                    </a:ext>
                  </a:extLst>
                </p:cNvPr>
                <p:cNvCxnSpPr>
                  <a:stCxn id="41" idx="3"/>
                  <a:endCxn id="45" idx="7"/>
                </p:cNvCxnSpPr>
                <p:nvPr/>
              </p:nvCxnSpPr>
              <p:spPr>
                <a:xfrm flipH="1">
                  <a:off x="6250669" y="3428742"/>
                  <a:ext cx="402070" cy="26033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A5BAC5D8-278B-D241-8452-EC8611654F33}"/>
                    </a:ext>
                  </a:extLst>
                </p:cNvPr>
                <p:cNvCxnSpPr>
                  <a:stCxn id="45" idx="5"/>
                  <a:endCxn id="42" idx="1"/>
                </p:cNvCxnSpPr>
                <p:nvPr/>
              </p:nvCxnSpPr>
              <p:spPr>
                <a:xfrm>
                  <a:off x="6250669" y="4012365"/>
                  <a:ext cx="299503" cy="24559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2069F8E8-DE2C-1A40-93FB-582F4E7F2CFB}"/>
                    </a:ext>
                  </a:extLst>
                </p:cNvPr>
                <p:cNvCxnSpPr>
                  <a:stCxn id="45" idx="3"/>
                  <a:endCxn id="43" idx="0"/>
                </p:cNvCxnSpPr>
                <p:nvPr/>
              </p:nvCxnSpPr>
              <p:spPr>
                <a:xfrm flipH="1">
                  <a:off x="5602016" y="4012365"/>
                  <a:ext cx="268017" cy="2193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637E62D-166A-7549-B3DC-2602AC967852}"/>
                  </a:ext>
                </a:extLst>
              </p:cNvPr>
              <p:cNvSpPr/>
              <p:nvPr/>
            </p:nvSpPr>
            <p:spPr>
              <a:xfrm>
                <a:off x="7186981" y="4239523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7CFF4EBC-DB77-F64B-8DFC-7F89CD93C44E}"/>
                  </a:ext>
                </a:extLst>
              </p:cNvPr>
              <p:cNvSpPr/>
              <p:nvPr/>
            </p:nvSpPr>
            <p:spPr>
              <a:xfrm>
                <a:off x="7885376" y="4865991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23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82731BB-CD80-4A48-B318-62BBFF82C704}"/>
                  </a:ext>
                </a:extLst>
              </p:cNvPr>
              <p:cNvSpPr/>
              <p:nvPr/>
            </p:nvSpPr>
            <p:spPr>
              <a:xfrm>
                <a:off x="7526323" y="5558790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21</a:t>
                </a: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6C80831-D018-274E-944C-8DA9822C3D8A}"/>
                  </a:ext>
                </a:extLst>
              </p:cNvPr>
              <p:cNvCxnSpPr>
                <a:cxnSpLocks/>
                <a:stCxn id="41" idx="5"/>
                <a:endCxn id="35" idx="1"/>
              </p:cNvCxnSpPr>
              <p:nvPr/>
            </p:nvCxnSpPr>
            <p:spPr>
              <a:xfrm>
                <a:off x="6785527" y="3993617"/>
                <a:ext cx="487445" cy="3128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8856C2C-BEC0-ED4B-A12C-B68DBC9DDB30}"/>
                  </a:ext>
                </a:extLst>
              </p:cNvPr>
              <p:cNvCxnSpPr>
                <a:cxnSpLocks/>
                <a:stCxn id="36" idx="4"/>
                <a:endCxn id="37" idx="0"/>
              </p:cNvCxnSpPr>
              <p:nvPr/>
            </p:nvCxnSpPr>
            <p:spPr>
              <a:xfrm flipH="1">
                <a:off x="7829675" y="5323191"/>
                <a:ext cx="348393" cy="2355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8FB4213-2C23-C245-B3F0-5F74C863F81F}"/>
                  </a:ext>
                </a:extLst>
              </p:cNvPr>
              <p:cNvCxnSpPr>
                <a:stCxn id="35" idx="5"/>
                <a:endCxn id="36" idx="1"/>
              </p:cNvCxnSpPr>
              <p:nvPr/>
            </p:nvCxnSpPr>
            <p:spPr>
              <a:xfrm>
                <a:off x="7688174" y="4629768"/>
                <a:ext cx="282930" cy="3031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3EE83D2-5618-0040-A123-1AAAD60D5BED}"/>
                </a:ext>
              </a:extLst>
            </p:cNvPr>
            <p:cNvSpPr/>
            <p:nvPr/>
          </p:nvSpPr>
          <p:spPr>
            <a:xfrm>
              <a:off x="7301231" y="3035883"/>
              <a:ext cx="606703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10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FF7883D-929E-6F46-9471-5086612012EC}"/>
                </a:ext>
              </a:extLst>
            </p:cNvPr>
            <p:cNvCxnSpPr>
              <a:cxnSpLocks/>
              <a:stCxn id="35" idx="3"/>
              <a:endCxn id="30" idx="0"/>
            </p:cNvCxnSpPr>
            <p:nvPr/>
          </p:nvCxnSpPr>
          <p:spPr>
            <a:xfrm flipH="1">
              <a:off x="7604583" y="2794236"/>
              <a:ext cx="121233" cy="2416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9E6052C-6F94-C342-8130-2A5426B10424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B9F6773-BAD6-9F4F-A943-4648AE892BF9}"/>
                </a:ext>
              </a:extLst>
            </p:cNvPr>
            <p:cNvCxnSpPr>
              <a:stCxn id="32" idx="1"/>
              <a:endCxn id="41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ight Arrow 49">
            <a:extLst>
              <a:ext uri="{FF2B5EF4-FFF2-40B4-BE49-F238E27FC236}">
                <a16:creationId xmlns:a16="http://schemas.microsoft.com/office/drawing/2014/main" id="{877E278C-50B3-3F42-A0DA-0C0E470AFA03}"/>
              </a:ext>
            </a:extLst>
          </p:cNvPr>
          <p:cNvSpPr/>
          <p:nvPr/>
        </p:nvSpPr>
        <p:spPr>
          <a:xfrm>
            <a:off x="3735092" y="3008378"/>
            <a:ext cx="1062364" cy="26679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3D268E-D1C2-F74D-9A79-7F41D2A3F117}"/>
              </a:ext>
            </a:extLst>
          </p:cNvPr>
          <p:cNvSpPr txBox="1"/>
          <p:nvPr/>
        </p:nvSpPr>
        <p:spPr>
          <a:xfrm>
            <a:off x="622600" y="1627848"/>
            <a:ext cx="3949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Bỏ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5 :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lá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998258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178B4D-A1AE-B441-B749-F582F043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50BBF-27A9-A648-BCB5-CBC281029004}" type="datetime1">
              <a:rPr lang="en-US" smtClean="0"/>
              <a:t>12/3/24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1ACF60-CAD2-B64E-8211-4880D78F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DF81C-BD1B-BA42-872E-7BBABCEA0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6E7834-4508-4143-82C5-962BCF267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E0783B64-530A-7D73-0A3F-4C2695A8DD8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6E53DE-8145-FA44-8C70-92430C79EDDC}"/>
              </a:ext>
            </a:extLst>
          </p:cNvPr>
          <p:cNvGrpSpPr/>
          <p:nvPr/>
        </p:nvGrpSpPr>
        <p:grpSpPr>
          <a:xfrm>
            <a:off x="220576" y="2225780"/>
            <a:ext cx="3374606" cy="2804971"/>
            <a:chOff x="5548998" y="1375487"/>
            <a:chExt cx="3374606" cy="280497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049665-D5AB-EB46-BB00-F9DA023EE27D}"/>
                </a:ext>
              </a:extLst>
            </p:cNvPr>
            <p:cNvGrpSpPr/>
            <p:nvPr/>
          </p:nvGrpSpPr>
          <p:grpSpPr>
            <a:xfrm>
              <a:off x="5548998" y="1767840"/>
              <a:ext cx="3374606" cy="2412618"/>
              <a:chOff x="5096154" y="3603372"/>
              <a:chExt cx="3374606" cy="241261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946824C-8493-774D-BE8A-E8F8CAD5D092}"/>
                  </a:ext>
                </a:extLst>
              </p:cNvPr>
              <p:cNvGrpSpPr/>
              <p:nvPr/>
            </p:nvGrpSpPr>
            <p:grpSpPr>
              <a:xfrm>
                <a:off x="5096154" y="3603372"/>
                <a:ext cx="1766134" cy="1650423"/>
                <a:chOff x="5333999" y="3038497"/>
                <a:chExt cx="1766134" cy="1650423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9989F2A5-F34A-4249-B5F6-CB9A1B0B0A7B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solidFill>
                  <a:srgbClr val="FFC000"/>
                </a:solidFill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8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99E40DAF-607E-214B-9832-CB5264519054}"/>
                    </a:ext>
                  </a:extLst>
                </p:cNvPr>
                <p:cNvSpPr/>
                <p:nvPr/>
              </p:nvSpPr>
              <p:spPr>
                <a:xfrm>
                  <a:off x="6467755" y="4191000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7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9BFECAA0-D778-AD48-A498-45D73988D031}"/>
                    </a:ext>
                  </a:extLst>
                </p:cNvPr>
                <p:cNvSpPr/>
                <p:nvPr/>
              </p:nvSpPr>
              <p:spPr>
                <a:xfrm>
                  <a:off x="5333999" y="4231720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4D676388-0991-3A41-8714-8E11C84113AD}"/>
                    </a:ext>
                  </a:extLst>
                </p:cNvPr>
                <p:cNvSpPr/>
                <p:nvPr/>
              </p:nvSpPr>
              <p:spPr>
                <a:xfrm>
                  <a:off x="5791200" y="3622120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081C2D9A-21EE-674E-A0A4-95EB43DE0A3F}"/>
                    </a:ext>
                  </a:extLst>
                </p:cNvPr>
                <p:cNvCxnSpPr>
                  <a:stCxn id="19" idx="3"/>
                  <a:endCxn id="23" idx="7"/>
                </p:cNvCxnSpPr>
                <p:nvPr/>
              </p:nvCxnSpPr>
              <p:spPr>
                <a:xfrm flipH="1">
                  <a:off x="6250669" y="3428742"/>
                  <a:ext cx="402070" cy="26033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7BF6123-701C-BD4D-B0C9-4BA31C2DFAA2}"/>
                    </a:ext>
                  </a:extLst>
                </p:cNvPr>
                <p:cNvCxnSpPr>
                  <a:stCxn id="23" idx="5"/>
                  <a:endCxn id="20" idx="1"/>
                </p:cNvCxnSpPr>
                <p:nvPr/>
              </p:nvCxnSpPr>
              <p:spPr>
                <a:xfrm>
                  <a:off x="6250669" y="4012365"/>
                  <a:ext cx="299503" cy="24559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B2E546B5-76FC-1046-8BE9-1380904E7EDC}"/>
                    </a:ext>
                  </a:extLst>
                </p:cNvPr>
                <p:cNvCxnSpPr>
                  <a:stCxn id="23" idx="3"/>
                  <a:endCxn id="21" idx="0"/>
                </p:cNvCxnSpPr>
                <p:nvPr/>
              </p:nvCxnSpPr>
              <p:spPr>
                <a:xfrm flipH="1">
                  <a:off x="5602016" y="4012365"/>
                  <a:ext cx="268017" cy="2193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5E816A9-43F9-FD47-91EF-D08E0EE85D03}"/>
                  </a:ext>
                </a:extLst>
              </p:cNvPr>
              <p:cNvSpPr/>
              <p:nvPr/>
            </p:nvSpPr>
            <p:spPr>
              <a:xfrm>
                <a:off x="7186981" y="4239523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14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9D31F4D-9BF8-9547-B541-9F9C199EA593}"/>
                  </a:ext>
                </a:extLst>
              </p:cNvPr>
              <p:cNvSpPr/>
              <p:nvPr/>
            </p:nvSpPr>
            <p:spPr>
              <a:xfrm>
                <a:off x="7885376" y="4865991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23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5E3CB11-2EA0-3543-A126-637315CBC17E}"/>
                  </a:ext>
                </a:extLst>
              </p:cNvPr>
              <p:cNvSpPr/>
              <p:nvPr/>
            </p:nvSpPr>
            <p:spPr>
              <a:xfrm>
                <a:off x="7526323" y="5558790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21</a:t>
                </a: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C51BFCC-2DD3-BA46-9792-4F23F210C2FC}"/>
                  </a:ext>
                </a:extLst>
              </p:cNvPr>
              <p:cNvCxnSpPr>
                <a:cxnSpLocks/>
                <a:stCxn id="19" idx="5"/>
                <a:endCxn id="13" idx="1"/>
              </p:cNvCxnSpPr>
              <p:nvPr/>
            </p:nvCxnSpPr>
            <p:spPr>
              <a:xfrm>
                <a:off x="6785527" y="3993617"/>
                <a:ext cx="487445" cy="3128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D262AE7-4C81-8A47-BB57-275CEF50F27C}"/>
                  </a:ext>
                </a:extLst>
              </p:cNvPr>
              <p:cNvCxnSpPr>
                <a:cxnSpLocks/>
                <a:stCxn id="14" idx="4"/>
                <a:endCxn id="15" idx="0"/>
              </p:cNvCxnSpPr>
              <p:nvPr/>
            </p:nvCxnSpPr>
            <p:spPr>
              <a:xfrm flipH="1">
                <a:off x="7829675" y="5323191"/>
                <a:ext cx="348393" cy="2355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7DF825-CE79-424D-A787-3EFB913C4D7A}"/>
                  </a:ext>
                </a:extLst>
              </p:cNvPr>
              <p:cNvCxnSpPr>
                <a:stCxn id="13" idx="5"/>
                <a:endCxn id="14" idx="1"/>
              </p:cNvCxnSpPr>
              <p:nvPr/>
            </p:nvCxnSpPr>
            <p:spPr>
              <a:xfrm>
                <a:off x="7688174" y="4629768"/>
                <a:ext cx="282930" cy="3031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42A472B-86E4-B643-B44B-56A3F3116E61}"/>
                </a:ext>
              </a:extLst>
            </p:cNvPr>
            <p:cNvSpPr/>
            <p:nvPr/>
          </p:nvSpPr>
          <p:spPr>
            <a:xfrm>
              <a:off x="7301231" y="3035883"/>
              <a:ext cx="606703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10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5AC2358-77E4-D141-96B3-368ECBB92055}"/>
                </a:ext>
              </a:extLst>
            </p:cNvPr>
            <p:cNvCxnSpPr>
              <a:cxnSpLocks/>
              <a:stCxn id="13" idx="3"/>
              <a:endCxn id="8" idx="0"/>
            </p:cNvCxnSpPr>
            <p:nvPr/>
          </p:nvCxnSpPr>
          <p:spPr>
            <a:xfrm flipH="1">
              <a:off x="7604583" y="2794236"/>
              <a:ext cx="121233" cy="2416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880E87-475F-A441-B8B2-666C9D723729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71058EB-F1B2-9C44-97D7-31D6CD45AC71}"/>
                </a:ext>
              </a:extLst>
            </p:cNvPr>
            <p:cNvCxnSpPr>
              <a:stCxn id="10" idx="1"/>
              <a:endCxn id="19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8B1E627-0575-FF44-9644-F0F1DDC0DCAE}"/>
              </a:ext>
            </a:extLst>
          </p:cNvPr>
          <p:cNvGrpSpPr/>
          <p:nvPr/>
        </p:nvGrpSpPr>
        <p:grpSpPr>
          <a:xfrm>
            <a:off x="5364774" y="639247"/>
            <a:ext cx="3374606" cy="2804971"/>
            <a:chOff x="5548998" y="1375487"/>
            <a:chExt cx="3374606" cy="280497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9A83BD2-2480-B641-A4C0-718B508A974B}"/>
                </a:ext>
              </a:extLst>
            </p:cNvPr>
            <p:cNvGrpSpPr/>
            <p:nvPr/>
          </p:nvGrpSpPr>
          <p:grpSpPr>
            <a:xfrm>
              <a:off x="5548998" y="1767840"/>
              <a:ext cx="3374606" cy="2412618"/>
              <a:chOff x="5096154" y="3603372"/>
              <a:chExt cx="3374606" cy="241261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0EB2DDE0-403E-124E-A90C-EB5F6DAEE6AB}"/>
                  </a:ext>
                </a:extLst>
              </p:cNvPr>
              <p:cNvGrpSpPr/>
              <p:nvPr/>
            </p:nvGrpSpPr>
            <p:grpSpPr>
              <a:xfrm>
                <a:off x="5096154" y="3603372"/>
                <a:ext cx="1766134" cy="1650423"/>
                <a:chOff x="5333999" y="3038497"/>
                <a:chExt cx="1766134" cy="1650423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F35D18F5-05CD-874E-B3B9-FB50F0B43B42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7</a:t>
                  </a: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40DA8EAD-A388-FB41-B4F8-F94886E9C051}"/>
                    </a:ext>
                  </a:extLst>
                </p:cNvPr>
                <p:cNvSpPr/>
                <p:nvPr/>
              </p:nvSpPr>
              <p:spPr>
                <a:xfrm>
                  <a:off x="6467755" y="4191000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5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E3521887-2F08-9541-9DAD-796E80A95631}"/>
                    </a:ext>
                  </a:extLst>
                </p:cNvPr>
                <p:cNvSpPr/>
                <p:nvPr/>
              </p:nvSpPr>
              <p:spPr>
                <a:xfrm>
                  <a:off x="5333999" y="4231720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D87B247F-8BAB-FF48-8C27-57A4E258D374}"/>
                    </a:ext>
                  </a:extLst>
                </p:cNvPr>
                <p:cNvSpPr/>
                <p:nvPr/>
              </p:nvSpPr>
              <p:spPr>
                <a:xfrm>
                  <a:off x="5791200" y="3622120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AEEB3EA-04AF-7F48-9FD1-BD1A466F565A}"/>
                    </a:ext>
                  </a:extLst>
                </p:cNvPr>
                <p:cNvCxnSpPr>
                  <a:stCxn id="41" idx="3"/>
                  <a:endCxn id="45" idx="7"/>
                </p:cNvCxnSpPr>
                <p:nvPr/>
              </p:nvCxnSpPr>
              <p:spPr>
                <a:xfrm flipH="1">
                  <a:off x="6250669" y="3428742"/>
                  <a:ext cx="402070" cy="26033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C5AD3B74-77C0-314E-A111-0514E44B373A}"/>
                    </a:ext>
                  </a:extLst>
                </p:cNvPr>
                <p:cNvCxnSpPr>
                  <a:stCxn id="45" idx="5"/>
                  <a:endCxn id="42" idx="1"/>
                </p:cNvCxnSpPr>
                <p:nvPr/>
              </p:nvCxnSpPr>
              <p:spPr>
                <a:xfrm>
                  <a:off x="6250669" y="4012365"/>
                  <a:ext cx="299503" cy="24559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CC312D66-F55B-6741-B380-E9D9AA1D914A}"/>
                    </a:ext>
                  </a:extLst>
                </p:cNvPr>
                <p:cNvCxnSpPr>
                  <a:stCxn id="45" idx="3"/>
                  <a:endCxn id="43" idx="0"/>
                </p:cNvCxnSpPr>
                <p:nvPr/>
              </p:nvCxnSpPr>
              <p:spPr>
                <a:xfrm flipH="1">
                  <a:off x="5602016" y="4012365"/>
                  <a:ext cx="268017" cy="2193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D91F0F34-3775-4440-A3B8-38D794DD2926}"/>
                  </a:ext>
                </a:extLst>
              </p:cNvPr>
              <p:cNvSpPr/>
              <p:nvPr/>
            </p:nvSpPr>
            <p:spPr>
              <a:xfrm>
                <a:off x="7186981" y="4239523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D7F07A7-8599-E149-A8D5-61FED8682EBF}"/>
                  </a:ext>
                </a:extLst>
              </p:cNvPr>
              <p:cNvSpPr/>
              <p:nvPr/>
            </p:nvSpPr>
            <p:spPr>
              <a:xfrm>
                <a:off x="7885376" y="4865991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23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58F6A1D-C7E5-1D45-B8E5-75E35A599302}"/>
                  </a:ext>
                </a:extLst>
              </p:cNvPr>
              <p:cNvSpPr/>
              <p:nvPr/>
            </p:nvSpPr>
            <p:spPr>
              <a:xfrm>
                <a:off x="7526323" y="5558790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21</a:t>
                </a: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590F3EF-8D46-D946-8AB9-DD00710829C7}"/>
                  </a:ext>
                </a:extLst>
              </p:cNvPr>
              <p:cNvCxnSpPr>
                <a:cxnSpLocks/>
                <a:stCxn id="41" idx="5"/>
                <a:endCxn id="35" idx="1"/>
              </p:cNvCxnSpPr>
              <p:nvPr/>
            </p:nvCxnSpPr>
            <p:spPr>
              <a:xfrm>
                <a:off x="6785527" y="3993617"/>
                <a:ext cx="487445" cy="3128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B8905CD-61CF-6F40-853E-C3FB2B66E469}"/>
                  </a:ext>
                </a:extLst>
              </p:cNvPr>
              <p:cNvCxnSpPr>
                <a:cxnSpLocks/>
                <a:stCxn id="36" idx="4"/>
                <a:endCxn id="37" idx="0"/>
              </p:cNvCxnSpPr>
              <p:nvPr/>
            </p:nvCxnSpPr>
            <p:spPr>
              <a:xfrm flipH="1">
                <a:off x="7829675" y="5323191"/>
                <a:ext cx="348393" cy="2355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CBDB41A-1848-9F44-809A-D33A4FEE5F54}"/>
                  </a:ext>
                </a:extLst>
              </p:cNvPr>
              <p:cNvCxnSpPr>
                <a:stCxn id="35" idx="5"/>
                <a:endCxn id="36" idx="1"/>
              </p:cNvCxnSpPr>
              <p:nvPr/>
            </p:nvCxnSpPr>
            <p:spPr>
              <a:xfrm>
                <a:off x="7688174" y="4629768"/>
                <a:ext cx="282930" cy="3031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F5DB5-7929-A843-BF1E-BC03A5AAA7B5}"/>
                </a:ext>
              </a:extLst>
            </p:cNvPr>
            <p:cNvSpPr/>
            <p:nvPr/>
          </p:nvSpPr>
          <p:spPr>
            <a:xfrm>
              <a:off x="7301231" y="3035883"/>
              <a:ext cx="606703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10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8ED96FE-2593-B442-8BBA-E5C75A41FA45}"/>
                </a:ext>
              </a:extLst>
            </p:cNvPr>
            <p:cNvCxnSpPr>
              <a:cxnSpLocks/>
              <a:stCxn id="35" idx="3"/>
              <a:endCxn id="30" idx="0"/>
            </p:cNvCxnSpPr>
            <p:nvPr/>
          </p:nvCxnSpPr>
          <p:spPr>
            <a:xfrm flipH="1">
              <a:off x="7604583" y="2794236"/>
              <a:ext cx="121233" cy="2416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EEFDAE3-687A-A54A-A8CA-6A6FA9DC056B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C709D58-52E1-4348-96A0-AAF8D2DF637D}"/>
                </a:ext>
              </a:extLst>
            </p:cNvPr>
            <p:cNvCxnSpPr>
              <a:stCxn id="32" idx="1"/>
              <a:endCxn id="41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B5D10B3-AC83-3345-BAFA-1950EEC57A80}"/>
              </a:ext>
            </a:extLst>
          </p:cNvPr>
          <p:cNvGrpSpPr/>
          <p:nvPr/>
        </p:nvGrpSpPr>
        <p:grpSpPr>
          <a:xfrm>
            <a:off x="4961250" y="3536092"/>
            <a:ext cx="3374606" cy="2804971"/>
            <a:chOff x="5548998" y="1375487"/>
            <a:chExt cx="3374606" cy="2804971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E62FE1A-38CC-0343-A597-CF044BD8D22D}"/>
                </a:ext>
              </a:extLst>
            </p:cNvPr>
            <p:cNvGrpSpPr/>
            <p:nvPr/>
          </p:nvGrpSpPr>
          <p:grpSpPr>
            <a:xfrm>
              <a:off x="5548998" y="1767840"/>
              <a:ext cx="3374606" cy="2412618"/>
              <a:chOff x="5096154" y="3603372"/>
              <a:chExt cx="3374606" cy="2412618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C5BFBC0D-BA37-4642-8304-9159DDDE6F93}"/>
                  </a:ext>
                </a:extLst>
              </p:cNvPr>
              <p:cNvGrpSpPr/>
              <p:nvPr/>
            </p:nvGrpSpPr>
            <p:grpSpPr>
              <a:xfrm>
                <a:off x="5096154" y="3603372"/>
                <a:ext cx="1766134" cy="1650423"/>
                <a:chOff x="5333999" y="3038497"/>
                <a:chExt cx="1766134" cy="1650423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42B661C6-BF0F-7540-BF85-188F6D35EDA4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10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0269E09A-6DCA-EA45-A2FF-35453722A6F5}"/>
                    </a:ext>
                  </a:extLst>
                </p:cNvPr>
                <p:cNvSpPr/>
                <p:nvPr/>
              </p:nvSpPr>
              <p:spPr>
                <a:xfrm>
                  <a:off x="6467755" y="4191000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7</a:t>
                  </a: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5AD22FAB-D846-6945-AECA-6973CC0D0677}"/>
                    </a:ext>
                  </a:extLst>
                </p:cNvPr>
                <p:cNvSpPr/>
                <p:nvPr/>
              </p:nvSpPr>
              <p:spPr>
                <a:xfrm>
                  <a:off x="5333999" y="4231720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</a:t>
                  </a:r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6F4BFB64-78D4-CC4F-B58F-D1369FC2D5ED}"/>
                    </a:ext>
                  </a:extLst>
                </p:cNvPr>
                <p:cNvSpPr/>
                <p:nvPr/>
              </p:nvSpPr>
              <p:spPr>
                <a:xfrm>
                  <a:off x="5791200" y="3622120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9663D2AA-02A1-594C-AB16-B2BDA227A339}"/>
                    </a:ext>
                  </a:extLst>
                </p:cNvPr>
                <p:cNvCxnSpPr>
                  <a:stCxn id="63" idx="3"/>
                  <a:endCxn id="67" idx="7"/>
                </p:cNvCxnSpPr>
                <p:nvPr/>
              </p:nvCxnSpPr>
              <p:spPr>
                <a:xfrm flipH="1">
                  <a:off x="6250669" y="3428742"/>
                  <a:ext cx="402070" cy="26033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D217B476-F2D0-1147-8EA7-870DBD6B21C2}"/>
                    </a:ext>
                  </a:extLst>
                </p:cNvPr>
                <p:cNvCxnSpPr>
                  <a:stCxn id="67" idx="5"/>
                  <a:endCxn id="64" idx="1"/>
                </p:cNvCxnSpPr>
                <p:nvPr/>
              </p:nvCxnSpPr>
              <p:spPr>
                <a:xfrm>
                  <a:off x="6250669" y="4012365"/>
                  <a:ext cx="299503" cy="24559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5F6AC7CD-7C74-A548-BBE3-6FECC0B38733}"/>
                    </a:ext>
                  </a:extLst>
                </p:cNvPr>
                <p:cNvCxnSpPr>
                  <a:stCxn id="67" idx="3"/>
                  <a:endCxn id="65" idx="0"/>
                </p:cNvCxnSpPr>
                <p:nvPr/>
              </p:nvCxnSpPr>
              <p:spPr>
                <a:xfrm flipH="1">
                  <a:off x="5602016" y="4012365"/>
                  <a:ext cx="268017" cy="2193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0B8015FD-53D2-244B-ACFF-52FCF8F7692A}"/>
                  </a:ext>
                </a:extLst>
              </p:cNvPr>
              <p:cNvSpPr/>
              <p:nvPr/>
            </p:nvSpPr>
            <p:spPr>
              <a:xfrm>
                <a:off x="7186981" y="4239523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14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9DCF00C-BF81-A049-A58E-32093E5E5962}"/>
                  </a:ext>
                </a:extLst>
              </p:cNvPr>
              <p:cNvSpPr/>
              <p:nvPr/>
            </p:nvSpPr>
            <p:spPr>
              <a:xfrm>
                <a:off x="7885376" y="4865991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23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1F7F5D98-8BD6-6245-BDF8-693D42D0EAAD}"/>
                  </a:ext>
                </a:extLst>
              </p:cNvPr>
              <p:cNvSpPr/>
              <p:nvPr/>
            </p:nvSpPr>
            <p:spPr>
              <a:xfrm>
                <a:off x="7526323" y="5558790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21</a:t>
                </a:r>
              </a:p>
            </p:txBody>
          </p: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A7B04D74-CD95-4E49-8089-53F071366BB0}"/>
                  </a:ext>
                </a:extLst>
              </p:cNvPr>
              <p:cNvCxnSpPr>
                <a:cxnSpLocks/>
                <a:stCxn id="63" idx="5"/>
                <a:endCxn id="57" idx="1"/>
              </p:cNvCxnSpPr>
              <p:nvPr/>
            </p:nvCxnSpPr>
            <p:spPr>
              <a:xfrm>
                <a:off x="6785527" y="3993617"/>
                <a:ext cx="487445" cy="3128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D61A264-2566-7C46-B081-81119F7F24F3}"/>
                  </a:ext>
                </a:extLst>
              </p:cNvPr>
              <p:cNvCxnSpPr>
                <a:cxnSpLocks/>
                <a:stCxn id="58" idx="4"/>
                <a:endCxn id="59" idx="0"/>
              </p:cNvCxnSpPr>
              <p:nvPr/>
            </p:nvCxnSpPr>
            <p:spPr>
              <a:xfrm flipH="1">
                <a:off x="7829675" y="5323191"/>
                <a:ext cx="348393" cy="2355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321D386-9895-F946-9533-2DDAC60D3989}"/>
                  </a:ext>
                </a:extLst>
              </p:cNvPr>
              <p:cNvCxnSpPr>
                <a:stCxn id="57" idx="5"/>
                <a:endCxn id="58" idx="1"/>
              </p:cNvCxnSpPr>
              <p:nvPr/>
            </p:nvCxnSpPr>
            <p:spPr>
              <a:xfrm>
                <a:off x="7688174" y="4629768"/>
                <a:ext cx="282930" cy="3031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761F62B-F8CF-9343-BBF5-0D1900E91AC8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630929F-2BCF-F745-BDDB-00A218FA0716}"/>
                </a:ext>
              </a:extLst>
            </p:cNvPr>
            <p:cNvCxnSpPr>
              <a:stCxn id="54" idx="1"/>
              <a:endCxn id="63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Right Arrow 71">
            <a:extLst>
              <a:ext uri="{FF2B5EF4-FFF2-40B4-BE49-F238E27FC236}">
                <a16:creationId xmlns:a16="http://schemas.microsoft.com/office/drawing/2014/main" id="{83E76358-1628-5141-8532-99CF6A3C57D5}"/>
              </a:ext>
            </a:extLst>
          </p:cNvPr>
          <p:cNvSpPr/>
          <p:nvPr/>
        </p:nvSpPr>
        <p:spPr>
          <a:xfrm rot="20343942">
            <a:off x="3794006" y="2178556"/>
            <a:ext cx="1259004" cy="617959"/>
          </a:xfrm>
          <a:prstGeom prst="rightArrow">
            <a:avLst>
              <a:gd name="adj1" fmla="val 44502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ight Arrow 72">
            <a:extLst>
              <a:ext uri="{FF2B5EF4-FFF2-40B4-BE49-F238E27FC236}">
                <a16:creationId xmlns:a16="http://schemas.microsoft.com/office/drawing/2014/main" id="{D658523C-0F0B-4045-9AF8-46B54C7E65C1}"/>
              </a:ext>
            </a:extLst>
          </p:cNvPr>
          <p:cNvSpPr/>
          <p:nvPr/>
        </p:nvSpPr>
        <p:spPr>
          <a:xfrm rot="1739103">
            <a:off x="3854514" y="4113220"/>
            <a:ext cx="124142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A8396D-84B0-9D42-8E7F-3716105557F7}"/>
              </a:ext>
            </a:extLst>
          </p:cNvPr>
          <p:cNvSpPr txBox="1"/>
          <p:nvPr/>
        </p:nvSpPr>
        <p:spPr>
          <a:xfrm>
            <a:off x="488591" y="1459531"/>
            <a:ext cx="4374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Bỏ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8 :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2 con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2D56FE6-C9FD-CA4F-BD2F-0F8AC0FABDE0}"/>
              </a:ext>
            </a:extLst>
          </p:cNvPr>
          <p:cNvSpPr/>
          <p:nvPr/>
        </p:nvSpPr>
        <p:spPr>
          <a:xfrm>
            <a:off x="1005609" y="4444648"/>
            <a:ext cx="562776" cy="4572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5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CF9827-3569-DE49-8377-0FB69CABD6AC}"/>
              </a:ext>
            </a:extLst>
          </p:cNvPr>
          <p:cNvCxnSpPr>
            <a:stCxn id="71" idx="0"/>
            <a:endCxn id="20" idx="3"/>
          </p:cNvCxnSpPr>
          <p:nvPr/>
        </p:nvCxnSpPr>
        <p:spPr>
          <a:xfrm flipV="1">
            <a:off x="1286997" y="4160881"/>
            <a:ext cx="149752" cy="2837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91E8192A-F12A-D644-AE0D-2004AAC65C37}"/>
              </a:ext>
            </a:extLst>
          </p:cNvPr>
          <p:cNvSpPr/>
          <p:nvPr/>
        </p:nvSpPr>
        <p:spPr>
          <a:xfrm>
            <a:off x="5738412" y="5744308"/>
            <a:ext cx="562776" cy="4572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5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4BCBABB-26F5-1A4A-A9C7-D695BE93AFE6}"/>
              </a:ext>
            </a:extLst>
          </p:cNvPr>
          <p:cNvCxnSpPr>
            <a:cxnSpLocks/>
            <a:stCxn id="75" idx="0"/>
            <a:endCxn id="64" idx="3"/>
          </p:cNvCxnSpPr>
          <p:nvPr/>
        </p:nvCxnSpPr>
        <p:spPr>
          <a:xfrm flipV="1">
            <a:off x="6019800" y="5471193"/>
            <a:ext cx="157623" cy="273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552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69B75-3B47-9F4B-9418-E857CF970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50BBF-27A9-A648-BCB5-CBC281029004}" type="datetime1">
              <a:rPr lang="en-US" smtClean="0"/>
              <a:t>12/3/24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185B1B-0510-D749-838F-82F8EA30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11F69-BAB1-5A41-8819-18B75DA7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432DF-B8AD-6C43-8E41-3DDBC5A29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6D0C5CC-7F59-5921-2D6F-FE5DCCCE84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872290-E4CC-FC4E-BC41-502FEC60B1ED}"/>
              </a:ext>
            </a:extLst>
          </p:cNvPr>
          <p:cNvGrpSpPr/>
          <p:nvPr/>
        </p:nvGrpSpPr>
        <p:grpSpPr>
          <a:xfrm>
            <a:off x="796874" y="2064222"/>
            <a:ext cx="3374606" cy="2804971"/>
            <a:chOff x="5548998" y="1375487"/>
            <a:chExt cx="3374606" cy="280497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1446362-2707-A245-B134-78C2E522CFF2}"/>
                </a:ext>
              </a:extLst>
            </p:cNvPr>
            <p:cNvGrpSpPr/>
            <p:nvPr/>
          </p:nvGrpSpPr>
          <p:grpSpPr>
            <a:xfrm>
              <a:off x="5548998" y="1767840"/>
              <a:ext cx="3374606" cy="2412618"/>
              <a:chOff x="5096154" y="3603372"/>
              <a:chExt cx="3374606" cy="241261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6E15F01F-A97F-B948-B763-527B5BB4A219}"/>
                  </a:ext>
                </a:extLst>
              </p:cNvPr>
              <p:cNvGrpSpPr/>
              <p:nvPr/>
            </p:nvGrpSpPr>
            <p:grpSpPr>
              <a:xfrm>
                <a:off x="5096154" y="3603372"/>
                <a:ext cx="1766134" cy="1650423"/>
                <a:chOff x="5333999" y="3038497"/>
                <a:chExt cx="1766134" cy="1650423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DB96A828-162C-DF47-8944-BA47139C7624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10</a:t>
                  </a: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A0192D4F-4B43-C341-9545-3A14C980A431}"/>
                    </a:ext>
                  </a:extLst>
                </p:cNvPr>
                <p:cNvSpPr/>
                <p:nvPr/>
              </p:nvSpPr>
              <p:spPr>
                <a:xfrm>
                  <a:off x="6467755" y="4191000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7</a:t>
                  </a: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EA3014FE-8B0F-C342-A23F-BD9BEBD3CD86}"/>
                    </a:ext>
                  </a:extLst>
                </p:cNvPr>
                <p:cNvSpPr/>
                <p:nvPr/>
              </p:nvSpPr>
              <p:spPr>
                <a:xfrm>
                  <a:off x="5333999" y="4231720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3BBFE3E-8E83-5645-B0DF-6CA8854A7B35}"/>
                    </a:ext>
                  </a:extLst>
                </p:cNvPr>
                <p:cNvSpPr/>
                <p:nvPr/>
              </p:nvSpPr>
              <p:spPr>
                <a:xfrm>
                  <a:off x="5791200" y="3622120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4F23DB77-8323-D341-B047-6B444715A4A5}"/>
                    </a:ext>
                  </a:extLst>
                </p:cNvPr>
                <p:cNvCxnSpPr>
                  <a:stCxn id="17" idx="3"/>
                  <a:endCxn id="21" idx="7"/>
                </p:cNvCxnSpPr>
                <p:nvPr/>
              </p:nvCxnSpPr>
              <p:spPr>
                <a:xfrm flipH="1">
                  <a:off x="6250669" y="3428742"/>
                  <a:ext cx="402070" cy="26033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1B47DA08-EE08-744E-9618-F2960EE5AFD6}"/>
                    </a:ext>
                  </a:extLst>
                </p:cNvPr>
                <p:cNvCxnSpPr>
                  <a:stCxn id="21" idx="5"/>
                  <a:endCxn id="18" idx="1"/>
                </p:cNvCxnSpPr>
                <p:nvPr/>
              </p:nvCxnSpPr>
              <p:spPr>
                <a:xfrm>
                  <a:off x="6250669" y="4012365"/>
                  <a:ext cx="299503" cy="24559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5C1AF64F-62F1-D743-922B-2E6787D2CC4D}"/>
                    </a:ext>
                  </a:extLst>
                </p:cNvPr>
                <p:cNvCxnSpPr>
                  <a:stCxn id="21" idx="3"/>
                  <a:endCxn id="19" idx="0"/>
                </p:cNvCxnSpPr>
                <p:nvPr/>
              </p:nvCxnSpPr>
              <p:spPr>
                <a:xfrm flipH="1">
                  <a:off x="5602016" y="4012365"/>
                  <a:ext cx="268017" cy="2193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AD7829C-1645-6341-A1DE-C5BF0A0CE8C9}"/>
                  </a:ext>
                </a:extLst>
              </p:cNvPr>
              <p:cNvSpPr/>
              <p:nvPr/>
            </p:nvSpPr>
            <p:spPr>
              <a:xfrm>
                <a:off x="7186981" y="4239523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14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C1797DA-3C87-AA48-B990-215BF8F5E9F7}"/>
                  </a:ext>
                </a:extLst>
              </p:cNvPr>
              <p:cNvSpPr/>
              <p:nvPr/>
            </p:nvSpPr>
            <p:spPr>
              <a:xfrm>
                <a:off x="7885376" y="4865991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23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2DBEB54-01DC-4242-B9C6-B853201CA251}"/>
                  </a:ext>
                </a:extLst>
              </p:cNvPr>
              <p:cNvSpPr/>
              <p:nvPr/>
            </p:nvSpPr>
            <p:spPr>
              <a:xfrm>
                <a:off x="7526323" y="5558790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21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47C4362-7CB2-2045-932A-53B4E5E0B25A}"/>
                  </a:ext>
                </a:extLst>
              </p:cNvPr>
              <p:cNvCxnSpPr>
                <a:cxnSpLocks/>
                <a:stCxn id="17" idx="5"/>
                <a:endCxn id="11" idx="1"/>
              </p:cNvCxnSpPr>
              <p:nvPr/>
            </p:nvCxnSpPr>
            <p:spPr>
              <a:xfrm>
                <a:off x="6785527" y="3993617"/>
                <a:ext cx="487445" cy="3128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D6857603-773D-164F-A525-91BF5DA1FCA2}"/>
                  </a:ext>
                </a:extLst>
              </p:cNvPr>
              <p:cNvCxnSpPr>
                <a:cxnSpLocks/>
                <a:stCxn id="12" idx="4"/>
                <a:endCxn id="13" idx="0"/>
              </p:cNvCxnSpPr>
              <p:nvPr/>
            </p:nvCxnSpPr>
            <p:spPr>
              <a:xfrm flipH="1">
                <a:off x="7829675" y="5323191"/>
                <a:ext cx="348393" cy="23559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1491198-5EFD-B643-A74C-7BAA762F8680}"/>
                  </a:ext>
                </a:extLst>
              </p:cNvPr>
              <p:cNvCxnSpPr>
                <a:stCxn id="11" idx="5"/>
                <a:endCxn id="12" idx="1"/>
              </p:cNvCxnSpPr>
              <p:nvPr/>
            </p:nvCxnSpPr>
            <p:spPr>
              <a:xfrm>
                <a:off x="7688174" y="4629768"/>
                <a:ext cx="282930" cy="3031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023C0A-502F-A54E-AAC7-29AC26F8E954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7578061-B5E2-4644-A3F3-045C6450D4FA}"/>
                </a:ext>
              </a:extLst>
            </p:cNvPr>
            <p:cNvCxnSpPr>
              <a:stCxn id="8" idx="1"/>
              <a:endCxn id="17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9D206CA-DD09-FC41-88B6-28C200747D1A}"/>
              </a:ext>
            </a:extLst>
          </p:cNvPr>
          <p:cNvGrpSpPr/>
          <p:nvPr/>
        </p:nvGrpSpPr>
        <p:grpSpPr>
          <a:xfrm>
            <a:off x="5294506" y="2209604"/>
            <a:ext cx="2678011" cy="2211831"/>
            <a:chOff x="5548998" y="1375487"/>
            <a:chExt cx="2678011" cy="221183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41EFFEE-783D-A042-9F99-5DC08CBC5769}"/>
                </a:ext>
              </a:extLst>
            </p:cNvPr>
            <p:cNvGrpSpPr/>
            <p:nvPr/>
          </p:nvGrpSpPr>
          <p:grpSpPr>
            <a:xfrm>
              <a:off x="5548998" y="1767840"/>
              <a:ext cx="2678011" cy="1819478"/>
              <a:chOff x="5096154" y="3603372"/>
              <a:chExt cx="2678011" cy="1819478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4C6FDF9-58FB-8348-A5B3-CF5C0F6A0318}"/>
                  </a:ext>
                </a:extLst>
              </p:cNvPr>
              <p:cNvGrpSpPr/>
              <p:nvPr/>
            </p:nvGrpSpPr>
            <p:grpSpPr>
              <a:xfrm>
                <a:off x="5096154" y="3603372"/>
                <a:ext cx="1766134" cy="1719819"/>
                <a:chOff x="5333999" y="3038497"/>
                <a:chExt cx="1766134" cy="1719819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BD4EADFF-CF9F-A245-B848-1C6BFF5CBF31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10</a:t>
                  </a: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58C676F7-D927-4645-A716-497D776DDB23}"/>
                    </a:ext>
                  </a:extLst>
                </p:cNvPr>
                <p:cNvSpPr/>
                <p:nvPr/>
              </p:nvSpPr>
              <p:spPr>
                <a:xfrm>
                  <a:off x="6356243" y="4301116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7</a:t>
                  </a: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09F9FE6-B26F-5D4A-ABEC-B7443C053BC3}"/>
                    </a:ext>
                  </a:extLst>
                </p:cNvPr>
                <p:cNvSpPr/>
                <p:nvPr/>
              </p:nvSpPr>
              <p:spPr>
                <a:xfrm>
                  <a:off x="5333999" y="4231720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1</a:t>
                  </a: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19F4821F-66E0-254A-8690-13B77108E6B3}"/>
                    </a:ext>
                  </a:extLst>
                </p:cNvPr>
                <p:cNvSpPr/>
                <p:nvPr/>
              </p:nvSpPr>
              <p:spPr>
                <a:xfrm>
                  <a:off x="5791200" y="3622120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3</a:t>
                  </a:r>
                </a:p>
              </p:txBody>
            </p: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052F49EB-FF71-2949-B054-8FA73E468ADE}"/>
                    </a:ext>
                  </a:extLst>
                </p:cNvPr>
                <p:cNvCxnSpPr>
                  <a:stCxn id="37" idx="3"/>
                  <a:endCxn id="41" idx="7"/>
                </p:cNvCxnSpPr>
                <p:nvPr/>
              </p:nvCxnSpPr>
              <p:spPr>
                <a:xfrm flipH="1">
                  <a:off x="6250669" y="3428742"/>
                  <a:ext cx="402070" cy="26033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AE3E0D23-6223-634A-8ED4-B4B30DAF815A}"/>
                    </a:ext>
                  </a:extLst>
                </p:cNvPr>
                <p:cNvCxnSpPr>
                  <a:stCxn id="41" idx="5"/>
                  <a:endCxn id="38" idx="1"/>
                </p:cNvCxnSpPr>
                <p:nvPr/>
              </p:nvCxnSpPr>
              <p:spPr>
                <a:xfrm>
                  <a:off x="6250669" y="4012365"/>
                  <a:ext cx="187991" cy="35570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427BDC3C-D5E7-8449-BBB2-7B8FE0A86776}"/>
                    </a:ext>
                  </a:extLst>
                </p:cNvPr>
                <p:cNvCxnSpPr>
                  <a:stCxn id="41" idx="3"/>
                  <a:endCxn id="39" idx="0"/>
                </p:cNvCxnSpPr>
                <p:nvPr/>
              </p:nvCxnSpPr>
              <p:spPr>
                <a:xfrm flipH="1">
                  <a:off x="5602016" y="4012365"/>
                  <a:ext cx="268017" cy="2193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1E1970C-CB5E-CA4C-B2DD-615A2B281EAE}"/>
                  </a:ext>
                </a:extLst>
              </p:cNvPr>
              <p:cNvSpPr/>
              <p:nvPr/>
            </p:nvSpPr>
            <p:spPr>
              <a:xfrm>
                <a:off x="7186981" y="4239523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23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ABF592B-AB1A-6B46-8AD6-64A1829EBEB2}"/>
                  </a:ext>
                </a:extLst>
              </p:cNvPr>
              <p:cNvSpPr/>
              <p:nvPr/>
            </p:nvSpPr>
            <p:spPr>
              <a:xfrm>
                <a:off x="6989888" y="4965650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21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1AAAAB0-5DC7-A246-AAEC-C95C2A4808E4}"/>
                  </a:ext>
                </a:extLst>
              </p:cNvPr>
              <p:cNvCxnSpPr>
                <a:cxnSpLocks/>
                <a:stCxn id="37" idx="5"/>
                <a:endCxn id="31" idx="1"/>
              </p:cNvCxnSpPr>
              <p:nvPr/>
            </p:nvCxnSpPr>
            <p:spPr>
              <a:xfrm>
                <a:off x="6785527" y="3993617"/>
                <a:ext cx="487445" cy="3128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D9F403D-28DC-A240-B231-3E765439EA28}"/>
                  </a:ext>
                </a:extLst>
              </p:cNvPr>
              <p:cNvCxnSpPr>
                <a:cxnSpLocks/>
                <a:stCxn id="31" idx="4"/>
                <a:endCxn id="33" idx="0"/>
              </p:cNvCxnSpPr>
              <p:nvPr/>
            </p:nvCxnSpPr>
            <p:spPr>
              <a:xfrm flipH="1">
                <a:off x="7293240" y="4696723"/>
                <a:ext cx="187333" cy="26892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C46C103-6D7B-E84A-B650-1F185316CEE7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ECCE0F6-B674-AB48-A747-D935993FF372}"/>
                </a:ext>
              </a:extLst>
            </p:cNvPr>
            <p:cNvCxnSpPr>
              <a:stCxn id="28" idx="1"/>
              <a:endCxn id="37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ight Arrow 47">
            <a:extLst>
              <a:ext uri="{FF2B5EF4-FFF2-40B4-BE49-F238E27FC236}">
                <a16:creationId xmlns:a16="http://schemas.microsoft.com/office/drawing/2014/main" id="{E98215EF-EA85-564E-94FD-3CEA14A97128}"/>
              </a:ext>
            </a:extLst>
          </p:cNvPr>
          <p:cNvSpPr/>
          <p:nvPr/>
        </p:nvSpPr>
        <p:spPr>
          <a:xfrm>
            <a:off x="4171479" y="2668912"/>
            <a:ext cx="1391043" cy="3651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D2AE64-263E-B141-9EE7-BA4AF5B282F6}"/>
              </a:ext>
            </a:extLst>
          </p:cNvPr>
          <p:cNvSpPr txBox="1"/>
          <p:nvPr/>
        </p:nvSpPr>
        <p:spPr>
          <a:xfrm>
            <a:off x="561634" y="1397676"/>
            <a:ext cx="4680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Bỏ</a:t>
            </a:r>
            <a:r>
              <a:rPr lang="en-US" sz="2400" dirty="0"/>
              <a:t>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14 :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1 con</a:t>
            </a:r>
          </a:p>
        </p:txBody>
      </p:sp>
    </p:spTree>
    <p:extLst>
      <p:ext uri="{BB962C8B-B14F-4D97-AF65-F5344CB8AC3E}">
        <p14:creationId xmlns:p14="http://schemas.microsoft.com/office/powerpoint/2010/main" val="29063938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F2AB5-A7DC-5841-A8EA-EF25A1CDE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92E8-93D1-4246-9203-88234E64793C}" type="datetime1">
              <a:rPr lang="en-US" smtClean="0"/>
              <a:t>12/3/24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BEE5F-02C4-9E4C-899F-97BB3E7B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0D406-6CCE-ED46-A65B-86E9EBBF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48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085DF1E-0620-2B4B-B238-277055F1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xoá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10F2F4-C660-A640-99ED-EEBEBB7F34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5071019" cy="53033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Procedure </a:t>
            </a:r>
            <a:r>
              <a:rPr lang="en-US" sz="2000" dirty="0" err="1"/>
              <a:t>delkey</a:t>
            </a:r>
            <a:r>
              <a:rPr lang="en-US" sz="2000" dirty="0"/>
              <a:t>(T,X)</a:t>
            </a:r>
          </a:p>
          <a:p>
            <a:pPr marL="0" indent="0">
              <a:buNone/>
            </a:pPr>
            <a:r>
              <a:rPr lang="en-US" sz="2000" dirty="0"/>
              <a:t>If T = null then return;</a:t>
            </a:r>
          </a:p>
          <a:p>
            <a:pPr marL="0" indent="0">
              <a:buNone/>
            </a:pPr>
            <a:r>
              <a:rPr lang="en-US" sz="2000" dirty="0"/>
              <a:t>Else if</a:t>
            </a:r>
          </a:p>
          <a:p>
            <a:pPr marL="0" indent="0">
              <a:buNone/>
            </a:pPr>
            <a:r>
              <a:rPr lang="en-US" sz="2000" dirty="0"/>
              <a:t>info(T) &gt; x;  return </a:t>
            </a:r>
            <a:r>
              <a:rPr lang="en-US" sz="2000" dirty="0" err="1"/>
              <a:t>delkey</a:t>
            </a:r>
            <a:r>
              <a:rPr lang="en-US" sz="2000" dirty="0"/>
              <a:t>(LP(T), X);</a:t>
            </a:r>
          </a:p>
          <a:p>
            <a:pPr marL="0" indent="0">
              <a:buNone/>
            </a:pPr>
            <a:r>
              <a:rPr lang="en-US" sz="2000" dirty="0"/>
              <a:t>info(T) &lt; x;  return </a:t>
            </a:r>
            <a:r>
              <a:rPr lang="en-US" sz="2000" dirty="0" err="1"/>
              <a:t>delkey</a:t>
            </a:r>
            <a:r>
              <a:rPr lang="en-US" sz="2000" dirty="0"/>
              <a:t>(RP(T), X);</a:t>
            </a:r>
          </a:p>
          <a:p>
            <a:pPr marL="0" indent="0">
              <a:buNone/>
            </a:pPr>
            <a:r>
              <a:rPr lang="en-US" sz="2000" dirty="0"/>
              <a:t>Else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//info(T) = x</a:t>
            </a:r>
          </a:p>
          <a:p>
            <a:pPr marL="0" indent="0">
              <a:buNone/>
            </a:pPr>
            <a:r>
              <a:rPr lang="en-US" sz="2000" dirty="0"/>
              <a:t>If LP(T) = null then T = RP(T)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//node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chỉ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cây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con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phải</a:t>
            </a: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/>
              <a:t>Else if RP(T) = null then T = LP(T)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//node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chỉ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cây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con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trái</a:t>
            </a: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CEA0662-DA5A-EA47-B2EE-88334B6AC40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306096" y="950969"/>
            <a:ext cx="374775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Else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//node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2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cây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con</a:t>
            </a:r>
          </a:p>
          <a:p>
            <a:pPr marL="0" indent="0">
              <a:buNone/>
            </a:pPr>
            <a:r>
              <a:rPr lang="en-US" sz="2000" dirty="0"/>
              <a:t>{ New(p); p = LP(T);</a:t>
            </a:r>
          </a:p>
          <a:p>
            <a:pPr marL="0" indent="0">
              <a:buNone/>
            </a:pPr>
            <a:r>
              <a:rPr lang="en-US" sz="2000" dirty="0"/>
              <a:t>While RP (p)!= null{</a:t>
            </a:r>
          </a:p>
          <a:p>
            <a:pPr marL="0" indent="0">
              <a:buNone/>
            </a:pPr>
            <a:r>
              <a:rPr lang="en-US" sz="2000" dirty="0"/>
              <a:t>p = RP (p);</a:t>
            </a:r>
          </a:p>
          <a:p>
            <a:pPr marL="0" indent="0">
              <a:buNone/>
            </a:pPr>
            <a:r>
              <a:rPr lang="en-US" sz="2000" dirty="0"/>
              <a:t>info(T) = info(p);}</a:t>
            </a:r>
          </a:p>
          <a:p>
            <a:pPr marL="0" indent="0">
              <a:buNone/>
            </a:pPr>
            <a:r>
              <a:rPr lang="en-US" sz="2000" dirty="0" err="1"/>
              <a:t>delkey</a:t>
            </a:r>
            <a:r>
              <a:rPr lang="en-US" sz="2000" dirty="0"/>
              <a:t>(LP(T), info(p))</a:t>
            </a:r>
          </a:p>
          <a:p>
            <a:pPr marL="0" indent="0">
              <a:buNone/>
            </a:pPr>
            <a:r>
              <a:rPr lang="en-US" sz="2000" dirty="0"/>
              <a:t>}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// </a:t>
            </a:r>
            <a:r>
              <a:rPr lang="en-US" sz="2000" dirty="0" err="1">
                <a:solidFill>
                  <a:schemeClr val="bg1">
                    <a:lumMod val="75000"/>
                  </a:schemeClr>
                </a:solidFill>
              </a:rPr>
              <a:t>chọn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75000"/>
                  </a:schemeClr>
                </a:solidFill>
              </a:rPr>
              <a:t>nút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75000"/>
                  </a:schemeClr>
                </a:solidFill>
              </a:rPr>
              <a:t>nhỏ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75000"/>
                  </a:schemeClr>
                </a:solidFill>
              </a:rPr>
              <a:t>hơn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75000"/>
                  </a:schemeClr>
                </a:solidFill>
              </a:rPr>
              <a:t>gần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75000"/>
                  </a:schemeClr>
                </a:solidFill>
              </a:rPr>
              <a:t>nhất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75000"/>
                  </a:schemeClr>
                </a:solidFill>
              </a:rPr>
              <a:t>để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lumMod val="75000"/>
                  </a:schemeClr>
                </a:solidFill>
              </a:rPr>
              <a:t>bổ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sung </a:t>
            </a:r>
          </a:p>
          <a:p>
            <a:pPr marL="0" indent="0">
              <a:buNone/>
            </a:pPr>
            <a:r>
              <a:rPr lang="en-US" sz="2000" dirty="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18007214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717BA-F92C-A343-80B9-B09FD403F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92E8-93D1-4246-9203-88234E64793C}" type="datetime1">
              <a:rPr lang="en-US" smtClean="0"/>
              <a:t>12/3/24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9701F-8F19-7C40-A8F4-8167C223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5877E-0925-A049-A584-3A3E37237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A0EA7-2067-6A45-AE9D-74EA21FBC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94C13-1C55-DC4A-9597-279F86ACB2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4042491" cy="492848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móc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</a:p>
          <a:p>
            <a:r>
              <a:rPr lang="en-US" dirty="0" err="1"/>
              <a:t>Cây</a:t>
            </a:r>
            <a:r>
              <a:rPr lang="en-US" dirty="0"/>
              <a:t> m </a:t>
            </a:r>
            <a:r>
              <a:rPr lang="en-US" dirty="0" err="1"/>
              <a:t>cấp</a:t>
            </a:r>
            <a:r>
              <a:rPr lang="en-US" dirty="0"/>
              <a:t> (</a:t>
            </a:r>
            <a:r>
              <a:rPr lang="en-US" dirty="0" err="1"/>
              <a:t>số</a:t>
            </a:r>
            <a:r>
              <a:rPr lang="en-US" dirty="0"/>
              <a:t> con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m) </a:t>
            </a:r>
            <a:r>
              <a:rPr lang="en-US" dirty="0" err="1"/>
              <a:t>cần</a:t>
            </a:r>
            <a:r>
              <a:rPr lang="en-US" dirty="0"/>
              <a:t> m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móc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-&gt; </a:t>
            </a:r>
            <a:r>
              <a:rPr lang="en-US" dirty="0" err="1"/>
              <a:t>không</a:t>
            </a:r>
            <a:r>
              <a:rPr lang="en-US" dirty="0"/>
              <a:t> 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sang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đương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con</a:t>
            </a:r>
          </a:p>
          <a:p>
            <a:pPr lvl="1"/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1 </a:t>
            </a:r>
            <a:r>
              <a:rPr lang="en-US" dirty="0" err="1"/>
              <a:t>chiều</a:t>
            </a:r>
            <a:r>
              <a:rPr lang="en-US" dirty="0"/>
              <a:t> 1-1: cha – con </a:t>
            </a:r>
            <a:r>
              <a:rPr lang="en-US" dirty="0" err="1"/>
              <a:t>cả</a:t>
            </a:r>
            <a:r>
              <a:rPr lang="en-US" dirty="0"/>
              <a:t> - 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E25B5D-F307-944C-BDA8-9CEAB92CF502}"/>
              </a:ext>
            </a:extLst>
          </p:cNvPr>
          <p:cNvGrpSpPr/>
          <p:nvPr/>
        </p:nvGrpSpPr>
        <p:grpSpPr>
          <a:xfrm>
            <a:off x="4453972" y="1764419"/>
            <a:ext cx="4507405" cy="2069040"/>
            <a:chOff x="4843958" y="1375487"/>
            <a:chExt cx="4507405" cy="206904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082049B-29C3-A54E-BCD3-650615B502B0}"/>
                </a:ext>
              </a:extLst>
            </p:cNvPr>
            <p:cNvGrpSpPr/>
            <p:nvPr/>
          </p:nvGrpSpPr>
          <p:grpSpPr>
            <a:xfrm>
              <a:off x="4843958" y="1767840"/>
              <a:ext cx="4507405" cy="1676687"/>
              <a:chOff x="4391114" y="3603372"/>
              <a:chExt cx="4507405" cy="167668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370850E-A98E-1C44-A41B-20BB6175DF04}"/>
                  </a:ext>
                </a:extLst>
              </p:cNvPr>
              <p:cNvGrpSpPr/>
              <p:nvPr/>
            </p:nvGrpSpPr>
            <p:grpSpPr>
              <a:xfrm>
                <a:off x="4391114" y="3603372"/>
                <a:ext cx="2471174" cy="1637069"/>
                <a:chOff x="4628959" y="3038497"/>
                <a:chExt cx="2471174" cy="1637069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EC1984F9-394C-FC47-BB1A-66B16F8F5B8C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A</a:t>
                  </a: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A1251C2C-5187-E24C-8FF7-6E979E421361}"/>
                    </a:ext>
                  </a:extLst>
                </p:cNvPr>
                <p:cNvSpPr/>
                <p:nvPr/>
              </p:nvSpPr>
              <p:spPr>
                <a:xfrm>
                  <a:off x="6113358" y="4218366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D</a:t>
                  </a: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289F071E-305E-FF4D-B34B-A12284C8C623}"/>
                    </a:ext>
                  </a:extLst>
                </p:cNvPr>
                <p:cNvSpPr/>
                <p:nvPr/>
              </p:nvSpPr>
              <p:spPr>
                <a:xfrm>
                  <a:off x="4628959" y="4218366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B</a:t>
                  </a:r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CFE42FF7-31D0-3D4A-9366-19672B81DB53}"/>
                    </a:ext>
                  </a:extLst>
                </p:cNvPr>
                <p:cNvSpPr/>
                <p:nvPr/>
              </p:nvSpPr>
              <p:spPr>
                <a:xfrm>
                  <a:off x="5326914" y="4218366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C</a:t>
                  </a:r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69E1CF6F-6715-344F-8E7A-2A166A3BFCB6}"/>
                    </a:ext>
                  </a:extLst>
                </p:cNvPr>
                <p:cNvCxnSpPr>
                  <a:stCxn id="37" idx="3"/>
                  <a:endCxn id="40" idx="7"/>
                </p:cNvCxnSpPr>
                <p:nvPr/>
              </p:nvCxnSpPr>
              <p:spPr>
                <a:xfrm flipH="1">
                  <a:off x="5786383" y="3428742"/>
                  <a:ext cx="866356" cy="85657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5778EB66-DBDE-5544-A762-F9423867A597}"/>
                    </a:ext>
                  </a:extLst>
                </p:cNvPr>
                <p:cNvCxnSpPr>
                  <a:cxnSpLocks/>
                  <a:stCxn id="37" idx="4"/>
                  <a:endCxn id="38" idx="1"/>
                </p:cNvCxnSpPr>
                <p:nvPr/>
              </p:nvCxnSpPr>
              <p:spPr>
                <a:xfrm flipH="1">
                  <a:off x="6195775" y="3495697"/>
                  <a:ext cx="642281" cy="78962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000C809-3E1C-3B42-8F3F-9BC65BC9F9A5}"/>
                    </a:ext>
                  </a:extLst>
                </p:cNvPr>
                <p:cNvCxnSpPr>
                  <a:cxnSpLocks/>
                  <a:stCxn id="37" idx="2"/>
                  <a:endCxn id="39" idx="0"/>
                </p:cNvCxnSpPr>
                <p:nvPr/>
              </p:nvCxnSpPr>
              <p:spPr>
                <a:xfrm flipH="1">
                  <a:off x="4896976" y="3267097"/>
                  <a:ext cx="1679002" cy="95126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AE7502D4-974C-B04C-BF11-70DF188D2017}"/>
                  </a:ext>
                </a:extLst>
              </p:cNvPr>
              <p:cNvSpPr/>
              <p:nvPr/>
            </p:nvSpPr>
            <p:spPr>
              <a:xfrm>
                <a:off x="8311335" y="4747430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G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E1A5B6-7BDD-8D40-9FFD-FFF35934D2CD}"/>
                  </a:ext>
                </a:extLst>
              </p:cNvPr>
              <p:cNvSpPr/>
              <p:nvPr/>
            </p:nvSpPr>
            <p:spPr>
              <a:xfrm>
                <a:off x="7598377" y="4785375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F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7A7413D-ED19-C04C-B58B-FBECACAC5969}"/>
                  </a:ext>
                </a:extLst>
              </p:cNvPr>
              <p:cNvSpPr/>
              <p:nvPr/>
            </p:nvSpPr>
            <p:spPr>
              <a:xfrm>
                <a:off x="6836817" y="4822859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E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3096F2D6-5B89-D04A-95D1-CC4CF9D8C40B}"/>
                  </a:ext>
                </a:extLst>
              </p:cNvPr>
              <p:cNvCxnSpPr>
                <a:cxnSpLocks/>
                <a:stCxn id="37" idx="6"/>
                <a:endCxn id="31" idx="0"/>
              </p:cNvCxnSpPr>
              <p:nvPr/>
            </p:nvCxnSpPr>
            <p:spPr>
              <a:xfrm>
                <a:off x="6862288" y="3831972"/>
                <a:ext cx="1742639" cy="9154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56EAC9D-70A1-A04C-9411-8AFE38A8A184}"/>
                  </a:ext>
                </a:extLst>
              </p:cNvPr>
              <p:cNvCxnSpPr>
                <a:cxnSpLocks/>
                <a:stCxn id="37" idx="4"/>
                <a:endCxn id="33" idx="0"/>
              </p:cNvCxnSpPr>
              <p:nvPr/>
            </p:nvCxnSpPr>
            <p:spPr>
              <a:xfrm>
                <a:off x="6600211" y="4060572"/>
                <a:ext cx="539958" cy="7622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CE1E800-BC53-824C-B683-9755AD24AD18}"/>
                  </a:ext>
                </a:extLst>
              </p:cNvPr>
              <p:cNvCxnSpPr>
                <a:cxnSpLocks/>
                <a:stCxn id="37" idx="5"/>
                <a:endCxn id="32" idx="1"/>
              </p:cNvCxnSpPr>
              <p:nvPr/>
            </p:nvCxnSpPr>
            <p:spPr>
              <a:xfrm>
                <a:off x="6785527" y="3993617"/>
                <a:ext cx="898578" cy="8587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BFD851-8379-DB45-85B9-6462B6E351D5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F0DA7FE-4EC9-4947-9712-C195F9FD95F1}"/>
                </a:ext>
              </a:extLst>
            </p:cNvPr>
            <p:cNvCxnSpPr>
              <a:stCxn id="28" idx="1"/>
              <a:endCxn id="37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314C90FD-0972-EF48-AEFF-823852467C39}"/>
              </a:ext>
            </a:extLst>
          </p:cNvPr>
          <p:cNvSpPr txBox="1"/>
          <p:nvPr/>
        </p:nvSpPr>
        <p:spPr>
          <a:xfrm>
            <a:off x="4425913" y="3780964"/>
            <a:ext cx="5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6BDF0F-8FDD-8B4F-A8D1-6162AD4ACAFF}"/>
              </a:ext>
            </a:extLst>
          </p:cNvPr>
          <p:cNvSpPr txBox="1"/>
          <p:nvPr/>
        </p:nvSpPr>
        <p:spPr>
          <a:xfrm>
            <a:off x="5170965" y="3764598"/>
            <a:ext cx="5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81A985-42AF-EA41-B0D4-EDE51E215537}"/>
              </a:ext>
            </a:extLst>
          </p:cNvPr>
          <p:cNvSpPr txBox="1"/>
          <p:nvPr/>
        </p:nvSpPr>
        <p:spPr>
          <a:xfrm>
            <a:off x="5897440" y="3767957"/>
            <a:ext cx="5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23CD8C-5E74-F244-9857-F0B9E68D1F2A}"/>
              </a:ext>
            </a:extLst>
          </p:cNvPr>
          <p:cNvSpPr txBox="1"/>
          <p:nvPr/>
        </p:nvSpPr>
        <p:spPr>
          <a:xfrm>
            <a:off x="6911643" y="3809274"/>
            <a:ext cx="5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E35192-5120-FB45-A4C9-9A1BA910917A}"/>
              </a:ext>
            </a:extLst>
          </p:cNvPr>
          <p:cNvSpPr txBox="1"/>
          <p:nvPr/>
        </p:nvSpPr>
        <p:spPr>
          <a:xfrm>
            <a:off x="7753514" y="3760789"/>
            <a:ext cx="5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545189-2655-AD49-981D-DD09D6409DBA}"/>
              </a:ext>
            </a:extLst>
          </p:cNvPr>
          <p:cNvSpPr txBox="1"/>
          <p:nvPr/>
        </p:nvSpPr>
        <p:spPr>
          <a:xfrm>
            <a:off x="8538952" y="3753376"/>
            <a:ext cx="5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33360C-55B4-1948-89C4-80113081CC6D}"/>
              </a:ext>
            </a:extLst>
          </p:cNvPr>
          <p:cNvSpPr txBox="1"/>
          <p:nvPr/>
        </p:nvSpPr>
        <p:spPr>
          <a:xfrm>
            <a:off x="4648201" y="4630429"/>
            <a:ext cx="4019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</a:t>
            </a:r>
            <a:r>
              <a:rPr lang="en-US" dirty="0" err="1"/>
              <a:t>là</a:t>
            </a:r>
            <a:r>
              <a:rPr lang="en-US" dirty="0"/>
              <a:t> con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2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1, 3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2…</a:t>
            </a:r>
          </a:p>
        </p:txBody>
      </p:sp>
      <p:grpSp>
        <p:nvGrpSpPr>
          <p:cNvPr id="65" name="Group 46">
            <a:extLst>
              <a:ext uri="{FF2B5EF4-FFF2-40B4-BE49-F238E27FC236}">
                <a16:creationId xmlns:a16="http://schemas.microsoft.com/office/drawing/2014/main" id="{053D4150-3698-4B4C-8B09-BF8A8E464BDA}"/>
              </a:ext>
            </a:extLst>
          </p:cNvPr>
          <p:cNvGrpSpPr>
            <a:grpSpLocks/>
          </p:cNvGrpSpPr>
          <p:nvPr/>
        </p:nvGrpSpPr>
        <p:grpSpPr bwMode="auto">
          <a:xfrm>
            <a:off x="4798068" y="5265811"/>
            <a:ext cx="3009900" cy="965200"/>
            <a:chOff x="3240" y="2036"/>
            <a:chExt cx="1008" cy="292"/>
          </a:xfrm>
        </p:grpSpPr>
        <p:sp>
          <p:nvSpPr>
            <p:cNvPr id="66" name="Text Box 7">
              <a:extLst>
                <a:ext uri="{FF2B5EF4-FFF2-40B4-BE49-F238E27FC236}">
                  <a16:creationId xmlns:a16="http://schemas.microsoft.com/office/drawing/2014/main" id="{0983BCF2-D48B-8F4B-B024-D5D8A0191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040"/>
              <a:ext cx="288" cy="1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algn="ctr" eaLnBrk="0" hangingPunct="0"/>
              <a:r>
                <a:rPr lang="en-US" sz="2000" dirty="0"/>
                <a:t>Info</a:t>
              </a:r>
            </a:p>
          </p:txBody>
        </p:sp>
        <p:sp>
          <p:nvSpPr>
            <p:cNvPr id="67" name="Text Box 8">
              <a:extLst>
                <a:ext uri="{FF2B5EF4-FFF2-40B4-BE49-F238E27FC236}">
                  <a16:creationId xmlns:a16="http://schemas.microsoft.com/office/drawing/2014/main" id="{10AAD6B0-DB8D-5844-8F96-932868297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4" y="2036"/>
              <a:ext cx="288" cy="1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algn="ctr" eaLnBrk="0" hangingPunct="0"/>
              <a:r>
                <a:rPr lang="en-US" sz="2000" dirty="0"/>
                <a:t>RSIB</a:t>
              </a:r>
            </a:p>
          </p:txBody>
        </p:sp>
        <p:sp>
          <p:nvSpPr>
            <p:cNvPr id="68" name="Text Box 9">
              <a:extLst>
                <a:ext uri="{FF2B5EF4-FFF2-40B4-BE49-F238E27FC236}">
                  <a16:creationId xmlns:a16="http://schemas.microsoft.com/office/drawing/2014/main" id="{A0071741-A7F7-1B41-BC07-120881BB6B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040"/>
              <a:ext cx="288" cy="1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 bIns="10800">
              <a:spAutoFit/>
            </a:bodyPr>
            <a:lstStyle/>
            <a:p>
              <a:pPr algn="ctr" eaLnBrk="0" hangingPunct="0"/>
              <a:r>
                <a:rPr lang="en-US" sz="2000" dirty="0"/>
                <a:t>LCHD</a:t>
              </a:r>
            </a:p>
          </p:txBody>
        </p:sp>
        <p:sp>
          <p:nvSpPr>
            <p:cNvPr id="69" name="Line 10">
              <a:extLst>
                <a:ext uri="{FF2B5EF4-FFF2-40B4-BE49-F238E27FC236}">
                  <a16:creationId xmlns:a16="http://schemas.microsoft.com/office/drawing/2014/main" id="{584E4A10-B5BF-9048-8A49-0F9AF85683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40" y="2112"/>
              <a:ext cx="144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11">
              <a:extLst>
                <a:ext uri="{FF2B5EF4-FFF2-40B4-BE49-F238E27FC236}">
                  <a16:creationId xmlns:a16="http://schemas.microsoft.com/office/drawing/2014/main" id="{26EFA4DB-8CB2-8740-9552-5A882C246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4" y="2112"/>
              <a:ext cx="144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5F15946F-D339-284A-AFEC-92CBC8F2EEE9}"/>
              </a:ext>
            </a:extLst>
          </p:cNvPr>
          <p:cNvSpPr txBox="1"/>
          <p:nvPr/>
        </p:nvSpPr>
        <p:spPr>
          <a:xfrm>
            <a:off x="3670424" y="6132127"/>
            <a:ext cx="2549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Chứa địa chỉ node Con </a:t>
            </a:r>
            <a:r>
              <a:rPr lang="en-US" dirty="0" err="1"/>
              <a:t>cả</a:t>
            </a:r>
            <a:r>
              <a:rPr lang="en-US" dirty="0"/>
              <a:t>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B6B19EB-9B0C-114B-8BC1-038BCCE3DEA0}"/>
              </a:ext>
            </a:extLst>
          </p:cNvPr>
          <p:cNvSpPr txBox="1"/>
          <p:nvPr/>
        </p:nvSpPr>
        <p:spPr>
          <a:xfrm>
            <a:off x="6260538" y="6109222"/>
            <a:ext cx="289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Chứa địa chỉ node Em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8051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AF61327-E225-49DD-8946-DFBA8348B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92E8-93D1-4246-9203-88234E64793C}" type="datetime1">
              <a:rPr lang="en-US" smtClean="0"/>
              <a:t>12/3/24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21B5E553-E4E7-48DA-8ACC-547D7AAEE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45CAE8A-79C0-48C2-9262-7763C1FB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50</a:t>
            </a:fld>
            <a:endParaRPr lang="en-US"/>
          </a:p>
        </p:txBody>
      </p:sp>
      <p:sp>
        <p:nvSpPr>
          <p:cNvPr id="32" name="Tiêu đề 31">
            <a:extLst>
              <a:ext uri="{FF2B5EF4-FFF2-40B4-BE49-F238E27FC236}">
                <a16:creationId xmlns:a16="http://schemas.microsoft.com/office/drawing/2014/main" id="{7E9A2EB9-4CD7-44C5-A79D-C18E02CD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 nhị phân tương đương</a:t>
            </a:r>
            <a:endParaRPr lang="vi-VN"/>
          </a:p>
        </p:txBody>
      </p:sp>
      <p:sp>
        <p:nvSpPr>
          <p:cNvPr id="33" name="Chỗ dành sẵn cho Nội dung 32">
            <a:extLst>
              <a:ext uri="{FF2B5EF4-FFF2-40B4-BE49-F238E27FC236}">
                <a16:creationId xmlns:a16="http://schemas.microsoft.com/office/drawing/2014/main" id="{57126611-2091-4CF3-B72E-619194E153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đương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Giữ</a:t>
            </a:r>
            <a:r>
              <a:rPr lang="en-US" dirty="0"/>
              <a:t> node con </a:t>
            </a:r>
            <a:r>
              <a:rPr lang="en-US" dirty="0" err="1"/>
              <a:t>trái</a:t>
            </a:r>
            <a:r>
              <a:rPr lang="en-US" dirty="0"/>
              <a:t> -&gt; node con </a:t>
            </a:r>
            <a:r>
              <a:rPr lang="en-US" dirty="0" err="1"/>
              <a:t>trái</a:t>
            </a:r>
            <a:r>
              <a:rPr lang="en-US" dirty="0"/>
              <a:t> </a:t>
            </a:r>
          </a:p>
          <a:p>
            <a:r>
              <a:rPr lang="en-US" dirty="0" err="1"/>
              <a:t>Các</a:t>
            </a:r>
            <a:r>
              <a:rPr lang="en-US" dirty="0"/>
              <a:t> node con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-&gt; node con </a:t>
            </a:r>
            <a:r>
              <a:rPr lang="en-US" dirty="0" err="1"/>
              <a:t>phải</a:t>
            </a:r>
            <a:endParaRPr lang="vi-VN" dirty="0"/>
          </a:p>
        </p:txBody>
      </p:sp>
      <p:grpSp>
        <p:nvGrpSpPr>
          <p:cNvPr id="8" name="Group 25">
            <a:extLst>
              <a:ext uri="{FF2B5EF4-FFF2-40B4-BE49-F238E27FC236}">
                <a16:creationId xmlns:a16="http://schemas.microsoft.com/office/drawing/2014/main" id="{80FCD3EF-F873-48E6-AD4E-6B40C9365F8C}"/>
              </a:ext>
            </a:extLst>
          </p:cNvPr>
          <p:cNvGrpSpPr/>
          <p:nvPr/>
        </p:nvGrpSpPr>
        <p:grpSpPr>
          <a:xfrm>
            <a:off x="497330" y="2112757"/>
            <a:ext cx="4507405" cy="2069040"/>
            <a:chOff x="4843958" y="1375487"/>
            <a:chExt cx="4507405" cy="2069040"/>
          </a:xfrm>
        </p:grpSpPr>
        <p:grpSp>
          <p:nvGrpSpPr>
            <p:cNvPr id="9" name="Group 26">
              <a:extLst>
                <a:ext uri="{FF2B5EF4-FFF2-40B4-BE49-F238E27FC236}">
                  <a16:creationId xmlns:a16="http://schemas.microsoft.com/office/drawing/2014/main" id="{5AC3CF76-0EEA-4198-8A80-0D4B4F69C159}"/>
                </a:ext>
              </a:extLst>
            </p:cNvPr>
            <p:cNvGrpSpPr/>
            <p:nvPr/>
          </p:nvGrpSpPr>
          <p:grpSpPr>
            <a:xfrm>
              <a:off x="4843958" y="1767840"/>
              <a:ext cx="4507405" cy="1676687"/>
              <a:chOff x="4391114" y="3603372"/>
              <a:chExt cx="4507405" cy="1676687"/>
            </a:xfrm>
          </p:grpSpPr>
          <p:grpSp>
            <p:nvGrpSpPr>
              <p:cNvPr id="12" name="Group 29">
                <a:extLst>
                  <a:ext uri="{FF2B5EF4-FFF2-40B4-BE49-F238E27FC236}">
                    <a16:creationId xmlns:a16="http://schemas.microsoft.com/office/drawing/2014/main" id="{B5F3D42B-3755-406B-998E-4581759DA5F9}"/>
                  </a:ext>
                </a:extLst>
              </p:cNvPr>
              <p:cNvGrpSpPr/>
              <p:nvPr/>
            </p:nvGrpSpPr>
            <p:grpSpPr>
              <a:xfrm>
                <a:off x="4391114" y="3603372"/>
                <a:ext cx="2471174" cy="1637069"/>
                <a:chOff x="4628959" y="3038497"/>
                <a:chExt cx="2471174" cy="1637069"/>
              </a:xfrm>
            </p:grpSpPr>
            <p:sp>
              <p:nvSpPr>
                <p:cNvPr id="19" name="Oval 36">
                  <a:extLst>
                    <a:ext uri="{FF2B5EF4-FFF2-40B4-BE49-F238E27FC236}">
                      <a16:creationId xmlns:a16="http://schemas.microsoft.com/office/drawing/2014/main" id="{21C474ED-4C06-433C-A860-DA4234F90FF4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A</a:t>
                  </a:r>
                </a:p>
              </p:txBody>
            </p:sp>
            <p:sp>
              <p:nvSpPr>
                <p:cNvPr id="20" name="Oval 37">
                  <a:extLst>
                    <a:ext uri="{FF2B5EF4-FFF2-40B4-BE49-F238E27FC236}">
                      <a16:creationId xmlns:a16="http://schemas.microsoft.com/office/drawing/2014/main" id="{040E7112-B993-4A0C-9E60-96F798C36896}"/>
                    </a:ext>
                  </a:extLst>
                </p:cNvPr>
                <p:cNvSpPr/>
                <p:nvPr/>
              </p:nvSpPr>
              <p:spPr>
                <a:xfrm>
                  <a:off x="6113358" y="4218366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D</a:t>
                  </a:r>
                </a:p>
              </p:txBody>
            </p:sp>
            <p:sp>
              <p:nvSpPr>
                <p:cNvPr id="21" name="Oval 38">
                  <a:extLst>
                    <a:ext uri="{FF2B5EF4-FFF2-40B4-BE49-F238E27FC236}">
                      <a16:creationId xmlns:a16="http://schemas.microsoft.com/office/drawing/2014/main" id="{B0B0939E-35CD-4826-95AE-4FD0BCA5AF24}"/>
                    </a:ext>
                  </a:extLst>
                </p:cNvPr>
                <p:cNvSpPr/>
                <p:nvPr/>
              </p:nvSpPr>
              <p:spPr>
                <a:xfrm>
                  <a:off x="4628959" y="4218366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B</a:t>
                  </a:r>
                </a:p>
              </p:txBody>
            </p:sp>
            <p:sp>
              <p:nvSpPr>
                <p:cNvPr id="22" name="Oval 39">
                  <a:extLst>
                    <a:ext uri="{FF2B5EF4-FFF2-40B4-BE49-F238E27FC236}">
                      <a16:creationId xmlns:a16="http://schemas.microsoft.com/office/drawing/2014/main" id="{E4074999-9DD0-4ECC-BEA3-B6C454232E75}"/>
                    </a:ext>
                  </a:extLst>
                </p:cNvPr>
                <p:cNvSpPr/>
                <p:nvPr/>
              </p:nvSpPr>
              <p:spPr>
                <a:xfrm>
                  <a:off x="5326914" y="4218366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C</a:t>
                  </a:r>
                </a:p>
              </p:txBody>
            </p:sp>
            <p:cxnSp>
              <p:nvCxnSpPr>
                <p:cNvPr id="23" name="Straight Connector 40">
                  <a:extLst>
                    <a:ext uri="{FF2B5EF4-FFF2-40B4-BE49-F238E27FC236}">
                      <a16:creationId xmlns:a16="http://schemas.microsoft.com/office/drawing/2014/main" id="{06036D8E-5A5A-4FF4-95F6-229C8658B2DF}"/>
                    </a:ext>
                  </a:extLst>
                </p:cNvPr>
                <p:cNvCxnSpPr>
                  <a:stCxn id="19" idx="3"/>
                  <a:endCxn id="22" idx="7"/>
                </p:cNvCxnSpPr>
                <p:nvPr/>
              </p:nvCxnSpPr>
              <p:spPr>
                <a:xfrm flipH="1">
                  <a:off x="5786383" y="3428742"/>
                  <a:ext cx="866356" cy="85657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41">
                  <a:extLst>
                    <a:ext uri="{FF2B5EF4-FFF2-40B4-BE49-F238E27FC236}">
                      <a16:creationId xmlns:a16="http://schemas.microsoft.com/office/drawing/2014/main" id="{747C3A99-0C0A-43BC-93BF-2B1EEA30FA48}"/>
                    </a:ext>
                  </a:extLst>
                </p:cNvPr>
                <p:cNvCxnSpPr>
                  <a:cxnSpLocks/>
                  <a:stCxn id="19" idx="4"/>
                  <a:endCxn id="20" idx="1"/>
                </p:cNvCxnSpPr>
                <p:nvPr/>
              </p:nvCxnSpPr>
              <p:spPr>
                <a:xfrm flipH="1">
                  <a:off x="6195775" y="3495697"/>
                  <a:ext cx="642281" cy="78962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42">
                  <a:extLst>
                    <a:ext uri="{FF2B5EF4-FFF2-40B4-BE49-F238E27FC236}">
                      <a16:creationId xmlns:a16="http://schemas.microsoft.com/office/drawing/2014/main" id="{B5F75F40-15D5-40ED-842C-C9E2FE7319C6}"/>
                    </a:ext>
                  </a:extLst>
                </p:cNvPr>
                <p:cNvCxnSpPr>
                  <a:cxnSpLocks/>
                  <a:stCxn id="19" idx="2"/>
                  <a:endCxn id="21" idx="0"/>
                </p:cNvCxnSpPr>
                <p:nvPr/>
              </p:nvCxnSpPr>
              <p:spPr>
                <a:xfrm flipH="1">
                  <a:off x="4896976" y="3267097"/>
                  <a:ext cx="1679002" cy="95126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Oval 30">
                <a:extLst>
                  <a:ext uri="{FF2B5EF4-FFF2-40B4-BE49-F238E27FC236}">
                    <a16:creationId xmlns:a16="http://schemas.microsoft.com/office/drawing/2014/main" id="{62F2459C-04C6-48ED-BE1A-B86595171B11}"/>
                  </a:ext>
                </a:extLst>
              </p:cNvPr>
              <p:cNvSpPr/>
              <p:nvPr/>
            </p:nvSpPr>
            <p:spPr>
              <a:xfrm>
                <a:off x="8311335" y="4747430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G</a:t>
                </a:r>
              </a:p>
            </p:txBody>
          </p:sp>
          <p:sp>
            <p:nvSpPr>
              <p:cNvPr id="14" name="Oval 31">
                <a:extLst>
                  <a:ext uri="{FF2B5EF4-FFF2-40B4-BE49-F238E27FC236}">
                    <a16:creationId xmlns:a16="http://schemas.microsoft.com/office/drawing/2014/main" id="{3B4B5381-D922-4A41-B48B-92CBBCF4DB94}"/>
                  </a:ext>
                </a:extLst>
              </p:cNvPr>
              <p:cNvSpPr/>
              <p:nvPr/>
            </p:nvSpPr>
            <p:spPr>
              <a:xfrm>
                <a:off x="7598377" y="4785375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F</a:t>
                </a:r>
              </a:p>
            </p:txBody>
          </p:sp>
          <p:sp>
            <p:nvSpPr>
              <p:cNvPr id="15" name="Oval 32">
                <a:extLst>
                  <a:ext uri="{FF2B5EF4-FFF2-40B4-BE49-F238E27FC236}">
                    <a16:creationId xmlns:a16="http://schemas.microsoft.com/office/drawing/2014/main" id="{F888C82D-39EA-45C9-A563-8CFEBC8AB49A}"/>
                  </a:ext>
                </a:extLst>
              </p:cNvPr>
              <p:cNvSpPr/>
              <p:nvPr/>
            </p:nvSpPr>
            <p:spPr>
              <a:xfrm>
                <a:off x="6836817" y="4822859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E</a:t>
                </a:r>
              </a:p>
            </p:txBody>
          </p:sp>
          <p:cxnSp>
            <p:nvCxnSpPr>
              <p:cNvPr id="16" name="Straight Connector 33">
                <a:extLst>
                  <a:ext uri="{FF2B5EF4-FFF2-40B4-BE49-F238E27FC236}">
                    <a16:creationId xmlns:a16="http://schemas.microsoft.com/office/drawing/2014/main" id="{6910F022-194F-49E2-AABD-A5FCC837E59F}"/>
                  </a:ext>
                </a:extLst>
              </p:cNvPr>
              <p:cNvCxnSpPr>
                <a:cxnSpLocks/>
                <a:stCxn id="19" idx="6"/>
                <a:endCxn id="13" idx="0"/>
              </p:cNvCxnSpPr>
              <p:nvPr/>
            </p:nvCxnSpPr>
            <p:spPr>
              <a:xfrm>
                <a:off x="6862288" y="3831972"/>
                <a:ext cx="1742639" cy="9154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34">
                <a:extLst>
                  <a:ext uri="{FF2B5EF4-FFF2-40B4-BE49-F238E27FC236}">
                    <a16:creationId xmlns:a16="http://schemas.microsoft.com/office/drawing/2014/main" id="{F0A89C8D-7620-4E00-B622-39D6B70D2CCB}"/>
                  </a:ext>
                </a:extLst>
              </p:cNvPr>
              <p:cNvCxnSpPr>
                <a:cxnSpLocks/>
                <a:stCxn id="19" idx="4"/>
                <a:endCxn id="15" idx="0"/>
              </p:cNvCxnSpPr>
              <p:nvPr/>
            </p:nvCxnSpPr>
            <p:spPr>
              <a:xfrm>
                <a:off x="6600211" y="4060572"/>
                <a:ext cx="539958" cy="7622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35">
                <a:extLst>
                  <a:ext uri="{FF2B5EF4-FFF2-40B4-BE49-F238E27FC236}">
                    <a16:creationId xmlns:a16="http://schemas.microsoft.com/office/drawing/2014/main" id="{6077494B-26A4-43B6-A571-0A32FBAA4A2B}"/>
                  </a:ext>
                </a:extLst>
              </p:cNvPr>
              <p:cNvCxnSpPr>
                <a:cxnSpLocks/>
                <a:stCxn id="19" idx="5"/>
                <a:endCxn id="14" idx="1"/>
              </p:cNvCxnSpPr>
              <p:nvPr/>
            </p:nvCxnSpPr>
            <p:spPr>
              <a:xfrm>
                <a:off x="6785527" y="3993617"/>
                <a:ext cx="898578" cy="8587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27">
              <a:extLst>
                <a:ext uri="{FF2B5EF4-FFF2-40B4-BE49-F238E27FC236}">
                  <a16:creationId xmlns:a16="http://schemas.microsoft.com/office/drawing/2014/main" id="{E0D2E6E3-396A-4DC4-966D-476872AB8878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11" name="Straight Arrow Connector 28">
              <a:extLst>
                <a:ext uri="{FF2B5EF4-FFF2-40B4-BE49-F238E27FC236}">
                  <a16:creationId xmlns:a16="http://schemas.microsoft.com/office/drawing/2014/main" id="{C3A540E3-A24B-4A45-858B-26B48A5CEEF0}"/>
                </a:ext>
              </a:extLst>
            </p:cNvPr>
            <p:cNvCxnSpPr>
              <a:stCxn id="10" idx="1"/>
              <a:endCxn id="19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57">
            <a:extLst>
              <a:ext uri="{FF2B5EF4-FFF2-40B4-BE49-F238E27FC236}">
                <a16:creationId xmlns:a16="http://schemas.microsoft.com/office/drawing/2014/main" id="{1E06814A-A879-4D0B-9F9D-20AB76B1C221}"/>
              </a:ext>
            </a:extLst>
          </p:cNvPr>
          <p:cNvSpPr txBox="1"/>
          <p:nvPr/>
        </p:nvSpPr>
        <p:spPr>
          <a:xfrm>
            <a:off x="469271" y="4129302"/>
            <a:ext cx="5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7" name="TextBox 58">
            <a:extLst>
              <a:ext uri="{FF2B5EF4-FFF2-40B4-BE49-F238E27FC236}">
                <a16:creationId xmlns:a16="http://schemas.microsoft.com/office/drawing/2014/main" id="{E68DC3B6-AB29-4AEF-9DFB-ABD7AC96F806}"/>
              </a:ext>
            </a:extLst>
          </p:cNvPr>
          <p:cNvSpPr txBox="1"/>
          <p:nvPr/>
        </p:nvSpPr>
        <p:spPr>
          <a:xfrm>
            <a:off x="1214323" y="4112936"/>
            <a:ext cx="5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8" name="TextBox 59">
            <a:extLst>
              <a:ext uri="{FF2B5EF4-FFF2-40B4-BE49-F238E27FC236}">
                <a16:creationId xmlns:a16="http://schemas.microsoft.com/office/drawing/2014/main" id="{94B1F22A-ED1B-4EF5-AD12-09CCAEFF0FC7}"/>
              </a:ext>
            </a:extLst>
          </p:cNvPr>
          <p:cNvSpPr txBox="1"/>
          <p:nvPr/>
        </p:nvSpPr>
        <p:spPr>
          <a:xfrm>
            <a:off x="1940798" y="4116295"/>
            <a:ext cx="5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9" name="TextBox 60">
            <a:extLst>
              <a:ext uri="{FF2B5EF4-FFF2-40B4-BE49-F238E27FC236}">
                <a16:creationId xmlns:a16="http://schemas.microsoft.com/office/drawing/2014/main" id="{CCCC1D71-41F6-4B73-9C0A-C4A8E10E96C8}"/>
              </a:ext>
            </a:extLst>
          </p:cNvPr>
          <p:cNvSpPr txBox="1"/>
          <p:nvPr/>
        </p:nvSpPr>
        <p:spPr>
          <a:xfrm>
            <a:off x="2955001" y="4157612"/>
            <a:ext cx="5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0" name="TextBox 61">
            <a:extLst>
              <a:ext uri="{FF2B5EF4-FFF2-40B4-BE49-F238E27FC236}">
                <a16:creationId xmlns:a16="http://schemas.microsoft.com/office/drawing/2014/main" id="{D0415EAE-C5D5-4729-BAEC-556D486BD72E}"/>
              </a:ext>
            </a:extLst>
          </p:cNvPr>
          <p:cNvSpPr txBox="1"/>
          <p:nvPr/>
        </p:nvSpPr>
        <p:spPr>
          <a:xfrm>
            <a:off x="3796872" y="4109127"/>
            <a:ext cx="5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1" name="TextBox 62">
            <a:extLst>
              <a:ext uri="{FF2B5EF4-FFF2-40B4-BE49-F238E27FC236}">
                <a16:creationId xmlns:a16="http://schemas.microsoft.com/office/drawing/2014/main" id="{984197E4-8AE6-41AA-8EB6-F3DAFC18A300}"/>
              </a:ext>
            </a:extLst>
          </p:cNvPr>
          <p:cNvSpPr txBox="1"/>
          <p:nvPr/>
        </p:nvSpPr>
        <p:spPr>
          <a:xfrm>
            <a:off x="4628677" y="4142179"/>
            <a:ext cx="53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4" name="Oval 36">
            <a:extLst>
              <a:ext uri="{FF2B5EF4-FFF2-40B4-BE49-F238E27FC236}">
                <a16:creationId xmlns:a16="http://schemas.microsoft.com/office/drawing/2014/main" id="{D2FB4E7C-7695-41A4-9D5A-232F283C0885}"/>
              </a:ext>
            </a:extLst>
          </p:cNvPr>
          <p:cNvSpPr/>
          <p:nvPr/>
        </p:nvSpPr>
        <p:spPr>
          <a:xfrm>
            <a:off x="6471632" y="2510041"/>
            <a:ext cx="524155" cy="4572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A</a:t>
            </a:r>
          </a:p>
        </p:txBody>
      </p:sp>
      <p:sp>
        <p:nvSpPr>
          <p:cNvPr id="35" name="Oval 38">
            <a:extLst>
              <a:ext uri="{FF2B5EF4-FFF2-40B4-BE49-F238E27FC236}">
                <a16:creationId xmlns:a16="http://schemas.microsoft.com/office/drawing/2014/main" id="{57B71C79-D904-465F-B4CE-B22D13BE3381}"/>
              </a:ext>
            </a:extLst>
          </p:cNvPr>
          <p:cNvSpPr/>
          <p:nvPr/>
        </p:nvSpPr>
        <p:spPr>
          <a:xfrm>
            <a:off x="5975846" y="3172546"/>
            <a:ext cx="536033" cy="4572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B</a:t>
            </a:r>
          </a:p>
        </p:txBody>
      </p:sp>
      <p:cxnSp>
        <p:nvCxnSpPr>
          <p:cNvPr id="36" name="Straight Connector 42">
            <a:extLst>
              <a:ext uri="{FF2B5EF4-FFF2-40B4-BE49-F238E27FC236}">
                <a16:creationId xmlns:a16="http://schemas.microsoft.com/office/drawing/2014/main" id="{56D763F1-2D7F-4D1D-8BBE-DA035CE54736}"/>
              </a:ext>
            </a:extLst>
          </p:cNvPr>
          <p:cNvCxnSpPr>
            <a:cxnSpLocks/>
            <a:stCxn id="34" idx="3"/>
          </p:cNvCxnSpPr>
          <p:nvPr/>
        </p:nvCxnSpPr>
        <p:spPr>
          <a:xfrm flipH="1">
            <a:off x="6346479" y="2900286"/>
            <a:ext cx="201914" cy="309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9">
            <a:extLst>
              <a:ext uri="{FF2B5EF4-FFF2-40B4-BE49-F238E27FC236}">
                <a16:creationId xmlns:a16="http://schemas.microsoft.com/office/drawing/2014/main" id="{2E3542C3-8B77-4B8B-AD5A-36820327A75F}"/>
              </a:ext>
            </a:extLst>
          </p:cNvPr>
          <p:cNvSpPr/>
          <p:nvPr/>
        </p:nvSpPr>
        <p:spPr>
          <a:xfrm>
            <a:off x="6798813" y="3655736"/>
            <a:ext cx="538302" cy="4572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C</a:t>
            </a:r>
          </a:p>
        </p:txBody>
      </p:sp>
      <p:cxnSp>
        <p:nvCxnSpPr>
          <p:cNvPr id="39" name="Straight Connector 40">
            <a:extLst>
              <a:ext uri="{FF2B5EF4-FFF2-40B4-BE49-F238E27FC236}">
                <a16:creationId xmlns:a16="http://schemas.microsoft.com/office/drawing/2014/main" id="{B18E44FE-9241-443F-A006-4C3AFC416543}"/>
              </a:ext>
            </a:extLst>
          </p:cNvPr>
          <p:cNvCxnSpPr>
            <a:cxnSpLocks/>
            <a:stCxn id="35" idx="5"/>
            <a:endCxn id="38" idx="1"/>
          </p:cNvCxnSpPr>
          <p:nvPr/>
        </p:nvCxnSpPr>
        <p:spPr>
          <a:xfrm>
            <a:off x="6433379" y="3562791"/>
            <a:ext cx="444267" cy="159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0">
            <a:extLst>
              <a:ext uri="{FF2B5EF4-FFF2-40B4-BE49-F238E27FC236}">
                <a16:creationId xmlns:a16="http://schemas.microsoft.com/office/drawing/2014/main" id="{E9975D30-42C1-4313-BFAD-F76D765448C1}"/>
              </a:ext>
            </a:extLst>
          </p:cNvPr>
          <p:cNvCxnSpPr>
            <a:cxnSpLocks/>
            <a:stCxn id="38" idx="4"/>
            <a:endCxn id="45" idx="0"/>
          </p:cNvCxnSpPr>
          <p:nvPr/>
        </p:nvCxnSpPr>
        <p:spPr>
          <a:xfrm>
            <a:off x="7067964" y="4112936"/>
            <a:ext cx="372067" cy="403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37">
            <a:extLst>
              <a:ext uri="{FF2B5EF4-FFF2-40B4-BE49-F238E27FC236}">
                <a16:creationId xmlns:a16="http://schemas.microsoft.com/office/drawing/2014/main" id="{4E9D3B7F-12AF-4638-ACC7-42840D21DF9E}"/>
              </a:ext>
            </a:extLst>
          </p:cNvPr>
          <p:cNvSpPr/>
          <p:nvPr/>
        </p:nvSpPr>
        <p:spPr>
          <a:xfrm>
            <a:off x="7158643" y="4516657"/>
            <a:ext cx="562776" cy="4572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D</a:t>
            </a:r>
          </a:p>
        </p:txBody>
      </p:sp>
      <p:sp>
        <p:nvSpPr>
          <p:cNvPr id="47" name="Oval 32">
            <a:extLst>
              <a:ext uri="{FF2B5EF4-FFF2-40B4-BE49-F238E27FC236}">
                <a16:creationId xmlns:a16="http://schemas.microsoft.com/office/drawing/2014/main" id="{859F525A-49D5-44D3-9B9B-5AB7C22981B5}"/>
              </a:ext>
            </a:extLst>
          </p:cNvPr>
          <p:cNvSpPr/>
          <p:nvPr/>
        </p:nvSpPr>
        <p:spPr>
          <a:xfrm>
            <a:off x="7620000" y="5065932"/>
            <a:ext cx="606703" cy="4572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E</a:t>
            </a:r>
          </a:p>
        </p:txBody>
      </p:sp>
      <p:sp>
        <p:nvSpPr>
          <p:cNvPr id="48" name="Oval 31">
            <a:extLst>
              <a:ext uri="{FF2B5EF4-FFF2-40B4-BE49-F238E27FC236}">
                <a16:creationId xmlns:a16="http://schemas.microsoft.com/office/drawing/2014/main" id="{07227424-1210-4AB3-9236-191110A523C6}"/>
              </a:ext>
            </a:extLst>
          </p:cNvPr>
          <p:cNvSpPr/>
          <p:nvPr/>
        </p:nvSpPr>
        <p:spPr>
          <a:xfrm>
            <a:off x="8101416" y="5703491"/>
            <a:ext cx="585384" cy="4572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F</a:t>
            </a:r>
          </a:p>
        </p:txBody>
      </p:sp>
      <p:sp>
        <p:nvSpPr>
          <p:cNvPr id="49" name="Oval 30">
            <a:extLst>
              <a:ext uri="{FF2B5EF4-FFF2-40B4-BE49-F238E27FC236}">
                <a16:creationId xmlns:a16="http://schemas.microsoft.com/office/drawing/2014/main" id="{3209D85E-5AD9-42E5-B3AA-4178B37C6DB8}"/>
              </a:ext>
            </a:extLst>
          </p:cNvPr>
          <p:cNvSpPr/>
          <p:nvPr/>
        </p:nvSpPr>
        <p:spPr>
          <a:xfrm>
            <a:off x="8556816" y="6264275"/>
            <a:ext cx="587184" cy="4572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G</a:t>
            </a:r>
          </a:p>
        </p:txBody>
      </p:sp>
      <p:cxnSp>
        <p:nvCxnSpPr>
          <p:cNvPr id="50" name="Straight Connector 40">
            <a:extLst>
              <a:ext uri="{FF2B5EF4-FFF2-40B4-BE49-F238E27FC236}">
                <a16:creationId xmlns:a16="http://schemas.microsoft.com/office/drawing/2014/main" id="{0721F3AF-2830-4C16-BDEE-7A7FFA51AEC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7612610" y="4929197"/>
            <a:ext cx="310742" cy="136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40">
            <a:extLst>
              <a:ext uri="{FF2B5EF4-FFF2-40B4-BE49-F238E27FC236}">
                <a16:creationId xmlns:a16="http://schemas.microsoft.com/office/drawing/2014/main" id="{B1141321-3B4B-46AB-8E9C-A7D4FA5EDB81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8101416" y="5502557"/>
            <a:ext cx="292692" cy="200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40">
            <a:extLst>
              <a:ext uri="{FF2B5EF4-FFF2-40B4-BE49-F238E27FC236}">
                <a16:creationId xmlns:a16="http://schemas.microsoft.com/office/drawing/2014/main" id="{558F0423-687F-4E79-A3D2-E05F9F0288DD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8567438" y="6121785"/>
            <a:ext cx="282970" cy="142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27">
            <a:extLst>
              <a:ext uri="{FF2B5EF4-FFF2-40B4-BE49-F238E27FC236}">
                <a16:creationId xmlns:a16="http://schemas.microsoft.com/office/drawing/2014/main" id="{A9DECC91-BA61-4EF4-8DCD-55F511974614}"/>
              </a:ext>
            </a:extLst>
          </p:cNvPr>
          <p:cNvSpPr txBox="1"/>
          <p:nvPr/>
        </p:nvSpPr>
        <p:spPr>
          <a:xfrm>
            <a:off x="7001284" y="2022494"/>
            <a:ext cx="366937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T’</a:t>
            </a:r>
            <a:endParaRPr lang="en-US" dirty="0"/>
          </a:p>
        </p:txBody>
      </p:sp>
      <p:cxnSp>
        <p:nvCxnSpPr>
          <p:cNvPr id="57" name="Straight Arrow Connector 28">
            <a:extLst>
              <a:ext uri="{FF2B5EF4-FFF2-40B4-BE49-F238E27FC236}">
                <a16:creationId xmlns:a16="http://schemas.microsoft.com/office/drawing/2014/main" id="{F42673DC-CAEF-4C39-8B15-3B9CE7D8ED34}"/>
              </a:ext>
            </a:extLst>
          </p:cNvPr>
          <p:cNvCxnSpPr/>
          <p:nvPr/>
        </p:nvCxnSpPr>
        <p:spPr>
          <a:xfrm flipH="1">
            <a:off x="6763428" y="2230468"/>
            <a:ext cx="232359" cy="274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2873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584C9-322E-A347-85DB-29A415804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92E8-93D1-4246-9203-88234E64793C}" type="datetime1">
              <a:rPr lang="en-US" smtClean="0"/>
              <a:t>12/3/24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0A322-473C-BF41-8EE0-CB57A1F1B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B824E-F961-814B-8792-BB1C4AFA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51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C1355-43E1-1B4B-9402-FE8D02C72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/>
              <a:t>2 cây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/>
              <a:t>thành 2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/>
              <a:t>tương ứng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0C23A-E9A8-948D-0126-B71D00AA02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CE18A0-6A03-6841-9FB4-C8CFA96AF372}"/>
              </a:ext>
            </a:extLst>
          </p:cNvPr>
          <p:cNvGrpSpPr/>
          <p:nvPr/>
        </p:nvGrpSpPr>
        <p:grpSpPr>
          <a:xfrm>
            <a:off x="1306" y="1647825"/>
            <a:ext cx="3950831" cy="2823212"/>
            <a:chOff x="4704469" y="1375487"/>
            <a:chExt cx="3950831" cy="282321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1492DD5-025B-AD48-9667-2DE991BB6760}"/>
                </a:ext>
              </a:extLst>
            </p:cNvPr>
            <p:cNvGrpSpPr/>
            <p:nvPr/>
          </p:nvGrpSpPr>
          <p:grpSpPr>
            <a:xfrm>
              <a:off x="4704469" y="1767840"/>
              <a:ext cx="3950831" cy="2430859"/>
              <a:chOff x="4251625" y="3603372"/>
              <a:chExt cx="3950831" cy="243085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6BA6BD7-F5E2-3440-A9E0-46A585492454}"/>
                  </a:ext>
                </a:extLst>
              </p:cNvPr>
              <p:cNvGrpSpPr/>
              <p:nvPr/>
            </p:nvGrpSpPr>
            <p:grpSpPr>
              <a:xfrm>
                <a:off x="4617966" y="3603372"/>
                <a:ext cx="3584490" cy="1546792"/>
                <a:chOff x="4855811" y="3038497"/>
                <a:chExt cx="3584490" cy="1546792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D9DE7B16-8258-1C4E-A8EC-CB13BCF4C306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A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DFE6F889-581C-8A4B-A4D6-785BF0E203B3}"/>
                    </a:ext>
                  </a:extLst>
                </p:cNvPr>
                <p:cNvSpPr/>
                <p:nvPr/>
              </p:nvSpPr>
              <p:spPr>
                <a:xfrm>
                  <a:off x="7877525" y="4128089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D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BE339693-55EA-4240-95DC-9070BE66F754}"/>
                    </a:ext>
                  </a:extLst>
                </p:cNvPr>
                <p:cNvSpPr/>
                <p:nvPr/>
              </p:nvSpPr>
              <p:spPr>
                <a:xfrm>
                  <a:off x="4855811" y="4066542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B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7897B7C-12FC-FC46-A020-02379BB8754B}"/>
                    </a:ext>
                  </a:extLst>
                </p:cNvPr>
                <p:cNvSpPr/>
                <p:nvPr/>
              </p:nvSpPr>
              <p:spPr>
                <a:xfrm>
                  <a:off x="6545469" y="4128089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C</a:t>
                  </a: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2308F25-8FC9-9949-A855-A6DB06AC2C4D}"/>
                    </a:ext>
                  </a:extLst>
                </p:cNvPr>
                <p:cNvCxnSpPr>
                  <a:cxnSpLocks/>
                  <a:stCxn id="19" idx="4"/>
                  <a:endCxn id="22" idx="0"/>
                </p:cNvCxnSpPr>
                <p:nvPr/>
              </p:nvCxnSpPr>
              <p:spPr>
                <a:xfrm flipH="1">
                  <a:off x="6814620" y="3495697"/>
                  <a:ext cx="23436" cy="63239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B9FB1D22-2131-1346-A7F3-8A63DD111531}"/>
                    </a:ext>
                  </a:extLst>
                </p:cNvPr>
                <p:cNvCxnSpPr>
                  <a:cxnSpLocks/>
                  <a:stCxn id="19" idx="6"/>
                  <a:endCxn id="20" idx="1"/>
                </p:cNvCxnSpPr>
                <p:nvPr/>
              </p:nvCxnSpPr>
              <p:spPr>
                <a:xfrm>
                  <a:off x="7100133" y="3267097"/>
                  <a:ext cx="859809" cy="92794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ED54EC4E-1F7D-904C-9975-E52CBEA8793A}"/>
                    </a:ext>
                  </a:extLst>
                </p:cNvPr>
                <p:cNvCxnSpPr>
                  <a:cxnSpLocks/>
                  <a:stCxn id="19" idx="2"/>
                  <a:endCxn id="21" idx="0"/>
                </p:cNvCxnSpPr>
                <p:nvPr/>
              </p:nvCxnSpPr>
              <p:spPr>
                <a:xfrm flipH="1">
                  <a:off x="5123828" y="3267097"/>
                  <a:ext cx="1452150" cy="79944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4804801-7036-ED4C-9C3D-4AF42CAEE88F}"/>
                  </a:ext>
                </a:extLst>
              </p:cNvPr>
              <p:cNvSpPr/>
              <p:nvPr/>
            </p:nvSpPr>
            <p:spPr>
              <a:xfrm>
                <a:off x="5856732" y="5566375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G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13D00EC-0FE4-CD45-907A-3720DB37D42C}"/>
                  </a:ext>
                </a:extLst>
              </p:cNvPr>
              <p:cNvSpPr/>
              <p:nvPr/>
            </p:nvSpPr>
            <p:spPr>
              <a:xfrm>
                <a:off x="5097512" y="5564697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F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9DFAD18-866B-714A-B0A8-2F97624FDD3B}"/>
                  </a:ext>
                </a:extLst>
              </p:cNvPr>
              <p:cNvSpPr/>
              <p:nvPr/>
            </p:nvSpPr>
            <p:spPr>
              <a:xfrm>
                <a:off x="4251625" y="5577031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E</a:t>
                </a: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4159B1C-BB08-1645-8723-9709F64F32ED}"/>
                  </a:ext>
                </a:extLst>
              </p:cNvPr>
              <p:cNvCxnSpPr>
                <a:cxnSpLocks/>
                <a:stCxn id="22" idx="4"/>
                <a:endCxn id="13" idx="0"/>
              </p:cNvCxnSpPr>
              <p:nvPr/>
            </p:nvCxnSpPr>
            <p:spPr>
              <a:xfrm flipH="1">
                <a:off x="6150324" y="5150164"/>
                <a:ext cx="426451" cy="41621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1E62663-C697-FC4B-BBB7-90580C0D69ED}"/>
                  </a:ext>
                </a:extLst>
              </p:cNvPr>
              <p:cNvCxnSpPr>
                <a:cxnSpLocks/>
                <a:stCxn id="21" idx="4"/>
                <a:endCxn id="15" idx="0"/>
              </p:cNvCxnSpPr>
              <p:nvPr/>
            </p:nvCxnSpPr>
            <p:spPr>
              <a:xfrm flipH="1">
                <a:off x="4554977" y="5088617"/>
                <a:ext cx="331006" cy="48841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01B0A56-E971-2544-90C7-065FAE111D3B}"/>
                  </a:ext>
                </a:extLst>
              </p:cNvPr>
              <p:cNvCxnSpPr>
                <a:cxnSpLocks/>
                <a:stCxn id="21" idx="5"/>
                <a:endCxn id="14" idx="1"/>
              </p:cNvCxnSpPr>
              <p:nvPr/>
            </p:nvCxnSpPr>
            <p:spPr>
              <a:xfrm>
                <a:off x="5075499" y="5021662"/>
                <a:ext cx="107741" cy="60999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3883853-15D7-9140-BA78-4D41CA24A796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00D71CF-4E50-6242-8BAC-DB6381389913}"/>
                </a:ext>
              </a:extLst>
            </p:cNvPr>
            <p:cNvCxnSpPr>
              <a:stCxn id="10" idx="1"/>
              <a:endCxn id="19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1569FB5-7B38-684F-8FD2-B76803D4D2C0}"/>
              </a:ext>
            </a:extLst>
          </p:cNvPr>
          <p:cNvGrpSpPr/>
          <p:nvPr/>
        </p:nvGrpSpPr>
        <p:grpSpPr>
          <a:xfrm>
            <a:off x="5235981" y="3410535"/>
            <a:ext cx="3309404" cy="1982671"/>
            <a:chOff x="3846476" y="2598884"/>
            <a:chExt cx="3309404" cy="1982671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594829B-B5C2-264C-AE97-A48123DD49CA}"/>
                </a:ext>
              </a:extLst>
            </p:cNvPr>
            <p:cNvGrpSpPr/>
            <p:nvPr/>
          </p:nvGrpSpPr>
          <p:grpSpPr>
            <a:xfrm>
              <a:off x="3846476" y="2755724"/>
              <a:ext cx="2803716" cy="1825811"/>
              <a:chOff x="4084321" y="2190849"/>
              <a:chExt cx="2803716" cy="1825811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BD97242-432C-4A47-AEFD-DB7044CB823F}"/>
                  </a:ext>
                </a:extLst>
              </p:cNvPr>
              <p:cNvSpPr/>
              <p:nvPr/>
            </p:nvSpPr>
            <p:spPr>
              <a:xfrm>
                <a:off x="6363882" y="3557746"/>
                <a:ext cx="524155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J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47E0C62-8F32-5149-83F8-87AC773845FF}"/>
                  </a:ext>
                </a:extLst>
              </p:cNvPr>
              <p:cNvSpPr/>
              <p:nvPr/>
            </p:nvSpPr>
            <p:spPr>
              <a:xfrm>
                <a:off x="4382914" y="3559460"/>
                <a:ext cx="562776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H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CA97BC94-E8B3-444D-9922-8B5CD0D67767}"/>
                  </a:ext>
                </a:extLst>
              </p:cNvPr>
              <p:cNvSpPr/>
              <p:nvPr/>
            </p:nvSpPr>
            <p:spPr>
              <a:xfrm>
                <a:off x="4084321" y="2690158"/>
                <a:ext cx="53603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D</a:t>
                </a: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1BAAD07-B780-CE4E-B595-07F50BDBF2F3}"/>
                  </a:ext>
                </a:extLst>
              </p:cNvPr>
              <p:cNvSpPr/>
              <p:nvPr/>
            </p:nvSpPr>
            <p:spPr>
              <a:xfrm>
                <a:off x="4790713" y="2705143"/>
                <a:ext cx="538302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E</a:t>
                </a: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923B1A9-FBC8-6A4A-A5F2-2A4C77FD3978}"/>
                  </a:ext>
                </a:extLst>
              </p:cNvPr>
              <p:cNvCxnSpPr>
                <a:cxnSpLocks/>
                <a:stCxn id="64" idx="5"/>
                <a:endCxn id="40" idx="7"/>
              </p:cNvCxnSpPr>
              <p:nvPr/>
            </p:nvCxnSpPr>
            <p:spPr>
              <a:xfrm>
                <a:off x="4641199" y="2190849"/>
                <a:ext cx="608983" cy="5812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5D195D1-C6C8-134F-83D6-B7D423DFE865}"/>
                  </a:ext>
                </a:extLst>
              </p:cNvPr>
              <p:cNvCxnSpPr>
                <a:cxnSpLocks/>
                <a:stCxn id="40" idx="3"/>
                <a:endCxn id="38" idx="1"/>
              </p:cNvCxnSpPr>
              <p:nvPr/>
            </p:nvCxnSpPr>
            <p:spPr>
              <a:xfrm flipH="1">
                <a:off x="4465331" y="3095388"/>
                <a:ext cx="404215" cy="53102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95AD2BA-E9AA-8449-9239-8D180CB559ED}"/>
                  </a:ext>
                </a:extLst>
              </p:cNvPr>
              <p:cNvCxnSpPr>
                <a:cxnSpLocks/>
                <a:stCxn id="64" idx="4"/>
                <a:endCxn id="39" idx="0"/>
              </p:cNvCxnSpPr>
              <p:nvPr/>
            </p:nvCxnSpPr>
            <p:spPr>
              <a:xfrm flipH="1">
                <a:off x="4352338" y="2257804"/>
                <a:ext cx="81897" cy="43235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9A42FD1-48B9-2A4E-806F-44D2525CF68B}"/>
                </a:ext>
              </a:extLst>
            </p:cNvPr>
            <p:cNvSpPr/>
            <p:nvPr/>
          </p:nvSpPr>
          <p:spPr>
            <a:xfrm>
              <a:off x="6568696" y="3255033"/>
              <a:ext cx="587184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G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2046DD1-A1B0-DB4E-8A45-16917A622F49}"/>
                </a:ext>
              </a:extLst>
            </p:cNvPr>
            <p:cNvSpPr/>
            <p:nvPr/>
          </p:nvSpPr>
          <p:spPr>
            <a:xfrm>
              <a:off x="5377105" y="3255033"/>
              <a:ext cx="585384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F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60D1415-EBD2-124B-BEB4-6E018CB29D69}"/>
                </a:ext>
              </a:extLst>
            </p:cNvPr>
            <p:cNvSpPr/>
            <p:nvPr/>
          </p:nvSpPr>
          <p:spPr>
            <a:xfrm>
              <a:off x="5016463" y="4124355"/>
              <a:ext cx="606703" cy="45720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mbria Math" pitchFamily="18" charset="0"/>
                  <a:ea typeface="Cambria Math" pitchFamily="18" charset="0"/>
                </a:rPr>
                <a:t>I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F66E278-1F78-3542-9182-870A953CAA4E}"/>
                </a:ext>
              </a:extLst>
            </p:cNvPr>
            <p:cNvCxnSpPr>
              <a:cxnSpLocks/>
              <a:stCxn id="63" idx="5"/>
              <a:endCxn id="31" idx="0"/>
            </p:cNvCxnSpPr>
            <p:nvPr/>
          </p:nvCxnSpPr>
          <p:spPr>
            <a:xfrm>
              <a:off x="6438096" y="2760529"/>
              <a:ext cx="424192" cy="4945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74229A3-47A6-2A44-9DBC-DE394A85B410}"/>
                </a:ext>
              </a:extLst>
            </p:cNvPr>
            <p:cNvCxnSpPr>
              <a:cxnSpLocks/>
              <a:stCxn id="40" idx="5"/>
              <a:endCxn id="33" idx="0"/>
            </p:cNvCxnSpPr>
            <p:nvPr/>
          </p:nvCxnSpPr>
          <p:spPr>
            <a:xfrm>
              <a:off x="5012337" y="3660263"/>
              <a:ext cx="307478" cy="4640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0251332-485A-EF4F-BD8E-D9FBF02B4CDD}"/>
                </a:ext>
              </a:extLst>
            </p:cNvPr>
            <p:cNvCxnSpPr>
              <a:cxnSpLocks/>
              <a:stCxn id="63" idx="2"/>
              <a:endCxn id="32" idx="1"/>
            </p:cNvCxnSpPr>
            <p:nvPr/>
          </p:nvCxnSpPr>
          <p:spPr>
            <a:xfrm flipH="1">
              <a:off x="5462833" y="2598884"/>
              <a:ext cx="474070" cy="723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C35DD20-AF65-C544-9AAC-9F2ABBDF603D}"/>
              </a:ext>
            </a:extLst>
          </p:cNvPr>
          <p:cNvGrpSpPr/>
          <p:nvPr/>
        </p:nvGrpSpPr>
        <p:grpSpPr>
          <a:xfrm>
            <a:off x="2487189" y="1764419"/>
            <a:ext cx="5426403" cy="2745625"/>
            <a:chOff x="2877175" y="1375487"/>
            <a:chExt cx="5426403" cy="2745625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C4D30B6-3A0B-5E41-8196-090BB478A41C}"/>
                </a:ext>
              </a:extLst>
            </p:cNvPr>
            <p:cNvGrpSpPr/>
            <p:nvPr/>
          </p:nvGrpSpPr>
          <p:grpSpPr>
            <a:xfrm>
              <a:off x="2877175" y="1767840"/>
              <a:ext cx="5426403" cy="2353272"/>
              <a:chOff x="2424331" y="3603372"/>
              <a:chExt cx="5426403" cy="2353272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907ED975-8FEB-D14A-8B6C-836710F13BBD}"/>
                  </a:ext>
                </a:extLst>
              </p:cNvPr>
              <p:cNvGrpSpPr/>
              <p:nvPr/>
            </p:nvGrpSpPr>
            <p:grpSpPr>
              <a:xfrm>
                <a:off x="2424331" y="3603372"/>
                <a:ext cx="4437957" cy="2353272"/>
                <a:chOff x="2662176" y="3038497"/>
                <a:chExt cx="4437957" cy="2353272"/>
              </a:xfrm>
            </p:grpSpPr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A6A4DF3B-D993-E346-B7B8-C165888B2F72}"/>
                    </a:ext>
                  </a:extLst>
                </p:cNvPr>
                <p:cNvSpPr/>
                <p:nvPr/>
              </p:nvSpPr>
              <p:spPr>
                <a:xfrm>
                  <a:off x="6575978" y="3038497"/>
                  <a:ext cx="524155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A</a:t>
                  </a:r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78544CA2-837C-D643-9DDD-FFA8FB576B78}"/>
                    </a:ext>
                  </a:extLst>
                </p:cNvPr>
                <p:cNvSpPr/>
                <p:nvPr/>
              </p:nvSpPr>
              <p:spPr>
                <a:xfrm>
                  <a:off x="3969773" y="4934569"/>
                  <a:ext cx="562776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J</a:t>
                  </a: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2744177A-F25D-1B44-B7FA-0352AA11096E}"/>
                    </a:ext>
                  </a:extLst>
                </p:cNvPr>
                <p:cNvSpPr/>
                <p:nvPr/>
              </p:nvSpPr>
              <p:spPr>
                <a:xfrm>
                  <a:off x="2662176" y="4880341"/>
                  <a:ext cx="536033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H</a:t>
                  </a:r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B2EEA367-9AE4-B848-BAF0-D6F4638CA890}"/>
                    </a:ext>
                  </a:extLst>
                </p:cNvPr>
                <p:cNvSpPr/>
                <p:nvPr/>
              </p:nvSpPr>
              <p:spPr>
                <a:xfrm>
                  <a:off x="3320524" y="4895331"/>
                  <a:ext cx="538302" cy="457200"/>
                </a:xfrm>
                <a:prstGeom prst="ellipse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Cambria Math" pitchFamily="18" charset="0"/>
                      <a:ea typeface="Cambria Math" pitchFamily="18" charset="0"/>
                    </a:rPr>
                    <a:t>I</a:t>
                  </a:r>
                </a:p>
              </p:txBody>
            </p: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999E5D8D-2EC4-764D-A056-8952B8AF01CA}"/>
                    </a:ext>
                  </a:extLst>
                </p:cNvPr>
                <p:cNvCxnSpPr>
                  <a:cxnSpLocks/>
                  <a:endCxn id="72" idx="0"/>
                </p:cNvCxnSpPr>
                <p:nvPr/>
              </p:nvCxnSpPr>
              <p:spPr>
                <a:xfrm flipH="1">
                  <a:off x="3589675" y="4401740"/>
                  <a:ext cx="57090" cy="49359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F38CCD57-79B6-C842-BEAE-B2493C772958}"/>
                    </a:ext>
                  </a:extLst>
                </p:cNvPr>
                <p:cNvCxnSpPr>
                  <a:cxnSpLocks/>
                  <a:endCxn id="70" idx="1"/>
                </p:cNvCxnSpPr>
                <p:nvPr/>
              </p:nvCxnSpPr>
              <p:spPr>
                <a:xfrm>
                  <a:off x="3845736" y="4468695"/>
                  <a:ext cx="206454" cy="53282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54A94A0A-3F4A-E048-A87F-D509C9F8B154}"/>
                    </a:ext>
                  </a:extLst>
                </p:cNvPr>
                <p:cNvCxnSpPr>
                  <a:cxnSpLocks/>
                  <a:endCxn id="71" idx="0"/>
                </p:cNvCxnSpPr>
                <p:nvPr/>
              </p:nvCxnSpPr>
              <p:spPr>
                <a:xfrm flipH="1">
                  <a:off x="2930193" y="4240095"/>
                  <a:ext cx="634155" cy="64024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81C612D-5B6D-524B-878F-838235DA1AED}"/>
                  </a:ext>
                </a:extLst>
              </p:cNvPr>
              <p:cNvSpPr/>
              <p:nvPr/>
            </p:nvSpPr>
            <p:spPr>
              <a:xfrm>
                <a:off x="7263550" y="4628535"/>
                <a:ext cx="5871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C</a:t>
                </a: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9DE6B070-D0D0-B54E-84A6-41602A1C22DA}"/>
                  </a:ext>
                </a:extLst>
              </p:cNvPr>
              <p:cNvSpPr/>
              <p:nvPr/>
            </p:nvSpPr>
            <p:spPr>
              <a:xfrm>
                <a:off x="5230345" y="4623730"/>
                <a:ext cx="585384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B</a:t>
                </a: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93967DE7-747B-854E-AFDB-38DAB0B41125}"/>
                  </a:ext>
                </a:extLst>
              </p:cNvPr>
              <p:cNvSpPr/>
              <p:nvPr/>
            </p:nvSpPr>
            <p:spPr>
              <a:xfrm>
                <a:off x="4477596" y="5487335"/>
                <a:ext cx="606703" cy="457200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Cambria Math" pitchFamily="18" charset="0"/>
                    <a:ea typeface="Cambria Math" pitchFamily="18" charset="0"/>
                  </a:rPr>
                  <a:t>K</a:t>
                </a:r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F1510F01-4D26-1E4C-806F-883FC22AAB6E}"/>
                  </a:ext>
                </a:extLst>
              </p:cNvPr>
              <p:cNvCxnSpPr>
                <a:cxnSpLocks/>
                <a:stCxn id="69" idx="6"/>
                <a:endCxn id="63" idx="0"/>
              </p:cNvCxnSpPr>
              <p:nvPr/>
            </p:nvCxnSpPr>
            <p:spPr>
              <a:xfrm>
                <a:off x="6862288" y="3831972"/>
                <a:ext cx="694854" cy="79656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B0384730-C312-5747-8CD9-84209A36BE46}"/>
                  </a:ext>
                </a:extLst>
              </p:cNvPr>
              <p:cNvCxnSpPr>
                <a:cxnSpLocks/>
                <a:endCxn id="65" idx="0"/>
              </p:cNvCxnSpPr>
              <p:nvPr/>
            </p:nvCxnSpPr>
            <p:spPr>
              <a:xfrm>
                <a:off x="3889279" y="4804970"/>
                <a:ext cx="891669" cy="68236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FB390E9-8BA9-CD47-A202-C99CA44CAF9F}"/>
                  </a:ext>
                </a:extLst>
              </p:cNvPr>
              <p:cNvCxnSpPr>
                <a:cxnSpLocks/>
                <a:stCxn id="69" idx="2"/>
                <a:endCxn id="64" idx="1"/>
              </p:cNvCxnSpPr>
              <p:nvPr/>
            </p:nvCxnSpPr>
            <p:spPr>
              <a:xfrm flipH="1">
                <a:off x="5316073" y="3831972"/>
                <a:ext cx="1022060" cy="85871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34D0FB9-8C99-8A4B-B8C4-4054C31C03A9}"/>
                </a:ext>
              </a:extLst>
            </p:cNvPr>
            <p:cNvSpPr txBox="1"/>
            <p:nvPr/>
          </p:nvSpPr>
          <p:spPr>
            <a:xfrm>
              <a:off x="7470730" y="1375487"/>
              <a:ext cx="366937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  <a:endParaRPr lang="en-US" dirty="0"/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47F51A6-D245-C946-9612-9E21FFD72D5E}"/>
                </a:ext>
              </a:extLst>
            </p:cNvPr>
            <p:cNvCxnSpPr>
              <a:stCxn id="60" idx="1"/>
              <a:endCxn id="69" idx="7"/>
            </p:cNvCxnSpPr>
            <p:nvPr/>
          </p:nvCxnSpPr>
          <p:spPr>
            <a:xfrm flipH="1">
              <a:off x="7238371" y="1560153"/>
              <a:ext cx="232359" cy="2746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Oval 107">
            <a:extLst>
              <a:ext uri="{FF2B5EF4-FFF2-40B4-BE49-F238E27FC236}">
                <a16:creationId xmlns:a16="http://schemas.microsoft.com/office/drawing/2014/main" id="{B063F3A1-4F06-7249-9447-5117720CFB5B}"/>
              </a:ext>
            </a:extLst>
          </p:cNvPr>
          <p:cNvSpPr/>
          <p:nvPr/>
        </p:nvSpPr>
        <p:spPr>
          <a:xfrm>
            <a:off x="7080744" y="5747996"/>
            <a:ext cx="524155" cy="4572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K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D8F743C-B78D-A745-A9BA-2F791BE75B0E}"/>
              </a:ext>
            </a:extLst>
          </p:cNvPr>
          <p:cNvCxnSpPr>
            <a:cxnSpLocks/>
          </p:cNvCxnSpPr>
          <p:nvPr/>
        </p:nvCxnSpPr>
        <p:spPr>
          <a:xfrm flipH="1">
            <a:off x="7777620" y="4456929"/>
            <a:ext cx="266572" cy="477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E12FCB4-E881-C747-A8B4-7CD171DC2B21}"/>
              </a:ext>
            </a:extLst>
          </p:cNvPr>
          <p:cNvCxnSpPr>
            <a:cxnSpLocks/>
            <a:endCxn id="37" idx="3"/>
          </p:cNvCxnSpPr>
          <p:nvPr/>
        </p:nvCxnSpPr>
        <p:spPr>
          <a:xfrm flipV="1">
            <a:off x="7447681" y="5324517"/>
            <a:ext cx="144622" cy="444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6F4FE262-7373-4215-B3A5-CA8FDEB9A86A}"/>
              </a:ext>
            </a:extLst>
          </p:cNvPr>
          <p:cNvSpPr txBox="1"/>
          <p:nvPr/>
        </p:nvSpPr>
        <p:spPr>
          <a:xfrm>
            <a:off x="932921" y="4834550"/>
            <a:ext cx="2090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Cây 1</a:t>
            </a:r>
            <a:endParaRPr lang="vi-VN"/>
          </a:p>
        </p:txBody>
      </p:sp>
      <p:sp>
        <p:nvSpPr>
          <p:cNvPr id="76" name="Hộp Văn bản 75">
            <a:extLst>
              <a:ext uri="{FF2B5EF4-FFF2-40B4-BE49-F238E27FC236}">
                <a16:creationId xmlns:a16="http://schemas.microsoft.com/office/drawing/2014/main" id="{CED3B69C-D4C7-47B5-98E0-08410FC69923}"/>
              </a:ext>
            </a:extLst>
          </p:cNvPr>
          <p:cNvSpPr txBox="1"/>
          <p:nvPr/>
        </p:nvSpPr>
        <p:spPr>
          <a:xfrm>
            <a:off x="5545699" y="5655859"/>
            <a:ext cx="2090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Cây 2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58586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BF2B6F-3336-2B44-8059-DB22589AD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50BBF-27A9-A648-BCB5-CBC281029004}" type="datetime1">
              <a:rPr lang="en-US" smtClean="0"/>
              <a:t>12/3/24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63796-EAD6-6946-954B-00823328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99347B-64E0-BD4C-8F32-411BFB1E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52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C414F-618F-6844-8FBF-394DF686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3852C-7732-F54D-90AD-8175ED9E04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Câu</a:t>
            </a:r>
            <a:r>
              <a:rPr lang="en-US" dirty="0"/>
              <a:t> 1: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E =(2x+y)*(5a-b)^3 </a:t>
            </a:r>
          </a:p>
          <a:p>
            <a:pPr marL="514350" indent="-514350">
              <a:buAutoNum type="alphaLcPeriod"/>
            </a:pP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T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E</a:t>
            </a:r>
          </a:p>
          <a:p>
            <a:pPr marL="514350" indent="-514350">
              <a:buAutoNum type="alphaLcPeriod"/>
            </a:pP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, </a:t>
            </a:r>
            <a:r>
              <a:rPr lang="en-US" dirty="0" err="1"/>
              <a:t>hậu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T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. </a:t>
            </a:r>
            <a:r>
              <a:rPr lang="en-US" dirty="0" err="1"/>
              <a:t>Nêu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Câu</a:t>
            </a:r>
            <a:r>
              <a:rPr lang="en-US" dirty="0"/>
              <a:t> 2: Cho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T,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móc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.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đệ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T</a:t>
            </a:r>
          </a:p>
          <a:p>
            <a:pPr marL="0" indent="0">
              <a:buNone/>
            </a:pPr>
            <a:r>
              <a:rPr lang="en-US" dirty="0" err="1"/>
              <a:t>Câu</a:t>
            </a:r>
            <a:r>
              <a:rPr lang="en-US" dirty="0"/>
              <a:t> 3: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/>
              <a:t> : 33, 44,50,22,60,77,35,40,10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6775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347AF-0D37-CF44-912B-727AC6913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7064A-20A6-BF43-800C-09E09CF2B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949CC-D6F1-0A47-92F7-D5F73FB2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53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F7BD2-1886-1248-AC4B-71D9BF29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73947-B28A-304B-8A38-13BAEEC754D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000" b="1" dirty="0" err="1"/>
              <a:t>Bài</a:t>
            </a:r>
            <a:r>
              <a:rPr lang="en-US" altLang="en-US" sz="2000" b="1" dirty="0"/>
              <a:t> 1</a:t>
            </a:r>
            <a:r>
              <a:rPr lang="en-US" altLang="en-US" sz="2000" dirty="0"/>
              <a:t>: </a:t>
            </a:r>
            <a:r>
              <a:rPr lang="en-US" altLang="en-US" sz="2000" dirty="0" err="1"/>
              <a:t>Xây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dựng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một</a:t>
            </a:r>
            <a:r>
              <a:rPr lang="en-US" altLang="en-US" sz="2000" dirty="0"/>
              <a:t> template class </a:t>
            </a:r>
            <a:r>
              <a:rPr lang="en-US" altLang="en-US" sz="2000" dirty="0" err="1"/>
              <a:t>BinaryTree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cho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phép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chứa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các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phần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tử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có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kiểu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khác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nhau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của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cây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nhị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phân</a:t>
            </a:r>
            <a:r>
              <a:rPr lang="en-US" altLang="en-US" sz="2000" dirty="0"/>
              <a:t>. </a:t>
            </a:r>
            <a:r>
              <a:rPr lang="en-US" altLang="en-US" sz="2000" dirty="0" err="1"/>
              <a:t>Đồng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thời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nó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có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cài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đặt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các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thao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tác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sau</a:t>
            </a:r>
            <a:r>
              <a:rPr lang="en-US" altLang="en-US" sz="2000" dirty="0"/>
              <a:t>:</a:t>
            </a:r>
          </a:p>
          <a:p>
            <a:pPr lvl="1"/>
            <a:r>
              <a:rPr lang="en-US" altLang="en-US" sz="1800" b="1" i="1" dirty="0" err="1"/>
              <a:t>InitBTree</a:t>
            </a:r>
            <a:r>
              <a:rPr lang="en-US" altLang="en-US" sz="1800" b="1" i="1" dirty="0"/>
              <a:t>(): </a:t>
            </a:r>
            <a:r>
              <a:rPr lang="en-US" altLang="en-US" sz="1800" dirty="0" err="1"/>
              <a:t>Khởi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tạo</a:t>
            </a:r>
            <a:r>
              <a:rPr lang="en-US" altLang="en-US" sz="1800" dirty="0"/>
              <a:t> </a:t>
            </a:r>
            <a:r>
              <a:rPr lang="en-US" altLang="en-US" sz="1800" dirty="0" err="1"/>
              <a:t>một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cây</a:t>
            </a:r>
            <a:r>
              <a:rPr lang="en-US" altLang="en-US" sz="1800" dirty="0"/>
              <a:t> </a:t>
            </a:r>
            <a:r>
              <a:rPr lang="en-US" altLang="en-US" sz="1800" dirty="0" err="1"/>
              <a:t>rỗng</a:t>
            </a:r>
            <a:endParaRPr lang="en-US" altLang="en-US" sz="1800" dirty="0"/>
          </a:p>
          <a:p>
            <a:pPr lvl="1"/>
            <a:r>
              <a:rPr lang="en-US" altLang="en-US" sz="1800" b="1" i="1" dirty="0" err="1"/>
              <a:t>InsertParent</a:t>
            </a:r>
            <a:r>
              <a:rPr lang="en-US" altLang="en-US" sz="1800" b="1" i="1" dirty="0"/>
              <a:t> (type x, </a:t>
            </a:r>
            <a:r>
              <a:rPr lang="en-US" altLang="en-US" sz="1800" b="1" i="1" dirty="0" err="1"/>
              <a:t>PNode</a:t>
            </a:r>
            <a:r>
              <a:rPr lang="en-US" altLang="en-US" sz="1800" b="1" i="1" dirty="0"/>
              <a:t> P): </a:t>
            </a:r>
            <a:r>
              <a:rPr lang="en-US" altLang="en-US" sz="1800" dirty="0" err="1"/>
              <a:t>bổ</a:t>
            </a:r>
            <a:r>
              <a:rPr lang="en-US" altLang="en-US" sz="1800" dirty="0"/>
              <a:t> sung </a:t>
            </a:r>
            <a:r>
              <a:rPr lang="en-US" altLang="en-US" sz="1800" dirty="0" err="1"/>
              <a:t>phần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tử</a:t>
            </a:r>
            <a:r>
              <a:rPr lang="en-US" altLang="en-US" sz="1800" dirty="0"/>
              <a:t> x </a:t>
            </a:r>
            <a:r>
              <a:rPr lang="en-US" altLang="en-US" sz="1800" dirty="0" err="1"/>
              <a:t>trở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thành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nút</a:t>
            </a:r>
            <a:r>
              <a:rPr lang="en-US" altLang="en-US" sz="1800" dirty="0"/>
              <a:t> cha </a:t>
            </a:r>
            <a:r>
              <a:rPr lang="en-US" altLang="en-US" sz="1800" dirty="0" err="1"/>
              <a:t>của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nút</a:t>
            </a:r>
            <a:r>
              <a:rPr lang="en-US" altLang="en-US" sz="1800" dirty="0"/>
              <a:t> P </a:t>
            </a:r>
            <a:r>
              <a:rPr lang="en-US" altLang="en-US" sz="1800" dirty="0" err="1"/>
              <a:t>trong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cây</a:t>
            </a:r>
            <a:endParaRPr lang="en-US" altLang="en-US" sz="1800" dirty="0"/>
          </a:p>
          <a:p>
            <a:pPr lvl="1"/>
            <a:r>
              <a:rPr lang="en-US" altLang="en-US" sz="1800" b="1" i="1" dirty="0" err="1"/>
              <a:t>InsertLeftChild</a:t>
            </a:r>
            <a:r>
              <a:rPr lang="en-US" altLang="en-US" sz="1800" b="1" i="1" dirty="0"/>
              <a:t>(type x, </a:t>
            </a:r>
            <a:r>
              <a:rPr lang="en-US" altLang="en-US" sz="1800" b="1" i="1" dirty="0" err="1"/>
              <a:t>PNode</a:t>
            </a:r>
            <a:r>
              <a:rPr lang="en-US" altLang="en-US" sz="1800" b="1" i="1" dirty="0"/>
              <a:t> P): </a:t>
            </a:r>
            <a:r>
              <a:rPr lang="en-US" altLang="en-US" sz="1800" dirty="0" err="1"/>
              <a:t>bổ</a:t>
            </a:r>
            <a:r>
              <a:rPr lang="en-US" altLang="en-US" sz="1800" dirty="0"/>
              <a:t> sung </a:t>
            </a:r>
            <a:r>
              <a:rPr lang="en-US" altLang="en-US" sz="1800" dirty="0" err="1"/>
              <a:t>phần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tử</a:t>
            </a:r>
            <a:r>
              <a:rPr lang="en-US" altLang="en-US" sz="1800" dirty="0"/>
              <a:t> x </a:t>
            </a:r>
            <a:r>
              <a:rPr lang="en-US" altLang="en-US" sz="1800" dirty="0" err="1"/>
              <a:t>trở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thành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nút</a:t>
            </a:r>
            <a:r>
              <a:rPr lang="en-US" altLang="en-US" sz="1800" dirty="0"/>
              <a:t> con </a:t>
            </a:r>
            <a:r>
              <a:rPr lang="en-US" altLang="en-US" sz="1800" dirty="0" err="1"/>
              <a:t>trái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của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nút</a:t>
            </a:r>
            <a:r>
              <a:rPr lang="en-US" altLang="en-US" sz="1800" dirty="0"/>
              <a:t> P </a:t>
            </a:r>
            <a:r>
              <a:rPr lang="en-US" altLang="en-US" sz="1800" dirty="0" err="1"/>
              <a:t>trong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cây</a:t>
            </a:r>
            <a:endParaRPr lang="en-US" altLang="en-US" sz="1800" dirty="0"/>
          </a:p>
          <a:p>
            <a:pPr lvl="1"/>
            <a:r>
              <a:rPr lang="en-US" altLang="en-US" sz="1800" b="1" i="1" dirty="0" err="1"/>
              <a:t>InsertRightChild</a:t>
            </a:r>
            <a:r>
              <a:rPr lang="en-US" altLang="en-US" sz="1800" b="1" i="1" dirty="0"/>
              <a:t>(type x, </a:t>
            </a:r>
            <a:r>
              <a:rPr lang="en-US" altLang="en-US" sz="1800" b="1" i="1" dirty="0" err="1"/>
              <a:t>PNode</a:t>
            </a:r>
            <a:r>
              <a:rPr lang="en-US" altLang="en-US" sz="1800" b="1" i="1" dirty="0"/>
              <a:t> P): </a:t>
            </a:r>
            <a:r>
              <a:rPr lang="en-US" altLang="en-US" sz="1800" dirty="0" err="1"/>
              <a:t>bổ</a:t>
            </a:r>
            <a:r>
              <a:rPr lang="en-US" altLang="en-US" sz="1800" dirty="0"/>
              <a:t> sung </a:t>
            </a:r>
            <a:r>
              <a:rPr lang="en-US" altLang="en-US" sz="1800" dirty="0" err="1"/>
              <a:t>phần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tử</a:t>
            </a:r>
            <a:r>
              <a:rPr lang="en-US" altLang="en-US" sz="1800" dirty="0"/>
              <a:t> x </a:t>
            </a:r>
            <a:r>
              <a:rPr lang="en-US" altLang="en-US" sz="1800" dirty="0" err="1"/>
              <a:t>trở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thành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nút</a:t>
            </a:r>
            <a:r>
              <a:rPr lang="en-US" altLang="en-US" sz="1800" dirty="0"/>
              <a:t> con </a:t>
            </a:r>
            <a:r>
              <a:rPr lang="en-US" altLang="en-US" sz="1800" dirty="0" err="1"/>
              <a:t>phải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của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nút</a:t>
            </a:r>
            <a:r>
              <a:rPr lang="en-US" altLang="en-US" sz="1800" dirty="0"/>
              <a:t> P </a:t>
            </a:r>
            <a:r>
              <a:rPr lang="en-US" altLang="en-US" sz="1800" dirty="0" err="1"/>
              <a:t>trong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cây</a:t>
            </a:r>
            <a:endParaRPr lang="en-US" altLang="en-US" sz="1800" dirty="0"/>
          </a:p>
          <a:p>
            <a:pPr lvl="1"/>
            <a:r>
              <a:rPr lang="en-US" altLang="en-US" sz="1800" b="1" i="1" dirty="0" err="1"/>
              <a:t>PNode</a:t>
            </a:r>
            <a:r>
              <a:rPr lang="en-US" altLang="en-US" sz="1800" b="1" i="1" dirty="0"/>
              <a:t> </a:t>
            </a:r>
            <a:r>
              <a:rPr lang="en-US" altLang="en-US" sz="1800" b="1" i="1" dirty="0" err="1"/>
              <a:t>FindNode</a:t>
            </a:r>
            <a:r>
              <a:rPr lang="en-US" altLang="en-US" sz="1800" b="1" i="1" dirty="0"/>
              <a:t>(type x): </a:t>
            </a:r>
            <a:r>
              <a:rPr lang="en-US" altLang="en-US" sz="1800" dirty="0" err="1"/>
              <a:t>tìm</a:t>
            </a:r>
            <a:r>
              <a:rPr lang="en-US" altLang="en-US" sz="1800" dirty="0"/>
              <a:t> </a:t>
            </a:r>
            <a:r>
              <a:rPr lang="en-US" altLang="en-US" sz="1800" dirty="0" err="1"/>
              <a:t>một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nút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có</a:t>
            </a:r>
            <a:r>
              <a:rPr lang="en-US" altLang="en-US" sz="1800" dirty="0"/>
              <a:t> </a:t>
            </a:r>
            <a:r>
              <a:rPr lang="en-US" altLang="en-US" sz="1800" dirty="0" err="1"/>
              <a:t>giá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trị</a:t>
            </a:r>
            <a:r>
              <a:rPr lang="en-US" altLang="en-US" sz="1800" dirty="0"/>
              <a:t> </a:t>
            </a:r>
            <a:r>
              <a:rPr lang="en-US" altLang="en-US" sz="1800" dirty="0" err="1"/>
              <a:t>bằng</a:t>
            </a:r>
            <a:r>
              <a:rPr lang="en-US" altLang="en-US" sz="1800" dirty="0"/>
              <a:t> x </a:t>
            </a:r>
            <a:r>
              <a:rPr lang="en-US" altLang="en-US" sz="1800" dirty="0" err="1"/>
              <a:t>trong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cây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hàm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trả</a:t>
            </a:r>
            <a:r>
              <a:rPr lang="en-US" altLang="en-US" sz="1800" dirty="0"/>
              <a:t> </a:t>
            </a:r>
            <a:r>
              <a:rPr lang="en-US" altLang="en-US" sz="1800" dirty="0" err="1"/>
              <a:t>về</a:t>
            </a:r>
            <a:r>
              <a:rPr lang="en-US" altLang="en-US" sz="1800" dirty="0"/>
              <a:t> con </a:t>
            </a:r>
            <a:r>
              <a:rPr lang="en-US" altLang="en-US" sz="1800" dirty="0" err="1"/>
              <a:t>trỏ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trỏ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vào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nút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tìm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thấy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trái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lại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trả</a:t>
            </a:r>
            <a:r>
              <a:rPr lang="en-US" altLang="en-US" sz="1800" dirty="0"/>
              <a:t> </a:t>
            </a:r>
            <a:r>
              <a:rPr lang="en-US" altLang="en-US" sz="1800" dirty="0" err="1"/>
              <a:t>về</a:t>
            </a:r>
            <a:r>
              <a:rPr lang="en-US" altLang="en-US" sz="1800" dirty="0"/>
              <a:t> NULL</a:t>
            </a:r>
          </a:p>
          <a:p>
            <a:pPr lvl="1"/>
            <a:r>
              <a:rPr lang="en-US" altLang="en-US" sz="1800" b="1" i="1" dirty="0" err="1"/>
              <a:t>DeleteCurrentNode</a:t>
            </a:r>
            <a:r>
              <a:rPr lang="en-US" altLang="en-US" sz="1800" b="1" i="1" dirty="0"/>
              <a:t>(</a:t>
            </a:r>
            <a:r>
              <a:rPr lang="en-US" altLang="en-US" sz="1800" b="1" i="1" dirty="0" err="1"/>
              <a:t>PNode</a:t>
            </a:r>
            <a:r>
              <a:rPr lang="en-US" altLang="en-US" sz="1800" b="1" i="1" dirty="0"/>
              <a:t> P): </a:t>
            </a:r>
            <a:r>
              <a:rPr lang="en-US" altLang="en-US" sz="1800" dirty="0" err="1"/>
              <a:t>xóa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nút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hiện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trỏ</a:t>
            </a:r>
            <a:r>
              <a:rPr lang="en-US" altLang="en-US" sz="1800" dirty="0"/>
              <a:t> </a:t>
            </a:r>
            <a:r>
              <a:rPr lang="en-US" altLang="en-US" sz="1800" dirty="0" err="1"/>
              <a:t>bởi</a:t>
            </a:r>
            <a:r>
              <a:rPr lang="en-US" altLang="en-US" sz="1800" dirty="0"/>
              <a:t> P </a:t>
            </a:r>
            <a:r>
              <a:rPr lang="en-US" altLang="en-US" sz="1800" dirty="0" err="1"/>
              <a:t>trong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cây</a:t>
            </a:r>
            <a:r>
              <a:rPr lang="en-US" altLang="en-US" sz="1800" dirty="0"/>
              <a:t> </a:t>
            </a:r>
          </a:p>
          <a:p>
            <a:pPr lvl="1"/>
            <a:r>
              <a:rPr lang="en-US" altLang="en-US" sz="1800" b="1" i="1" dirty="0" err="1"/>
              <a:t>DeleteLeftChild</a:t>
            </a:r>
            <a:r>
              <a:rPr lang="en-US" altLang="en-US" sz="1800" b="1" i="1" dirty="0"/>
              <a:t>(</a:t>
            </a:r>
            <a:r>
              <a:rPr lang="en-US" altLang="en-US" sz="1800" b="1" i="1" dirty="0" err="1"/>
              <a:t>PNode</a:t>
            </a:r>
            <a:r>
              <a:rPr lang="en-US" altLang="en-US" sz="1800" b="1" i="1" dirty="0"/>
              <a:t> P):</a:t>
            </a:r>
            <a:r>
              <a:rPr lang="en-US" altLang="en-US" sz="1800" dirty="0"/>
              <a:t> </a:t>
            </a:r>
            <a:r>
              <a:rPr lang="en-US" altLang="en-US" sz="1800" dirty="0" err="1"/>
              <a:t>xóa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nút</a:t>
            </a:r>
            <a:r>
              <a:rPr lang="en-US" altLang="en-US" sz="1800" dirty="0"/>
              <a:t> con </a:t>
            </a:r>
            <a:r>
              <a:rPr lang="en-US" altLang="en-US" sz="1800" dirty="0" err="1"/>
              <a:t>trái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của</a:t>
            </a:r>
            <a:r>
              <a:rPr lang="en-US" altLang="en-US" sz="1800" dirty="0"/>
              <a:t> P</a:t>
            </a:r>
          </a:p>
          <a:p>
            <a:pPr lvl="1"/>
            <a:r>
              <a:rPr lang="en-US" altLang="en-US" sz="1800" b="1" i="1" dirty="0" err="1"/>
              <a:t>DeleteRightChild</a:t>
            </a:r>
            <a:r>
              <a:rPr lang="en-US" altLang="en-US" sz="1800" b="1" i="1" dirty="0"/>
              <a:t>(</a:t>
            </a:r>
            <a:r>
              <a:rPr lang="en-US" altLang="en-US" sz="1800" b="1" i="1" dirty="0" err="1"/>
              <a:t>PNode</a:t>
            </a:r>
            <a:r>
              <a:rPr lang="en-US" altLang="en-US" sz="1800" b="1" i="1" dirty="0"/>
              <a:t> P):</a:t>
            </a:r>
            <a:r>
              <a:rPr lang="en-US" altLang="en-US" sz="1800" dirty="0"/>
              <a:t> </a:t>
            </a:r>
            <a:r>
              <a:rPr lang="en-US" altLang="en-US" sz="1800" dirty="0" err="1"/>
              <a:t>xóa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nút</a:t>
            </a:r>
            <a:r>
              <a:rPr lang="en-US" altLang="en-US" sz="1800" dirty="0"/>
              <a:t> con </a:t>
            </a:r>
            <a:r>
              <a:rPr lang="en-US" altLang="en-US" sz="1800" dirty="0" err="1"/>
              <a:t>phải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của</a:t>
            </a:r>
            <a:r>
              <a:rPr lang="en-US" altLang="en-US" sz="1800" dirty="0"/>
              <a:t> P</a:t>
            </a:r>
          </a:p>
          <a:p>
            <a:pPr lvl="1"/>
            <a:r>
              <a:rPr lang="en-US" altLang="en-US" sz="1800" b="1" i="1" dirty="0" err="1"/>
              <a:t>GetSize</a:t>
            </a:r>
            <a:r>
              <a:rPr lang="en-US" altLang="en-US" sz="1800" b="1" i="1" dirty="0"/>
              <a:t>(): </a:t>
            </a:r>
            <a:r>
              <a:rPr lang="en-US" altLang="en-US" sz="1800" dirty="0" err="1"/>
              <a:t>trả</a:t>
            </a:r>
            <a:r>
              <a:rPr lang="en-US" altLang="en-US" sz="1800" dirty="0"/>
              <a:t> </a:t>
            </a:r>
            <a:r>
              <a:rPr lang="en-US" altLang="en-US" sz="1800" dirty="0" err="1"/>
              <a:t>về</a:t>
            </a:r>
            <a:r>
              <a:rPr lang="en-US" altLang="en-US" sz="1800" dirty="0"/>
              <a:t> </a:t>
            </a:r>
            <a:r>
              <a:rPr lang="en-US" altLang="en-US" sz="1800" dirty="0" err="1"/>
              <a:t>kích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thước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của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cây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554962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2532C-1593-0D4A-8082-5832A515F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51A58-5D2B-6F44-9F19-C9E1ECB7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956FE-CFF3-1441-898A-9FA28F4B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54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5DB97-10B3-A64E-904B-9951A3836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99A0C-84D6-FA4C-96F9-2533191C75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 err="1"/>
              <a:t>Bài</a:t>
            </a:r>
            <a:r>
              <a:rPr lang="en-US" altLang="en-US" sz="2400" dirty="0"/>
              <a:t> 2: </a:t>
            </a:r>
            <a:r>
              <a:rPr lang="en-US" altLang="en-US" sz="2400" dirty="0" err="1"/>
              <a:t>xây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dựng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một</a:t>
            </a:r>
            <a:r>
              <a:rPr lang="en-US" altLang="en-US" sz="2400" dirty="0"/>
              <a:t> class Folder </a:t>
            </a:r>
            <a:r>
              <a:rPr lang="en-US" altLang="en-US" sz="2400" dirty="0" err="1"/>
              <a:t>biểu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diễn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cây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thư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mục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trong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đó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một</a:t>
            </a:r>
            <a:r>
              <a:rPr lang="en-US" altLang="en-US" sz="2400" dirty="0"/>
              <a:t> Folder </a:t>
            </a:r>
            <a:r>
              <a:rPr lang="en-US" altLang="en-US" sz="2400" dirty="0" err="1"/>
              <a:t>có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chứa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nhiều</a:t>
            </a:r>
            <a:r>
              <a:rPr lang="en-US" altLang="en-US" sz="2400" dirty="0"/>
              <a:t> File </a:t>
            </a:r>
            <a:r>
              <a:rPr lang="en-US" altLang="en-US" sz="2400" dirty="0" err="1"/>
              <a:t>và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SubFolder</a:t>
            </a:r>
            <a:r>
              <a:rPr lang="en-US" altLang="en-US" sz="2400" dirty="0"/>
              <a:t>. </a:t>
            </a:r>
            <a:r>
              <a:rPr lang="en-US" altLang="en-US" sz="2400" dirty="0" err="1"/>
              <a:t>Yêu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cầu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định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nghĩa</a:t>
            </a:r>
            <a:r>
              <a:rPr lang="en-US" altLang="en-US" sz="2400" dirty="0"/>
              <a:t> class Folder </a:t>
            </a:r>
            <a:r>
              <a:rPr lang="en-US" altLang="en-US" sz="2400" dirty="0" err="1"/>
              <a:t>và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cài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đặt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thao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cơ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bản</a:t>
            </a:r>
            <a:r>
              <a:rPr lang="en-US" altLang="en-US" sz="2400" dirty="0"/>
              <a:t>:</a:t>
            </a:r>
          </a:p>
          <a:p>
            <a:pPr lvl="1"/>
            <a:r>
              <a:rPr lang="en-US" altLang="en-US" sz="2400" b="1" i="1" dirty="0"/>
              <a:t>Init(): </a:t>
            </a:r>
            <a:r>
              <a:rPr lang="en-US" altLang="en-US" sz="2400" dirty="0" err="1"/>
              <a:t>tạo</a:t>
            </a:r>
            <a:r>
              <a:rPr lang="en-US" altLang="en-US" sz="2400" dirty="0"/>
              <a:t> ra </a:t>
            </a:r>
            <a:r>
              <a:rPr lang="en-US" altLang="en-US" sz="2400" dirty="0" err="1"/>
              <a:t>một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thư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mục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rỗng</a:t>
            </a:r>
            <a:endParaRPr lang="en-US" altLang="en-US" sz="2400" dirty="0"/>
          </a:p>
          <a:p>
            <a:pPr lvl="1"/>
            <a:r>
              <a:rPr lang="en-US" altLang="en-US" sz="2400" b="1" i="1" dirty="0" err="1"/>
              <a:t>PNode</a:t>
            </a:r>
            <a:r>
              <a:rPr lang="en-US" altLang="en-US" sz="2400" b="1" i="1" dirty="0"/>
              <a:t>  </a:t>
            </a:r>
            <a:r>
              <a:rPr lang="en-US" altLang="en-US" sz="2400" b="1" i="1" dirty="0" err="1"/>
              <a:t>GetCurrentFolder</a:t>
            </a:r>
            <a:r>
              <a:rPr lang="en-US" altLang="en-US" sz="2400" b="1" i="1" dirty="0"/>
              <a:t>(): </a:t>
            </a:r>
            <a:r>
              <a:rPr lang="en-US" altLang="en-US" sz="2400" dirty="0" err="1"/>
              <a:t>trả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về</a:t>
            </a:r>
            <a:r>
              <a:rPr lang="en-US" altLang="en-US" sz="2400" dirty="0"/>
              <a:t> con </a:t>
            </a:r>
            <a:r>
              <a:rPr lang="en-US" altLang="en-US" sz="2400" dirty="0" err="1"/>
              <a:t>trỏ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trỏ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vào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thư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mục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hiện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tại</a:t>
            </a:r>
            <a:endParaRPr lang="en-US" altLang="en-US" sz="2400" dirty="0"/>
          </a:p>
          <a:p>
            <a:pPr lvl="1"/>
            <a:r>
              <a:rPr lang="en-US" altLang="en-US" sz="2400" b="1" i="1" dirty="0"/>
              <a:t>Insert(Folder  sub): </a:t>
            </a:r>
            <a:r>
              <a:rPr lang="en-US" altLang="en-US" sz="2400" dirty="0" err="1"/>
              <a:t>bổ</a:t>
            </a:r>
            <a:r>
              <a:rPr lang="en-US" altLang="en-US" sz="2400" dirty="0"/>
              <a:t> sung Folder sub </a:t>
            </a:r>
            <a:r>
              <a:rPr lang="en-US" altLang="en-US" sz="2400" dirty="0" err="1"/>
              <a:t>thành</a:t>
            </a:r>
            <a:r>
              <a:rPr lang="en-US" altLang="en-US" sz="2400" dirty="0"/>
              <a:t> con </a:t>
            </a:r>
            <a:r>
              <a:rPr lang="en-US" altLang="en-US" sz="2400" dirty="0" err="1"/>
              <a:t>của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thư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mục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hiện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tại</a:t>
            </a:r>
            <a:endParaRPr lang="en-US" altLang="en-US" sz="2400" dirty="0"/>
          </a:p>
          <a:p>
            <a:pPr lvl="1"/>
            <a:r>
              <a:rPr lang="en-US" altLang="en-US" sz="2400" b="1" i="1" dirty="0"/>
              <a:t>Insert(File f): </a:t>
            </a:r>
            <a:r>
              <a:rPr lang="en-US" altLang="en-US" sz="2400" dirty="0" err="1"/>
              <a:t>bổ</a:t>
            </a:r>
            <a:r>
              <a:rPr lang="en-US" altLang="en-US" sz="2400" dirty="0"/>
              <a:t> sung File f </a:t>
            </a:r>
            <a:r>
              <a:rPr lang="en-US" altLang="en-US" sz="2400" dirty="0" err="1"/>
              <a:t>thành</a:t>
            </a:r>
            <a:r>
              <a:rPr lang="en-US" altLang="en-US" sz="2400" dirty="0"/>
              <a:t> con </a:t>
            </a:r>
            <a:r>
              <a:rPr lang="en-US" altLang="en-US" sz="2400" dirty="0" err="1"/>
              <a:t>trong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thư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mục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hiện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tại</a:t>
            </a:r>
            <a:endParaRPr lang="en-US" altLang="en-US" sz="2400" dirty="0"/>
          </a:p>
          <a:p>
            <a:pPr lvl="1"/>
            <a:r>
              <a:rPr lang="en-US" altLang="en-US" sz="2400" b="1" i="1" dirty="0" err="1"/>
              <a:t>PNode</a:t>
            </a:r>
            <a:r>
              <a:rPr lang="en-US" altLang="en-US" sz="2400" b="1" i="1" dirty="0"/>
              <a:t>  Find(string </a:t>
            </a:r>
            <a:r>
              <a:rPr lang="en-US" altLang="en-US" sz="2400" b="1" i="1" dirty="0" err="1"/>
              <a:t>fname</a:t>
            </a:r>
            <a:r>
              <a:rPr lang="en-US" altLang="en-US" sz="2400" b="1" i="1" dirty="0"/>
              <a:t>) : </a:t>
            </a:r>
            <a:r>
              <a:rPr lang="en-US" altLang="en-US" sz="2400" dirty="0" err="1"/>
              <a:t>tìm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tên</a:t>
            </a:r>
            <a:r>
              <a:rPr lang="en-US" altLang="en-US" sz="2400" dirty="0"/>
              <a:t> file </a:t>
            </a:r>
            <a:r>
              <a:rPr lang="en-US" altLang="en-US" sz="2400" dirty="0" err="1"/>
              <a:t>hoặc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thư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mục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có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tên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fname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trước</a:t>
            </a:r>
            <a:r>
              <a:rPr lang="en-US" altLang="en-US" sz="2400" dirty="0"/>
              <a:t>. </a:t>
            </a:r>
            <a:r>
              <a:rPr lang="en-US" altLang="en-US" sz="2400" dirty="0" err="1"/>
              <a:t>Hàm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trả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về</a:t>
            </a:r>
            <a:r>
              <a:rPr lang="en-US" altLang="en-US" sz="2400" dirty="0"/>
              <a:t> con </a:t>
            </a:r>
            <a:r>
              <a:rPr lang="en-US" altLang="en-US" sz="2400" dirty="0" err="1"/>
              <a:t>trỏ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trỏ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vào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nút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tìm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được</a:t>
            </a:r>
            <a:endParaRPr lang="en-US" alt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3864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29F71-E040-F44C-8E16-C1149EEC9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12/3/24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58565-CF6E-1549-836F-98A7092C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369D4-2DD6-DC44-A2DD-6469D006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55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216CF3-1F49-6D47-B989-4FAB3F31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C60E9-46E4-0C4D-8E29-FDE563E03BA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 err="1"/>
              <a:t>Bài</a:t>
            </a:r>
            <a:r>
              <a:rPr lang="en-US" altLang="en-US" dirty="0"/>
              <a:t> 3: </a:t>
            </a:r>
            <a:r>
              <a:rPr lang="en-US" altLang="en-US" dirty="0" err="1"/>
              <a:t>xây</a:t>
            </a:r>
            <a:r>
              <a:rPr lang="en-US" altLang="en-US" dirty="0"/>
              <a:t> </a:t>
            </a:r>
            <a:r>
              <a:rPr lang="en-US" altLang="en-US" dirty="0" err="1"/>
              <a:t>dựng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cây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,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đó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nút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chứa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+,-,*,/; </a:t>
            </a:r>
            <a:r>
              <a:rPr lang="en-US" altLang="en-US" dirty="0" err="1"/>
              <a:t>còn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nút</a:t>
            </a:r>
            <a:r>
              <a:rPr lang="en-US" altLang="en-US" dirty="0"/>
              <a:t> </a:t>
            </a:r>
            <a:r>
              <a:rPr lang="en-US" altLang="en-US" dirty="0" err="1"/>
              <a:t>lá</a:t>
            </a:r>
            <a:r>
              <a:rPr lang="en-US" altLang="en-US" dirty="0"/>
              <a:t> </a:t>
            </a:r>
            <a:r>
              <a:rPr lang="en-US" altLang="en-US" dirty="0" err="1"/>
              <a:t>chứa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hạng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hằng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hoặc</a:t>
            </a:r>
            <a:r>
              <a:rPr lang="en-US" altLang="en-US" dirty="0"/>
              <a:t> </a:t>
            </a:r>
            <a:r>
              <a:rPr lang="en-US" altLang="en-US" dirty="0" err="1"/>
              <a:t>biến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. </a:t>
            </a:r>
            <a:r>
              <a:rPr lang="en-US" altLang="en-US" dirty="0" err="1"/>
              <a:t>Yêu</a:t>
            </a:r>
            <a:r>
              <a:rPr lang="en-US" altLang="en-US" dirty="0"/>
              <a:t> </a:t>
            </a:r>
            <a:r>
              <a:rPr lang="en-US" altLang="en-US" dirty="0" err="1"/>
              <a:t>cầu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nghĩa</a:t>
            </a:r>
            <a:r>
              <a:rPr lang="en-US" altLang="en-US" dirty="0"/>
              <a:t> class Expression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cây</a:t>
            </a:r>
            <a:r>
              <a:rPr lang="en-US" altLang="en-US" dirty="0"/>
              <a:t> </a:t>
            </a:r>
            <a:r>
              <a:rPr lang="en-US" altLang="en-US" dirty="0" err="1"/>
              <a:t>trên</a:t>
            </a:r>
            <a:r>
              <a:rPr lang="en-US" altLang="en-US" dirty="0"/>
              <a:t>, </a:t>
            </a:r>
            <a:r>
              <a:rPr lang="en-US" altLang="en-US" dirty="0" err="1"/>
              <a:t>đồng</a:t>
            </a:r>
            <a:r>
              <a:rPr lang="en-US" altLang="en-US" dirty="0"/>
              <a:t>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cài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hàm</a:t>
            </a:r>
            <a:r>
              <a:rPr lang="en-US" altLang="en-US" dirty="0"/>
              <a:t> </a:t>
            </a:r>
            <a:r>
              <a:rPr lang="en-US" altLang="en-US" dirty="0" err="1"/>
              <a:t>sau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Init(): </a:t>
            </a:r>
            <a:r>
              <a:rPr lang="en-US" altLang="en-US" dirty="0" err="1"/>
              <a:t>khởi</a:t>
            </a:r>
            <a:r>
              <a:rPr lang="en-US" altLang="en-US" dirty="0"/>
              <a:t> </a:t>
            </a:r>
            <a:r>
              <a:rPr lang="en-US" altLang="en-US" dirty="0" err="1"/>
              <a:t>tạo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 </a:t>
            </a:r>
            <a:r>
              <a:rPr lang="en-US" altLang="en-US" dirty="0" err="1"/>
              <a:t>rỗng</a:t>
            </a:r>
            <a:endParaRPr lang="en-US" altLang="en-US" dirty="0"/>
          </a:p>
          <a:p>
            <a:pPr lvl="1"/>
            <a:r>
              <a:rPr lang="en-US" altLang="en-US" dirty="0"/>
              <a:t>Init(string exp): </a:t>
            </a:r>
            <a:r>
              <a:rPr lang="en-US" altLang="en-US" dirty="0" err="1"/>
              <a:t>khởi</a:t>
            </a:r>
            <a:r>
              <a:rPr lang="en-US" altLang="en-US" dirty="0"/>
              <a:t> </a:t>
            </a:r>
            <a:r>
              <a:rPr lang="en-US" altLang="en-US" dirty="0" err="1"/>
              <a:t>tạo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cây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chuỗi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 exp</a:t>
            </a:r>
          </a:p>
          <a:p>
            <a:pPr lvl="1"/>
            <a:r>
              <a:rPr lang="en-US" altLang="en-US" dirty="0"/>
              <a:t>Value():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cây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1256"/>
      </p:ext>
    </p:extLst>
  </p:cSld>
  <p:clrMapOvr>
    <a:masterClrMapping/>
  </p:clrMapOvr>
</p:sld>
</file>

<file path=ppt/theme/theme1.xml><?xml version="1.0" encoding="utf-8"?>
<a:theme xmlns:a="http://schemas.openxmlformats.org/drawingml/2006/main" name="HUST_PPT_template_2022_RED_4x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D2320CD967DC4C936B5BE3B6686F0E" ma:contentTypeVersion="10" ma:contentTypeDescription="Create a new document." ma:contentTypeScope="" ma:versionID="b8084e74c238971f8101613da4e0507e">
  <xsd:schema xmlns:xsd="http://www.w3.org/2001/XMLSchema" xmlns:xs="http://www.w3.org/2001/XMLSchema" xmlns:p="http://schemas.microsoft.com/office/2006/metadata/properties" xmlns:ns2="97f04c0d-d18a-494f-a4ee-dc80d38be3a9" xmlns:ns3="5314e54c-1065-4f91-8872-b5da09cc453e" targetNamespace="http://schemas.microsoft.com/office/2006/metadata/properties" ma:root="true" ma:fieldsID="8b1ec852ff40fd9a2f44924167d0aee2" ns2:_="" ns3:_="">
    <xsd:import namespace="97f04c0d-d18a-494f-a4ee-dc80d38be3a9"/>
    <xsd:import namespace="5314e54c-1065-4f91-8872-b5da09cc4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04c0d-d18a-494f-a4ee-dc80d38be3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14e54c-1065-4f91-8872-b5da09cc453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e1d9f2f-845c-4015-84a0-220f7cf0710d}" ma:internalName="TaxCatchAll" ma:showField="CatchAllData" ma:web="5314e54c-1065-4f91-8872-b5da09cc45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f04c0d-d18a-494f-a4ee-dc80d38be3a9">
      <Terms xmlns="http://schemas.microsoft.com/office/infopath/2007/PartnerControls"/>
    </lcf76f155ced4ddcb4097134ff3c332f>
    <TaxCatchAll xmlns="5314e54c-1065-4f91-8872-b5da09cc453e" xsi:nil="true"/>
  </documentManagement>
</p:properties>
</file>

<file path=customXml/itemProps1.xml><?xml version="1.0" encoding="utf-8"?>
<ds:datastoreItem xmlns:ds="http://schemas.openxmlformats.org/officeDocument/2006/customXml" ds:itemID="{3774FBE2-3F28-4243-80C7-BF31B7656A38}"/>
</file>

<file path=customXml/itemProps2.xml><?xml version="1.0" encoding="utf-8"?>
<ds:datastoreItem xmlns:ds="http://schemas.openxmlformats.org/officeDocument/2006/customXml" ds:itemID="{19B7AE5F-F7EA-4A58-9E97-96F2F0C33B46}"/>
</file>

<file path=customXml/itemProps3.xml><?xml version="1.0" encoding="utf-8"?>
<ds:datastoreItem xmlns:ds="http://schemas.openxmlformats.org/officeDocument/2006/customXml" ds:itemID="{2A533DED-100A-4E45-8F89-F1921F5A1156}"/>
</file>

<file path=docProps/app.xml><?xml version="1.0" encoding="utf-8"?>
<Properties xmlns="http://schemas.openxmlformats.org/officeDocument/2006/extended-properties" xmlns:vt="http://schemas.openxmlformats.org/officeDocument/2006/docPropsVTypes">
  <Template>HUST_PPT_template_2022_RED_4x3</Template>
  <TotalTime>5146</TotalTime>
  <Words>5971</Words>
  <Application>Microsoft Macintosh PowerPoint</Application>
  <PresentationFormat>On-screen Show (4:3)</PresentationFormat>
  <Paragraphs>1407</Paragraphs>
  <Slides>55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Calibri</vt:lpstr>
      <vt:lpstr>Cambria Math</vt:lpstr>
      <vt:lpstr>Consolas</vt:lpstr>
      <vt:lpstr>Lato</vt:lpstr>
      <vt:lpstr>Times New Roman</vt:lpstr>
      <vt:lpstr>HUST_PPT_template_2022_RED_4x3</vt:lpstr>
      <vt:lpstr>Chương 5: CẤU TRÚC CÂY (TREES) </vt:lpstr>
      <vt:lpstr>Cây nhị phân</vt:lpstr>
      <vt:lpstr>Định nghĩa</vt:lpstr>
      <vt:lpstr>Định nghĩa</vt:lpstr>
      <vt:lpstr>Định nghĩa</vt:lpstr>
      <vt:lpstr>Cây nhị phân</vt:lpstr>
      <vt:lpstr>Cây nhị phân</vt:lpstr>
      <vt:lpstr>Cây nhị phân</vt:lpstr>
      <vt:lpstr>Tính chất cây nhị phân</vt:lpstr>
      <vt:lpstr>Biểu diễn trong máy của cây nhị phân</vt:lpstr>
      <vt:lpstr>Lưu trữ kế tiếp</vt:lpstr>
      <vt:lpstr>Cài đặt cây bằng cấu trúc lưu trữ kế tiếp C/C++</vt:lpstr>
      <vt:lpstr>Lưu trữ móc nối </vt:lpstr>
      <vt:lpstr>Lưu trữ móc nối </vt:lpstr>
      <vt:lpstr>Cài đặt cây bằng cấu trúc lưu trữ móc nối C/C++</vt:lpstr>
      <vt:lpstr>PowerPoint Presentation</vt:lpstr>
      <vt:lpstr>Phép duyệt cây nhị phân</vt:lpstr>
      <vt:lpstr>Duyệt theo thứ tự trước (preorder traversal)</vt:lpstr>
      <vt:lpstr>Duyệt theo thứ tự giữa (inorder travelsal)</vt:lpstr>
      <vt:lpstr>Giải thuật duyệt theo thứ tự sau (postorder travelsal):</vt:lpstr>
      <vt:lpstr>Ví dụ</vt:lpstr>
      <vt:lpstr>Cài đặt hàm duyệt cây đệ quy</vt:lpstr>
      <vt:lpstr>Cấu trúc cây nhị phân trong sắp xếp</vt:lpstr>
      <vt:lpstr>Cấu trúc đống</vt:lpstr>
      <vt:lpstr>Phép tạo đống</vt:lpstr>
      <vt:lpstr>Phép tạo đống</vt:lpstr>
      <vt:lpstr>Giải thuật tạo đống</vt:lpstr>
      <vt:lpstr>Giải thuật tạo đống</vt:lpstr>
      <vt:lpstr>Cài đặt giải thuật tạo đống</vt:lpstr>
      <vt:lpstr>Sắp xếp vun đống</vt:lpstr>
      <vt:lpstr>Sắp xếp vun đống</vt:lpstr>
      <vt:lpstr>Cài đặt giải thuật vun đống</vt:lpstr>
      <vt:lpstr>Mô tả các bước vun đống</vt:lpstr>
      <vt:lpstr>Mô tả các bước vun đống</vt:lpstr>
      <vt:lpstr>Sắp xếp</vt:lpstr>
      <vt:lpstr>Sắp xếp</vt:lpstr>
      <vt:lpstr>Sắp xếp</vt:lpstr>
      <vt:lpstr>Cấu trúc cây trong tìm kiếm</vt:lpstr>
      <vt:lpstr>Tìm kiếm và bổ sung trên cây nhị phân tìm kiếm </vt:lpstr>
      <vt:lpstr>Tìm kiếm</vt:lpstr>
      <vt:lpstr>Bổ sung</vt:lpstr>
      <vt:lpstr>Giải thuật tìm kiếm, bổ sung</vt:lpstr>
      <vt:lpstr>Bài tập ví dụ</vt:lpstr>
      <vt:lpstr>Loại bỏ trên cây nhị phân tìm kiếm</vt:lpstr>
      <vt:lpstr>Bài tập ví dụ</vt:lpstr>
      <vt:lpstr>Bài tập ví dụ</vt:lpstr>
      <vt:lpstr>Bài tập ví dụ</vt:lpstr>
      <vt:lpstr>Thuật toán xoá một nút trên cây nhị phân tìm kiếm </vt:lpstr>
      <vt:lpstr>Biểu diễn cây tổng quát bằng cây nhị phân </vt:lpstr>
      <vt:lpstr>Cây nhị phân tương đương</vt:lpstr>
      <vt:lpstr>Biểu diễn 2 cây tổng quát thành 2 cây nhị phân tương ứng</vt:lpstr>
      <vt:lpstr>Bài tập</vt:lpstr>
      <vt:lpstr>Bài tập </vt:lpstr>
      <vt:lpstr>Bài tập </vt:lpstr>
      <vt:lpstr>Bài tập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 Kim Hue</dc:creator>
  <cp:lastModifiedBy>Ta Thi Kim Hue</cp:lastModifiedBy>
  <cp:revision>142</cp:revision>
  <cp:lastPrinted>2018-08-30T07:08:42Z</cp:lastPrinted>
  <dcterms:created xsi:type="dcterms:W3CDTF">2018-08-28T09:50:26Z</dcterms:created>
  <dcterms:modified xsi:type="dcterms:W3CDTF">2024-12-03T08:39:46Z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0x0101005CD2320CD967DC4C936B5BE3B6686F0E</vt:lpwstr>
  </property>
</Properties>
</file>