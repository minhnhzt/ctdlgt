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20.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99"/>
  </p:notesMasterIdLst>
  <p:handoutMasterIdLst>
    <p:handoutMasterId r:id="rId100"/>
  </p:handoutMasterIdLst>
  <p:sldIdLst>
    <p:sldId id="391" r:id="rId5"/>
    <p:sldId id="390" r:id="rId6"/>
    <p:sldId id="258" r:id="rId7"/>
    <p:sldId id="310" r:id="rId8"/>
    <p:sldId id="259" r:id="rId9"/>
    <p:sldId id="309" r:id="rId10"/>
    <p:sldId id="266" r:id="rId11"/>
    <p:sldId id="365" r:id="rId12"/>
    <p:sldId id="269" r:id="rId13"/>
    <p:sldId id="270" r:id="rId14"/>
    <p:sldId id="295" r:id="rId15"/>
    <p:sldId id="296" r:id="rId16"/>
    <p:sldId id="383" r:id="rId17"/>
    <p:sldId id="311" r:id="rId18"/>
    <p:sldId id="384" r:id="rId19"/>
    <p:sldId id="293" r:id="rId20"/>
    <p:sldId id="294" r:id="rId21"/>
    <p:sldId id="312" r:id="rId22"/>
    <p:sldId id="313" r:id="rId23"/>
    <p:sldId id="314" r:id="rId24"/>
    <p:sldId id="271" r:id="rId25"/>
    <p:sldId id="272" r:id="rId26"/>
    <p:sldId id="315" r:id="rId27"/>
    <p:sldId id="316" r:id="rId28"/>
    <p:sldId id="317" r:id="rId29"/>
    <p:sldId id="382" r:id="rId30"/>
    <p:sldId id="392" r:id="rId31"/>
    <p:sldId id="385" r:id="rId32"/>
    <p:sldId id="260" r:id="rId33"/>
    <p:sldId id="261" r:id="rId34"/>
    <p:sldId id="262" r:id="rId35"/>
    <p:sldId id="282" r:id="rId36"/>
    <p:sldId id="318" r:id="rId37"/>
    <p:sldId id="319" r:id="rId38"/>
    <p:sldId id="320" r:id="rId39"/>
    <p:sldId id="279" r:id="rId40"/>
    <p:sldId id="297" r:id="rId41"/>
    <p:sldId id="302" r:id="rId42"/>
    <p:sldId id="298" r:id="rId43"/>
    <p:sldId id="322" r:id="rId44"/>
    <p:sldId id="323" r:id="rId45"/>
    <p:sldId id="324" r:id="rId46"/>
    <p:sldId id="325" r:id="rId47"/>
    <p:sldId id="326" r:id="rId48"/>
    <p:sldId id="327" r:id="rId49"/>
    <p:sldId id="328" r:id="rId50"/>
    <p:sldId id="329" r:id="rId51"/>
    <p:sldId id="330" r:id="rId52"/>
    <p:sldId id="331" r:id="rId53"/>
    <p:sldId id="299" r:id="rId54"/>
    <p:sldId id="300" r:id="rId55"/>
    <p:sldId id="274" r:id="rId56"/>
    <p:sldId id="275" r:id="rId57"/>
    <p:sldId id="276" r:id="rId58"/>
    <p:sldId id="277" r:id="rId59"/>
    <p:sldId id="321" r:id="rId60"/>
    <p:sldId id="278" r:id="rId61"/>
    <p:sldId id="283" r:id="rId62"/>
    <p:sldId id="284" r:id="rId63"/>
    <p:sldId id="285" r:id="rId64"/>
    <p:sldId id="286" r:id="rId65"/>
    <p:sldId id="287" r:id="rId66"/>
    <p:sldId id="288" r:id="rId67"/>
    <p:sldId id="289" r:id="rId68"/>
    <p:sldId id="387" r:id="rId69"/>
    <p:sldId id="386" r:id="rId70"/>
    <p:sldId id="388" r:id="rId71"/>
    <p:sldId id="290" r:id="rId72"/>
    <p:sldId id="304" r:id="rId73"/>
    <p:sldId id="389" r:id="rId74"/>
    <p:sldId id="303" r:id="rId75"/>
    <p:sldId id="352" r:id="rId76"/>
    <p:sldId id="364" r:id="rId77"/>
    <p:sldId id="354" r:id="rId78"/>
    <p:sldId id="353" r:id="rId79"/>
    <p:sldId id="360" r:id="rId80"/>
    <p:sldId id="355" r:id="rId81"/>
    <p:sldId id="356" r:id="rId82"/>
    <p:sldId id="357" r:id="rId83"/>
    <p:sldId id="358" r:id="rId84"/>
    <p:sldId id="366" r:id="rId85"/>
    <p:sldId id="367" r:id="rId86"/>
    <p:sldId id="368" r:id="rId87"/>
    <p:sldId id="370" r:id="rId88"/>
    <p:sldId id="371" r:id="rId89"/>
    <p:sldId id="372" r:id="rId90"/>
    <p:sldId id="359" r:id="rId91"/>
    <p:sldId id="348" r:id="rId92"/>
    <p:sldId id="349" r:id="rId93"/>
    <p:sldId id="264" r:id="rId94"/>
    <p:sldId id="350" r:id="rId95"/>
    <p:sldId id="273" r:id="rId96"/>
    <p:sldId id="351" r:id="rId97"/>
    <p:sldId id="376" r:id="rId9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2198DB-922D-1BF7-4DCC-139AF057F2F8}" v="1" dt="2025-10-31T12:30:14.7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3231"/>
    <p:restoredTop sz="93360" autoAdjust="0"/>
  </p:normalViewPr>
  <p:slideViewPr>
    <p:cSldViewPr snapToGrid="0" snapToObjects="1">
      <p:cViewPr varScale="1">
        <p:scale>
          <a:sx n="27" d="100"/>
          <a:sy n="27" d="100"/>
        </p:scale>
        <p:origin x="200" y="1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viewProps" Target="viewProp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notesMaster" Target="notesMasters/notesMaster1.xml"/><Relationship Id="rId10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handoutMaster" Target="handoutMasters/handoutMaster1.xml"/><Relationship Id="rId105"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an Van Tai 20233629" userId="S::tai.tv233629@sis.hust.edu.vn::bd3dd48b-c855-4dba-9cc5-3a6d5f230f60" providerId="AD" clId="Web-{2E2690D1-8704-B5E3-8207-8D1B192A0B28}"/>
    <pc:docChg chg="modSld">
      <pc:chgData name="Tran Van Tai 20233629" userId="S::tai.tv233629@sis.hust.edu.vn::bd3dd48b-c855-4dba-9cc5-3a6d5f230f60" providerId="AD" clId="Web-{2E2690D1-8704-B5E3-8207-8D1B192A0B28}" dt="2025-10-17T06:07:14.735" v="1" actId="1076"/>
      <pc:docMkLst>
        <pc:docMk/>
      </pc:docMkLst>
      <pc:sldChg chg="modSp">
        <pc:chgData name="Tran Van Tai 20233629" userId="S::tai.tv233629@sis.hust.edu.vn::bd3dd48b-c855-4dba-9cc5-3a6d5f230f60" providerId="AD" clId="Web-{2E2690D1-8704-B5E3-8207-8D1B192A0B28}" dt="2025-10-17T06:07:14.735" v="1" actId="1076"/>
        <pc:sldMkLst>
          <pc:docMk/>
          <pc:sldMk cId="412858936" sldId="368"/>
        </pc:sldMkLst>
        <pc:spChg chg="mod">
          <ac:chgData name="Tran Van Tai 20233629" userId="S::tai.tv233629@sis.hust.edu.vn::bd3dd48b-c855-4dba-9cc5-3a6d5f230f60" providerId="AD" clId="Web-{2E2690D1-8704-B5E3-8207-8D1B192A0B28}" dt="2025-10-17T06:07:14.735" v="1" actId="1076"/>
          <ac:spMkLst>
            <pc:docMk/>
            <pc:sldMk cId="412858936" sldId="368"/>
            <ac:spMk id="10" creationId="{7C840157-3DC5-4473-84DB-28DC2AC7BDA0}"/>
          </ac:spMkLst>
        </pc:spChg>
      </pc:sldChg>
      <pc:sldChg chg="modSp">
        <pc:chgData name="Tran Van Tai 20233629" userId="S::tai.tv233629@sis.hust.edu.vn::bd3dd48b-c855-4dba-9cc5-3a6d5f230f60" providerId="AD" clId="Web-{2E2690D1-8704-B5E3-8207-8D1B192A0B28}" dt="2025-10-17T05:53:37.227" v="0" actId="1076"/>
        <pc:sldMkLst>
          <pc:docMk/>
          <pc:sldMk cId="3337341282" sldId="372"/>
        </pc:sldMkLst>
        <pc:picChg chg="mod">
          <ac:chgData name="Tran Van Tai 20233629" userId="S::tai.tv233629@sis.hust.edu.vn::bd3dd48b-c855-4dba-9cc5-3a6d5f230f60" providerId="AD" clId="Web-{2E2690D1-8704-B5E3-8207-8D1B192A0B28}" dt="2025-10-17T05:53:37.227" v="0" actId="1076"/>
          <ac:picMkLst>
            <pc:docMk/>
            <pc:sldMk cId="3337341282" sldId="372"/>
            <ac:picMk id="8" creationId="{D9B9C4AA-E685-403E-A923-1F76BCCF86B4}"/>
          </ac:picMkLst>
        </pc:picChg>
      </pc:sldChg>
    </pc:docChg>
  </pc:docChgLst>
  <pc:docChgLst>
    <pc:chgData name="Can Tuyen Phong 20233571" userId="S::phong.ct233571@sis.hust.edu.vn::183076b7-201d-4aa6-91c4-6699e64fd07d" providerId="AD" clId="Web-{A42198DB-922D-1BF7-4DCC-139AF057F2F8}"/>
    <pc:docChg chg="modSld">
      <pc:chgData name="Can Tuyen Phong 20233571" userId="S::phong.ct233571@sis.hust.edu.vn::183076b7-201d-4aa6-91c4-6699e64fd07d" providerId="AD" clId="Web-{A42198DB-922D-1BF7-4DCC-139AF057F2F8}" dt="2025-10-31T12:30:14.712" v="0" actId="1076"/>
      <pc:docMkLst>
        <pc:docMk/>
      </pc:docMkLst>
      <pc:sldChg chg="modSp">
        <pc:chgData name="Can Tuyen Phong 20233571" userId="S::phong.ct233571@sis.hust.edu.vn::183076b7-201d-4aa6-91c4-6699e64fd07d" providerId="AD" clId="Web-{A42198DB-922D-1BF7-4DCC-139AF057F2F8}" dt="2025-10-31T12:30:14.712" v="0" actId="1076"/>
        <pc:sldMkLst>
          <pc:docMk/>
          <pc:sldMk cId="2525890380" sldId="289"/>
        </pc:sldMkLst>
        <pc:picChg chg="mod">
          <ac:chgData name="Can Tuyen Phong 20233571" userId="S::phong.ct233571@sis.hust.edu.vn::183076b7-201d-4aa6-91c4-6699e64fd07d" providerId="AD" clId="Web-{A42198DB-922D-1BF7-4DCC-139AF057F2F8}" dt="2025-10-31T12:30:14.712" v="0" actId="1076"/>
          <ac:picMkLst>
            <pc:docMk/>
            <pc:sldMk cId="2525890380" sldId="289"/>
            <ac:picMk id="10" creationId="{00000000-0000-0000-0000-000000000000}"/>
          </ac:picMkLst>
        </pc:picChg>
      </pc:sldChg>
    </pc:docChg>
  </pc:docChgLst>
  <pc:docChgLst>
    <pc:chgData name="Ha Kim Huy 202414168" userId="S::huy.hk2414168@sis.hust.edu.vn::7e6e5301-9765-4bb1-a84d-028fad0faf27" providerId="AD" clId="Web-{F7321786-FE67-708D-C8FE-CBB7B71A428A}"/>
    <pc:docChg chg="addSld delSld modSld">
      <pc:chgData name="Ha Kim Huy 202414168" userId="S::huy.hk2414168@sis.hust.edu.vn::7e6e5301-9765-4bb1-a84d-028fad0faf27" providerId="AD" clId="Web-{F7321786-FE67-708D-C8FE-CBB7B71A428A}" dt="2025-10-16T13:32:17.851" v="4" actId="1076"/>
      <pc:docMkLst>
        <pc:docMk/>
      </pc:docMkLst>
      <pc:sldChg chg="modSp">
        <pc:chgData name="Ha Kim Huy 202414168" userId="S::huy.hk2414168@sis.hust.edu.vn::7e6e5301-9765-4bb1-a84d-028fad0faf27" providerId="AD" clId="Web-{F7321786-FE67-708D-C8FE-CBB7B71A428A}" dt="2025-10-16T13:20:14.024" v="1"/>
        <pc:sldMkLst>
          <pc:docMk/>
          <pc:sldMk cId="3408704218" sldId="309"/>
        </pc:sldMkLst>
        <pc:graphicFrameChg chg="modGraphic">
          <ac:chgData name="Ha Kim Huy 202414168" userId="S::huy.hk2414168@sis.hust.edu.vn::7e6e5301-9765-4bb1-a84d-028fad0faf27" providerId="AD" clId="Web-{F7321786-FE67-708D-C8FE-CBB7B71A428A}" dt="2025-10-16T13:20:14.024" v="1"/>
          <ac:graphicFrameMkLst>
            <pc:docMk/>
            <pc:sldMk cId="3408704218" sldId="309"/>
            <ac:graphicFrameMk id="7" creationId="{00000000-0000-0000-0000-000000000000}"/>
          </ac:graphicFrameMkLst>
        </pc:graphicFrameChg>
      </pc:sldChg>
      <pc:sldChg chg="modSp">
        <pc:chgData name="Ha Kim Huy 202414168" userId="S::huy.hk2414168@sis.hust.edu.vn::7e6e5301-9765-4bb1-a84d-028fad0faf27" providerId="AD" clId="Web-{F7321786-FE67-708D-C8FE-CBB7B71A428A}" dt="2025-10-16T13:32:17.851" v="4" actId="1076"/>
        <pc:sldMkLst>
          <pc:docMk/>
          <pc:sldMk cId="3213424534" sldId="351"/>
        </pc:sldMkLst>
        <pc:spChg chg="mod">
          <ac:chgData name="Ha Kim Huy 202414168" userId="S::huy.hk2414168@sis.hust.edu.vn::7e6e5301-9765-4bb1-a84d-028fad0faf27" providerId="AD" clId="Web-{F7321786-FE67-708D-C8FE-CBB7B71A428A}" dt="2025-10-16T13:32:17.851" v="4" actId="1076"/>
          <ac:spMkLst>
            <pc:docMk/>
            <pc:sldMk cId="3213424534" sldId="351"/>
            <ac:spMk id="31749" creationId="{D561BABC-BB59-EE47-A33D-AA24899EC32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74B277-C05A-F04C-81F1-AFE82E7C694D}" type="doc">
      <dgm:prSet loTypeId="urn:microsoft.com/office/officeart/2005/8/layout/process4" loCatId="process" qsTypeId="urn:microsoft.com/office/officeart/2005/8/quickstyle/3D6" qsCatId="3D" csTypeId="urn:microsoft.com/office/officeart/2005/8/colors/colorful1#13" csCatId="colorful" phldr="1"/>
      <dgm:spPr/>
      <dgm:t>
        <a:bodyPr/>
        <a:lstStyle/>
        <a:p>
          <a:endParaRPr lang="en-US"/>
        </a:p>
      </dgm:t>
    </dgm:pt>
    <dgm:pt modelId="{E6A2FABE-CA65-FF46-827D-F94953C1F6DD}">
      <dgm:prSet phldrT="[Text]"/>
      <dgm:spPr>
        <a:solidFill>
          <a:schemeClr val="accent6">
            <a:lumMod val="75000"/>
          </a:schemeClr>
        </a:solidFill>
        <a:effectLst/>
      </dgm:spPr>
      <dgm:t>
        <a:bodyPr/>
        <a:lstStyle/>
        <a:p>
          <a:r>
            <a:rPr lang="en-US" dirty="0">
              <a:latin typeface="18 VAG Rounded Bold   07390"/>
              <a:cs typeface="07390"/>
            </a:rPr>
            <a:t>C program: </a:t>
          </a:r>
          <a:r>
            <a:rPr lang="en-US" b="1" dirty="0" err="1">
              <a:latin typeface="Courier"/>
              <a:cs typeface="Courier"/>
            </a:rPr>
            <a:t>foo.c</a:t>
          </a:r>
          <a:endParaRPr lang="en-US" b="1" dirty="0">
            <a:latin typeface="Courier"/>
            <a:cs typeface="Courier"/>
          </a:endParaRPr>
        </a:p>
      </dgm:t>
    </dgm:pt>
    <dgm:pt modelId="{2413BF35-2EF3-9047-AA3F-BE5902002ED6}" type="parTrans" cxnId="{2A28F731-37DF-AD41-905B-B8DB1D245778}">
      <dgm:prSet/>
      <dgm:spPr/>
      <dgm:t>
        <a:bodyPr/>
        <a:lstStyle/>
        <a:p>
          <a:endParaRPr lang="en-US"/>
        </a:p>
      </dgm:t>
    </dgm:pt>
    <dgm:pt modelId="{882EB0D7-7DF2-6140-B95A-892D51B1544B}" type="sibTrans" cxnId="{2A28F731-37DF-AD41-905B-B8DB1D245778}">
      <dgm:prSet/>
      <dgm:spPr/>
      <dgm:t>
        <a:bodyPr/>
        <a:lstStyle/>
        <a:p>
          <a:endParaRPr lang="en-US"/>
        </a:p>
      </dgm:t>
    </dgm:pt>
    <dgm:pt modelId="{0D15FB73-0BBB-714B-9BB0-C2B2726CD3E1}">
      <dgm:prSet phldrT="[Text]"/>
      <dgm:spPr/>
      <dgm:t>
        <a:bodyPr/>
        <a:lstStyle/>
        <a:p>
          <a:r>
            <a:rPr lang="en-US" dirty="0">
              <a:latin typeface="18 VAG Rounded Bold   07390"/>
              <a:cs typeface="18 vag rounded bold"/>
            </a:rPr>
            <a:t>Compiler</a:t>
          </a:r>
        </a:p>
      </dgm:t>
    </dgm:pt>
    <dgm:pt modelId="{E7CB6CB2-8AB0-0145-A0AB-6D20EAD10602}" type="parTrans" cxnId="{697F501B-DB98-3743-9895-212971610050}">
      <dgm:prSet/>
      <dgm:spPr/>
      <dgm:t>
        <a:bodyPr/>
        <a:lstStyle/>
        <a:p>
          <a:endParaRPr lang="en-US"/>
        </a:p>
      </dgm:t>
    </dgm:pt>
    <dgm:pt modelId="{2C5CF12D-E515-574D-BAB8-DA757FC1B314}" type="sibTrans" cxnId="{697F501B-DB98-3743-9895-212971610050}">
      <dgm:prSet/>
      <dgm:spPr/>
      <dgm:t>
        <a:bodyPr/>
        <a:lstStyle/>
        <a:p>
          <a:endParaRPr lang="en-US"/>
        </a:p>
      </dgm:t>
    </dgm:pt>
    <dgm:pt modelId="{3D3E9305-B39C-9E47-8B0E-704DE21276A2}">
      <dgm:prSet phldrT="[Text]"/>
      <dgm:spPr>
        <a:solidFill>
          <a:schemeClr val="accent6">
            <a:lumMod val="75000"/>
          </a:schemeClr>
        </a:solidFill>
        <a:effectLst/>
      </dgm:spPr>
      <dgm:t>
        <a:bodyPr/>
        <a:lstStyle/>
        <a:p>
          <a:r>
            <a:rPr lang="en-US" dirty="0">
              <a:latin typeface="18 VAG Rounded Bold   07390"/>
              <a:cs typeface="18 vag rounded bold"/>
            </a:rPr>
            <a:t>Executable (mach </a:t>
          </a:r>
          <a:r>
            <a:rPr lang="en-US" dirty="0" err="1">
              <a:latin typeface="18 VAG Rounded Bold   07390"/>
              <a:cs typeface="18 vag rounded bold"/>
            </a:rPr>
            <a:t>lang</a:t>
          </a:r>
          <a:r>
            <a:rPr lang="en-US" dirty="0">
              <a:latin typeface="18 VAG Rounded Bold   07390"/>
              <a:cs typeface="18 vag rounded bold"/>
            </a:rPr>
            <a:t> </a:t>
          </a:r>
          <a:r>
            <a:rPr lang="en-US" dirty="0" err="1">
              <a:latin typeface="18 VAG Rounded Bold   07390"/>
              <a:cs typeface="18 vag rounded bold"/>
            </a:rPr>
            <a:t>pgm</a:t>
          </a:r>
          <a:r>
            <a:rPr lang="en-US" dirty="0">
              <a:latin typeface="18 VAG Rounded Bold   07390"/>
              <a:cs typeface="18 vag rounded bold"/>
            </a:rPr>
            <a:t>): </a:t>
          </a:r>
          <a:r>
            <a:rPr lang="en-US" b="1" dirty="0" err="1">
              <a:latin typeface="Courier"/>
              <a:cs typeface="Courier"/>
            </a:rPr>
            <a:t>a.out</a:t>
          </a:r>
          <a:endParaRPr lang="en-US" b="1" dirty="0">
            <a:latin typeface="Courier"/>
            <a:cs typeface="Courier"/>
          </a:endParaRPr>
        </a:p>
      </dgm:t>
    </dgm:pt>
    <dgm:pt modelId="{A9B374A5-7135-8946-82F1-B740DB02A802}" type="parTrans" cxnId="{FE2F71F4-E073-B046-892B-5C2C7910F623}">
      <dgm:prSet/>
      <dgm:spPr/>
      <dgm:t>
        <a:bodyPr/>
        <a:lstStyle/>
        <a:p>
          <a:endParaRPr lang="en-US"/>
        </a:p>
      </dgm:t>
    </dgm:pt>
    <dgm:pt modelId="{014EA806-C7AA-534D-B230-34AA4BA39074}" type="sibTrans" cxnId="{FE2F71F4-E073-B046-892B-5C2C7910F623}">
      <dgm:prSet/>
      <dgm:spPr/>
      <dgm:t>
        <a:bodyPr/>
        <a:lstStyle/>
        <a:p>
          <a:endParaRPr lang="en-US"/>
        </a:p>
      </dgm:t>
    </dgm:pt>
    <dgm:pt modelId="{9EEDC6EE-0E75-AD42-9AD4-6A3E98423EF6}">
      <dgm:prSet phldrT="[Text]"/>
      <dgm:spPr>
        <a:solidFill>
          <a:schemeClr val="accent6">
            <a:lumMod val="75000"/>
          </a:schemeClr>
        </a:solidFill>
        <a:effectLst/>
      </dgm:spPr>
      <dgm:t>
        <a:bodyPr/>
        <a:lstStyle/>
        <a:p>
          <a:r>
            <a:rPr lang="en-US" dirty="0">
              <a:latin typeface="18 VAG Rounded Bold   07390"/>
              <a:cs typeface="18 vag rounded bold"/>
            </a:rPr>
            <a:t>Memory</a:t>
          </a:r>
        </a:p>
      </dgm:t>
    </dgm:pt>
    <dgm:pt modelId="{B18F3A01-B443-5F43-AE30-C485E3C7DEFD}" type="parTrans" cxnId="{EEE5705F-A4DA-924C-9E1E-0F6636096851}">
      <dgm:prSet/>
      <dgm:spPr/>
      <dgm:t>
        <a:bodyPr/>
        <a:lstStyle/>
        <a:p>
          <a:endParaRPr lang="en-US"/>
        </a:p>
      </dgm:t>
    </dgm:pt>
    <dgm:pt modelId="{CF272826-2EE2-284F-82CE-80D2F54D06A1}" type="sibTrans" cxnId="{EEE5705F-A4DA-924C-9E1E-0F6636096851}">
      <dgm:prSet/>
      <dgm:spPr/>
      <dgm:t>
        <a:bodyPr/>
        <a:lstStyle/>
        <a:p>
          <a:endParaRPr lang="en-US"/>
        </a:p>
      </dgm:t>
    </dgm:pt>
    <dgm:pt modelId="{7B490873-3F8C-6C47-BCCE-B410429C0291}">
      <dgm:prSet phldrT="[Text]"/>
      <dgm:spPr>
        <a:solidFill>
          <a:schemeClr val="accent6">
            <a:lumMod val="75000"/>
          </a:schemeClr>
        </a:solidFill>
        <a:effectLst/>
      </dgm:spPr>
      <dgm:t>
        <a:bodyPr/>
        <a:lstStyle/>
        <a:p>
          <a:r>
            <a:rPr lang="en-US" dirty="0">
              <a:latin typeface="18 VAG Rounded Bold   07390"/>
              <a:cs typeface="18 vag rounded bold"/>
            </a:rPr>
            <a:t>Assembly program: </a:t>
          </a:r>
          <a:r>
            <a:rPr lang="en-US" b="1" dirty="0" err="1">
              <a:latin typeface="Courier"/>
              <a:cs typeface="Courier"/>
            </a:rPr>
            <a:t>foo.s</a:t>
          </a:r>
          <a:endParaRPr lang="en-US" b="1" dirty="0">
            <a:latin typeface="Courier"/>
            <a:cs typeface="Courier"/>
          </a:endParaRPr>
        </a:p>
      </dgm:t>
    </dgm:pt>
    <dgm:pt modelId="{A6001A36-4E94-404D-BE9C-3F83BAB95158}" type="parTrans" cxnId="{00C63BDD-6812-B541-83A0-C524778A2A33}">
      <dgm:prSet/>
      <dgm:spPr/>
      <dgm:t>
        <a:bodyPr/>
        <a:lstStyle/>
        <a:p>
          <a:endParaRPr lang="en-US"/>
        </a:p>
      </dgm:t>
    </dgm:pt>
    <dgm:pt modelId="{A2C4A343-66AA-C241-855D-24C153D727C0}" type="sibTrans" cxnId="{00C63BDD-6812-B541-83A0-C524778A2A33}">
      <dgm:prSet/>
      <dgm:spPr/>
      <dgm:t>
        <a:bodyPr/>
        <a:lstStyle/>
        <a:p>
          <a:endParaRPr lang="en-US"/>
        </a:p>
      </dgm:t>
    </dgm:pt>
    <dgm:pt modelId="{7A703120-5E94-4E43-AFCE-8826D79E0752}">
      <dgm:prSet phldrT="[Text]"/>
      <dgm:spPr>
        <a:solidFill>
          <a:schemeClr val="accent1"/>
        </a:solidFill>
        <a:effectLst>
          <a:glow rad="101600">
            <a:schemeClr val="accent1">
              <a:alpha val="75000"/>
            </a:schemeClr>
          </a:glow>
        </a:effectLst>
      </dgm:spPr>
      <dgm:t>
        <a:bodyPr/>
        <a:lstStyle/>
        <a:p>
          <a:r>
            <a:rPr lang="en-US" dirty="0">
              <a:latin typeface="18 VAG Rounded Bold   07390"/>
              <a:cs typeface="18 vag rounded bold"/>
            </a:rPr>
            <a:t>Assembler</a:t>
          </a:r>
        </a:p>
      </dgm:t>
    </dgm:pt>
    <dgm:pt modelId="{0040CADA-ECD6-1242-9279-F53B42892525}" type="parTrans" cxnId="{D43D05D8-A8AF-9547-9E59-27C21CF6D3E8}">
      <dgm:prSet/>
      <dgm:spPr/>
      <dgm:t>
        <a:bodyPr/>
        <a:lstStyle/>
        <a:p>
          <a:endParaRPr lang="en-US"/>
        </a:p>
      </dgm:t>
    </dgm:pt>
    <dgm:pt modelId="{F4637A65-98E0-094D-B4FC-616888A7C479}" type="sibTrans" cxnId="{D43D05D8-A8AF-9547-9E59-27C21CF6D3E8}">
      <dgm:prSet/>
      <dgm:spPr/>
      <dgm:t>
        <a:bodyPr/>
        <a:lstStyle/>
        <a:p>
          <a:endParaRPr lang="en-US"/>
        </a:p>
      </dgm:t>
    </dgm:pt>
    <dgm:pt modelId="{6B03903D-2083-194D-BF86-7D5912BBB1D7}">
      <dgm:prSet phldrT="[Text]"/>
      <dgm:spPr>
        <a:solidFill>
          <a:schemeClr val="accent6">
            <a:lumMod val="75000"/>
          </a:schemeClr>
        </a:solidFill>
        <a:effectLst/>
      </dgm:spPr>
      <dgm:t>
        <a:bodyPr/>
        <a:lstStyle/>
        <a:p>
          <a:r>
            <a:rPr lang="en-US" dirty="0">
              <a:latin typeface="18 VAG Rounded Bold   07390"/>
              <a:cs typeface="18 vag rounded bold"/>
            </a:rPr>
            <a:t>Object (mach </a:t>
          </a:r>
          <a:r>
            <a:rPr lang="en-US" dirty="0" err="1">
              <a:latin typeface="18 VAG Rounded Bold   07390"/>
              <a:cs typeface="18 vag rounded bold"/>
            </a:rPr>
            <a:t>lang</a:t>
          </a:r>
          <a:r>
            <a:rPr lang="en-US" dirty="0">
              <a:latin typeface="18 VAG Rounded Bold   07390"/>
              <a:cs typeface="18 vag rounded bold"/>
            </a:rPr>
            <a:t> module): </a:t>
          </a:r>
          <a:r>
            <a:rPr lang="en-US" b="1" dirty="0" err="1">
              <a:latin typeface="Courier"/>
              <a:cs typeface="Courier"/>
            </a:rPr>
            <a:t>foo.o</a:t>
          </a:r>
          <a:endParaRPr lang="en-US" b="1" dirty="0">
            <a:latin typeface="Courier"/>
            <a:cs typeface="Courier"/>
          </a:endParaRPr>
        </a:p>
      </dgm:t>
    </dgm:pt>
    <dgm:pt modelId="{85E6419A-A412-6D45-A2EC-AC1C412B286A}" type="parTrans" cxnId="{55CBBF3D-C657-A549-98E8-E82AFB6E9BEF}">
      <dgm:prSet/>
      <dgm:spPr/>
      <dgm:t>
        <a:bodyPr/>
        <a:lstStyle/>
        <a:p>
          <a:endParaRPr lang="en-US"/>
        </a:p>
      </dgm:t>
    </dgm:pt>
    <dgm:pt modelId="{5D376323-504A-C340-8959-D874555C3DC1}" type="sibTrans" cxnId="{55CBBF3D-C657-A549-98E8-E82AFB6E9BEF}">
      <dgm:prSet/>
      <dgm:spPr/>
      <dgm:t>
        <a:bodyPr/>
        <a:lstStyle/>
        <a:p>
          <a:endParaRPr lang="en-US"/>
        </a:p>
      </dgm:t>
    </dgm:pt>
    <dgm:pt modelId="{F7CF5AB1-071E-E84C-B329-5536FFDCB271}">
      <dgm:prSet phldrT="[Text]"/>
      <dgm:spPr>
        <a:solidFill>
          <a:schemeClr val="accent6"/>
        </a:solidFill>
        <a:effectLst>
          <a:glow rad="101600">
            <a:schemeClr val="accent6">
              <a:alpha val="75000"/>
            </a:schemeClr>
          </a:glow>
        </a:effectLst>
      </dgm:spPr>
      <dgm:t>
        <a:bodyPr/>
        <a:lstStyle/>
        <a:p>
          <a:r>
            <a:rPr lang="en-US" dirty="0">
              <a:latin typeface="18 VAG Rounded Bold   07390"/>
              <a:cs typeface="18 vag rounded bold"/>
            </a:rPr>
            <a:t>Linker</a:t>
          </a:r>
        </a:p>
      </dgm:t>
    </dgm:pt>
    <dgm:pt modelId="{36F80118-D772-0B4D-A376-7A5C21BB1E28}" type="parTrans" cxnId="{8029E182-EB9C-EA4D-95FA-41926A8ADE8C}">
      <dgm:prSet/>
      <dgm:spPr/>
      <dgm:t>
        <a:bodyPr/>
        <a:lstStyle/>
        <a:p>
          <a:endParaRPr lang="en-US"/>
        </a:p>
      </dgm:t>
    </dgm:pt>
    <dgm:pt modelId="{F0E78D73-4682-9E4A-A3C1-F2253996F6DD}" type="sibTrans" cxnId="{8029E182-EB9C-EA4D-95FA-41926A8ADE8C}">
      <dgm:prSet/>
      <dgm:spPr/>
      <dgm:t>
        <a:bodyPr/>
        <a:lstStyle/>
        <a:p>
          <a:endParaRPr lang="en-US"/>
        </a:p>
      </dgm:t>
    </dgm:pt>
    <dgm:pt modelId="{AAECF816-E805-754C-9D44-383350129CB4}">
      <dgm:prSet phldrT="[Text]"/>
      <dgm:spPr>
        <a:solidFill>
          <a:schemeClr val="accent2"/>
        </a:solidFill>
        <a:ln>
          <a:noFill/>
        </a:ln>
        <a:effectLst/>
      </dgm:spPr>
      <dgm:t>
        <a:bodyPr/>
        <a:lstStyle/>
        <a:p>
          <a:r>
            <a:rPr lang="en-US" dirty="0">
              <a:latin typeface="18 VAG Rounded Bold   07390"/>
              <a:cs typeface="18 vag rounded bold"/>
            </a:rPr>
            <a:t>Loader</a:t>
          </a:r>
        </a:p>
      </dgm:t>
    </dgm:pt>
    <dgm:pt modelId="{2B05313B-C6F0-4142-892D-F95E9FF44698}" type="parTrans" cxnId="{A37394B4-6A17-0D44-9B34-3A3A9B85B251}">
      <dgm:prSet/>
      <dgm:spPr/>
      <dgm:t>
        <a:bodyPr/>
        <a:lstStyle/>
        <a:p>
          <a:endParaRPr lang="en-US"/>
        </a:p>
      </dgm:t>
    </dgm:pt>
    <dgm:pt modelId="{462D0BCD-7AB9-3F41-8CD3-36E39FF6E7C2}" type="sibTrans" cxnId="{A37394B4-6A17-0D44-9B34-3A3A9B85B251}">
      <dgm:prSet/>
      <dgm:spPr/>
      <dgm:t>
        <a:bodyPr/>
        <a:lstStyle/>
        <a:p>
          <a:endParaRPr lang="en-US"/>
        </a:p>
      </dgm:t>
    </dgm:pt>
    <dgm:pt modelId="{B7F0B060-9CB7-7E41-B723-A4CFD981EC89}" type="pres">
      <dgm:prSet presAssocID="{6874B277-C05A-F04C-81F1-AFE82E7C694D}" presName="Name0" presStyleCnt="0">
        <dgm:presLayoutVars>
          <dgm:dir/>
          <dgm:animLvl val="lvl"/>
          <dgm:resizeHandles val="exact"/>
        </dgm:presLayoutVars>
      </dgm:prSet>
      <dgm:spPr/>
    </dgm:pt>
    <dgm:pt modelId="{B0D0E4A9-CEEB-6746-9751-6C5AC61544C0}" type="pres">
      <dgm:prSet presAssocID="{9EEDC6EE-0E75-AD42-9AD4-6A3E98423EF6}" presName="boxAndChildren" presStyleCnt="0"/>
      <dgm:spPr/>
    </dgm:pt>
    <dgm:pt modelId="{9C8D402F-1368-C044-A738-2DA9F17F3CC6}" type="pres">
      <dgm:prSet presAssocID="{9EEDC6EE-0E75-AD42-9AD4-6A3E98423EF6}" presName="parentTextBox" presStyleLbl="node1" presStyleIdx="0" presStyleCnt="9"/>
      <dgm:spPr/>
    </dgm:pt>
    <dgm:pt modelId="{71A0E934-7612-6845-8F99-DAFB9FA1977C}" type="pres">
      <dgm:prSet presAssocID="{462D0BCD-7AB9-3F41-8CD3-36E39FF6E7C2}" presName="sp" presStyleCnt="0"/>
      <dgm:spPr/>
    </dgm:pt>
    <dgm:pt modelId="{AEACEC9F-8E0C-314B-846C-60AB9667B250}" type="pres">
      <dgm:prSet presAssocID="{AAECF816-E805-754C-9D44-383350129CB4}" presName="arrowAndChildren" presStyleCnt="0"/>
      <dgm:spPr/>
    </dgm:pt>
    <dgm:pt modelId="{7B12BA32-5DB0-C047-A0D4-1650BF6FB212}" type="pres">
      <dgm:prSet presAssocID="{AAECF816-E805-754C-9D44-383350129CB4}" presName="parentTextArrow" presStyleLbl="node1" presStyleIdx="1" presStyleCnt="9"/>
      <dgm:spPr/>
    </dgm:pt>
    <dgm:pt modelId="{8E0656CC-EAD5-064F-B087-AAD2461BB8B3}" type="pres">
      <dgm:prSet presAssocID="{014EA806-C7AA-534D-B230-34AA4BA39074}" presName="sp" presStyleCnt="0"/>
      <dgm:spPr/>
    </dgm:pt>
    <dgm:pt modelId="{8D394CE5-702C-124D-8669-24721F7FC071}" type="pres">
      <dgm:prSet presAssocID="{3D3E9305-B39C-9E47-8B0E-704DE21276A2}" presName="arrowAndChildren" presStyleCnt="0"/>
      <dgm:spPr/>
    </dgm:pt>
    <dgm:pt modelId="{0BF3E98C-8570-8B42-AC81-4CC700DE9808}" type="pres">
      <dgm:prSet presAssocID="{3D3E9305-B39C-9E47-8B0E-704DE21276A2}" presName="parentTextArrow" presStyleLbl="node1" presStyleIdx="2" presStyleCnt="9"/>
      <dgm:spPr/>
    </dgm:pt>
    <dgm:pt modelId="{965CCB3D-734A-E140-9CC4-28A7D8FC2BB1}" type="pres">
      <dgm:prSet presAssocID="{F0E78D73-4682-9E4A-A3C1-F2253996F6DD}" presName="sp" presStyleCnt="0"/>
      <dgm:spPr/>
    </dgm:pt>
    <dgm:pt modelId="{06147846-209D-B742-B056-CDEABBF24055}" type="pres">
      <dgm:prSet presAssocID="{F7CF5AB1-071E-E84C-B329-5536FFDCB271}" presName="arrowAndChildren" presStyleCnt="0"/>
      <dgm:spPr/>
    </dgm:pt>
    <dgm:pt modelId="{7AE1C772-9DBB-6441-BE15-0E1D3D6FE59C}" type="pres">
      <dgm:prSet presAssocID="{F7CF5AB1-071E-E84C-B329-5536FFDCB271}" presName="parentTextArrow" presStyleLbl="node1" presStyleIdx="3" presStyleCnt="9"/>
      <dgm:spPr/>
    </dgm:pt>
    <dgm:pt modelId="{979A61D6-0C81-FE40-A5AE-EED2D9248FDA}" type="pres">
      <dgm:prSet presAssocID="{5D376323-504A-C340-8959-D874555C3DC1}" presName="sp" presStyleCnt="0"/>
      <dgm:spPr/>
    </dgm:pt>
    <dgm:pt modelId="{71F1C9E9-2347-E547-849F-4421607881AC}" type="pres">
      <dgm:prSet presAssocID="{6B03903D-2083-194D-BF86-7D5912BBB1D7}" presName="arrowAndChildren" presStyleCnt="0"/>
      <dgm:spPr/>
    </dgm:pt>
    <dgm:pt modelId="{9BE3E724-A622-1F42-8344-499FE3CB1213}" type="pres">
      <dgm:prSet presAssocID="{6B03903D-2083-194D-BF86-7D5912BBB1D7}" presName="parentTextArrow" presStyleLbl="node1" presStyleIdx="4" presStyleCnt="9"/>
      <dgm:spPr/>
    </dgm:pt>
    <dgm:pt modelId="{C493CD63-1571-9E43-BF69-41F258302629}" type="pres">
      <dgm:prSet presAssocID="{F4637A65-98E0-094D-B4FC-616888A7C479}" presName="sp" presStyleCnt="0"/>
      <dgm:spPr/>
    </dgm:pt>
    <dgm:pt modelId="{97001315-234F-A54F-AC68-B6F97AD7D208}" type="pres">
      <dgm:prSet presAssocID="{7A703120-5E94-4E43-AFCE-8826D79E0752}" presName="arrowAndChildren" presStyleCnt="0"/>
      <dgm:spPr/>
    </dgm:pt>
    <dgm:pt modelId="{6CF617F3-BDBA-D747-8539-E57CDB546D4C}" type="pres">
      <dgm:prSet presAssocID="{7A703120-5E94-4E43-AFCE-8826D79E0752}" presName="parentTextArrow" presStyleLbl="node1" presStyleIdx="5" presStyleCnt="9"/>
      <dgm:spPr/>
    </dgm:pt>
    <dgm:pt modelId="{168654CF-17DC-EB42-A308-BCC6A9B24CEA}" type="pres">
      <dgm:prSet presAssocID="{A2C4A343-66AA-C241-855D-24C153D727C0}" presName="sp" presStyleCnt="0"/>
      <dgm:spPr/>
    </dgm:pt>
    <dgm:pt modelId="{73505428-7FB4-9445-A8EC-9E53F8051833}" type="pres">
      <dgm:prSet presAssocID="{7B490873-3F8C-6C47-BCCE-B410429C0291}" presName="arrowAndChildren" presStyleCnt="0"/>
      <dgm:spPr/>
    </dgm:pt>
    <dgm:pt modelId="{8861396F-4F80-1949-97A7-CA9286FE350B}" type="pres">
      <dgm:prSet presAssocID="{7B490873-3F8C-6C47-BCCE-B410429C0291}" presName="parentTextArrow" presStyleLbl="node1" presStyleIdx="6" presStyleCnt="9"/>
      <dgm:spPr/>
    </dgm:pt>
    <dgm:pt modelId="{B7612272-CD93-E04E-AC1D-B68F207428B7}" type="pres">
      <dgm:prSet presAssocID="{2C5CF12D-E515-574D-BAB8-DA757FC1B314}" presName="sp" presStyleCnt="0"/>
      <dgm:spPr/>
    </dgm:pt>
    <dgm:pt modelId="{86CB7E37-0270-FA45-8B24-A03586F19ACE}" type="pres">
      <dgm:prSet presAssocID="{0D15FB73-0BBB-714B-9BB0-C2B2726CD3E1}" presName="arrowAndChildren" presStyleCnt="0"/>
      <dgm:spPr/>
    </dgm:pt>
    <dgm:pt modelId="{8E8E96C2-4F36-1749-BDB3-46131329B4B5}" type="pres">
      <dgm:prSet presAssocID="{0D15FB73-0BBB-714B-9BB0-C2B2726CD3E1}" presName="parentTextArrow" presStyleLbl="node1" presStyleIdx="7" presStyleCnt="9"/>
      <dgm:spPr/>
    </dgm:pt>
    <dgm:pt modelId="{1447AF3E-E6DA-5D45-8B21-A21A1207AEB5}" type="pres">
      <dgm:prSet presAssocID="{882EB0D7-7DF2-6140-B95A-892D51B1544B}" presName="sp" presStyleCnt="0"/>
      <dgm:spPr/>
    </dgm:pt>
    <dgm:pt modelId="{56CB6B94-7E70-C043-ADBF-B3C931176F34}" type="pres">
      <dgm:prSet presAssocID="{E6A2FABE-CA65-FF46-827D-F94953C1F6DD}" presName="arrowAndChildren" presStyleCnt="0"/>
      <dgm:spPr/>
    </dgm:pt>
    <dgm:pt modelId="{0F6727B6-DD01-E94D-A473-7A95C2277833}" type="pres">
      <dgm:prSet presAssocID="{E6A2FABE-CA65-FF46-827D-F94953C1F6DD}" presName="parentTextArrow" presStyleLbl="node1" presStyleIdx="8" presStyleCnt="9"/>
      <dgm:spPr/>
    </dgm:pt>
  </dgm:ptLst>
  <dgm:cxnLst>
    <dgm:cxn modelId="{697F501B-DB98-3743-9895-212971610050}" srcId="{6874B277-C05A-F04C-81F1-AFE82E7C694D}" destId="{0D15FB73-0BBB-714B-9BB0-C2B2726CD3E1}" srcOrd="1" destOrd="0" parTransId="{E7CB6CB2-8AB0-0145-A0AB-6D20EAD10602}" sibTransId="{2C5CF12D-E515-574D-BAB8-DA757FC1B314}"/>
    <dgm:cxn modelId="{7C159C2A-D38E-564E-AD86-7D0761055A17}" type="presOf" srcId="{6874B277-C05A-F04C-81F1-AFE82E7C694D}" destId="{B7F0B060-9CB7-7E41-B723-A4CFD981EC89}" srcOrd="0" destOrd="0" presId="urn:microsoft.com/office/officeart/2005/8/layout/process4"/>
    <dgm:cxn modelId="{2A28F731-37DF-AD41-905B-B8DB1D245778}" srcId="{6874B277-C05A-F04C-81F1-AFE82E7C694D}" destId="{E6A2FABE-CA65-FF46-827D-F94953C1F6DD}" srcOrd="0" destOrd="0" parTransId="{2413BF35-2EF3-9047-AA3F-BE5902002ED6}" sibTransId="{882EB0D7-7DF2-6140-B95A-892D51B1544B}"/>
    <dgm:cxn modelId="{3BC8FC37-3DB3-BB49-9127-4414B1B57751}" type="presOf" srcId="{7B490873-3F8C-6C47-BCCE-B410429C0291}" destId="{8861396F-4F80-1949-97A7-CA9286FE350B}" srcOrd="0" destOrd="0" presId="urn:microsoft.com/office/officeart/2005/8/layout/process4"/>
    <dgm:cxn modelId="{55CBBF3D-C657-A549-98E8-E82AFB6E9BEF}" srcId="{6874B277-C05A-F04C-81F1-AFE82E7C694D}" destId="{6B03903D-2083-194D-BF86-7D5912BBB1D7}" srcOrd="4" destOrd="0" parTransId="{85E6419A-A412-6D45-A2EC-AC1C412B286A}" sibTransId="{5D376323-504A-C340-8959-D874555C3DC1}"/>
    <dgm:cxn modelId="{8ABB825B-4790-BE40-9050-FDE5061992D0}" type="presOf" srcId="{AAECF816-E805-754C-9D44-383350129CB4}" destId="{7B12BA32-5DB0-C047-A0D4-1650BF6FB212}" srcOrd="0" destOrd="0" presId="urn:microsoft.com/office/officeart/2005/8/layout/process4"/>
    <dgm:cxn modelId="{EEE5705F-A4DA-924C-9E1E-0F6636096851}" srcId="{6874B277-C05A-F04C-81F1-AFE82E7C694D}" destId="{9EEDC6EE-0E75-AD42-9AD4-6A3E98423EF6}" srcOrd="8" destOrd="0" parTransId="{B18F3A01-B443-5F43-AE30-C485E3C7DEFD}" sibTransId="{CF272826-2EE2-284F-82CE-80D2F54D06A1}"/>
    <dgm:cxn modelId="{4FF6DF61-D802-AE4F-9DA8-17818802474B}" type="presOf" srcId="{F7CF5AB1-071E-E84C-B329-5536FFDCB271}" destId="{7AE1C772-9DBB-6441-BE15-0E1D3D6FE59C}" srcOrd="0" destOrd="0" presId="urn:microsoft.com/office/officeart/2005/8/layout/process4"/>
    <dgm:cxn modelId="{4FB14844-FCA6-C349-B34E-0581D40BC8C4}" type="presOf" srcId="{6B03903D-2083-194D-BF86-7D5912BBB1D7}" destId="{9BE3E724-A622-1F42-8344-499FE3CB1213}" srcOrd="0" destOrd="0" presId="urn:microsoft.com/office/officeart/2005/8/layout/process4"/>
    <dgm:cxn modelId="{C8335C77-76B7-1249-92AF-4EE056A71EBA}" type="presOf" srcId="{9EEDC6EE-0E75-AD42-9AD4-6A3E98423EF6}" destId="{9C8D402F-1368-C044-A738-2DA9F17F3CC6}" srcOrd="0" destOrd="0" presId="urn:microsoft.com/office/officeart/2005/8/layout/process4"/>
    <dgm:cxn modelId="{8029E182-EB9C-EA4D-95FA-41926A8ADE8C}" srcId="{6874B277-C05A-F04C-81F1-AFE82E7C694D}" destId="{F7CF5AB1-071E-E84C-B329-5536FFDCB271}" srcOrd="5" destOrd="0" parTransId="{36F80118-D772-0B4D-A376-7A5C21BB1E28}" sibTransId="{F0E78D73-4682-9E4A-A3C1-F2253996F6DD}"/>
    <dgm:cxn modelId="{77C10186-D028-D447-8456-F22DE030E372}" type="presOf" srcId="{3D3E9305-B39C-9E47-8B0E-704DE21276A2}" destId="{0BF3E98C-8570-8B42-AC81-4CC700DE9808}" srcOrd="0" destOrd="0" presId="urn:microsoft.com/office/officeart/2005/8/layout/process4"/>
    <dgm:cxn modelId="{87834B8D-6866-A740-89D6-C9BA277D0543}" type="presOf" srcId="{E6A2FABE-CA65-FF46-827D-F94953C1F6DD}" destId="{0F6727B6-DD01-E94D-A473-7A95C2277833}" srcOrd="0" destOrd="0" presId="urn:microsoft.com/office/officeart/2005/8/layout/process4"/>
    <dgm:cxn modelId="{87D324AE-C809-454A-9BA2-2925F333D558}" type="presOf" srcId="{7A703120-5E94-4E43-AFCE-8826D79E0752}" destId="{6CF617F3-BDBA-D747-8539-E57CDB546D4C}" srcOrd="0" destOrd="0" presId="urn:microsoft.com/office/officeart/2005/8/layout/process4"/>
    <dgm:cxn modelId="{A37394B4-6A17-0D44-9B34-3A3A9B85B251}" srcId="{6874B277-C05A-F04C-81F1-AFE82E7C694D}" destId="{AAECF816-E805-754C-9D44-383350129CB4}" srcOrd="7" destOrd="0" parTransId="{2B05313B-C6F0-4142-892D-F95E9FF44698}" sibTransId="{462D0BCD-7AB9-3F41-8CD3-36E39FF6E7C2}"/>
    <dgm:cxn modelId="{D43D05D8-A8AF-9547-9E59-27C21CF6D3E8}" srcId="{6874B277-C05A-F04C-81F1-AFE82E7C694D}" destId="{7A703120-5E94-4E43-AFCE-8826D79E0752}" srcOrd="3" destOrd="0" parTransId="{0040CADA-ECD6-1242-9279-F53B42892525}" sibTransId="{F4637A65-98E0-094D-B4FC-616888A7C479}"/>
    <dgm:cxn modelId="{00C63BDD-6812-B541-83A0-C524778A2A33}" srcId="{6874B277-C05A-F04C-81F1-AFE82E7C694D}" destId="{7B490873-3F8C-6C47-BCCE-B410429C0291}" srcOrd="2" destOrd="0" parTransId="{A6001A36-4E94-404D-BE9C-3F83BAB95158}" sibTransId="{A2C4A343-66AA-C241-855D-24C153D727C0}"/>
    <dgm:cxn modelId="{BF791EE5-4C5C-934E-AA93-3B62B17A6789}" type="presOf" srcId="{0D15FB73-0BBB-714B-9BB0-C2B2726CD3E1}" destId="{8E8E96C2-4F36-1749-BDB3-46131329B4B5}" srcOrd="0" destOrd="0" presId="urn:microsoft.com/office/officeart/2005/8/layout/process4"/>
    <dgm:cxn modelId="{FE2F71F4-E073-B046-892B-5C2C7910F623}" srcId="{6874B277-C05A-F04C-81F1-AFE82E7C694D}" destId="{3D3E9305-B39C-9E47-8B0E-704DE21276A2}" srcOrd="6" destOrd="0" parTransId="{A9B374A5-7135-8946-82F1-B740DB02A802}" sibTransId="{014EA806-C7AA-534D-B230-34AA4BA39074}"/>
    <dgm:cxn modelId="{FD5106ED-E788-014F-BC69-042300B20D9F}" type="presParOf" srcId="{B7F0B060-9CB7-7E41-B723-A4CFD981EC89}" destId="{B0D0E4A9-CEEB-6746-9751-6C5AC61544C0}" srcOrd="0" destOrd="0" presId="urn:microsoft.com/office/officeart/2005/8/layout/process4"/>
    <dgm:cxn modelId="{60FA2889-B20C-DE4E-9623-56D14831EDBC}" type="presParOf" srcId="{B0D0E4A9-CEEB-6746-9751-6C5AC61544C0}" destId="{9C8D402F-1368-C044-A738-2DA9F17F3CC6}" srcOrd="0" destOrd="0" presId="urn:microsoft.com/office/officeart/2005/8/layout/process4"/>
    <dgm:cxn modelId="{7B44DBE0-CC6B-1746-B5AC-ABB17694FCE4}" type="presParOf" srcId="{B7F0B060-9CB7-7E41-B723-A4CFD981EC89}" destId="{71A0E934-7612-6845-8F99-DAFB9FA1977C}" srcOrd="1" destOrd="0" presId="urn:microsoft.com/office/officeart/2005/8/layout/process4"/>
    <dgm:cxn modelId="{DFEA9014-DB24-7D4E-A0E3-88472E3DD616}" type="presParOf" srcId="{B7F0B060-9CB7-7E41-B723-A4CFD981EC89}" destId="{AEACEC9F-8E0C-314B-846C-60AB9667B250}" srcOrd="2" destOrd="0" presId="urn:microsoft.com/office/officeart/2005/8/layout/process4"/>
    <dgm:cxn modelId="{F9B7F279-E145-9F41-B1A0-68CC43C500A2}" type="presParOf" srcId="{AEACEC9F-8E0C-314B-846C-60AB9667B250}" destId="{7B12BA32-5DB0-C047-A0D4-1650BF6FB212}" srcOrd="0" destOrd="0" presId="urn:microsoft.com/office/officeart/2005/8/layout/process4"/>
    <dgm:cxn modelId="{4E93F788-32CC-C54C-A047-C30B3D19A7F4}" type="presParOf" srcId="{B7F0B060-9CB7-7E41-B723-A4CFD981EC89}" destId="{8E0656CC-EAD5-064F-B087-AAD2461BB8B3}" srcOrd="3" destOrd="0" presId="urn:microsoft.com/office/officeart/2005/8/layout/process4"/>
    <dgm:cxn modelId="{1E03B651-8A20-434F-AE43-2179EC24942D}" type="presParOf" srcId="{B7F0B060-9CB7-7E41-B723-A4CFD981EC89}" destId="{8D394CE5-702C-124D-8669-24721F7FC071}" srcOrd="4" destOrd="0" presId="urn:microsoft.com/office/officeart/2005/8/layout/process4"/>
    <dgm:cxn modelId="{37F1F5EA-D410-2341-8A95-B8BF90D9AC1B}" type="presParOf" srcId="{8D394CE5-702C-124D-8669-24721F7FC071}" destId="{0BF3E98C-8570-8B42-AC81-4CC700DE9808}" srcOrd="0" destOrd="0" presId="urn:microsoft.com/office/officeart/2005/8/layout/process4"/>
    <dgm:cxn modelId="{2C6FDCF4-3E7F-D44A-B6BB-3A1F5D552833}" type="presParOf" srcId="{B7F0B060-9CB7-7E41-B723-A4CFD981EC89}" destId="{965CCB3D-734A-E140-9CC4-28A7D8FC2BB1}" srcOrd="5" destOrd="0" presId="urn:microsoft.com/office/officeart/2005/8/layout/process4"/>
    <dgm:cxn modelId="{1F4ADB15-B1DE-A947-90CB-95C7A089EF68}" type="presParOf" srcId="{B7F0B060-9CB7-7E41-B723-A4CFD981EC89}" destId="{06147846-209D-B742-B056-CDEABBF24055}" srcOrd="6" destOrd="0" presId="urn:microsoft.com/office/officeart/2005/8/layout/process4"/>
    <dgm:cxn modelId="{D36502AE-BA89-3140-AD80-DC4C2CED4DB5}" type="presParOf" srcId="{06147846-209D-B742-B056-CDEABBF24055}" destId="{7AE1C772-9DBB-6441-BE15-0E1D3D6FE59C}" srcOrd="0" destOrd="0" presId="urn:microsoft.com/office/officeart/2005/8/layout/process4"/>
    <dgm:cxn modelId="{42AF80C6-A228-B94E-ADFB-C1A8A51356EB}" type="presParOf" srcId="{B7F0B060-9CB7-7E41-B723-A4CFD981EC89}" destId="{979A61D6-0C81-FE40-A5AE-EED2D9248FDA}" srcOrd="7" destOrd="0" presId="urn:microsoft.com/office/officeart/2005/8/layout/process4"/>
    <dgm:cxn modelId="{EE348DC3-FD72-4546-BDFC-F42DBB9DC727}" type="presParOf" srcId="{B7F0B060-9CB7-7E41-B723-A4CFD981EC89}" destId="{71F1C9E9-2347-E547-849F-4421607881AC}" srcOrd="8" destOrd="0" presId="urn:microsoft.com/office/officeart/2005/8/layout/process4"/>
    <dgm:cxn modelId="{CFE92810-99DF-F048-94F7-7C594D41B59E}" type="presParOf" srcId="{71F1C9E9-2347-E547-849F-4421607881AC}" destId="{9BE3E724-A622-1F42-8344-499FE3CB1213}" srcOrd="0" destOrd="0" presId="urn:microsoft.com/office/officeart/2005/8/layout/process4"/>
    <dgm:cxn modelId="{010AFBB6-5E54-3D4C-AA74-3BC1F5B0D3F0}" type="presParOf" srcId="{B7F0B060-9CB7-7E41-B723-A4CFD981EC89}" destId="{C493CD63-1571-9E43-BF69-41F258302629}" srcOrd="9" destOrd="0" presId="urn:microsoft.com/office/officeart/2005/8/layout/process4"/>
    <dgm:cxn modelId="{88EF2A74-D7CB-F643-9F66-CDEDBC73299C}" type="presParOf" srcId="{B7F0B060-9CB7-7E41-B723-A4CFD981EC89}" destId="{97001315-234F-A54F-AC68-B6F97AD7D208}" srcOrd="10" destOrd="0" presId="urn:microsoft.com/office/officeart/2005/8/layout/process4"/>
    <dgm:cxn modelId="{A4DF5D0F-4F1A-1D45-B178-A776D54E746A}" type="presParOf" srcId="{97001315-234F-A54F-AC68-B6F97AD7D208}" destId="{6CF617F3-BDBA-D747-8539-E57CDB546D4C}" srcOrd="0" destOrd="0" presId="urn:microsoft.com/office/officeart/2005/8/layout/process4"/>
    <dgm:cxn modelId="{9E18F652-B901-7E48-A7A3-6287D6B8D136}" type="presParOf" srcId="{B7F0B060-9CB7-7E41-B723-A4CFD981EC89}" destId="{168654CF-17DC-EB42-A308-BCC6A9B24CEA}" srcOrd="11" destOrd="0" presId="urn:microsoft.com/office/officeart/2005/8/layout/process4"/>
    <dgm:cxn modelId="{898EAB15-274B-8C40-9D75-3B90B48D1095}" type="presParOf" srcId="{B7F0B060-9CB7-7E41-B723-A4CFD981EC89}" destId="{73505428-7FB4-9445-A8EC-9E53F8051833}" srcOrd="12" destOrd="0" presId="urn:microsoft.com/office/officeart/2005/8/layout/process4"/>
    <dgm:cxn modelId="{E2D973ED-6125-E140-9F82-DCC918979F91}" type="presParOf" srcId="{73505428-7FB4-9445-A8EC-9E53F8051833}" destId="{8861396F-4F80-1949-97A7-CA9286FE350B}" srcOrd="0" destOrd="0" presId="urn:microsoft.com/office/officeart/2005/8/layout/process4"/>
    <dgm:cxn modelId="{9408657D-EDED-B44C-8139-04DC88483856}" type="presParOf" srcId="{B7F0B060-9CB7-7E41-B723-A4CFD981EC89}" destId="{B7612272-CD93-E04E-AC1D-B68F207428B7}" srcOrd="13" destOrd="0" presId="urn:microsoft.com/office/officeart/2005/8/layout/process4"/>
    <dgm:cxn modelId="{08755046-DECE-9947-9A03-0455FC7DDB6C}" type="presParOf" srcId="{B7F0B060-9CB7-7E41-B723-A4CFD981EC89}" destId="{86CB7E37-0270-FA45-8B24-A03586F19ACE}" srcOrd="14" destOrd="0" presId="urn:microsoft.com/office/officeart/2005/8/layout/process4"/>
    <dgm:cxn modelId="{831F4A76-5AC6-9C4B-B773-6959D2F55E28}" type="presParOf" srcId="{86CB7E37-0270-FA45-8B24-A03586F19ACE}" destId="{8E8E96C2-4F36-1749-BDB3-46131329B4B5}" srcOrd="0" destOrd="0" presId="urn:microsoft.com/office/officeart/2005/8/layout/process4"/>
    <dgm:cxn modelId="{95141FEC-0136-DC41-9F34-68593B082FCC}" type="presParOf" srcId="{B7F0B060-9CB7-7E41-B723-A4CFD981EC89}" destId="{1447AF3E-E6DA-5D45-8B21-A21A1207AEB5}" srcOrd="15" destOrd="0" presId="urn:microsoft.com/office/officeart/2005/8/layout/process4"/>
    <dgm:cxn modelId="{C95BFF6E-111B-A445-81B2-456C88CEC224}" type="presParOf" srcId="{B7F0B060-9CB7-7E41-B723-A4CFD981EC89}" destId="{56CB6B94-7E70-C043-ADBF-B3C931176F34}" srcOrd="16" destOrd="0" presId="urn:microsoft.com/office/officeart/2005/8/layout/process4"/>
    <dgm:cxn modelId="{45826092-8D5D-7948-A0BA-0E0FB639448A}" type="presParOf" srcId="{56CB6B94-7E70-C043-ADBF-B3C931176F34}" destId="{0F6727B6-DD01-E94D-A473-7A95C2277833}"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74B277-C05A-F04C-81F1-AFE82E7C694D}" type="doc">
      <dgm:prSet loTypeId="urn:microsoft.com/office/officeart/2005/8/layout/process4" loCatId="process" qsTypeId="urn:microsoft.com/office/officeart/2005/8/quickstyle/3D6" qsCatId="3D" csTypeId="urn:microsoft.com/office/officeart/2005/8/colors/colorful1#14" csCatId="colorful" phldr="1"/>
      <dgm:spPr>
        <a:scene3d>
          <a:camera prst="perspectiveFront" fov="5700000" zoom="92000">
            <a:rot lat="19536425" lon="20871123" rev="415955"/>
          </a:camera>
          <a:lightRig rig="balanced" dir="t">
            <a:rot lat="0" lon="0" rev="12700000"/>
          </a:lightRig>
        </a:scene3d>
      </dgm:spPr>
      <dgm:t>
        <a:bodyPr/>
        <a:lstStyle/>
        <a:p>
          <a:endParaRPr lang="en-US"/>
        </a:p>
      </dgm:t>
    </dgm:pt>
    <dgm:pt modelId="{6B03903D-2083-194D-BF86-7D5912BBB1D7}">
      <dgm:prSet phldrT="[Text]"/>
      <dgm:spPr>
        <a:solidFill>
          <a:schemeClr val="accent6">
            <a:lumMod val="75000"/>
          </a:schemeClr>
        </a:solidFill>
        <a:effectLst/>
        <a:sp3d prstMaterial="plastic">
          <a:bevelT w="50800" h="50800"/>
          <a:bevelB w="50800" h="50800"/>
        </a:sp3d>
      </dgm:spPr>
      <dgm:t>
        <a:bodyPr/>
        <a:lstStyle/>
        <a:p>
          <a:r>
            <a:rPr lang="en-US" b="1" dirty="0" err="1">
              <a:latin typeface="Courier"/>
              <a:cs typeface="Courier"/>
            </a:rPr>
            <a:t>lib.o</a:t>
          </a:r>
          <a:endParaRPr lang="en-US" b="1" dirty="0">
            <a:latin typeface="Courier"/>
            <a:cs typeface="Courier"/>
          </a:endParaRPr>
        </a:p>
      </dgm:t>
    </dgm:pt>
    <dgm:pt modelId="{85E6419A-A412-6D45-A2EC-AC1C412B286A}" type="parTrans" cxnId="{55CBBF3D-C657-A549-98E8-E82AFB6E9BEF}">
      <dgm:prSet/>
      <dgm:spPr/>
      <dgm:t>
        <a:bodyPr/>
        <a:lstStyle/>
        <a:p>
          <a:endParaRPr lang="en-US"/>
        </a:p>
      </dgm:t>
    </dgm:pt>
    <dgm:pt modelId="{5D376323-504A-C340-8959-D874555C3DC1}" type="sibTrans" cxnId="{55CBBF3D-C657-A549-98E8-E82AFB6E9BEF}">
      <dgm:prSet/>
      <dgm:spPr/>
      <dgm:t>
        <a:bodyPr/>
        <a:lstStyle/>
        <a:p>
          <a:endParaRPr lang="en-US"/>
        </a:p>
      </dgm:t>
    </dgm:pt>
    <dgm:pt modelId="{B7F0B060-9CB7-7E41-B723-A4CFD981EC89}" type="pres">
      <dgm:prSet presAssocID="{6874B277-C05A-F04C-81F1-AFE82E7C694D}" presName="Name0" presStyleCnt="0">
        <dgm:presLayoutVars>
          <dgm:dir/>
          <dgm:animLvl val="lvl"/>
          <dgm:resizeHandles val="exact"/>
        </dgm:presLayoutVars>
      </dgm:prSet>
      <dgm:spPr/>
    </dgm:pt>
    <dgm:pt modelId="{D8650F80-DA51-1045-90D9-0B85668D54A1}" type="pres">
      <dgm:prSet presAssocID="{6B03903D-2083-194D-BF86-7D5912BBB1D7}" presName="boxAndChildren" presStyleCnt="0"/>
      <dgm:spPr/>
    </dgm:pt>
    <dgm:pt modelId="{E469AF61-9493-3B46-82D0-8B07D495B049}" type="pres">
      <dgm:prSet presAssocID="{6B03903D-2083-194D-BF86-7D5912BBB1D7}" presName="parentTextBox" presStyleLbl="node1" presStyleIdx="0" presStyleCnt="1"/>
      <dgm:spPr>
        <a:prstGeom prst="leftArrowCallout">
          <a:avLst/>
        </a:prstGeom>
      </dgm:spPr>
    </dgm:pt>
  </dgm:ptLst>
  <dgm:cxnLst>
    <dgm:cxn modelId="{55CBBF3D-C657-A549-98E8-E82AFB6E9BEF}" srcId="{6874B277-C05A-F04C-81F1-AFE82E7C694D}" destId="{6B03903D-2083-194D-BF86-7D5912BBB1D7}" srcOrd="0" destOrd="0" parTransId="{85E6419A-A412-6D45-A2EC-AC1C412B286A}" sibTransId="{5D376323-504A-C340-8959-D874555C3DC1}"/>
    <dgm:cxn modelId="{16EFB786-AC55-7742-8A37-373834B63ECE}" type="presOf" srcId="{6B03903D-2083-194D-BF86-7D5912BBB1D7}" destId="{E469AF61-9493-3B46-82D0-8B07D495B049}" srcOrd="0" destOrd="0" presId="urn:microsoft.com/office/officeart/2005/8/layout/process4"/>
    <dgm:cxn modelId="{43EB35B3-EEB1-814A-97C6-9CA8E664A145}" type="presOf" srcId="{6874B277-C05A-F04C-81F1-AFE82E7C694D}" destId="{B7F0B060-9CB7-7E41-B723-A4CFD981EC89}" srcOrd="0" destOrd="0" presId="urn:microsoft.com/office/officeart/2005/8/layout/process4"/>
    <dgm:cxn modelId="{1BD75415-8A89-8D4F-9E39-6344ABBDE13E}" type="presParOf" srcId="{B7F0B060-9CB7-7E41-B723-A4CFD981EC89}" destId="{D8650F80-DA51-1045-90D9-0B85668D54A1}" srcOrd="0" destOrd="0" presId="urn:microsoft.com/office/officeart/2005/8/layout/process4"/>
    <dgm:cxn modelId="{AD3BBE1C-D28A-A74F-8B82-AB47D28BA8F5}" type="presParOf" srcId="{D8650F80-DA51-1045-90D9-0B85668D54A1}" destId="{E469AF61-9493-3B46-82D0-8B07D495B049}" srcOrd="0" destOrd="0" presId="urn:microsoft.com/office/officeart/2005/8/layout/process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D402F-1368-C044-A738-2DA9F17F3CC6}">
      <dsp:nvSpPr>
        <dsp:cNvPr id="0" name=""/>
        <dsp:cNvSpPr/>
      </dsp:nvSpPr>
      <dsp:spPr>
        <a:xfrm>
          <a:off x="0" y="6054536"/>
          <a:ext cx="4114800" cy="496769"/>
        </a:xfrm>
        <a:prstGeom prst="rect">
          <a:avLst/>
        </a:prstGeom>
        <a:solidFill>
          <a:schemeClr val="accent6">
            <a:lumMod val="7500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18 VAG Rounded Bold   07390"/>
              <a:cs typeface="18 vag rounded bold"/>
            </a:rPr>
            <a:t>Memory</a:t>
          </a:r>
        </a:p>
      </dsp:txBody>
      <dsp:txXfrm>
        <a:off x="0" y="6054536"/>
        <a:ext cx="4114800" cy="496769"/>
      </dsp:txXfrm>
    </dsp:sp>
    <dsp:sp modelId="{7B12BA32-5DB0-C047-A0D4-1650BF6FB212}">
      <dsp:nvSpPr>
        <dsp:cNvPr id="0" name=""/>
        <dsp:cNvSpPr/>
      </dsp:nvSpPr>
      <dsp:spPr>
        <a:xfrm rot="10800000">
          <a:off x="0" y="5297955"/>
          <a:ext cx="4114800" cy="764031"/>
        </a:xfrm>
        <a:prstGeom prst="upArrowCallout">
          <a:avLst/>
        </a:prstGeom>
        <a:solidFill>
          <a:schemeClr val="accent2"/>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18 VAG Rounded Bold   07390"/>
              <a:cs typeface="18 vag rounded bold"/>
            </a:rPr>
            <a:t>Loader</a:t>
          </a:r>
        </a:p>
      </dsp:txBody>
      <dsp:txXfrm rot="10800000">
        <a:off x="0" y="5297955"/>
        <a:ext cx="4114800" cy="496444"/>
      </dsp:txXfrm>
    </dsp:sp>
    <dsp:sp modelId="{0BF3E98C-8570-8B42-AC81-4CC700DE9808}">
      <dsp:nvSpPr>
        <dsp:cNvPr id="0" name=""/>
        <dsp:cNvSpPr/>
      </dsp:nvSpPr>
      <dsp:spPr>
        <a:xfrm rot="10800000">
          <a:off x="0" y="4541375"/>
          <a:ext cx="4114800" cy="764031"/>
        </a:xfrm>
        <a:prstGeom prst="upArrowCallout">
          <a:avLst/>
        </a:prstGeom>
        <a:solidFill>
          <a:schemeClr val="accent6">
            <a:lumMod val="7500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18 VAG Rounded Bold   07390"/>
              <a:cs typeface="18 vag rounded bold"/>
            </a:rPr>
            <a:t>Executable (mach </a:t>
          </a:r>
          <a:r>
            <a:rPr lang="en-US" sz="1700" kern="1200" dirty="0" err="1">
              <a:latin typeface="18 VAG Rounded Bold   07390"/>
              <a:cs typeface="18 vag rounded bold"/>
            </a:rPr>
            <a:t>lang</a:t>
          </a:r>
          <a:r>
            <a:rPr lang="en-US" sz="1700" kern="1200" dirty="0">
              <a:latin typeface="18 VAG Rounded Bold   07390"/>
              <a:cs typeface="18 vag rounded bold"/>
            </a:rPr>
            <a:t> </a:t>
          </a:r>
          <a:r>
            <a:rPr lang="en-US" sz="1700" kern="1200" dirty="0" err="1">
              <a:latin typeface="18 VAG Rounded Bold   07390"/>
              <a:cs typeface="18 vag rounded bold"/>
            </a:rPr>
            <a:t>pgm</a:t>
          </a:r>
          <a:r>
            <a:rPr lang="en-US" sz="1700" kern="1200" dirty="0">
              <a:latin typeface="18 VAG Rounded Bold   07390"/>
              <a:cs typeface="18 vag rounded bold"/>
            </a:rPr>
            <a:t>): </a:t>
          </a:r>
          <a:r>
            <a:rPr lang="en-US" sz="1700" b="1" kern="1200" dirty="0" err="1">
              <a:latin typeface="Courier"/>
              <a:cs typeface="Courier"/>
            </a:rPr>
            <a:t>a.out</a:t>
          </a:r>
          <a:endParaRPr lang="en-US" sz="1700" b="1" kern="1200" dirty="0">
            <a:latin typeface="Courier"/>
            <a:cs typeface="Courier"/>
          </a:endParaRPr>
        </a:p>
      </dsp:txBody>
      <dsp:txXfrm rot="10800000">
        <a:off x="0" y="4541375"/>
        <a:ext cx="4114800" cy="496444"/>
      </dsp:txXfrm>
    </dsp:sp>
    <dsp:sp modelId="{7AE1C772-9DBB-6441-BE15-0E1D3D6FE59C}">
      <dsp:nvSpPr>
        <dsp:cNvPr id="0" name=""/>
        <dsp:cNvSpPr/>
      </dsp:nvSpPr>
      <dsp:spPr>
        <a:xfrm rot="10800000">
          <a:off x="0" y="3784795"/>
          <a:ext cx="4114800" cy="764031"/>
        </a:xfrm>
        <a:prstGeom prst="upArrowCallout">
          <a:avLst/>
        </a:prstGeom>
        <a:solidFill>
          <a:schemeClr val="accent6"/>
        </a:solidFill>
        <a:ln>
          <a:noFill/>
        </a:ln>
        <a:effectLst>
          <a:glow rad="101600">
            <a:schemeClr val="accent6">
              <a:alpha val="75000"/>
            </a:schemeClr>
          </a:glo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18 VAG Rounded Bold   07390"/>
              <a:cs typeface="18 vag rounded bold"/>
            </a:rPr>
            <a:t>Linker</a:t>
          </a:r>
        </a:p>
      </dsp:txBody>
      <dsp:txXfrm rot="10800000">
        <a:off x="0" y="3784795"/>
        <a:ext cx="4114800" cy="496444"/>
      </dsp:txXfrm>
    </dsp:sp>
    <dsp:sp modelId="{9BE3E724-A622-1F42-8344-499FE3CB1213}">
      <dsp:nvSpPr>
        <dsp:cNvPr id="0" name=""/>
        <dsp:cNvSpPr/>
      </dsp:nvSpPr>
      <dsp:spPr>
        <a:xfrm rot="10800000">
          <a:off x="0" y="3028215"/>
          <a:ext cx="4114800" cy="764031"/>
        </a:xfrm>
        <a:prstGeom prst="upArrowCallout">
          <a:avLst/>
        </a:prstGeom>
        <a:solidFill>
          <a:schemeClr val="accent6">
            <a:lumMod val="7500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18 VAG Rounded Bold   07390"/>
              <a:cs typeface="18 vag rounded bold"/>
            </a:rPr>
            <a:t>Object (mach </a:t>
          </a:r>
          <a:r>
            <a:rPr lang="en-US" sz="1700" kern="1200" dirty="0" err="1">
              <a:latin typeface="18 VAG Rounded Bold   07390"/>
              <a:cs typeface="18 vag rounded bold"/>
            </a:rPr>
            <a:t>lang</a:t>
          </a:r>
          <a:r>
            <a:rPr lang="en-US" sz="1700" kern="1200" dirty="0">
              <a:latin typeface="18 VAG Rounded Bold   07390"/>
              <a:cs typeface="18 vag rounded bold"/>
            </a:rPr>
            <a:t> module): </a:t>
          </a:r>
          <a:r>
            <a:rPr lang="en-US" sz="1700" b="1" kern="1200" dirty="0" err="1">
              <a:latin typeface="Courier"/>
              <a:cs typeface="Courier"/>
            </a:rPr>
            <a:t>foo.o</a:t>
          </a:r>
          <a:endParaRPr lang="en-US" sz="1700" b="1" kern="1200" dirty="0">
            <a:latin typeface="Courier"/>
            <a:cs typeface="Courier"/>
          </a:endParaRPr>
        </a:p>
      </dsp:txBody>
      <dsp:txXfrm rot="10800000">
        <a:off x="0" y="3028215"/>
        <a:ext cx="4114800" cy="496444"/>
      </dsp:txXfrm>
    </dsp:sp>
    <dsp:sp modelId="{6CF617F3-BDBA-D747-8539-E57CDB546D4C}">
      <dsp:nvSpPr>
        <dsp:cNvPr id="0" name=""/>
        <dsp:cNvSpPr/>
      </dsp:nvSpPr>
      <dsp:spPr>
        <a:xfrm rot="10800000">
          <a:off x="0" y="2271634"/>
          <a:ext cx="4114800" cy="764031"/>
        </a:xfrm>
        <a:prstGeom prst="upArrowCallout">
          <a:avLst/>
        </a:prstGeom>
        <a:solidFill>
          <a:schemeClr val="accent1"/>
        </a:solidFill>
        <a:ln>
          <a:noFill/>
        </a:ln>
        <a:effectLst>
          <a:glow rad="101600">
            <a:schemeClr val="accent1">
              <a:alpha val="75000"/>
            </a:schemeClr>
          </a:glo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18 VAG Rounded Bold   07390"/>
              <a:cs typeface="18 vag rounded bold"/>
            </a:rPr>
            <a:t>Assembler</a:t>
          </a:r>
        </a:p>
      </dsp:txBody>
      <dsp:txXfrm rot="10800000">
        <a:off x="0" y="2271634"/>
        <a:ext cx="4114800" cy="496444"/>
      </dsp:txXfrm>
    </dsp:sp>
    <dsp:sp modelId="{8861396F-4F80-1949-97A7-CA9286FE350B}">
      <dsp:nvSpPr>
        <dsp:cNvPr id="0" name=""/>
        <dsp:cNvSpPr/>
      </dsp:nvSpPr>
      <dsp:spPr>
        <a:xfrm rot="10800000">
          <a:off x="0" y="1515054"/>
          <a:ext cx="4114800" cy="764031"/>
        </a:xfrm>
        <a:prstGeom prst="upArrowCallout">
          <a:avLst/>
        </a:prstGeom>
        <a:solidFill>
          <a:schemeClr val="accent6">
            <a:lumMod val="7500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18 VAG Rounded Bold   07390"/>
              <a:cs typeface="18 vag rounded bold"/>
            </a:rPr>
            <a:t>Assembly program: </a:t>
          </a:r>
          <a:r>
            <a:rPr lang="en-US" sz="1700" b="1" kern="1200" dirty="0" err="1">
              <a:latin typeface="Courier"/>
              <a:cs typeface="Courier"/>
            </a:rPr>
            <a:t>foo.s</a:t>
          </a:r>
          <a:endParaRPr lang="en-US" sz="1700" b="1" kern="1200" dirty="0">
            <a:latin typeface="Courier"/>
            <a:cs typeface="Courier"/>
          </a:endParaRPr>
        </a:p>
      </dsp:txBody>
      <dsp:txXfrm rot="10800000">
        <a:off x="0" y="1515054"/>
        <a:ext cx="4114800" cy="496444"/>
      </dsp:txXfrm>
    </dsp:sp>
    <dsp:sp modelId="{8E8E96C2-4F36-1749-BDB3-46131329B4B5}">
      <dsp:nvSpPr>
        <dsp:cNvPr id="0" name=""/>
        <dsp:cNvSpPr/>
      </dsp:nvSpPr>
      <dsp:spPr>
        <a:xfrm rot="10800000">
          <a:off x="0" y="758474"/>
          <a:ext cx="4114800" cy="764031"/>
        </a:xfrm>
        <a:prstGeom prst="upArrowCallout">
          <a:avLst/>
        </a:prstGeom>
        <a:solidFill>
          <a:schemeClr val="accent4">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18 VAG Rounded Bold   07390"/>
              <a:cs typeface="18 vag rounded bold"/>
            </a:rPr>
            <a:t>Compiler</a:t>
          </a:r>
        </a:p>
      </dsp:txBody>
      <dsp:txXfrm rot="10800000">
        <a:off x="0" y="758474"/>
        <a:ext cx="4114800" cy="496444"/>
      </dsp:txXfrm>
    </dsp:sp>
    <dsp:sp modelId="{0F6727B6-DD01-E94D-A473-7A95C2277833}">
      <dsp:nvSpPr>
        <dsp:cNvPr id="0" name=""/>
        <dsp:cNvSpPr/>
      </dsp:nvSpPr>
      <dsp:spPr>
        <a:xfrm rot="10800000">
          <a:off x="0" y="1894"/>
          <a:ext cx="4114800" cy="764031"/>
        </a:xfrm>
        <a:prstGeom prst="upArrowCallout">
          <a:avLst/>
        </a:prstGeom>
        <a:solidFill>
          <a:schemeClr val="accent6">
            <a:lumMod val="7500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18 VAG Rounded Bold   07390"/>
              <a:cs typeface="07390"/>
            </a:rPr>
            <a:t>C program: </a:t>
          </a:r>
          <a:r>
            <a:rPr lang="en-US" sz="1700" b="1" kern="1200" dirty="0" err="1">
              <a:latin typeface="Courier"/>
              <a:cs typeface="Courier"/>
            </a:rPr>
            <a:t>foo.c</a:t>
          </a:r>
          <a:endParaRPr lang="en-US" sz="1700" b="1" kern="1200" dirty="0">
            <a:latin typeface="Courier"/>
            <a:cs typeface="Courier"/>
          </a:endParaRPr>
        </a:p>
      </dsp:txBody>
      <dsp:txXfrm rot="10800000">
        <a:off x="0" y="1894"/>
        <a:ext cx="4114800" cy="4964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69AF61-9493-3B46-82D0-8B07D495B049}">
      <dsp:nvSpPr>
        <dsp:cNvPr id="0" name=""/>
        <dsp:cNvSpPr/>
      </dsp:nvSpPr>
      <dsp:spPr>
        <a:xfrm>
          <a:off x="0" y="0"/>
          <a:ext cx="1524000" cy="609600"/>
        </a:xfrm>
        <a:prstGeom prst="leftArrowCallout">
          <a:avLst/>
        </a:prstGeom>
        <a:solidFill>
          <a:schemeClr val="accent6">
            <a:lumMod val="75000"/>
          </a:schemeClr>
        </a:solidFill>
        <a:ln>
          <a:noFill/>
        </a:ln>
        <a:effectLst/>
        <a:scene3d>
          <a:camera prst="perspectiveFront" fov="5700000" zoom="92000">
            <a:rot lat="19536425" lon="20871123" rev="415955"/>
          </a:camera>
          <a:lightRig rig="balanced" dir="t">
            <a:rot lat="0" lon="0" rev="12700000"/>
          </a:lightRig>
        </a:scene3d>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dirty="0" err="1">
              <a:latin typeface="Courier"/>
              <a:cs typeface="Courier"/>
            </a:rPr>
            <a:t>lib.o</a:t>
          </a:r>
          <a:endParaRPr lang="en-US" sz="1800" b="1" kern="1200" dirty="0">
            <a:latin typeface="Courier"/>
            <a:cs typeface="Courier"/>
          </a:endParaRPr>
        </a:p>
      </dsp:txBody>
      <dsp:txXfrm>
        <a:off x="533751" y="0"/>
        <a:ext cx="990249" cy="609600"/>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9A8130D-73F2-FD4E-ADD1-56B4BD913E59}" type="datetimeFigureOut">
              <a:rPr lang="en-US" smtClean="0"/>
              <a:t>10/31/2025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506CA1D-6F44-574A-91AD-956FEE596085}" type="slidenum">
              <a:rPr lang="en-US" smtClean="0"/>
              <a:t>‹#›</a:t>
            </a:fld>
            <a:endParaRPr lang="en-US"/>
          </a:p>
        </p:txBody>
      </p:sp>
    </p:spTree>
    <p:extLst>
      <p:ext uri="{BB962C8B-B14F-4D97-AF65-F5344CB8AC3E}">
        <p14:creationId xmlns:p14="http://schemas.microsoft.com/office/powerpoint/2010/main" val="1251643111"/>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3:45:03.452"/>
    </inkml:context>
    <inkml:brush xml:id="br0">
      <inkml:brushProperty name="width" value="0.05" units="cm"/>
      <inkml:brushProperty name="height" value="0.05" units="cm"/>
      <inkml:brushProperty name="color" value="#E71224"/>
    </inkml:brush>
  </inkml:definitions>
  <inkml:trace contextRef="#ctx0" brushRef="#br0">9 19 7831 0 0,'0'0'760'0'0,"-8"-8"-672"0"0,8-2-424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3:45:03.806"/>
    </inkml:context>
    <inkml:brush xml:id="br0">
      <inkml:brushProperty name="width" value="0.05" units="cm"/>
      <inkml:brushProperty name="height" value="0.05" units="cm"/>
      <inkml:brushProperty name="color" value="#E71224"/>
    </inkml:brush>
  </inkml:definitions>
  <inkml:trace contextRef="#ctx0" brushRef="#br0">42 14 12895 0 0,'-19'-7'576'0'0,"7"4"112"0"0,2-1-552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3:45:08.806"/>
    </inkml:context>
    <inkml:brush xml:id="br0">
      <inkml:brushProperty name="width" value="0.05" units="cm"/>
      <inkml:brushProperty name="height" value="0.05" units="cm"/>
      <inkml:brushProperty name="color" value="#E71224"/>
    </inkml:brush>
  </inkml:definitions>
  <inkml:trace contextRef="#ctx0" brushRef="#br0">12 29 5815 0 0,'0'0'647'0'0,"-4"-11"-166"0"0,3 8-428 0 0,-5-10 81 0 0,5 12-106 0 0</inkml:trace>
</inkml:ink>
</file>

<file path=ppt/ink/ink4.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3-12T04:24:02.410"/>
    </inkml:context>
    <inkml:brush xml:id="br0">
      <inkml:brushProperty name="width" value="0.05292" units="cm"/>
      <inkml:brushProperty name="height" value="0.05292" units="cm"/>
      <inkml:brushProperty name="color" value="#FF0000"/>
    </inkml:brush>
  </inkml:definitions>
  <inkml:trace contextRef="#ctx0" brushRef="#br0">1865 788 33167 0,'0'0'2944'0,"1"-3"-2352"16,1 0-464-16,-2 0-128 0,3 1-256 0,-3 2-64 16,2-3 0-16,-2 3-16 0,0 0 336 0,0 0 0 15,0 0 0-15,0 0 0 0,0 0 176 0,0 0 96 16,0 0 32-16,-11 11 0 0,1-2-160 0,1 1-16 15,-1-1-128-15,2 4 192 0,-3 5-192 0,1 2 0 16,-1-3 0-16,0 7 0 0,2 5 0 0,-3 2 0 0,0-2 0 0,1 4 0 16,-2 2 0-16,0-1-128 15,5 0 128-15,-2-3 0 0,-1-5 0 0,0-2-128 0,2-2 128 0,1 0 0 16,1 1-256-16,2-1 48 0,2-2 16 16,0-2 0-1,-1-3-576-15,2-2-96 0,1-2-32 0,2-3 0 16,-1-8-2000-16,0 0-416 0</inkml:trace>
  <inkml:trace contextRef="#ctx0" brushRef="#br0" timeOffset="198.22">1594 769 23039 0,'0'0'2048'0,"0"0"-1648"0,0 0-400 0,4-7 0 16,-4 7 2000-16,10-7 320 0,2-2 64 0,7 0 16 0,2 0-1616 0,4-1-320 15,2 0-64-15,3 2-16 0,1-1-256 0,1 1-128 16,0 2 128-16,0 1-128 0,-2 1 0 0,-2 2 128 16,-4 0-128-16,0 2 0 15,2 0-1136-15,0 4-304 0,0 1-64 0</inkml:trace>
  <inkml:trace contextRef="#ctx0" brushRef="#br0" timeOffset="392.16">2156 1117 35935 0,'-11'6'3200'0,"0"1"-2560"0,2 0-512 0,0 4-128 15,0 3 0-15,1 0 128 0,0 2-128 0,-1 0 128 16,-1-2-128-16,-2 0 0 0,1 0 128 0,0-2-128 16,1-1 160-16,2-2-32 0,2-1-128 0,-1 0 192 15,3-4-192-15,-1 0-240 0,2-1 48 0,0 0 16 31,-2-2-2016-31,1-1-416 0</inkml:trace>
  <inkml:trace contextRef="#ctx0" brushRef="#br0" timeOffset="925.31">2165 1172 19343 0,'0'0'848'0,"0"0"192"0,0 0-832 0,7 5-208 0,2-2 0 0,2 3 0 15,1 2 3920-15,1 0 752 0,-1 1 128 0,1 1 48 0,-4-1-3792 16,1 0-752-16,-2-2-160 0,-1 2-16 15,-4-3-128-15,0 0 144 0,1 2-144 0,-1 1 160 0,0 0-160 0,0 0 128 16,1 0-128-16,-1 0 128 0,5 4-128 0,-2-2-176 16,1-3 48-16,1-3 0 15,0-1-576-15,3-3-128 0,2-2 0 16,1-1-16-16,0-2-192 0,0-1-48 16,0-3 0-16,0-2 0 0,0-1 560 0,2 0 96 0,0 0 32 0,2-2 0 0,-4-2 688 0,-1-1 144 15,-1 1 16-15,0 2 16 0,-1 2 560 0,-1 2 128 16,-2 1 0-16,0 3 16 0,-2 0-432 0,-6 5-96 15,0 0 0-15,0 0-16 0,0 0-304 0,0 0-48 16,5 8-16-16,-5-8 0 0,3 10-112 0,-1 2-16 16,-1 0-128-16,-1 0 192 0,0-3-192 0,0-9 0 15,7 8 0-15,1-2 0 0,-1 0-192 0,3-3-96 0,2-1-16 0,3-2 0 32,0-1-400-32,2-1-64 0,-1-3-32 0,2 1 0 15,-1-1 224-15,2-3 32 0,-4-1 16 0,3 0 0 16,0-1 80-16,-1 0 0 0,0-2 16 0,-2-2 0 0,-2-4 304 0,-2 2 128 0,-1-2-128 0,-4-1 128 15,-1-6 0-15,-2 4 0 0,0 3 0 0,-2 2 0 16,-1 2 384-16,-1 3 16 0,-2 4 0 0,1 2 0 16,-2 2 176-16,4 3 16 0,0 0 16 0,-7 6 0 15,7-6-96-15,-6 10-32 0,0 4 0 0,3 3 0 16,0 2-240-16,0 0-48 0,1 0-16 0,1 0 0 16,1 0-176-16,0-1 0 0,0 1 0 0,3 0 0 15,1-1 0-15,-1 0 0 0,-1 0 0 0,0-1 0 16,1 0 0-16,-1-2 0 0,-1-1 128 0,-1 0-128 15,0 0 0-15,-3-1 128 0,-2-1-128 0,1-1 0 0,-1 0 0 16,0-1 0-16,-1-1 0 0,-2-1-10960 16,-1-2-2208-16</inkml:trace>
  <inkml:trace contextRef="#ctx0" brushRef="#br0" timeOffset="1121.01">2726 463 37839 0,'0'0'1664'0,"0"0"368"0,0 0-1632 0,0 0-400 15,0 0 0-15,0 0 0 0,0 0 256 0,-9 12-48 0,-4 6 0 0,3-5 0 16,-5 6-208-16,-1 4 0 16,-5 2 0-16,-2 3 0 0,-1-1-192 0,-1 3-16 0,0-3-16 0</inkml:trace>
  <inkml:trace contextRef="#ctx0" brushRef="#br0" timeOffset="1510.22">4137 891 21183 0,'0'0'1888'0,"0"0"-1504"0,0 0-384 0,0 0 0 0,-3-4 4176 0,3 4 768 16,0 0 160-16,0 0 16 0,0 0-4000 0,-5 13-800 16,1 2-176-16,-1 3-16 0,0 3 32 0,-2 0 16 15,0 1 0-15,-1 3 0 0,-1 4-176 0,-1 1 192 16,0-1-192-16,-2-2 192 0,0 1-192 0,-1-3 0 0,0-3-192 0,-1-2 192 31,5-2-704-31,-4-2-32 0,4 0 0 0,0-2 0 16,1-3-1424-16,1-1-272 0,1-3-64 0,0 0-7280 0,6-7-1440 0</inkml:trace>
  <inkml:trace contextRef="#ctx0" brushRef="#br0" timeOffset="1736.28">3714 887 32415 0,'0'0'1440'0,"-3"-7"288"0,3 7-1376 0,0 0-352 0,0-8 0 0,0 8 0 15,0 0 640-15,0 0 64 0,11-3 16 0,-1 1 0 16,2 0-48-16,4-1-16 0,0 3 0 0,2-1 0 15,-8 1-32-15,4-2-16 0,5 2 0 0,3-1 0 16,2 0-368-16,3 0-80 0,4 0-16 0,2 0 0 0,-1 1-144 0,0-3-272 16,0 1 64-16,-1 1 16 15,-2 1-1568-15,1 0-304 0,-1 0-64 0,-1 0-16 16,2-2-832-16,0-1-160 0</inkml:trace>
  <inkml:trace contextRef="#ctx0" brushRef="#br0" timeOffset="1944.7">4797 682 29423 0,'0'0'1296'0,"-8"4"288"0,-2 1-1264 15,0 1-320-15,2 3 0 0,-2 1 0 0,-1-1 480 0,-1 3 32 16,-2 3 16-16,1 2 0 0,1-1 272 0,-2 3 48 0,-1-1 16 16,0-1 0-16,0 2 16 0,0 3 0 15,2 2 0-15,1 4 0 0,1 4-384 0,2 1-80 0,2 0-16 0,-1-4 0 16,0 0-256-16,2-2-144 0,-1-3 160 0,3-4-160 15,-1 0 144-15,3-3-144 0,1-3 128 0,1-3-128 16,3-1-224-16,2-1-128 0,0 0-32 0,3-4 0 31,2-3-2032-31,0 0-400 0,2-2-96 0,3-1-11136 0</inkml:trace>
  <inkml:trace contextRef="#ctx0" brushRef="#br0" timeOffset="2286.82">4942 904 31327 0,'0'0'2784'0,"0"0"-2224"0,0 0-560 0,9-1 0 15,-9 1 1264-15,10 2 144 0,-1 2 16 0,-3 2 16 16,0 4-688-16,-3 3-144 0,-1 3-32 0,-2 1 0 0,-1 1-256 0,-1 1-48 16,0 0-16-16,-3 2 0 0,0 0-256 0,-1-2 128 15,2-1-128-15,-2-2 0 0,1-3 0 0,-1-2-224 16,2 0 16-16,2-3 0 16,0-1-416-16,2-7-80 0,0 0 0 0,0 0-16 15,0 0 16-15,6 4 0 0,-6-4 0 0,10-3 0 0,0-3 352 0,0 0 80 16,1-4 16-16,0-1 0 0,0-1 256 0,0-4 128 15,1-4-128-15,0-1 192 0,0-1 368 0,0 0 64 16,-2-1 16-16,1 4 0 0,1 1 0 0,0 4 0 16,0 0 0-16,-1 6 0 0,2 2-144 0,-5 3-32 15,0 1 0-15,1 1 0 0,0 1-288 0,-1 1-176 16,-8-1 192-16,10 5-192 0,0 1 160 0,0 2-160 16,-1 2 128-16,0 2-128 0,-2 3 0 0,-2 0 0 0,-1 1 0 15,1 2 0-15,-1 3 0 0,0-2 0 0,1-3 0 0,-1-2 0 31,2-1-400-31,-1-3-64 0,2-2-16 0,-1 0 0 16,-6-8-2016-16,8 6-416 0,0-3-80 0</inkml:trace>
  <inkml:trace contextRef="#ctx0" brushRef="#br0" timeOffset="2540.66">5577 681 30399 0,'17'-15'1344'0,"-6"5"288"0,0 0-1312 0,1 2-320 0,3 1 0 0,0 5 0 15,2 2 832-15,-1 4 112 0,1 0 16 0,-2 3 0 16,-2 1-80-16,0 2-16 0,0 0 0 0,-2 3 0 16,-2 4-384-16,1 2-80 0,-1 3-16 0,-1-2 0 15,-3 0-192-15,0 2-64 0,-3 2 0 0,-3 3 0 0,-2-2-128 0,-2 3 192 16,-1 1-192-16,-4 1 192 0,-1-1 0 0,-3 0 16 16,-1 2 0-16,-3-1 0 0,0-4 32 0,0 0 0 15,2-3 0-15,-1-4 0 0,0-2-240 0,0-3 144 16,2-1-144-16,-2-2 128 0,2-2-128 0,0-1-272 15,-1-1 64-15,-1-1 16 16,0 0-1808-16,-2-2-368 0,0 0-64 0</inkml:trace>
  <inkml:trace contextRef="#ctx0" brushRef="#br0" timeOffset="4302.3">6868 362 41471 0,'0'0'1840'0,"0"0"368"0,0 0-1760 0,0 0-448 0,-5 8 0 0,0 0 0 31,4-2-272-31,0 2-144 0,0 0-32 0,-1 5 0 0,0 0 448 0,-2 5 0 0,1 4 0 0,-1 3 0 16,-2 4 0-16,1 3 128 0,0 0-128 0,1 0 0 15,-1 0 0-15,1-2 0 0,0-2 0 0,-1-1 0 32,1 0-496-32,-1 0-160 0,0 0-48 0</inkml:trace>
  <inkml:trace contextRef="#ctx0" brushRef="#br0" timeOffset="4724.71">6533 990 39103 0,'0'0'1728'0,"-5"-5"368"0,2-3-1680 16,2 2-416-16,2 1 0 0,3-2 0 0,2 2 0 0,2-2-144 16,0-1 0-16,2 1 0 0,0-1 144 0,2-1 0 15,0 0 0-15,2 0 0 0,0-1 0 0,1 1 304 16,1 2-48-16,-1 3-16 0,0 2-48 0,2 2-16 16,-1 1 0-16,1 1 0 0,-3 0-176 0,1 1 0 15,-2 3 0-15,1-1 0 0,0 0-256 0,2-1 80 16,-2 1 16-16,-1 1 0 0,0 2-112 0,1 0-32 15,-1-2 0-15,0 2 0 0,-2 0 80 0,0-1 16 0,0 0 0 16,-1 0 0-16,-1-2-48 0,-3 1 0 0,-6-6 0 0,9 4 0 16,-9-4 0-16,10 2 0 0,-10-2 0 15,10 0 0-15,-10 0 128 0,11-2 128 0,0-2-208 0,-1-2 80 16,0-1 128-16,0 0 0 0,1-3 0 0,1-2 0 16,1 0 0-16,0 1 0 0,0 0 0 0,-1 1 176 15,1 0-176-15,-4 2 0 0,0 3 0 0,-1 1 0 16,-8 4 208-16,10-1 16 0,-10 1 0 0,0 0 0 15,0 0 176-15,4 7 48 0,0 1 0 0,-3 0 0 16,-1-8-128-16,-1 14 0 0,-2 0-16 0,1 2 0 16,-1 3-144-16,1 1-32 0,-2-1 0 0,2-2 0 15,-1-3-128-15,3 0 0 0,0 0 0 0,1-3 128 16,1-1-560 0,0-2-112-16,-2-8-32 0,6 5-10784 0,-6-5-2160 0</inkml:trace>
  <inkml:trace contextRef="#ctx0" brushRef="#br0" timeOffset="4927.07">7352 515 36863 0,'0'0'1632'0,"11"-2"336"0,-1 2-1584 0,3 2-384 16,2 3 0-16,0 3 0 0,-1 2 160 0,-6-2-160 15,0 2 192-15,-1 2-192 0,1 1 256 0,-2 0-48 16,0 1-16-16,-1 2 0 0,-2 0-192 0,-2 1 0 15,-1 0 0-15,-2 0 0 0,-2-1-160 0,0 0-128 0,-1-2-32 16,-1 1 0 0,-2-1-1856-16,2-1-368 0,-7 7-80 0</inkml:trace>
  <inkml:trace contextRef="#ctx0" brushRef="#br0" timeOffset="5456.84">7624 736 37599 0,'0'0'1664'0,"0"0"352"0,0 0-1616 16,0 0-400-16,0 0 0 0,4 8 0 0,-2 0 128 0,-3 3-128 0,-2 2 128 0,-2 0-128 16,-4-1 128-16,-2 0-128 0,-2 2 128 0,-1 1-128 15,0 0 0-15,1 0 128 0,0 2-128 0,2-2 0 16,1 0 0-16,2-2 0 0,4-2 0 0,0-1-176 16,4-10-256-16,0 0-48 0,0 0-16 15,7 7 0-15,-7-7-144 0,12 3-16 0,1-6-16 0,3-1 0 0,-1-3 288 0,2-1 64 16,-2-1 16-16,1-2 0 15,2 0 304-15,-3 0 144 0,1 0-16 0,-5 1 0 0,-2 0 128 0,-3 0 0 16,-2 0 16-16,-2 1 0 0,-2 9 64 0,-2-7 16 16,2 7 0-16,0 0 0 0,-8-6-96 0,0 3 0 15,0 3-16-15,0 1 0 0,-1 1-240 0,1 1 128 16,8-3-128-16,0 0 0 0,0 0 0 0,0 0 0 16,0 0 0-16,0 0 0 0,0 0 0 0,0 0-240 15,0 0 32-15,10 0 0 0,2-1-112 0,0 0-32 16,1-1 0-16,1 0 0 0,0 0 224 0,-1-1 128 15,0 2-160-15,-1 1 160 0,2 1 128 0,-4 3 112 16,-10-4 16-16,9 3 16 0,-1 4 128 0,-1 1 32 16,-1 0 0-16,0-1 0 0,-6-7-96 0,5 10-16 0,2 1 0 15,0 0 0-15,-1-3-192 0,1 2-128 0,0 0 128 16,1 2-128-16,0 2 0 0,0-1 0 0,-1-1 0 0,1 2 0 16,-1 3 0-16,-1 0 0 0,1 4 0 0,0 0 0 15,0 1 0-15,0-3 0 0,-3-3 0 0,2 1 0 16,-1-1 0-16,1 0 144 0,-1-3-144 0,-1-1 0 15,2 0 192-15,-1 1-64 0,-1-1 0 0,0-2-128 16,-1-1 192-16,0-2-192 0,-3-1 192 0,-1 2-192 16,-3-3 0-16,0 1 0 0,4-6 0 0,-9 4 0 15,4-3-2032-15,-1-1-304 16,-1-1-64-16</inkml:trace>
  <inkml:trace contextRef="#ctx0" brushRef="#br0" timeOffset="5631.52">7537 571 38703 0,'0'0'3440'0,"0"-4"-2752"16,-1-3-560-16,2 3-128 0,1-1 0 0,1 1-224 15,1-1 48-15,0 2 16 0,1 0 160 0,4-1 0 16,1 2 128-16,0 3-128 0,-1 3 192 0,-3 0-48 16,-1 3 0-16,-1 3 0 0,1 3-432 0,-3 3-96 15,-1 1 0-15,-2 3-16 16,-2 0-2592-16,-6 18-512 0</inkml:trace>
  <inkml:trace contextRef="#ctx0" brushRef="#br0" timeOffset="6010.13">8344 669 21183 0,'11'-5'1888'0,"-11"5"-1504"0,0 0-384 0,9-2 0 15,-9 2 4384-15,11 5 800 0,1 2 176 0,-2 4 16 16,-3 1-4464-16,-3 3-912 0,-2 0-144 0,-3 1-48 16,-2-3 192-16,-1 0 0 0,0 2 0 0,0 1 0 15,-1-1 0-15,0 1 0 0,2-2 0 0,0-1 0 32,1 0-352-32,2-2-80 0,0-1-16 0,2-1 0 0,-2-9-688 0,0 0-144 15,0 0-16-15,11 4-16 0,-2-1-288 0,2-3-48 0,0-3-16 0,1-1 0 16,2-6-64-16,-1-1 0 0,-1 0-16 0,1 0 0 0,-1 0 1424 0,0 1 320 15,-1 1 0-15,0 1 0 0,-1-1 1696 16,-1 1 288-16,-1 1 48 0,-2 2 16 0,-6 5-320 16,0 0-64-16,0 0-16 0,0 0 0 0,0 0-688 0,0 0-144 15,0 0-32-15,0 0 0 0,-3 10-208 0,-1 1-32 16,-2 3-16-16,1 2 0 0,-1 1-208 0,1 1-32 16,-2-3-16-16,1 2 0 0,1-2-416 0,1-1-96 15,0-2-16-15,2-2 0 16,1-1-2784-16,1-9-560 0</inkml:trace>
  <inkml:trace contextRef="#ctx0" brushRef="#br0" timeOffset="6440.65">8607 762 22111 0,'0'0'1968'0,"0"0"-1584"0,2-8-384 0,3 2 0 16,-5 6 4096-16,11-3 720 0,-5 2 160 0,1-2 16 15,0 1-3872-15,0 0-784 0,0 0-144 0,1 1-48 16,-2 0 160-16,2 1 16 0,1 0 16 0,0 0 0 15,-1 0-336-15,1 0 0 0,0 2 0 0,-1 1 0 16,-1 0-160-16,0 2-48 0,4 5-16 0,-3 0 0 31,-3-3-160-31,0 1-16 0,-2 0-16 0,1 2 0 0,2-2 64 0,0 0 16 0,2-1 0 0,1-2 0 32,1-1-352-32,2-3-64 0,0-2-16 0,3-1 0 15,2 0 112-15,0-1 16 0,1-1 0 0,0-4 0 0,-2-1 432 0,0 0 208 0,-3 2-192 0,-2 1 192 16,-2 3 0-16,-9 3 320 0,0 0-48 0,0 0 0 15,0 0 448-15,0 0 96 0,0 0 16 0,0 0 0 0,1 10-64 16,-2 0 0-16,-2 2 0 0,0-1 0 0,-1 0-304 0,0 2-64 16,1 2-16-16,1 1 0 0,-1-1-384 0,0 2 0 15,2 0 128-15,0 4-128 0,1 2 0 0,0 2 0 16,0 2 0-16,1-1 0 0,0 4-176 0,0 0 176 16,1-1-128-16,-2-1 128 0,0-4 0 0,-2-2 0 15,-1-2 0-15,-1 2-128 0,-1-1 128 0,-1 2 0 16,-3-1 0-16,0 0 0 0,-2 0 0 0,1-3 144 15,-4-3-144-15,2 1 160 0,-1-2-160 0,2-3 0 16,-1-1 0-16,-1-5 128 16,0-3-1856-16,-1-6-384 0,-3-5-80 0,-1-3-13856 0</inkml:trace>
  <inkml:trace contextRef="#ctx0" brushRef="#br0" timeOffset="6583.7">8767 399 39615 0,'0'0'1760'0,"0"0"352"0,0 0-1680 0,0 0-432 0,0 0 0 0,0 0 0 16,0 0 384-16,0 0-16 0,0 11 0 0,-2 1 0 16,-5 2-368-16,-1 2-256 0,-4 2 32 0,4-4 16 31,-1 5-1312-31,-2 5-256 0,-2 3-48 0,4 5-16 0</inkml:trace>
  <inkml:trace contextRef="#ctx0" brushRef="#br0" timeOffset="7217.34">9297 671 41871 0,'0'0'1856'0,"11"6"384"0,2 0-1792 0,3 4-448 16,1 2 0-16,2 4 0 0,-8-5 0 0,0 0 0 16,0 1 0-16,-1 0 0 0,0-2 0 0,-2 1 0 15,1 0 0-15,0 0 0 0,0 1-352 0,-1-1 48 16,0 2 16-16,-2-2 0 15,0-2-432-15,1 0-96 0,1-3-16 0,-1 1 0 16,7 2-288-16,-1-4-64 0,0-2-16 0,2-3 0 16,2-1 256-16,-1-3 48 0,2-4 16 0,2-1 0 15,-1-2 240-15,1 1 64 0,2-1 0 0,-1 2 0 0,-2-2 576 0,0 1 0 16,1 1 0-16,-4-1 0 0,-1 1 768 0,-1 1 256 16,-1 3 64-16,-2 3 16 0,-1 2 48 0,-10 0 0 15,9 3 0-15,-9-3 0 0,0 0-352 0,0 0-64 16,4 8-16-16,-4-8 0 0,-1 11-256 0,-1 0-48 0,-3-1-16 0,0 0 0 15,-2-2-208-15,2 2-32 16,-1 2-16-16,1 2 0 0,-1-3-144 0,2 1 0 16,-1 0 0-16,2-2 0 0,0-2 0 0,3-8-272 15,0 0 64-15,1 10 16 16,1-1-320-16,-2-9-64 0,9 7-16 0,1-4 0 16,0-2-192-16,1-2-48 0,1-2 0 0,0-2 0 15,0 1 80-15,0-2 16 0,-1 0 0 0,0-1 0 0,-2 1 272 0,-1 0 48 0,-8 6 16 0,0 0 0 16,0 0 400-16,-3-10 0 0,0 1 0 0,-4 1 0 15,-1-2 0-15,-1 2 0 0,1 1 144 0,0 3-144 16,1 1 256-16,7 3-48 0,0 0-16 0,0 0 0 16,0 0 128-16,0 0 32 0,-6-6 0 0,6 6 0 15,0 0-208-15,0 0-144 0,0 0 192 0,0 0-192 0,0 0 256 0,0 0-48 16,0 0-16-16,0 0 0 0,10 2 16 0,-1 2 0 16,0 0 0-16,1 1 0 0,0 0 160 0,1 2 16 15,-4 0 16-15,2 3 0 0,1 0 304 0,1 1 48 16,0 1 16-16,0 0 0 0,0-1 0 0,0 0 0 15,0 0 0-15,0 0 0 0,-1-1-320 0,0-1-48 16,-1 0-16-16,-2-1 0 0,0-2-384 0,-7-6 0 16,0 0 0-16,6 5 0 15,-6-5-352-15,0 0-160 0,0 0-16 0,0 0-16 16,0 0-1376-16,9-2-288 0,-2-3-48 0</inkml:trace>
  <inkml:trace contextRef="#ctx0" brushRef="#br0" timeOffset="7386.05">10056 693 36111 0,'-10'-8'1600'0,"5"3"320"0,-1-3-1536 15,1 2-384-15,-2-2 0 0,0 2 0 0,0 2 192 0,0 0-32 0,3 0-16 0,-1 0 0 16,1-1-16-16,-1 1 0 0,1 0 0 16,1-1 0-16,1 1-288 0,0-3-64 15,2 2-16-15,0-2 0 16,4 1-416-16,0-1-96 0,2-2-16 0</inkml:trace>
  <inkml:trace contextRef="#ctx0" brushRef="#br0" timeOffset="7559.14">10140 405 41471 0,'0'0'3680'0,"0"0"-2944"0,0 0-592 0,0 0-144 0,9 2 144 0,0 2 0 0,-1 2 0 0,-8-6 0 0,0 0-16 0,5 11 0 15,-2-1 0-15,-3 0 0 0,0-10 0 0,-4 12-128 16,-1 0 192-16,-2-1-64 16,0 2-1456-16,-3 1-288 0,-4 1-64 0</inkml:trace>
  <inkml:trace contextRef="#ctx0" brushRef="#br0" timeOffset="8425.44">10187 37 50687 0,'-3'-6'4496'0,"-2"-2"-3600"0,0-1-704 0,-3 2-192 16,2 0-1536-16,6 7-320 0,0 0-80 0,0 0-16 0,0 0 1472 0,0 0 288 15,-128 0 192-15,89 19-208 16,-3 4-256-16,2 4-48 0,-2 2-16 0</inkml:trace>
  <inkml:trace contextRef="#ctx0" brushRef="#br0" timeOffset="9442.76">11327 1082 31503 0,'-2'-18'1392'0,"2"5"288"0,0-4-1344 0,0-2-336 16,0-3 0-16,-2 3 0 0,-3-2 208 0,-2 3-16 16,-2 2-16-16,-1 1 0 0,-2 1 528 0,0 1 96 15,-1 2 32-15,0 1 0 0,5 4-448 0,-1 1-64 16,-1 0-32-16,-1 2 0 0,0 1-288 0,0 0 0 15,-1 1-128-15,0-2 128 0,-10 3-352 0,5 3 32 0,1 0 0 0,2 1 0 16,1 1 176-16,1 0 144 0,0 1-192 0,-1 0 192 16,1 1-192-16,1 4 64 0,1 4 128 0,3 2-208 15,-1-2 208-15,4 4 0 0,0 3 0 0,3 2-144 16,1 0 144-16,5 2 0 0,1 0 0 0,4-3 0 16,1-4 208-16,1-2-16 0,3-2-16 0,0-3 0 15,1-2-176-15,3-6 192 16,-2-3-192-16,1-4 192 0,4-5-192 0,0-2 0 15,1-5 0-15,1-5 0 0,-1-4-208 0,2-4-80 0,0-2-16 0,2-1 0 16,-1-2-32-16,-1-1-16 0,1-1 0 0,-2 2 0 16,-2 2 352-16,-1-4 0 0,-1-4 160 0,-11 14-160 15,1-9 752-15,-1-3 32 0,0-1 16 0,-2 0 0 0,-2 3-224 16,-2 2-64-16,0 5 0 0,-1-14 0 16,-2 13 16-16,0 12 0 0,-2 6 0 0,2 11 0 0,0 0-176 15,-6 4-32-15,-2 5-16 0,2 5 0 0,-1 7-176 0,3-4-128 16,-2 9 144-16,-1 5-144 0,0 6 272 0,1 4-32 15,1-2-16-15,1 0 0 0,-1-2-224 0,-1 27 144 16,0-14-144-16,3-10 128 16,1-6-1264-16,-1-4-256 0,2-2-48 0</inkml:trace>
  <inkml:trace contextRef="#ctx0" brushRef="#br0" timeOffset="9817.98">11134 734 35007 0,'-10'-6'3120'16,"1"1"-2496"-16,2 0-496 0,7 5-128 0,-8 1 864 0,8-1 160 16,0 0 16-16,-3 7 16 0,-2 0-912 0,3 3-144 15,1 1 0-15,3-2-160 0,4 2 160 0,1-2 0 16,3-1-144-16,3 0 144 0,4-1-272 0,4 0 16 16,4-2 0-16,5-1 0 15,4-2-320-15,3-1-48 0,-15-1-16 0,5 0 0 16,2 0-432-16,2 1-80 0,2-1-32 0,0-2 0 15,0-1 96-15,-1-2 0 0,-2 0 16 0,-2 0 0 0,-2 1 832 0,-3 1 240 16,-2-3 0-16,-4 1 0 0,-1-1 832 0,-3 1 304 16,-3-1 48-16,-4 1 16 0,-1-1-32 0,-3 2 0 0,-3-1 0 0,-2 1 0 15,-2 1-336-15,-1-1-80 0,-10 3-16 0,0 3 0 16,-1 2-368-16,-1 1-80 0,-2 3-16 0,1 3 0 16,3 2-272-16,0 1 0 0,2-1 0 0,0-1 0 15,3-1 0-15,2 0 0 0,1-1 0 0,4 1 0 16,3 3 0-16,3-1 0 0,2-1 0 0,3-1 0 15,-1-2 0-15,3-2 0 0,2-1 0 0,2 0 160 16,4-2-160-16,-1-1 128 0,2-4-128 0,0 1 128 31,-1-1-448-31,1 1-80 0,-2-2-32 0</inkml:trace>
  <inkml:trace contextRef="#ctx0" brushRef="#br0" timeOffset="9951.04">11558 795 30399 0,'-16'-14'1344'0,"7"5"288"15,1-1-1312-15,0 0-320 0,0-1 0 0,4-1 0 0,2 0 1728 0,0 0 288 16,2-2 48-16,4 0 16 0,1-2-1328 0,4-1-272 16,2-2-48-16,-4 8-16 0,3-3-416 0,2-1-144 15,2 0 0-15</inkml:trace>
  <inkml:trace contextRef="#ctx0" brushRef="#br0" timeOffset="10108.44">11825 1252 26719 0,'-10'16'2368'0,"4"-7"-1888"0,6-9-480 0,-3 9 0 0,3-9 3200 0,0 0 528 0,6 10 112 0,-1-2 32 31,-5-8-4000-31,0 0-816 0,0 0-144 0,12-2-48 16,-2-2-1296-16,1-4-272 0,1-3-48 0,3-3-16 0</inkml:trace>
  <inkml:trace contextRef="#ctx0" brushRef="#br0" timeOffset="10465.09">12297 928 32015 0,'16'-5'1408'0,"-5"3"320"0,-3-2-1392 0,-8 4-336 0,9-1 0 0,-9 1 0 16,0 0 896-16,0 0 96 0,0 0 32 0,0 0 0 15,-5 4-432-15,-2 0-80 0,-3 0 0 0,-2 1-16 0,-2 1-144 0,-2 3-32 16,-3 1 0-16,1 2 0 16,-1 1-320-16,0 3 0 0,0 1 0 0,1 4 0 0,-1-1-272 0,3 0-80 15,0 0-16-15,3 0 0 16,2-3-592-16,2 1-112 0,3-5-16 0,2 0-16 15,4-2-640-15,4-2-128 0,2-2-32 0,3-4 0 16,12-2 144-16,1-3 32 0,0-7 0 0,2-2 0 16,1-2-1696-16,2 0-336 0,-1-2-64 0,2 0-16 0,-1-3 3840 0,-4 0 720 15,-5-2 176-15,-2 1 16 0,0-1 2224 0,-3 0 432 16,-2 0 80-16,-3-1 32 0,-5 1-928 0,1 4-192 16,3 4-48-16,-3 6 0 0,-4 6-848 0,0 0-160 15,0 0-32-15,0 0-16 0,0 0-560 0,0 0-96 16,-6 13-32-16,-1 6 0 0,-3 5-256 0,0 6-48 15,-1 4-16-15,0 1 0 0,0 1-144 0,0-1-48 16,0-2 0-16,1-1 0 0,1 0-256 0,0 0 128 0,0 1-128 0,1 0 0 16,1 0-160-16,0 2-144 0,4-1-16 0,-1 0-16 31,1-4-3168-31,1-3-624 0,-1 4-128 0,4-9-32 0</inkml:trace>
  <inkml:trace contextRef="#ctx0" brushRef="#br0" timeOffset="11359.33">12295 1268 28559 0,'0'0'1264'0,"0"0"272"0,0 0-1232 0,0 0-304 0,-7-2 0 0,7 2 0 0,0 0 2240 0,0 0 384 15,0 0 64-15,0 0 32 0,0 0-2160 16,7-9-432-16,0-1-128 0,3 1 0 0,2-1 0 0,3-1 0 16,1-3 128-16,1 0-128 0,2 0-192 0,1-2-96 15,-1 0-16-15,0-3 0 0,-1-3-80 0,2 2 0 16,0 0-16-16,-3 1 0 0,0 0 96 0,-2 4 32 15,0 4 0-15,-4 1 0 0,0 1 272 0,-1 4 0 16,-3 1 0-16,-7 4 0 0,0 0 240 0,8 10 0 16,-5 1 0-16,-1 2 0 0,-2 2 48 0,-3 3 16 15,-1 7 0-15,-1-1 0 0,0-2 208 0,0 0 32 16,1-1 16-16,1-3 0 0,-1-1-288 0,3-4-48 16,0-3-16-16,5 0 0 0,-1-4-208 0,1 0 0 15,-4-6 0-15,8 3 0 16,1 1-640-16,1-4-32 0,2-4 0 0,2 0 0 15,1-2-160-15,3-2-16 0,-9 1-16 0,1-2 0 16,2-2 160-16,1-1 48 0,0 0 0 0,2-2 0 0,-2-2 816 0,0 1 160 16,0-3 48-16,-1 1 0 0,-1-1 704 0,0 2 144 0,-1 0 16 0,0 4 16 15,-3 2-320-15,-2 1-64 0,-2 4-16 0,1 2 0 16,-4 3-480-16,0 0-112 0,0 0 0 0,0 0-16 16,1 6-112-16,-1 2-128 0,-3 11 176 0,-1-1-176 15,1 2 0-15,0-2 0 0,-1-3 0 0,2 0 0 16,2-2 0-16,0-4-272 0,-1-2 16 0,2 1 16 15,2 1-640-15,3-4-128 0,-1-1-16 16,-5-4-16-16,11-1-368 0,0 0-80 0,0 0-16 0,0-2 0 16,0-4 352-16,2 0 80 0,-1-2 16 0,1-1 0 0,1 0 1056 0,0-1 0 15,1-2 0-15,-1 1 192 0,-2 0 1152 0,0 1 240 16,0 1 32-16,-3-1 16 0,1 1-160 0,-3 1-48 16,-2 0 0-16,-3 4 0 0,-2 5-592 0,0 0-112 15,0 0-16-15,0 0-16 0,0 0-320 0,0 0-64 16,-6-4-16-16,-2 4 0 0,0 4-288 0,1 1 0 15,-2 2 0-15,0 3 0 0,0 1 0 0,3 1 0 16,1 1 0-16,3-1-144 0,-1 0-144 0,3-2-32 16,3-1 0-16,-1-3 0 15,-2-6-256-15,10 6-64 0,0-1-16 0,2-2 0 16,0-3-112-16,3-3-32 0,0-1 0 0,1 0 0 16,2-3 112-16,1-2 32 0,-2-2 0 0,0-1 0 0,-2-1 272 0,0 1 64 15,-3 2 16-15,0-2 0 0,-1-1 688 0,-1 1 128 16,-2 2 16-16,0 0 16 0,-2-1 224 0,-1 3 32 0,-5 8 16 0,3-7 0 15,-3 7-176-15,0 0-16 0,0 0-16 0,0 0 0 16,0 0-432-16,0 0-176 16,-4 13 128-16,-1 0-128 0,-1 3 128 0,2 6-128 0,-1 6 128 0,0 3-128 15,-1-2 0-15,2 2-176 0,1-1 16 0,1 1 0 16,1-2-96-16,1 3-32 0,1 1 0 0,2 2 0 16,2 2 48-16,-3 0 16 0,1 3 0 0,-2-3 0 15,-2 0 224-15,-2-2 0 0,-1-2 0 0,-4-6-144 16,-1-4 144-16,-2-3 144 0,-3-1-16 0,-1-4-128 15,-3-1 576-15,-1 0 0 0,-1-3 0 0,-1-3 0 0,10-3 0 16,-3-3 0-16,1 0 0 0,-2 0 0 0,-2-3-224 16,1-1-32-16,-1-1-16 0,2-3 0 0,0 1-304 15,-1-3 0-15,2-3 0 0,1 0 0 16,-1-1-464-16,2-2-208 0,1-3-32 0,1 1-16 16,2-2-2176-16,0-1-432 0,1 0-96 0</inkml:trace>
  <inkml:trace contextRef="#ctx0" brushRef="#br0" timeOffset="12348.23">14127 965 24879 0,'0'0'2208'0,"2"-6"-1760"16,-2 6-448-16,4-10 0 0,-3-1 2144 0,-2 4 352 16,1 7 64-16,-5-9 0 0,-1 1-1360 0,-3 3-288 15,-2 1-48-15,-2 3-16 0,-4 1-480 0,0 5-112 16,-3 1 0-16,0 3-16 0,-1 1-240 0,-1 4 0 15,0 5 0-15,1 4 0 0,1 5 0 0,3 2 0 16,-1 2-128-16,5-1 128 0,3-1 0 0,2-4 0 16,4-3-128-16,2 0 128 0,2-2 0 0,5-2 0 15,4-5-128-15,3-3 128 0,5-1-192 0,4-4 32 16,2-2 0-16,4-2 0 0,4-4 160 0,5-1 0 16,4-3 0-16,2-1 0 0,3-3-192 0,-2-5 64 15,-19 5 0-15,4-3 0 16,5-2-240-16,2-5-32 0,2-3-16 0,3-2 0 0,-1-5 160 0,0 0 48 15,-3 1 0-15,-1-1 0 0,-3 1-144 0,-2 1-32 0,-4 0 0 0,-3 0 0 16,-3-3 384-16,-3-1 0 0,-4-1 0 0,-1-2 0 16,-6-1 416-16,0 2 96 15,-4 2 32-15,-1 5 0 0,0 5 80 0,-1 5 16 0,-2 6 0 0,-1 5 0 16,-3 6-400-16,1 6-80 0,-5 5-16 0,-1 7 0 16,-2 3-144-16,0 5 0 0,-3 2-192 0,-14 27 192 15,4-6-144-15,3 2 144 0,3 1 0 0,4-2 0 16,1 0 0-16,7-7 0 0,0-6 0 0,5-4 0 15,1-7-320-15,6-2 64 0,0-7 0 0,4-1 0 16,2-4-576-16,3-2-96 0,2-4-32 0,3 0 0 16,0-4-1216-16,-1-2-256 0,2-5-64 0,0 0 0 15,-1-5 1344-15,1-2 256 0,-1-2 48 0,-2-2 16 0,-1-1 832 0,0-1 240 16,-1-3 16-16,-2 0 0 0,0-2 1376 0,-1 0 288 16,-1 0 48-16,-1 1 16 0,-1 4 16 0,-1 4 16 15,0 2 0-15,-3 4 0 0,-4 8-880 0,0 0-176 16,0 0-48-16,0 0 0 0,0 0-512 0,-1 15-96 15,-1 2-32-15,-2 4 0 0,-2 0-272 0,1 2 0 16,-2 0 0-16,4-1 0 0,-3-2 0 0,3-4 0 16,1-2 0-16,2-2 0 15,2-5-368-15,2-1-128 0,3-2-16 0,2 0-16 16,0-2-848-16,2-3-160 0,0-1-48 0,1-3 0 16,1 0-1136-16,1-4-224 0,0-2-64 0,2-2 0 15,-1-1 1792-15,1-1 368 0,-2-1 64 0,-1-2 16 0,-1 0 1152 0,-1 2 224 16,0 0 48-16,-1 3 16 0,-2 3 1632 0,-2 3 336 15,0 1 64-15,-6 6 16 0,0 0-1120 0,0 0-240 16,0 0-32-16,7 12-16 0,-5 3-560 0,-2 2-112 0,-1 4-32 0,-2 1 0 16,-1-1-32-16,-1-1-16 15,-1 0 0-15,2-3 0 0,0-1-560 0,2-3 0 0,0-4 0 16,2-2 0 0,0-7-1856-16,3 7-368 0,2-2-80 0,-5-5 0 0</inkml:trace>
  <inkml:trace contextRef="#ctx0" brushRef="#br0" timeOffset="12745.76">15050 909 31327 0,'0'0'2784'15,"0"0"-2224"-15,0 0-560 0,11-4 0 0,0 0 976 0,1 0 96 16,2-1 16-16,0 2 0 0,-6 2-1088 16,2 1-384-16,1 0 16 0,1-1 0 0,1 0 368 0,-1-1 0 15,0 2-144-15,0 2 144 0,7 2 0 0,-4 3 0 16,-3 1 0-16,-4 1 144 0,-3 0-16 0,-3 2-128 15,-2 1 192-15,-2 1-64 0,-1 3 96 0,-4 1 16 16,-1 2 0-16,-1 1 0 0,0 1 32 0,0-2 16 16,1 0 0-16,2-2 0 0,1-3-160 0,2-1-128 15,1-1 144-15,1-3-144 0,1-9 128 0,0 0-128 16,0 0 0-16,0 0 144 0,0 0-144 0,0 0 0 16,0 0 0-16,11-5 0 0,-2-4-224 0,1-1-32 15,2-2 0-15,-2-3 0 16,-1 0-192-16,2 0-32 0,2-2-16 0,-2 0 0 0,0-2 496 0,0 2 0 15,0 3 0-15,0 3 0 0,-3 2 384 0,0 3 64 0,-8 6 0 0,8-3 16 16,-8 3 80-16,0 0 16 16,0 0 0-16,7 10 0 0,-1 2 64 0,-3 3 16 15,-2-1 0-15,-1 4 0 0,-2 1-192 0,0 2-16 0,1 0-16 0,-2 0 0 16,0-1-288-16,2-2-128 16,1-1 128-16,1-3-128 15,2-1-1632-15,1-1-416 0,3-2-64 0</inkml:trace>
  <inkml:trace contextRef="#ctx0" brushRef="#br0" timeOffset="13212.74">16237 1107 27647 0,'0'0'1216'0,"0"0"256"0,0 0-1168 0,0 0-304 16,-2-8 0-16,-3 1 0 0,0 0 1424 0,-4 0 240 15,-3 0 32-15,-3 1 16 0,-3-2-816 0,-2 0-144 16,-1 1-48-16,-2-1 0 0,-2 0-368 0,-2 4-80 16,11 3 0-16,-4 0-16 0,-2 0-240 0,-2 1 0 15,-2 1 0-15,-1 2 0 0,0 1 0 0,-1 3 0 16,2 2 0-16,-1 1 0 0,2 1-144 0,2 1 144 16,3 0 0-16,4 0-144 0,-2-1 144 0,5 1 0 15,2-1 0-15,3-2 0 0,3 0 0 0,1-3-160 16,3 1 160-16,2-2-160 0,3 0-160 0,2-3-16 0,12 0-16 15,3-4 0 1,2-3-304-16,3-2-64 0,3-3-16 0,4-2 0 16,2-1-464-16,1-2-80 0,0-2-32 0,-1-3 0 15,-1 0 544-15,-1 0 128 0,-2 1 0 0,-3-2 16 0,0-2 624 0,-2 3 0 16,1 1 224-16,-3-3-64 0,-2-4 432 0,0-1 96 0,-1 2 16 0,-2-2 0 16,0-3 320-16,-2-1 80 0,-3 2 16 0,-2 4 0 15,-3 1-160-15,-1 6-16 0,-4 6-16 0,-1 5 0 16,-2 2-384-16,-1 5-80 0,0 0-16 0,-4 11 0 15,-2 2-192-15,0 6-64 0,-1 4 0 0,0 4 0 16,-2 3-192-16,1 3 144 0,-3 3-144 0,1 0 128 16,1 1-128-16,3 3 0 0,-2 3 0 0,3 0 0 15,0 0-832-15,2-6-192 0,0-4-32 0,0-4-15056 16</inkml:trace>
  <inkml:trace contextRef="#ctx0" brushRef="#br0" timeOffset="13716.91">16032 1121 30399 0,'-5'-13'2704'0,"-3"-3"-2160"16,2-1-544-16,1-1 0 0,3 3 1424 0,2 0 176 15,0 1 48-15,3 2 0 0,3 0-1312 0,0 1-336 16,1 1 0-16,3-1 0 0,3 2 480 0,1 2-16 16,2-1 0-16,1 0 0 0,2 0-144 0,2 1-48 15,2 0 0-15,-2 3 0 0,0 2 0 0,0 2 0 0,-3 2 0 0,0 2 0 16,-3 2-272-16,0 0-144 0,-4 4 16 15,-1 2 0-15,-2 1 128 0,0 2-128 16,-2-1 128-16,-2 0-128 0,-2 0 128 0,2-1-208 16,-2-1 80-16,2 0 128 0,1-1-304 0,1-1 64 0,3-2 16 0,1-1 0 31,-4-3-352-31,3-2-80 0,2-1-16 0,2-2 0 16,2-1-416-16,0-2-96 0,3-1-16 0,-1-2 0 15,2-1 48-15,1 0 16 0,-4-2 0 0,2 0 0 0,0 0 816 0,-3 1 176 0,-2 0 144 0,-1 1-208 16,-3 1 784-16,-2 1 176 0,-3-1 16 0,-2 0 16 15,-3 1 112-15,-1 0 0 0,-2 1 16 0,-3 0 0 16,-1 1-496-16,-1-1-96 0,-2 2-32 0,0 0 0 16,0-1-288-16,-1 1 0 0,0 1 0 0,0 0 0 15,-9-3 0-15,5 2 0 0,1-1 0 0,4-1 0 0,4 1 0 16,7 4 0-16,0 0-192 0,0 0 192 0,-4-9-256 0,4 9 32 16,0 0 16-16,0 0 0 0,8-3 208 0,2 3-176 15,1 2 176-15,0 0-160 0,-1 0 336 0,1 3 64 16,0 0 16-16,0 3 0 0,-2 1 48 0,0 1 16 15,-1 1 0-15,-1 1 0 0,0 1-128 0,-2 5-32 16,1 2 0-16,-1 5 0 0,-1 0 80 0,0 0 16 16,-2-3 0-16,1-1 0 0,1-2-32 0,-1-2 0 15,1-2 0-15,2-3 0 0,0-2-416 0,3-4-64 16,1 0-32-16,0-1-15888 0</inkml:trace>
  <inkml:trace contextRef="#ctx0" brushRef="#br0" timeOffset="13869.25">17056 668 43711 0,'0'0'1936'0,"0"0"400"0,0 0-1872 0,-2-8-464 0,2 8 0 0,0 0 0 31,-1-7-1344-31,1 7-384 0,-6-4-64 0</inkml:trace>
  <inkml:trace contextRef="#ctx0" brushRef="#br0" timeOffset="14452.2">16306 816 29535 0,'0'0'1312'0,"0"0"272"0,10-2-1264 16,1 1-320-16,0 0 0 0,1 1 0 0,1 0 160 0,3-1-32 15,-1-3 0-15,1 3 0 0,-2-1 304 0,0-1 48 16,1-4 16-16,0 2 0 0,0 0-144 0,1 1-32 15,0-2 0-15,0 2 0 0,-2 2-320 0,0 1 0 16,-1 0 0-16,1 2 0 0,-3 2-128 0,1 3-112 16,-1 0-16-16,0 1 0 15,-1-1-384-15,0 1-64 0,-2 1-32 0</inkml:trace>
  <inkml:trace contextRef="#ctx0" brushRef="#br0" timeOffset="15900.55">10292 920 5519 0,'-11'3'240'0,"11"-3"64"0,-9 3-304 0,-1 1 0 15,3-2 0-15,7-2 0 0,-7 9 6608 0,3 4 1264 0,1 4 256 0,-1 5 64 16,1 3-6112-16,0 1-1216 0,1 4-240 0,-2-1-48 16,1 1-240-16,0 0-32 0,-1-1-16 0,1 0 0 15,-1 1-288-15,0-1 160 16,1 0-160-16,0-1 128 0,0-3-128 0,0 0 0 0,1 2 0 0,1-3 0 16,0-2 0-16,2-2-144 0,1-3 0 0,3-3 0 31,-3-3-528-31,0-2-96 0,-1-1-32 0,-1-8 0 0,0 0-464 0,0 0-80 0,0 0-32 15,0 0 0-15,3-10-1760 0,0-3-336 0,-1-4-80 0</inkml:trace>
  <inkml:trace contextRef="#ctx0" brushRef="#br0" timeOffset="16168.28">10213 1180 21311 0,'-2'-29'944'0,"1"9"192"0,3-3-912 0,0-1-224 16,1 0 0-16,1 2 0 0,4 0 1312 0,0 5 224 16,3-1 32-16,2 4 16 0,0 2-544 0,3 1-96 15,2 0-32-15,1 1 0 0,-1 0-464 0,4 1-112 16,1 2-16-16,2 0 0 0,-1 3-176 0,0 0-144 15,-1 1 192-15,-1 2-192 0,0 2 192 0,0 1-64 16,0 1 0-16,-2 3-128 0,-3-1 192 0,0 3-64 16,-2 1 0-16,-1 2-128 0,-1 1 288 0,-3 1-48 0,-6-5-16 15,-2 2 0-15,-1 2-96 0,-2 3 0 16,-2 3-128-16,-3 1 192 0,-1-1 144 0,-3 2 32 16,-2-1 0-16,-1 0 0 0,-3-3-80 0,0-1-16 0,-1 0 0 0,2-3 0 15,-2 0-272-15,1 0 0 16,-1-3 0-16,1-3 0 15,-1 0-1792-15,2-4-272 0,1-1-48 0,0-1-16 16,2-1-1072-16,1-3-224 0</inkml:trace>
  <inkml:trace contextRef="#ctx0" brushRef="#br0" timeOffset="16391.16">10606 820 21183 0,'0'0'1888'0,"10"-4"-1504"0,-1 0-384 0,-9 4 0 16,8-2 1856-16,-8 2 288 0,10 2 64 0,-10-2 16 15,0 0-880-15,0 0-160 0,7 11-32 0,-4-2-16 0,-3-9-368 16,-1 10-64-16,0 1 0 0,-1 2-16 0,0 1-176 0,-1 1-48 16,2 1 0-16,-1-1 0 0,0-2-128 0,1 4-16 15,-2 2-16-15,0 3 0 0,1 2-304 0,1-1 0 16,0-1 128-16,1-3-128 0,0-3 0 0,1-2 0 16,0-3 0-16,1-1 0 15,4 0-512 1,-3-3-144-16,2-3-48 0,-5-4 0 0,0 0-2224 0,9-1-448 0,5-7-80 0,-3-3-32 0</inkml:trace>
  <inkml:trace contextRef="#ctx0" brushRef="#br0" timeOffset="16577.5">10554 758 5519 0,'0'0'240'0,"-9"-2"64"0,2-2-304 0,0 1 0 15,7 3 0-15,0 0 0 0,0 0 7072 0,0 0 1360 16,0 0 272-16,0 0 48 0,0 0-6288 0,3-9-1248 15,4 2-256-15,4-1-64 0,3 0-256 0,4-1-48 0,3-2-16 0,3-2 0 16,2-2-320-16,4-2-80 0,0 0-16 0,-14 7 0 16,3-3-160-16,1-1-144 0,1 1 144 0,1 0-208 31,0 2-2688-31,0 1-544 0,0-1-96 0</inkml:trace>
  <inkml:trace contextRef="#ctx0" brushRef="#br0" timeOffset="35479.33">10143 1821 5519 0,'-3'-11'496'0,"0"3"-496"0,1 0 0 0,0 0 0 16,2 8 5824-16,0 0 1088 0,0 0 192 0,0 0 64 15,0 0-4896-15,0 0-976 0,0 0-192 0,0 0-32 16,-1 14-496-16,0 8-112 0,0 6-16 0,-2 7 0 16,1 4-192-16,1 2-64 0,0 0 0 0,-1-1 0 15,-1-3-192-15,-1 4 128 0,-1 3-128 0,-1 3 0 16,1 5 0-16,-1-1 128 0,2-1-128 0,-1-2 0 15,2-7 0-15,2-3-240 0,0-7 48 0,2-4 16 16,1-2-224 0,2-4-48-16,1-3-16 0,1-3 0 0,-1 0-336 15,2-3-64-15,-1-5-16 0,2-2 0 0,-8-5-1376 0,10-2-288 0,-2-5-48 0,-2-5-9120 16</inkml:trace>
  <inkml:trace contextRef="#ctx0" brushRef="#br0" timeOffset="35710.61">10135 2247 17279 0,'-8'-51'768'0,"5"19"144"0,0 0-720 0,1-3-192 16,1-2 0-16,4-1 0 0,2-4 1088 0,1 2 176 15,-1 18 32-15,1 2 16 0,2-1-608 0,0 1-128 16,2 2-32-16,1 2 0 0,1 1 208 0,0 3 32 16,2 1 16-16,0 3 0 0,1 1-16 0,2 3 0 15,2 0 0-15,0 4 0 0,2 2-64 0,1 4-16 0,2 1 0 0,0 2 0 16,0 2-192-16,0 6-32 16,-1 3-16-16,-1 2 0 0,-2 2-272 0,-1 0-48 0,-3 0-16 0,-2 1 0 15,-3-2-128-15,-2 0 160 0,-3-1-160 0,-4 0 160 16,-2-1 320-16,-5-2 64 0,-8 16 16 0,-3-7 0 15,-4-3-48-15,-2-3-16 0,-2-1 0 0,1-1 0 16,0-2-240-16,1-2-64 0,1 0 0 0,1-5 0 16,2-5-432-16,3-1-80 0,2-4-32 0,2-3 0 31,3-4-1952-31,2-4-400 0,2-2-80 0,4-3-16 0</inkml:trace>
  <inkml:trace contextRef="#ctx0" brushRef="#br0" timeOffset="35925.21">10816 1788 19343 0,'18'-5'1728'0,"-7"2"-1392"0,1 0-336 0,1 0 0 16,1 3 3072-16,1 3 560 0,-2 1 96 0,-1 3 32 0,-1 2-2544 0,-1 5-496 15,-3 1-96-15,-1 6-32 0,-3 4-224 0,-2 4-48 16,-1 1-16-16,-2 3 0 0,-2-2-48 0,-2 0 0 16,0-2 0-16,-1 1 0 0,-1-2-64 0,0 3 0 15,-1 2-16-15,0 2 0 0,1 3-176 0,2-1 128 16,-1-2-128-16,0-2 128 0,2-1-128 0,-2-4-256 15,2-4 64-15,0-4 16 16,1-4-1552-16,1-3-304 0,2-1-64 0,-2-5-12352 0</inkml:trace>
  <inkml:trace contextRef="#ctx0" brushRef="#br0" timeOffset="36126.87">10433 1885 35135 0,'-9'-13'1552'0,"6"6"320"0,0-1-1488 0,3 0-384 0,2 0 0 0,4 3 0 16,2-1 960-16,4 2 112 0,4 0 16 0,5-1 16 16,3-1-112-16,5 1-32 0,0 1 0 0,3-1 0 15,2 1-176-15,4-1-32 0,0-1-16 0,2 1 0 16,0 0-432-16,1 1-96 0,1-2-16 0,-4 2 0 31,-14 3-1104-31,-1 0-240 0,3 0-32 0,2-1-16 16,-1 0-1216-16,3 0-240 0,1 0-48 0</inkml:trace>
  <inkml:trace contextRef="#ctx0" brushRef="#br0" timeOffset="36660.36">11944 2149 34783 0,'-11'-6'1536'0,"5"3"320"0,-3 0-1472 0,-1 0-384 15,-2-1 0-15,-3 0 0 0,-3 0 432 0,-1 1 16 16,-5 0 0-16,-1 1 0 0,-2 0-272 0,0 2-48 16,1 3-128-16,1 3 192 0,-1-1-192 0,0 2 0 15,2 0 0-15,1 4 0 0,-1 3 0 0,2 2-160 16,3 2 160-16,0 1-192 0,0 2 192 0,4 2-208 0,2 2 80 0,3-1 128 15,3 1-400-15,4 0 32 0,3-1 16 0,4-3 0 16,3-3-32-16,3-1 0 0,2-3 0 0,3-3 0 16,2-2 48-16,0-3 0 0,1-3 0 0,1-1 0 15,0-4 208-15,1-5 128 0,0-2-160 0,0-2 160 16,1-2-144-16,-3-4 144 0,2-3-128 0,-1-2 128 16,-4-5 0-16,2 1-128 0,-2-3 128 0,0-1 0 15,-2-2 0-15,-1 1 224 0,-1 0-32 0,-1 0 0 16,0-1 208-16,0-2 48 0,-2-3 0 0,2-6 0 15,-1-5-16-15,0 1 0 0,-1 6 0 0,-1 3 0 16,1 5 112-16,-1 8 32 0,-2 6 0 0,-1 5 0 16,0 4 0-16,-4 10 0 0,4-8 0 0,-4 8 0 15,0 0-256-15,0 0-32 0,0 0-16 0,1 18 0 0,-1 4-272 16,-1 5 128-16,-2 9-128 0,-2 5 0 0,0 8 128 0,-1-3-128 16,1-4 0-16,1-3 0 0,0 0 160 0,1-4-160 15,0-3 128-15,0 1-128 0,2 0 0 0,1-1 0 16,1-2 0-16,2-2 0 15,0-1-800-15,-1-4-192 0,0-3-32 0,1-2-10496 16,-1-3-2080-16</inkml:trace>
  <inkml:trace contextRef="#ctx0" brushRef="#br0" timeOffset="36850.9">11467 1891 35935 0,'-11'-2'3200'0,"1"-2"-2560"0,6 2-512 0,1 1-128 15,3 1 768-15,0 0 128 0,0 0 16 0,0 0 16 16,5 2-192-16,4 1-32 0,2-1-16 0,6 0 0 16,1-1-192-16,3-1-48 0,4-1 0 0,4-1 0 15,3 0-448-15,3-2 0 0,34 0-128 0,-9-1 128 32,-8 3-2432-32,-5 1-368 0,-4 1-80 0,-4 1-13344 0</inkml:trace>
  <inkml:trace contextRef="#ctx0" brushRef="#br0" timeOffset="37228.92">12159 2126 21183 0,'-13'8'1888'0,"1"3"-1504"0,1 2-384 0,-2 3 0 16,2 0 576-16,1 1 64 0,1-1 0 0,4 0 0 0,0-3-176 0,3-3-16 16,2-10-16-16,2 11 0 0,-2-11 224 0,8 8 48 15,1-3 16-15,2-3 0 0,0-2 224 0,3-2 32 16,-2-5 16-16,3 0 0 0,2-4-176 0,1 0-48 15,0 0 0-15,1 0 0 0,0-2 64 0,-2 1 0 16,0 1 0-16,-2-1 0 0,-1 0-304 0,-1 1-48 16,-2 2-16-16,-3-1 0 0,0-1-176 0,-1 2-32 15,-3-1-16-15,-2 0 0 0,-1 0-80 0,-1 2-16 16,0 8 0-16,-2-9 0 0,-1 2-144 0,3 7 0 16,-7-6 0-16,0 4 0 0,-1 1 0 0,1 3 0 15,-2 2-224-15,2 3 80 0,-1 0-16 0,3 0 0 16,0 2 0-16,3 1 0 0,2 2 160 0,2 0-208 0,3 0 80 15,2 0 128-15,2 1-144 0,2-1 144 0,2 1 0 0,3 0 0 16,0-1 0-16,2-1 0 0,0-1 128 0,1-2-128 16,-1-2 192-16,-2-1-64 0,1-2-128 0,0-1 192 15,0-2-384-15,0-1-96 0,0-1-16 0,-1-1 0 32,-1-2-2720-32,-3-1-560 0,2-9-96 0,-4 10-32 0</inkml:trace>
  <inkml:trace contextRef="#ctx0" brushRef="#br0" timeOffset="37393.65">12143 2056 35007 0,'-17'-13'3120'0,"8"4"-2496"0,1-2-496 0,2 0-128 15,4 4 848-15,1-3 160 0,1 2 16 0,1-2 16 16,1-1 0-16,4 0 0 0,1-1 0 0,3 0 0 0,1-2-288 0,4 0-64 16,2 1-16-16,4 0 0 0,1-1-400 0,3 2-80 15,2 1 0-15,-1 3-16 16,2 0-1376-16,-3 2-272 0,-1 2-48 0,0 2-11056 15,-3 2-2208-15</inkml:trace>
  <inkml:trace contextRef="#ctx0" brushRef="#br0" timeOffset="37513.21">12522 2682 32255 0,'0'0'1424'0,"0"0"304"0,0 0-1392 0,0 0-336 15,0 0 0-15,5 9 0 0,-5-9 1072 0,0 0 144 16,0 0 16-16,8-4-11536 15,1-2-2320-15</inkml:trace>
  <inkml:trace contextRef="#ctx0" brushRef="#br0" timeOffset="37912.25">13123 2126 22111 0,'0'0'1968'0,"10"-3"-1584"0,-4-1-384 0,-6 4 0 15,0 0 3648-15,0 0 640 0,0 0 128 0,0 0 16 16,0 0-3280-16,-11-4-672 0,-3 4-128 0,-2 4-32 15,-2-1-320-15,-2 4 0 0,-1 2 0 0,0 2 128 32,0 2-480-32,2 1-96 0,0 2 0 0,2 3-16 15,2 1-240-15,1 0-32 0,2-1-16 0,2 1 0 0,2-1-400 0,4 0-64 16,3-3-32-16,3-2 0 0,1 0 160 0,4-2 48 0,3-5 0 0,2-1 0 16,2-3 336-16,2-4 64 0,3-2 0 0,4-4 16 15,-2-3 448-15,1 0 176 0,0-2-128 0,-1-2 128 0,-1 0 608 16,-1-2 208-16,-1 1 32 0,-1-3 16 0,-3 0 592 0,0-2 112 15,0 0 32-15,-5-1 0 0,0 0-384 0,-1-1-64 16,-3 0 0-16,0 1-16 0,-2-1-272 0,-1 3-48 16,1 2-16-16,-2 4 0 0,-1 3-160 0,-1 3-16 15,1 7-16-15,0 0 0 0,0 0-288 0,0 0-48 16,-5 11-16-16,1 4 0 0,-1 1-256 0,-1 4 0 16,-2 2 0-16,0 8 0 0,1 4 160 0,0 8-160 15,-3 6 128-15,2 0-128 0,1 0 0 0,1-3 0 16,-1-3 0-16,1-5 0 15,1-2-832-15,0-4-256 0,2-4-64 0,1 0-11040 0,-1-4-2208 0</inkml:trace>
  <inkml:trace contextRef="#ctx0" brushRef="#br0" timeOffset="38907.78">12940 2317 37775 0,'0'0'3360'0,"0"0"-2688"0,0 0-544 0,10 4-128 15,1 0 0-15,2 2 0 0,4-1 0 0,0 2 128 16,0-1-128-16,1-3 128 0,-1-4-128 0,2-4 128 16,0-1 0-16,1-3 0 0,2 0 0 0,3-2 0 0,1-2-128 0,2-2-256 15,1 1 64-15,1-1 16 16,-1-3-352-16,-1 1-80 0,0 0-16 0,-1 0 0 15,1-1 48-15,-2 4 16 0,-2 3 0 0,-1 2 0 16,-2 1 560-16,-1 5 272 0,-2 0-16 0,-4 3-16 0,-1 2 368 0,-5 2 80 16,-8-4 16-16,6 8 0 0,-2 1 0 0,-3 0 16 15,-3-1 0-15,-2 3 0 0,0 3-272 0,1 0-64 16,-2-1-16-16,4 2 0 0,-2 1-240 0,3 0-128 16,1 2 128-16,2-4-128 0,3-1 0 0,-1 0-160 15,2-2 16-15,1-2 0 16,-1-2-416-16,2 0-80 0,0-3 0 0,1-1-16 15,1-3 176-15,-1-2 32 0,0-2 16 0,1-2 0 0,1-1 432 0,0-2 0 0,1 0 0 16,0 0-128-16,0 0 128 0,1 1 192 0,-1-3-32 16,0-2-16-16,-1 5 240 0,1-2 64 0,-4-2 0 0,1-2 0 15,-1-2 320-15,0-1 64 0,-1 1 0 0,-1 2 16 16,0 2 16-16,-3 2 0 0,0 1 0 0,-4 9 0 16,1-9-352-16,-1 9-64 0,0 0 0 0,0 0-16 15,0 0-432-15,0 0 128 0,0 0-128 0,-7 6 0 16,0-1 0-16,3 3 0 0,-1 1-224 0,3-1 80 31,0 2-240-31,2 1-64 0,0 2 0 0,3 0 0 0,2-5-384 16,1 1-96-16,2 0-16 0,3 0 0 0,3-2-336 15,2 0-64-15,0-3 0 0,2 0-16 0,-1-2 176 0,4-2 32 0,1-2 16 16,0 0 0-16,-1-2 512 16,0 1 112-16,-1 0 0 0,-1-2 16 0,-3-1 1008 0,-1 0 208 0,-1 2 48 0,-2-3 0 0,-1-4 528 15,-1 1 112-15,-2 0 32 0,-1 0 0 0,-1 1-224 0,-3-1-32 16,-2 1-16-16,-1 9 0 0,0 0-432 0,0 0-96 15,0 0 0-15,0 0-16 0,-9-6-432 0,0 5-64 16,-1 1-128-16,1 4 176 0,-4 1-176 0,1 2 0 16,1 0 0-16,1 3-176 0,6-1 16 0,0 0 0 15,0 0 0-15,2 1 0 16,2-3-496-16,1 2-112 0,3 0 0 0,1 0-16 16,2-2-160-16,1 0-16 0,2-2-16 0,2 0 0 0,2-3 560 0,0-1 112 15,1-2 32-15,0-1 0 0,0-3 480 0,0 1 112 16,1-1 0-16,0-2 16 0,1-2 336 0,-1-1 64 15,0 0 16-15,-1 0 0 0,-2 1 48 0,1-2 16 0,-1 0 0 16,0-2 0-16,-3 1-240 0,0 0-32 0,-3 0-16 16,1 1 0-16,-1 1-272 0,-2 3-48 0,-3 0-16 0,1 3 0 15,-3 4-192-15,0 0 0 0,0 0 0 0,-3 6 0 16,-2 8-240-16,-1 4-32 0,2 4-16 0,0 7 0 31,-1 6-112-31,3 7-32 0,2 5 0 0,0-1 0 16,1 3-128-16,4-4-16 0,2-4-16 0,1-1 0 15,-3-6-320-15,2-1-64 0,0-1-16 0,-2-2 0 16,-2-4-336-16,1 2-64 0,-4-1-16 0,0-2 0 0,-2-1 912 0,-2-4 176 0,0-3 48 0,-2-4 0 16,-1-3 976-16,-1-3 208 0,0-4 48 0,-1-3 0 15,0-2 432-15,-1-6 80 0,-1-3 32 0,0-5 0 16,-1-6-512-16,1-3-96 0,0-1-32 0,1-2 0 16,1 2-448-16,1 1-96 0,2 2 0 0,1 0-16 15,1-2-304-15,2 3 0 0,0 1-208 0,2 2 80 16,2-2-1216-16,2 0-224 0,4-1-48 0,3 0-16 15,4-1-1680-15,5-4-336 0,11-11-64 0,1 7 0 0</inkml:trace>
  <inkml:trace contextRef="#ctx0" brushRef="#br0" timeOffset="39635.51">15248 2197 21183 0,'7'-4'1888'0,"-7"4"-1504"15,8-3-384-15,-8 3 0 0,0 0 3136 0,0 0 576 16,0 0 96-16,0 0 32 0,-9 3-2528 0,-2 1-496 15,-3-3-112-15,-1 4 0 0,-3 3-496 0,-1 0-80 16,-3-1-128-16,-2 3 176 16,0 0-480-16,0 5-80 0,0 1-32 0,3 2 0 0,1 1 32 0,5-1 0 0,3-1 0 0,4-3 0 15,4-2 224-15,4 0 160 0,3-3-192 0,5 0 192 16,4-3 0-16,4 0 0 0,4-2 0 0,4-4 0 16,4-3 0-16,1-4 176 0,2-3-48 0,2-4-128 15,1-5 288-15,4-2-48 0,2-1-16 0,2 0 0 16,1-2 208-16,-1-2 32 0,-1-2 16 0,-2 3 0 15,-1 1 64-15,-4-4 16 0,-4-1 0 0,-2-5 0 16,-4-5-96-16,0-8-16 0,2-8 0 0,-3-1 0 16,-3 2-144-16,-3 4-48 0,-3 5 0 0,-1 4 0 15,-5 5 32-15,-2 8 0 0,-5 3 0 0,-3 8 0 16,-3 5 80-16,-1 5 16 0,-1 6 0 0,-2 2 0 16,-3 5-384-16,-2 3-208 0,-3 6 16 0,-1 2 16 15,-2 3 48-15,0 3 0 0,-1 5 0 0,0 3 0 0,2 4 128 16,1 3-160-16,0 5 160 0,3 0-160 0,3 0-96 15,0-3 0-15,2-3-16 0,1-1 0 16,2 2-208-16,2-3-32 0,1-1-16 0,1-2 0 16,2-2-16-16,1-2 0 0,1 0 0 0,2-3 0 0,0-2 176 0,1-3 48 15,2-4 0-15,0-2 0 0,1-5 320 0,1-2 0 16,0-1 0-16,2-5 0 0,1-6 0 0,1-1 208 16,9-11 0-16,-3-3 0 0,-2-2 48 0,0-3 0 15,-2-1 0-15,-1-1 0 0,1 0 304 0,0 1 64 16,1 3 16-16,0 1 0 0,-3 1-80 0,0 5-16 15,-1 4 0-15,-1 3 0 0,-4 4-256 0,-6 5-48 16,0 0-16-16,9-3 0 0,-9 3-224 0,9 6 0 16,-9-6 0-16,6 9 0 0,-1-1 0 0,-1 2 0 0,0 1 0 0,-1 1 0 15,0 2 0-15,2 0 0 0,-1 1 0 0,3 0-160 16,0-2 160-16,2 1-208 0,1 0 80 0,1-1 128 31,1-2-640-31,1-2 0 0,0 0 0 0,2-2 0 16,-1-3-32-16,0 0-16 0,0-3 0 0,2-1 0 0,-1-3 400 0,2 1 80 0,-1-1 16 0,0-1 0 15,-2-3 192-15,-1-1 0 0,1-2 144 0,-3 2-144 16,-2-2 720-16,0 0 48 0,0-2 16 0,-1 2 0 16,-3 0-16-16,-5 10-16 0,0 0 0 0,0 0 0 15,0 0-336-15,0 0-64 0,0 0-16 0,0 0 0 16,0 0-192-16,0 0-144 0,-5 9 192 0,0-1-192 16,1 1 144-16,1 0-144 0,0 1 0 0,3-10 144 15,0 0-1168-15,0 0-256 0,3 9-32 0,0-3-16 16,-3-6-2032-16,9 5-416 0,1-3-64 0</inkml:trace>
  <inkml:trace contextRef="#ctx0" brushRef="#br0" timeOffset="40029.03">16268 2187 28847 0,'0'0'1280'0,"3"-8"256"0,-1 0-1216 0,0 0-320 15,1-1 0-15,0-2 0 0,0-1 1696 0,1-4 288 16,-1 0 48-16,1-3 16 0,1-1-1024 0,0-2-192 16,1-2-32-16,-1 1-16 0,1 0-512 0,0 2-96 15,0 0-32-15,-2 2 0 0,-1 4-144 0,0 4 0 16,-1 3 0-16,-2 8 0 0,0 0-176 0,0 0 176 15,0 0-128-15,0 0 128 0,0 17 0 0,-1 0-128 16,0 3 128-16,-2 2 0 0,-1 2 128 0,-1 1 128 16,-1-1 0-16,-1-1 16 0,2 0 0 0,1-2 0 15,-1-1 0-15,1-2 0 0,-1 0-272 0,1 1 160 0,2-1-160 0,-2-2 128 16,3-4-128-16,1-1 0 0,1-1 0 0,3-1 0 16,-4-9 0-16,0 0-144 0,6 6 0 0,2-2 0 15,1-4-32-15,1-3 0 0,1 0 0 0,2-2 0 16,1-3-48-16,2-1-16 0,0-1 0 0,-3-2 0 15,-5 4 240-15,2 0-144 0,-1-2 144 0,1-1-128 16,2-3 352-16,-3 0 80 0,0-2 16 0,0-1 0 16,0 1 160-16,-5 1 32 0,1 3 16 0,-2 1 0 15,-1 4-64-15,1 1-16 0,-2 3 0 0,-1 3 0 16,0 0-240-16,0 0-48 0,-7 10-16 0,0 2 0 16,0 1-144-16,1 2 0 0,1 1 0 0,1 0 128 15,3-7-128-15,0 0 0 0,0 3 0 0,1 0 0 16,1 1-1888-16,1 2-416 15,2-1-64-15,1 0-9344 0,8 10-1856 0</inkml:trace>
  <inkml:trace contextRef="#ctx0" brushRef="#br0" timeOffset="40334.65">15886 1845 41519 0,'0'0'1840'0,"0"0"384"0,0 0-1776 0,0 0-448 0,0 0 0 0,7 6 0 16,1 1 736-16,1 0 64 0,0-4 16 0,2 0 0 31,0-3-1104-31,1-1-224 0,-1 0-32 0,1-2-12288 0,0-4-2464 0</inkml:trace>
  <inkml:trace contextRef="#ctx0" brushRef="#br0" timeOffset="40865.68">17564 2175 41871 0,'0'0'1856'0,"0"0"384"0,6-7-1792 0,-1 2-448 16,-5 5 0-16,2-7 0 0,-3 0 288 0,-5 1-32 15,1 1 0-15,-3-1 0 0,-3-3-256 0,-2-1 0 0,-3-1 0 16,-5 0 0-16,-1 0-176 0,-2 0-144 0,-5 2-16 0,-2 3-16 31,-2 1-96-31,0 3 0 0,-1 2-16 0,1 3 0 16,0 3-64-16,3 1-16 0,2-1 0 0,5 3 0 15,4 1 96-15,3 0 0 0,3 0 16 0,4-2 0 0,4 1 160 0,4-1 16 0,3 0 16 0,3-2 0 16,5 0 80-16,2-2 16 0,4-1 0 0,2-1 0 16,4-4 144-16,4 0 0 0,20-3 160 0,-4-2-160 15,-4-1 0-15,-3 0 0 0,-3-2 0 0,-2-2-160 16,-6-2 160-16,-1-2-208 0,-1-3 80 0,-1-3 128 16,-2-3 0-16,0-6 0 0,-1-6 144 0,1-1-16 15,-3 2 128-15,1 0 48 0,-2-2 0 0,1 4 0 16,-3 2 160-16,0 3 48 0,0 0 0 0,-4 3 0 15,-2 1 256-15,-2 5 48 0,0 3 16 0,-3 5 0 16,-2 3-64-16,0 4 0 0,0 5 0 0,0 0 0 16,0 0-496-16,-8 11-96 0,-2 4-32 0,0 4 0 0,2 2-144 0,-1 2 0 15,-1 1 0-15,1 3 0 0,0 4 0 0,2 2-144 16,-1 4 144-16,1 1 0 16,0 3-1728-16,0-3-256 0,0-1-32 0,3-4-15488 15</inkml:trace>
  <inkml:trace contextRef="#ctx0" brushRef="#br0" timeOffset="41316.46">17212 1872 24879 0,'-7'-14'2208'0,"4"-3"-1760"16,3 1-448-16,2 2 0 0,2 2 2592 0,4 2 432 15,2 3 96-15,2 3 16 0,2 1-2384 0,4 2-480 0,1 0-80 0,3 2-32 16,3 0 288-16,2 2 48 0,1 0 16 0,0 0 0 15,3 3 32-15,-3-1 16 0,0 1 0 0,1-1 0 16,1 1-352-16,-2 1-64 0,0 3-16 0,-3 1 0 16,-4 1-128-16,-2 4 0 0,-2 1 0 0,-2 0 0 15,-6-2-176-15,-1 1-16 0,-2-3 0 0,-3 1 0 16,-3 2-112-16,0-2-16 0,0-1-16 0,0-1 0 16,0-2 192-16,1 1 144 0,3-2-192 0,1 0 192 15,1 0-336-15,2-2 32 0,1 0 16 0,1-1 0 16,2-2-352-1,0-2-64-15,1 0 0 0,2-1-16 0,0-1 128 16,-1 0 16-16,-1 0 16 0,1-2 0 0,-1-3 192 0,-1-1 48 0,0 1 0 0,1 0 0 0,-2 0 320 16,0-1 288-16,-1 0-48 0,0-3-16 0,-2-2 128 0,-2-1 32 15,0-3 0-15,-1-2 0 0,-4-3-224 0,-1-1-32 16,-1-1-128-16,-3 1 192 0,-5 0-192 0,-2 5 176 16,-1 1-176-16,-2 4 160 0,5 7-160 0,-3-1 0 15,-2 0 0-15,-3 1 0 0,-2 0 368 0,0 2-16 16,-1 1 0-16,-1 1 0 0,1 1 0 0,0 3 0 15,0-1 0-15,3 2 0 0,0 3-352 0,2 1 144 16,2 1-144-16,2 1 0 16,1 1-1088-16,4 0-336 0,1 1-64 0,3-2-8752 15,1 0-1760-15</inkml:trace>
  <inkml:trace contextRef="#ctx0" brushRef="#br0" timeOffset="41507.17">18248 1836 34143 0,'11'-15'1520'0,"-4"8"304"0,2 3-1456 0,-9 4-368 0,7-5 0 0,-7 5 0 16,0 0 1104-16,0 0 160 0,0 0 16 0,0 0 16 15,0 0-464-15,0 12-112 0,-3 1-16 0,-3 2 0 16,-2-2-304-16,0 3-64 0,-2 1-16 0,0 1 0 16,1-4-320-16,1-2-320 0,3-1 64 0,0-1 16 31,3-1-3680-31,0-1-752 0</inkml:trace>
  <inkml:trace contextRef="#ctx0" brushRef="#br0" timeOffset="41640.1">18354 1877 33167 0,'0'0'2944'0,"-2"-7"-2352"0,1 2-464 0,1 5-128 0,0 0 1664 0,0 0 320 15,0 0 64-15,0-7 16 0,0 7-1856 0,-3-7-368 16,-3 0-80-16,-1-2-11632 15,-4-1-2336-15</inkml:trace>
  <inkml:trace contextRef="#ctx0" brushRef="#br0" timeOffset="41805.1">17844 1630 36863 0,'-8'-15'3264'0,"6"6"-2608"15,0-1-528-15,4 0-128 0,3-1 1072 0,3 0 176 0,1-1 32 0,3 1 16 16,3 1-784-16,0-1-176 0,1 2-16 0,1 1-16 15,2-1-304-15,3 2 160 0,3 2-160 0,2 1 128 32,2 2-512-32,3 2-128 0,1 0 0 0,2 2-11872 0,3 2-2368 0</inkml:trace>
  <inkml:trace contextRef="#ctx0" brushRef="#br0" timeOffset="41926.49">18886 2100 49407 0,'0'0'2192'0,"-1"10"448"16,1-10-2112-16,1 9-528 0,-1-9 0 0,0 10-14528 16,0-10-3024-16</inkml:trace>
  <inkml:trace contextRef="#ctx0" brushRef="#br0" timeOffset="43472.21">828 4156 37775 0,'0'0'1664'0,"0"0"368"0,0 0-1632 0,0 0-400 15,0 0 0-15,12 2 0 0,-1-2 432 0,2-3 0 0,4-4 0 0,-3-2 0 16,3-5-304-16,-4-2-128 0,2-4 128 0,2-1-128 16,0-1 0-16,-1-1-256 0,-2 1 48 0,0-1 0 31,1-2-176-31,0-1-48 0,0-3 0 0,2 1 0 16,-1 1 16-16,3 0 0 0,0-2 0 0,1 4 0 0,0 0 144 0,-2 6 16 0,1 4 16 0,-4 3 0 15,1 2 240-15,-2 4 128 0,-1 4 0 0,-2 2-128 16,-1 3 448-16,-1 4 0 0,1 2-16 0,-5 4 0 15,2 3 0-15,-2 5 0 0,1 2 0 0,-2 5 0 16,1 3 16-16,-3-2 0 0,0 0 0 0,-2 2 0 16,0 1-160-16,-3 1-32 0,0-1 0 0,1 2 0 15,-1 1-256-15,1-1 0 0,1-15 128 0,1 0-128 16,0 2-1712-16,1-1-400 16,2 0-64-16,1-1-32 0</inkml:trace>
  <inkml:trace contextRef="#ctx0" brushRef="#br0" timeOffset="43607.46">1927 4016 43999 0,'0'0'1952'0,"-9"1"400"0,0-2-1888 0,2 1-464 16,7 0 0-16,-8 5 0 16,2-1-496-16,6-4-192 0,-6 5-32 0,6-5-11888 15,-3 8-2368-15</inkml:trace>
  <inkml:trace contextRef="#ctx0" brushRef="#br0" timeOffset="43967.35">3477 3632 41983 0,'0'0'1856'0,"0"0"384"0,3-10-1792 0,-3 10-448 0,0 0 0 0,0 0 0 16,0 0 128-16,0 0-128 0,5 12 0 0,-4 6 0 16,-2 3 0-16,-3 4 0 0,-2 4 0 0,-3 3 0 15,-1 3 128-15,-1 1-128 0,-1 1 0 0,-1 3 144 0,-4 3-144 0,1 4 0 16,-2 4 0-16,2 2 0 15,0 2 0-15,0-2 0 0,-2-3 0 0,3-6 0 0,0-5-176 0,1-1-16 16,0 0 0-16,-1-1 0 16,2-1-512-16,1 0-96 0,0-6-32 0,2-2 0 15,0-4-608-15,1-4-128 0,1-4-32 0,1-5-8848 16,-1-5-1776-16</inkml:trace>
  <inkml:trace contextRef="#ctx0" brushRef="#br0" timeOffset="44203.04">2782 3691 28559 0,'-1'-22'1264'0,"1"8"272"0,1 0-1232 0,2 2-304 0,2 0 0 0,6 3 0 15,4 2 2496-15,3 3 448 0,4 0 96 0,6 0 16 16,3 1-2176-16,5 0-432 0,3 1-96 0,5 0-16 16,4 1 112-16,3 2 32 0,1-2 0 0,1 1 0 15,-2 1-112-15,0-1-32 0,3-1 0 0,1 0 0 16,3 0-112-16,-1 0-32 0,-1 0 0 0,-2 1 0 15,-26 0-336-15,4 0-80 0,2 0-16 0,4-1 0 32,1 0-2128-32,3 1-416 0,1 0-96 0,1-1-13568 0</inkml:trace>
  <inkml:trace contextRef="#ctx0" brushRef="#br0" timeOffset="44418.54">4620 3456 25791 0,'-16'-2'1152'0,"5"0"224"0,-2-3-1104 0,-1 3-272 16,1 1 0-16,-4 4 0 0,6 0 2784 0,-2 2 496 16,-4 2 112-16,-1 2 0 0,-2 0-2240 0,-2 4-464 15,-1 2-96-15,-1 4-16 0,-2-1-80 0,1 5-32 16,1 4 0-16,0 4 0 0,1 3-48 0,1 2-16 16,2 1 0-16,1 2 0 0,-12 28-400 0,9-11 128 15,5-6-128-15,6-4 0 0,4 0 0 0,5-2 128 16,3-2-128-16,2-5 0 0,1-4 0 0,3-2-320 15,5-3 48-15,3-1 16 16,-2-4-784-16,1-3-160 0,2-5-16 0,-1-1-10656 0,3-2-2128 0</inkml:trace>
  <inkml:trace contextRef="#ctx0" brushRef="#br0" timeOffset="44809.78">4505 3894 26719 0,'0'0'2368'0,"0"0"-1888"0,0 0-480 0,0 0 0 15,1 10 2288-15,1 1 352 0,-1 1 80 0,0 5 16 16,-1 5-2016-16,-1 2-400 0,-2 1-64 0,0 3-32 16,-2 0-224-16,-1 2 0 0,1 0 0 0,-1-2 0 15,1 0 0-15,0-3 0 0,1-1 0 0,1-3 0 16,-1-4-288-16,1-1 0 0,0-4 0 0,0-2 0 16,3-1-160-16,0-9-48 0,0 6 0 0,0-6 0 15,0 0 144-15,0 0 32 0,7-4 0 0,0-4 0 0,0 0 96 0,2-3 32 16,0-4 0-16,-1-2 0 0,-2-4 192 15,1-1 192-15,-2-4-48 0,2-2 0 0,1-3 576 0,0 0 112 16,1 3 32-16,1 1 0 0,1 4 0 0,0 3 0 16,0 4 0-16,1 2 0 0,3 0-320 0,0 3-64 15,0 4-16-15,1 0 0 0,-1 3-192 0,1 0-32 16,-2 2-16-16,1 1 0 0,1 1-32 0,0 1 0 16,1 2 0-16,-1 3 0 0,0 2-64 0,-2 2-128 15,-1 4 176-15,-1 3-176 0,-2 2 176 0,-1 4-176 16,-3 5 160-16,-2 0-160 0,-4 2 0 0,-1 2 0 15,-2 0 0-15,-1-2 0 0,-3-3 0 0,1-2 0 16,-2-2-176-16,2-2 176 16,-1-1-1296-16,1-2-144 0,2-3-32 0,0-2-16048 0</inkml:trace>
  <inkml:trace contextRef="#ctx0" brushRef="#br0" timeOffset="45103.68">5202 3306 41583 0,'0'0'1840'0,"11"-3"384"0,-1 4-1776 0,4 4-448 0,-4-1 0 0,3 4 0 16,3 3 0-16,2 3 0 0,1 3-144 0,-1 3 144 15,1-1-160-15,0 3 160 0,-2 4-128 0,0 1 128 0,-2 5 0 0,-1 4 0 16,-1 5 0-16,-4 3 0 0,-3 1 0 0,-1 1 0 15,-4-2 0-15,-4 3-128 0,-1 0 128 0,-4 2 0 16,-3 5 0-16,-3-1-128 0,-2-1 128 0,-3-3-192 16,-2 0 192-16,-1-5-192 0,0-3 192 0,0-2 0 15,1-2-144-15,1-3 144 16,4-3-1568-16,-1-1-240 0,2-5-48 0,1-3-14208 16</inkml:trace>
  <inkml:trace contextRef="#ctx0" brushRef="#br0" timeOffset="45337.38">5817 3791 41759 0,'18'0'1856'0,"-1"0"368"0,4 0-1776 0,6 3-448 0,5 1 0 0,2 4 0 16,0 2 0-16,-1 1-144 0,-2-1 0 0,-1 0 0 15,-2-5 144-15,0 1 0 0,-2-1 0 0,-2 1 0 16,-2-3 0-16,2 0-160 0,0 0 160 0,-3-1-160 31,-3 2-1456-31,0-1-304 0,-3 0-48 0,-1-2-14240 0</inkml:trace>
  <inkml:trace contextRef="#ctx0" brushRef="#br0" timeOffset="45569.93">5606 4321 37775 0,'0'0'3360'0,"9"3"-2688"16,1-1-544-16,6 1-128 0,4-1 1184 0,6 1 208 16,2 3 32-16,4-3 16 0,1-2-736 0,1-2-128 15,3-1-48-15,-1-1 0 0,0 0-224 0,-1 0-48 16,-2 0-16-16,-2-1 0 0,-2 0-240 0,-2-1-240 15,0 0 48-15,-1 1 16 16,2-2-1424-16,-2 1-272 0,-1-1-64 0,2 2-16 16,-1-1-928-16,1 1-192 0,-1-2-48 0</inkml:trace>
  <inkml:trace contextRef="#ctx0" brushRef="#br0" timeOffset="47088.56">9463 3559 40543 0,'0'0'3600'0,"0"-7"-2880"16,0 7-576-16,0 0-144 15,0 0-464-15,0 0-128 0,0 0-32 0,-8 2 0 0,0 1 304 0,-7 2 64 16,0 1 16-16,-6 4 0 0,-5 1 112 0,-3 3 128 16,11-6-208-16,-5 3 80 0,-5 5-192 0,-6 1-48 15,-5 3 0-15,-2 2 0 16,-3 2-32-16,0 2-16 0,0 1 0 15,3 1 0-15,0-1 240 0,2 2 176 0,3-1-208 0,3 2 80 0,4 0 128 0,5 2 0 16,4 1 0-16,5 1 0 0,3-1 144 0,4 0 64 16,5-1 16-16,3-2 0 0,2 0 128 0,4-2 32 15,7 18 0-15,2-8 0 0,0-2 256 0,0-5 48 16,0 0 16-16,2-2 0 0,-2-3-96 0,1 2-16 0,-1 1 0 16,0 3 0-16,-2 1-272 0,-1 0-48 0,-2-1-16 0,-3 2 0 15,-2-1-256-15,-4 0 0 0,-2 1 0 0,-4 1 0 16,-2 1 0-16,-4 7 0 0,-4 4 0 0,-1 4 0 15,-2 1 0-15,-3-1 0 0,-4-4 0 0,-1-2 0 16,-2-1-192-16,-2 0 192 0,-2 0-208 0,-1 0 80 16,-1 2 128-16,2-2 0 0,3-5 0 0,1-1 128 15,5-2-128-15,1-5 0 0,2-6-128 0,4-3 128 32,0-3-576-32,4-5-16 0,4-4-16 0,2 0 0 15,2-1-272-15,4-9-48 0,0 0-16 0,0 0 0 16,0 0 256-16,0 0 48 0,11-7 16 0,1-2 0 0,0 0 352 0,2-2 64 0,0-2 16 0,2-2 0 15,0-4 192-15,2 3 256 0,1 1-48 0,0 4-16 16,2 2 224-16,0 2 32 0,0 1 16 0,0 3 0 16,-1 1 144-16,-1 1 32 0,-2 2 0 0,0 2 0 0,-2 1-256 15,-2 3-32-15,-1 2-16 0,-1 1 0 0,-2 2-80 16,-2 2-32-16,-2 2 0 0,-1 2 0 0,-2 5 32 0,-1 4 0 16,-2 0 0-16,0 6 0 0,-2 1-112 0,1 6-16 15,-2 5 0-15,-2 1 0 0,0 2 96 0,-3-2 16 16,-2 1 0-16,-1-2 0 0,-1-2-48 0,-1 1-16 15,-2-2 0-15,1 0 0 0,-1-4 144 0,1-3 16 16,0-3 16-16,2-2 0 0,3 0-128 0,2-6-32 16,1-4 0-16,1-4 0 15,2 0-560-15,3-5-112 0,1-5-32 0,0-6 0 16,3 8-2560-16,-3-8-512 0,0 0-96 0,21-13-32 0</inkml:trace>
  <inkml:trace contextRef="#ctx0" brushRef="#br0" timeOffset="47522.49">10451 3704 27647 0,'-12'-11'2448'0,"4"3"-1952"0,-1-2-496 0,-1 0 0 0,-1 0 1920 0,-1 3 272 16,-2 1 64-16,-1 2 16 0,6 2-1728 0,-3 0-352 15,-4 2-64-15,1 2 0 0,-5-1 80 0,0 1 32 16,-1 2 0-16,-1 5 0 0,-1 3-80 0,-1 2-16 16,-1 6 0-16,-1 1 0 0,1 1 48 0,1 2 16 15,1 2 0-15,2-1 0 0,-14 20-16 0,11-6 0 16,8-5 0-16,7-4 0 0,6-5-48 0,6-1-16 16,6 1 0-16,4 2 0 0,3-3 48 0,5-1 0 15,1-2 0-15,3-1 0 0,1-4-176 0,1-1 0 0,-2-2 0 16,1-4 0-1,0-1-2304-15,1-5-400 0,1-3-80 0</inkml:trace>
  <inkml:trace contextRef="#ctx0" brushRef="#br0" timeOffset="47855.48">10889 4149 42383 0,'0'0'3776'0,"9"7"-3024"0,1-1-608 0,4 1-144 31,2-1-544-31,0-2-144 0,0-3-16 0,1-3-16 0,-1-3 528 0,2-2 192 0,-1-4 0 0,1-4-144 32,0-1-608-32,-1-1-112 0,0 2-32 0,-1 0 0 15,-2-1 256-15,1 2 32 0,0-1 16 0,-1-1 0 0,-1 0 592 0,-1 0 0 0,0 2 224 0,0 2-64 0,-3 2 496 16,1 1 112-16,-2 1 0 0,1 3 16 0,-9 5-80 0,6-6 0 16,-6 6-16-16,0 0 0 0,0 0-160 0,0 0-16 15,0 0-16-15,0 0 0 0,-3 9-192 0,0 0-48 16,-2 0 0-16,-3 3 0 0,-2-1 64 0,-1 5 16 15,-1 3 0-15,0 2 0 0,-1 1-160 0,-1 3-48 16,1 4 0-16,2 2 0 0,2 2-128 0,1-2 0 16,0-4 0-16,0-2 0 0,2 0 0 0,0-2 0 15,1-2-224-15,0-4 80 16,1-1-560-16,2-2-128 0,-3-2 0 0,2 0-16 16,0 1-1440-16,-1 2-272 0,1-3-64 0,0-2-7936 0,1-1-1600 15</inkml:trace>
  <inkml:trace contextRef="#ctx0" brushRef="#br0" timeOffset="48119.27">10906 4480 20271 0,'-13'-4'1792'0,"13"4"-1424"0,-8-3-368 0,8 3 0 16,-7-4 2208-16,7 4 368 0,0 0 80 0,0 0 16 15,0 0-1088-15,0 0-224 0,0 0-32 0,8-4-16 16,4 2-176-16,3 1-48 0,4-2 0 0,0 1 0 16,3-2-400-16,4-1-96 0,-1 2-16 0,3 1 0 15,-1 0 64-15,4 0 0 0,2-1 0 0,2 0 0 16,1-2-160-16,4 1-32 0,2 2 0 0,0 1 0 15,-2 2-224-15,1 1-48 0,-3 0-16 0,-1 0 0 16,-4-2-160-16,1 0 0 0,-3 0 0 0,-1 2 128 16,0 1 64-16,-1 0 16 0,-2 1 0 0,0-1 0 0,-2-1-64 15,-1 0-16-15,-1 2 0 0,-1-1 0 0,-5 0-128 16,-1-1 0-16,-7-2 144 0,-1 0-144 0,-1-1 0 0,0 0-288 16,0 0 48-16,-3-1 16 15,-4 2-2336-15,0 0-480 0,0-4-96 0</inkml:trace>
  <inkml:trace contextRef="#ctx0" brushRef="#br0" timeOffset="49604.4">12923 3700 33167 0,'0'0'2944'0,"4"11"-2352"0,0 3-464 0,1 1-128 16,-1 3 288-16,1 3 32 0,-1 1 16 0,0 3 0 16,-4 3 112-16,0 0 32 0,-2-2 0 0,0 2 0 15,-1-3-128-15,-2-1-32 0,1-1 0 0,0 2 0 16,-1-1-320-16,2 0 128 0,0 0-128 0,-1 0 0 16,1-2 0-16,0-1 0 0,-1-3 0 0,2-2 128 0,0-2-128 15,1-2 0-15,0-2 0 0,0-2 0 0,1-8 0 16,0 0 0-16,0 0 0 0,0 0 0 0,0 0 0 0,0 0 0 15,8-2 160-15,2-5-160 0,-4 0 256 0,0-3-32 16,2-4-16-16,2-3 0 0,1-3 160 0,1-3 16 16,1-2 16-16,1 0 0 0,0-1-128 0,1 0-16 15,2 1-16-15,1-1 0 0,2 1-240 0,1 0 128 16,1 0-128-16,1 0 0 0,-1 3 0 0,0 3 0 16,1 2 0-16,-3 3 0 0,-1 2 0 0,-2 3-160 15,-2 3 160-15,-2 3-128 0,-3 3 128 0,-1 3-160 16,-3 3 160-16,0 4-160 0,-2 4 160 0,-2 4-192 15,-1-1 192-15,-2 3-192 0,-3 17 192 0,2-2-128 0,2-2 128 0,2-2-128 16,1-4-32-16,3 0 0 0,3 1 0 16,-2-1 0-1,3 0-336-15,1-4-64 0,1-3-16 0,3-5 0 16,1-3-16-16,2-3-16 0,0-5 0 0,3 0 0 0,0-4 352 0,3-4 80 0,5-2 16 0,1-3 0 16,-3-3 16-16,1-2 0 0,-2-2 0 0,-1-3 0 15,-2-3-16-15,-2 0 0 0,-2 2 0 0,-2-1 0 16,-2-1 336-16,-3 0 64 0,-3 0 16 0,-4-1 0 15,0-2 368-15,-4 1 80 0,-2 0 0 0,-1 4 16 16,-2 5-96-16,-1 3-32 0,-2 3 0 0,-1 3 0 16,0 2-336-16,-1 3-64 0,0 4 0 0,0 4-16 15,-3 3-176-15,-1 1 0 0,-1 2-160 0,-1 2 160 16,1 1-128-16,1 2 128 0,0 3 0 0,3 0-144 16,2 0 144-16,4 0 0 0,1 1-144 0,5 0 144 15,2 0-464-15,3-1-32 0,1-2 0 0,3-3 0 16,4-1-192-16,1-1-32 0,2-3-16 0,0-3 0 15,2-2 240-15,0-5 48 0,0-2 16 0,-1-3 0 0,-1-5 432 0,2-1 0 16,0-2 0-16,0-4 0 0,-2 1 0 0,0 0 0 16,-2-2 0-16,-2 1 176 0,-1-1 400 0,-1 1 96 15,-1-2 16-15,-1 0 0 0,-1-1 176 0,-2 4 32 16,-1 3 16-16,-3 3 0 0,-3 9-384 0,0 0-80 16,0 0 0-16,0 0-16 0,0 0-224 0,0 0-32 15,0 0-16-15,0 0 0 0,-5 7-160 0,-1 2 0 16,2 1 0-16,-1-2 0 0,2-1 0 0,1 1 0 15,2-8 0-15,0 0 0 0,5 7-144 0,3 0-16 16,1-3 0-16,2 0 0 16,2-2-464-16,2-2-80 0,3-1-32 0,1-1 0 15,-1-2-176-15,2-1-48 0,1-2 0 0,0 1 0 16,0-1 336-16,-1 0 64 0,-2 2 16 0,0-1 0 0,-1 0 800 0,-2-2 144 0,-1 0 48 0,-1 1 0 16,0 0 576-16,-1 1 112 0,-1-1 16 0,-1-1 16 15,-2-2-224-15,-2 0-48 0,-1 1-16 0,-1 1 0 16,-4 8-240-16,0 0-64 0,0 0 0 0,0 0 0 15,0 0-368-15,0 0-80 0,0 0 0 0,0 0-128 16,-8 9 0-16,1 2 0 0,1 1 0 0,0 1 0 16,2 0 0-16,2 3 0 0,-1 0 0 0,3 1 0 15,3-1-128-15,1-1 128 0,0 1 0 0,3-2-144 16,1-1-256 0,-1-1-48-16,1 1-16 0,-1-5 0 0,-1 1-2288 0,-6-9-448 0,8 5-80 0</inkml:trace>
  <inkml:trace contextRef="#ctx0" brushRef="#br0" timeOffset="49790.57">13564 3542 34095 0,'-9'-11'3024'0,"3"-1"-2416"16,3 6-480-16,3 0-128 0,-2-2 1440 0,4 0 272 15,1 2 48-15,2-1 16 0,4 2-1120 0,2 0-208 16,3 2-64-16,21-4 0 0,-14 5-384 15,-2 0-144-15,2 0 144 16,1 3-1920-16,-1-2-288 0,0 0-48 0</inkml:trace>
  <inkml:trace contextRef="#ctx0" brushRef="#br0" timeOffset="49907.44">14338 3303 35935 0,'0'0'1600'0,"8"7"320"0,-1 0-1536 0,-2 1-384 0,0 3 0 0,-3 5 0 16,-4 5 816-16,-3 2 80 0,-3 3 32 0,1-2 0 31,-2-1-1792-31,1 2-352 0,2-2-80 0</inkml:trace>
  <inkml:trace contextRef="#ctx0" brushRef="#br0" timeOffset="50304.75">15157 3500 42447 0,'0'0'1872'0,"0"0"400"0,6 7-1824 0,0 4-448 16,-3-2 0-16,-1 3 0 0,-1 4 0 0,-1 4-160 15,-2 2 0-15,-2 4 0 0,-2 4-32 0,-1 0 0 16,-9 22 0-16,2-10 0 16,1-4-672-16,1-5-144 0,0-7-16 0,1-4-16 15,1-4-1584-15,-1-4-304 0,1-2-64 0,1 0-16 16,1 0 1232-16,3-2 240 0,0-2 64 0,5-8 0 15,0 0 832-15,0 0 192 0,0 0 16 0,0 0 16 0,0 0 1888 0,0 0 384 16,0 0 80-16,10-9 16 0,0-3-96 0,1 1-32 16,1 1 0-16,0 0 0 0,0-3-400 0,2-2-80 15,0-4 0-15,1-3-16 0,1-4-432 0,0-5-96 0,0-2-16 0,0 1 0 16,2 0-416-16,0 6-96 0,1 5-16 0,1 4 0 16,-1 4-80-16,-1 5-32 0,1 5 0 0,-1 3 0 15,-2 2-144-15,0 6 128 0,-3 5-128 0,-2 5 128 16,-1 3-128-16,-3 4-192 0,-2 2 32 0,-2 2 16 31,-3 1-224-31,0-2-32 0,-1-1-16 0,1-2 0 16,2-4-336-16,1-2-64 0,3-2-16 0,-1 0-10704 0,4-1-2160 0</inkml:trace>
  <inkml:trace contextRef="#ctx0" brushRef="#br0" timeOffset="50591.66">15874 3597 30815 0,'0'0'1360'0,"0"0"288"0,0 0-1328 0,11 3-320 15,1 2 0-15,1-3 0 0,3-1 1856 0,0-1 288 16,2-1 64-16,3 1 16 0,-9 0-1232 0,3 0-240 16,4-1-48-16,1 0-16 0,1-1-368 0,2-2-64 0,2 1 0 0,1-1-16 31,24-4-1440-31,-9 3-272 0,-5 2-64 0,-4 0-10032 0,-5 0-2000 16</inkml:trace>
  <inkml:trace contextRef="#ctx0" brushRef="#br0" timeOffset="50753.97">15999 3891 36735 0,'0'0'1632'0,"0"0"336"0,0 0-1584 0,0 0-384 0,0 0 0 0,0 0 0 16,7 6 672-16,1-1 48 0,2-2 16 0,2-3 0 16,3-2-240-16,3-3-48 0,0-1-16 0,4-3 0 15,3-1-2704-15,2-3-544 0,16-8-96 0,-1 2-32 16</inkml:trace>
  <inkml:trace contextRef="#ctx0" brushRef="#br0" timeOffset="51073.31">16842 3857 36863 0,'0'0'1632'0,"10"3"336"0,1 0-1584 0,1 1-384 16,2-1 0-16,2-1 0 0,-2-2 672 0,0-2 48 15,-1-4 16-15,1 0 0 0,0-3-736 0,-1-1-384 16,0-3 32-16,1-3 16 15,-1-1-608-15,-1-4-112 0,0-2-32 0,1 0 0 16,-1 0 432-16,0 2 80 0,2 1 0 0,-1 1 16 0,-1 1 560 0,0-1 304 16,0 2-48-16,0-1 0 0,-1-3 352 0,0 1 64 15,0 2 16-15,-1 4 0 0,-2 2-48 0,-2 4 0 0,-1 2 0 0,-5 6 0 16,0 0-64-16,0 0-32 0,0 0 0 0,0 0 0 16,0 0-304-16,0 0-64 0,-4 8-16 0,1 2 0 15,-3 0 224-15,1 2 64 0,0 4 0 0,0 0 0 16,2 3-128-16,-1 3 0 0,-1 2-16 0,0 1 0 15,-1 3-160-15,1 1-16 0,-2-1-128 0,0 1 192 16,1-3-352-16,-1 1-80 0,2-2-16 0,-1-1 0 31,0-3-1744-31,1-2-368 0,2-2-64 0,-1 0-8768 0,-2-1-1776 0</inkml:trace>
  <inkml:trace contextRef="#ctx0" brushRef="#br0" timeOffset="51287.7">16788 4090 19343 0,'-16'-1'1728'0,"7"0"-1392"0,0-2-336 0,1 1 0 0,8 2 2624 0,0 0 448 16,0 0 80-16,0 0 32 0,0 0-1376 0,1-7-272 16,6-1-48-16,4 0-16 0,4 0-240 0,5 2-48 15,3 0-16-15,4 1 0 0,1-1-448 0,4 2-80 16,-12 2-32-16,3 0 0 0,2-1 32 0,4 1 16 16,2 0 0-16,4 0 0 0,2 1-288 0,4 1-64 15,-1-3-16-15,0 3 0 0,0 0-288 0,-2 3-144 16,0-1 16-16,-5 0 0 15,1 1-1312-15,-4 0-256 0,-1 0-48 0,-1 0-16 16,-3 0-1488-16,-1 2-288 0</inkml:trace>
  <inkml:trace contextRef="#ctx0" brushRef="#br0" timeOffset="53106.36">9497 5862 19695 0,'0'0'864'0,"-10"-3"192"16,1-2-848-16,1 1-208 0,0-2 0 0,1 2 0 0,1 1 1168 0,0-3 192 15,1 1 48-15,-1-1 0 0,2 0-768 0,-1 0-128 16,5 6-48-16,-3-8 0 0,3 8-272 0,0 0-48 16,0 0-16-16,-3-8 0 0,2 0 192 0,1 8 48 15,0 0 0-15,0-9 0 0,0 9 224 0,0 0 48 16,0 0 16-16,0 0 0 0,2-11 112 0,0 3 32 15,-2 8 0-15,0 0 0 0,5-11-32 0,0 3 0 16,-2 4 0-16,2 0 0 0,0-1-128 0,2 1-48 16,1 0 0-16,0-1 0 0,3 1-16 0,-1-2-16 15,2 1 0-15,3 0 0 0,-3 2-112 0,2 1 0 16,0 0-16-16,2 1 0 0,-1 1-176 0,-1 1-16 16,1 1-16-16,-1 3 0 0,0 1-224 0,-3 3 0 15,0 2 0-15,-2 2 0 0,-1 3 0 0,-3 4 0 0,0 19-144 16,-5-2 144-16,-5 2-208 0,-2-1 48 0,-5 2 16 0,-4-3 0 15,-4-2-96-15,-3-2-16 0,-2-3 0 0,-4-2 0 16,-1-5 64-16,0-2 16 0,0-3 0 0,-1 1 0 16,1 2 176-16,1-5 0 0,4-1-144 0,0-4 144 15,1-4 0-15,1-2 0 0,1-2 0 0,1-2 0 16,1-2 0-16,4 0 0 0,2-3 0 0,-2-2 0 16,3-1 0-16,2-1 0 0,2-1 0 0,4-2 0 15,0-2 0-15,4-1 192 0,3 0-32 0,3 2 0 16,1 3 208-16,5 3 32 0,2 0 16 0,2 1 0 15,3-2-112-15,2 5-32 0,2 2 0 0,-1 2 0 16,-2 1 80-16,0 2 16 0,1 0 0 0,-1 3 0 16,0 0-224-16,0 0-144 0,-2 2 192 0,1 1-192 0,0 0 0 15,0 0 0-15,2-1 0 0,1 0-192 16,0 0-1184-16,1 0-224 16,0-2-64-16,1-2-16480 0</inkml:trace>
  <inkml:trace contextRef="#ctx0" brushRef="#br0" timeOffset="53216.01">9860 6267 40607 0,'0'0'1792'0,"0"0"384"0,0 0-1744 0,0 0-432 15,0 0 0-15,0 0 0 16,2 9-608-16,-2-9-208 0,0 0-32 0,0 0-10672 16,9 3-2112-16</inkml:trace>
  <inkml:trace contextRef="#ctx0" brushRef="#br0" timeOffset="53577.24">10981 5618 40479 0,'0'0'1792'0,"0"0"384"0,0 0-1744 0,0 0-432 0,2 12 0 0,-2 2 0 0,-1 4 384 0,-2 0-16 16,-1 3 0-16,-3 2 0 0,-2 4-48 0,-2 1 0 16,-2 3 0-16,-1 7 0 0,5-15-128 0,-2 5-16 15,-5 5-16-15,1 1 0 0,-2 2 16 0,0 1 0 16,-1-2 0-16,1 0 0 0,-2 3-176 0,4-3 0 15,-2-1 0-15,3-1 0 0,1 0 0 0,0-2 0 16,2-2-224-16,2-4 80 16,-1-2-560-16,1-3-128 0,0-4 0 0,0-3-16 15,2-2-592-15,-1-3-112 0,0-5-32 0,0-3-14928 0</inkml:trace>
  <inkml:trace contextRef="#ctx0" brushRef="#br0" timeOffset="53788.75">10328 5773 4607 0,'-4'-17'400'0,"2"1"-400"0,1 0 0 0,1 3 0 16,2 2 6800-16,2 2 1280 0,-4 9 256 0,8-5 48 16,2-1-5792-16,3 3-1168 0,3 1-224 0,3 1-48 15,4 2-368-15,4 1-64 0,4 3-16 0,4-1 0 16,4 0-160-16,2 1-32 0,3-2-16 0,6-1 0 16,3-2-304-16,3 1-64 0,1 2-128 0,-1-1 192 15,-2 0-192-15,-3 0 0 0,-5-1 0 0,0-1 0 31,-1-1-640-31,-2 1-128 0,-1 1-32 0,1 3 0 0,1 1-1568 16,-1 2-320-16,-3-1-64 0,0 0-7664 0,0-3-1520 0</inkml:trace>
  <inkml:trace contextRef="#ctx0" brushRef="#br0" timeOffset="54027.12">11954 5590 26719 0,'-14'-3'2368'0,"6"2"-1888"16,-2 0-480-16,-1 2 0 0,-4 2 1616 0,-1 5 240 15,-4 3 32-15,-3 2 16 0,-5 4-752 0,-1 0-128 16,-2 3-48-16,-1 2 0 0,0 2-400 0,1 3-96 16,3 1-16-16,1 6 0 0,2 4-128 0,1 3-16 15,1 6-16-15,3-2 0 0,0-1-64 0,3-2-16 16,1-2 0-16,4 0 0 0,3 1 0 0,3-1 0 16,2 2 0-16,4-2 0 0,4-2-64 0,2-2-16 15,2-3 0-15,2-1 0 0,2-3-144 0,-1-2-224 16,1 0 48-16,-1-6 16 15,2-5-1648-15,2-4-336 0,-1-1-64 0,2-2-8736 0,1-3-1728 0</inkml:trace>
  <inkml:trace contextRef="#ctx0" brushRef="#br0" timeOffset="54456.73">12254 5682 29487 0,'0'0'2624'0,"0"0"-2112"0,0 0-512 0,10 5 0 15,-3 4 1408-15,1 2 160 0,1 2 32 0,-5 5 16 16,1 3-1264-16,-3 3-352 0,-2 1 128 0,-2 5-128 16,-3 3 0-16,1 1 0 0,-5 1 0 0,1 0 0 15,1 0 0-15,0-3 0 0,-3-2-144 0,1-4 144 0,1-2-336 16,0-2 16-16,0-4 16 0,2 0 0 16,0-3 32-16,2-2 0 0,-1 0 0 0,2-5 0 15,3-8 272-15,0 0 0 0,0 0 0 0,0 0 0 0,0 0 128 0,0 0 96 16,0 0 16-16,7-12 0 0,0-1-112 0,1-1-128 15,-2 4 176-15,2-2-176 0,0-1 336 0,2-4-32 16,3-2-16-16,0-3 0 0,1-3 448 0,0-2 96 16,1-3 0-16,2 0 16 0,-1 0-16 0,2 3 0 15,-1 2 0-15,1 0 0 0,0 3-416 0,-2 3-96 16,1 1 0-16,0 3-16 0,2 1-160 0,0 3-16 16,0 3-128-16,1 1 192 0,-1 3 16 0,0 3 0 15,-2 2 0-15,0 1 0 0,-2 4-48 0,-2 4-16 16,-1 2 0-16,-2 6 0 0,-2 4-144 0,-1 3 0 0,0 23 0 15,-3-7 0-15,-4 1 0 0,-1-4 0 0,-1-4 0 0,1-6 0 16,-1-3-128-16,1-3-128 0,-2-3 0 0,1 0-16 31,-1 2-1728-31,1-3-352 0,-1-3-64 0,0-1-16 16,-2-1-960-16,0-2-208 0</inkml:trace>
  <inkml:trace contextRef="#ctx0" brushRef="#br0" timeOffset="54707.92">12049 6373 28559 0,'-11'3'2544'0,"0"-1"-2032"0,1-1-512 0,3 0 0 15,7-1 1376-15,0 0 176 0,0 0 48 0,0 0 0 16,0 0-736-16,0 0-144 0,0 0-16 0,10 0-16 16,3-1 160-16,5-1 48 0,6-2 0 0,4 0 0 0,5-3-112 15,6 1-16-15,4-1 0 0,3 1 0 0,2-2-32 0,2 0-16 16,-1 1 0-16,2-1 0 0,0 0-144 0,4 2-16 15,2-1-16-15,-2 1 0 0,-3 3-352 0,-1 1-192 16,-7 0 192-16,-4 0-192 16,-5-2-288-16,-2 1-160 0,-2 1-48 0,-2 2 0 15,-1 1-1952-15,-2 1-400 0,-3-1-80 0,-1 2-8912 16,-3 3-1776-16</inkml:trace>
  <inkml:trace contextRef="#ctx0" brushRef="#br0" timeOffset="55165.83">12183 6641 38703 0,'0'0'3440'0,"0"0"-2752"0,0 0-560 0,8-8-128 15,1 1 832-15,1 2 128 0,1 1 16 0,1 1 16 16,0 2-816-16,1 0-176 0,2 0 0 0,0-1 0 15,-2 1 0-15,0 1 208 0,1 2-32 0,-2 2-16 16,-2 2-160-16,-2 2-256 0,-1 1 64 0,-2 5 16 31,0 1-304-31,-3 3-64 0,-2 0-16 0,-1 4 0 0,-2 1 176 0,-2 2 16 0,-2 2 16 0,-2 1 0 16,-2-3 160-16,-2-2 48 0,-4-1 0 0,-2-2 0 16,0-3 144-16,-1 0 0 0,-1-2 0 0,0-4-128 15,0-2-32-15,-1-2 0 0,2-2 0 0,0 0 0 16,-3-5-1376-16,4-3-256 0,1 0-64 15,1-3-16-15,2-3 528 0,1-2 128 0,1-2 0 0,3-2 16 0,5 6 784 16,2-2 160-16,1-1 16 0,0 0 16 0,0 0 1280 0,2 1 256 16,2 1 48-16,0 1 16 0,1 4-400 0,1-1-80 15,1 2 0-15,0 2-16 0,1 2 16 0,2 2 0 16,0 1 0-16,2 4 0 0,2 2-112 0,3 1-16 16,0 1 0-16,3 1 0 0,0 1-400 0,3 0-96 15,1 1-16-15,2 2 0 0,3-4-256 0,-1 0 128 16,2-1-128-16,0-1 0 15,1 0-416-15,0-1-192 0,0-1-32 0,1-2-16 16,23-1-2096-16,-8-2-400 0,-6-3-96 0,-3-3-16 0</inkml:trace>
  <inkml:trace contextRef="#ctx0" brushRef="#br0" timeOffset="55478.23">13098 5607 35935 0,'5'10'1600'0,"1"-2"320"0,3 5-1536 0,2 4-384 0,3 4 0 0,2 4 0 0,2 3 448 0,-1 4 0 16,0 4 16-16,-1 4 0 15,-2 1-464-15,-2 0 0 0,-2 3 0 0,-2-3 0 0,-1-3 0 0,-2 0 0 16,-1-2 0-16,-2 4 0 15,-3 0 0-15,-1 4 0 0,-1 3 0 0,-4 0 0 0,-2 0 0 0,-3-1 0 16,-4 1 144-16,-3-6-144 0,-4-2 576 0,-2 0 16 16,-1 3 16-16,-2-3 0 0,0-2-80 0,-1-1-16 15,0 0 0-15,-1-1 0 0,1-3-512 0,1-3-272 16,-2-2 16-16,1-4-11968 16,-1-4-2416-16</inkml:trace>
  <inkml:trace contextRef="#ctx0" brushRef="#br0" timeOffset="56927.33">14132 6070 24879 0,'0'0'1088'0,"11"1"256"0,2-1-1088 0,7 0-256 0,3-1 0 0,4 1 0 16,3 0 2992-16,4-2 528 0,6-1 128 0,4 2 0 15,2 0-2208-15,3 0-448 0,3 0-96 0,-3-1 0 16,0-1-512-16,-3-2-80 0,-2-1-32 0,0 0 0 0,-1 1-528 15,-1-1-128-15,0 1 0 0,-2-1-16 16,0-1-2048-16,-3 1-416 0,-2-2-80 0,-4 0-12224 16</inkml:trace>
  <inkml:trace contextRef="#ctx0" brushRef="#br0" timeOffset="57127.31">14955 5702 4607 0,'-22'2'192'0,"9"-2"64"0,-1-2-256 0,1 2 0 15,-2 3 0-15,2 1 0 0,-1 2 7504 0,0 5 1456 16,-1 4 304-16,0 5 48 0,-2 2-6944 0,1 4-1408 16,-1 3-256-16,2 4-64 0,-1 4-192 0,0 2-48 15,1-1 0-15,-1 2 0 0,2 0-112 0,0 0-32 0,1-3 0 0,0-2 0 16,2-1-256-16,3-1 0 16,0 0 0-16,2-1-144 15,3-3-1264-15,1-1-240 0,1-3-48 0,2-3-9888 0,1-3-1968 0</inkml:trace>
  <inkml:trace contextRef="#ctx0" brushRef="#br0" timeOffset="57555.38">15342 5727 35935 0,'0'0'3200'0,"0"0"-2560"0,4 13-512 0,0 4-128 15,1 5 272-15,-1 6 48 0,-1 3 0 0,-1 3 0 0,-5 2-320 0,1-1 0 16,-1 2 0-16,0-2 0 0,-1-2 0 0,3-1 0 16,1-5 0-16,0-4 0 0,0-3 0 0,2-2 0 15,1-2 0-15,0-1 0 0,-1-2-352 0,1-2-32 16,0-7 0-16,0 1 0 16,-3-5-192-16,0 0-64 0,4 1 0 0,2-1 0 15,1-3 192-15,1-1 16 0,0-1 16 0,1-4 0 0,-1-2 240 0,2-1 176 16,0-3-208-16,1-1 80 0,1-2 576 0,2-2 128 15,-1 0 32-15,1-5 0 0,1-2 160 0,2-3 48 16,-1-1 0-16,2 2 0 0,0 0-304 0,-1 3-48 16,2 0-16-16,1 3 0 0,1 2-128 0,0 4-48 15,-1-1 0-15,2 5 0 0,0 3 144 0,2 3 32 16,18 2 0-16,-5 5 0 0,-5 3 0 0,-5 7 0 16,-4 4 0-16,-4 6 0 0,-5 3-448 0,-3 6 128 0,-3 4-128 15,-4 1 0-15,-4 2 160 0,-1 0-160 0,-2-3 192 0,-1-4-192 16,-3 0 0-16,0-6 0 0,1-4 0 0,-1-1 0 31,-1 2-1328-31,1 0-368 0,-1-4-80 0,1-2-16 16,0-2-1888-16,1-5-384 0,-3-1-80 0,9-6-16 0</inkml:trace>
  <inkml:trace contextRef="#ctx0" brushRef="#br0" timeOffset="57923.95">16537 5658 23039 0,'4'-7'2048'0,"-1"-2"-1648"16,1-1-400-16,0 0 0 0,-1-1 2608 0,0 0 432 15,-3 2 96-15,0 2 0 0,-3-1-1952 0,0 1-400 16,-3 2-80-16,-1-1 0 0,0 4-480 0,-3 4-96 16,-2 4 0-16,-3 3-128 0,-1 2 0 0,-3 4 0 15,-2 5-192-15,-2 2 48 0,-3 2 144 0,-1 2-160 16,0 1 160-16,1 3-160 0,1 1 160 0,4 2 0 16,2 3 0-16,3 1 0 0,3 2 0 0,4-3 144 0,4-4-144 0,4-3 160 15,1-1 96-15,3-3 0 0,2-2 16 0,4-4 0 16,2-5-144-16,4-2-128 0,2-2 192 0,4-2-192 31,2-1-288-31,1-2-160 0,4-4-48 0,-3-3-10512 0,2-1-2112 0</inkml:trace>
  <inkml:trace contextRef="#ctx0" brushRef="#br0" timeOffset="58392.71">16651 6007 28559 0,'0'0'2544'0,"0"0"-2032"0,-8-1-512 0,8 1 0 15,0 0 1376-15,0 0 176 0,0 0 48 0,0 0 0 16,-7-2-1152-16,7 2-240 0,0-9-32 0,4 0-16 16,1-2-160-16,4 0-272 0,2 0 64 0,2 0 16 0,1-2 16 15,3 1 16-15,0 0 0 0,3 2 0 0,1 1 160 16,2 3 0-16,-1 2 0 0,1 2 0 0,-9 2 0 0,1 1 0 16,0 1 192-16,2 5-64 0,-1 3 160 0,0 2 32 15,-2 2 16-15,-1 4 0 0,-4 2-144 0,-1 2-48 16,-3 1 0-16,-1 1 0 0,-3 2-144 0,-4 0 0 15,-2-2 0-15,-3 1 0 0,-3 0 0 0,-2 0 0 16,-3-1 0-16,-3 0 0 0,-2 0 0 0,-1-2 0 16,0-1 0-16,1-1 0 0,-2-1-192 0,2-2 192 15,1-1-192-15,2-4 192 0,0-2-256 0,1-3 80 16,2-1 16-16,2-3 0 0,1-2 160 0,1-3 0 16,1-2 0-16,2-2 0 0,2-2 144 0,2-1 64 0,0-1 16 0,3-2 0 15,1-12 112-15,1 5 32 0,3 1 0 0,3 3 0 16,-1 0 16-16,2 4 16 0,0 1 0 0,1 5 0 15,-2 2-208-15,2 3-64 0,-9 0 0 0,10 4 0 16,-1 0-128-16,1 3 0 0,0 1 144 0,0 3-144 16,-1 4 128-16,4 2-128 0,0 1 128 0,1 1-128 15,0-1 208-15,2-1-16 0,0 1-16 0,2 1 0 16,2-2 160-16,-2-1 48 0,0-3 0 0,1-1 0 16,0-1-160-16,1-2-32 0,-1-2 0 0,0-1 0 31,-1-4-528-31,3-3-112 0,3-1-32 0,1-3 0 15,-1-1-2592-15,2-4-528 0</inkml:trace>
  <inkml:trace contextRef="#ctx0" brushRef="#br0" timeOffset="59477.18">18137 5645 34095 0,'0'0'3024'0,"0"0"-2416"0,0 0-480 0,0 0-128 16,-1 13 352-16,-2 3 48 0,0 1 16 0,-1 2 0 15,-2 0-416-15,1 1 0 0,0 1 0 0,1-1 0 16,-2 1-160-16,2 0 160 0,1-1-208 0,-2-2 80 31,1-4-320-31,-1 1-64 0,2-1-16 0,0-2 0 16,0-2-16-16,3-10 0 0,-3 9 0 0,3-9 0 0,0 0 176 0,0 0 48 0,1 8 0 0,-1-8 0 16,0 0 128-16,11 1 48 0,-1-2 0 0,1-3 0 15,0-3 144-15,1-2 176 0,2-3-48 0,0-2 0 16,0-3 496-16,2 0 80 0,-1-2 32 0,0 0 0 15,2 0 240-15,-1 0 48 0,-1 1 16 0,1 2 0 16,-1-1-480-16,1 4-112 0,-1 2 0 0,1 5-16 16,-2-1-432-16,-1 5 0 0,1 2 128 0,-2 2-128 15,-2 2 0-15,-1 2 0 0,0 2 0 0,-1 5-176 16,0 4 176-16,-1 3-192 0,-1 2 192 0,-1 1-192 0,0 1 192 0,-2 4-160 16,-1-12 160-16,0 2-160 0,2 3 160 0,0-1 0 15,2-2 0-15,0 1-128 0,1 1-128 0,2-2-32 16,1-3 0-16,1-2 0 15,0-2-96-15,2-2-32 0,1-1 0 0,3-2 0 0,0-2 208 0,2-2 32 16,1-2 16-16,1-4 0 0,1-2 160 0,0-2 0 16,0-2 0-16,0-1 0 0,-2-2 0 0,0-1 0 15,-1-3 0-15,-1-1 0 0,1-2 384 0,-3-1 16 16,-2-1 0-16,0-1 0 0,0-1 80 0,-2-1 16 16,-2 0 0-16,-2 1 0 0,-1 1-112 0,-3 1 0 0,-1 2-16 15,-1 3 0-15,-4 4-176 0,-2 2-48 16,-3-4 0-16,-3 6 0 0,-1 6-144 0,-1 2 0 0,-1 4 0 0,1 5 128 15,-1 3-128-15,1 4 0 0,0 2 0 16,-1 1 0-16,1 1 0 0,2 2 0 0,0 0 0 0,2 1 0 16,4 0-224-16,2 1 32 0,-1 0 0 0,3 0 0 31,3-2-416-31,1-2-80 0,1-2-16 0,3-2 0 16,1-4 128-16,1-3 32 0,0-2 0 0,2-2 0 0,-2-2 400 0,2 0 144 0,0-4 0 0,1-1-144 15,1-3 144-15,1-3 0 0,0-3 0 0,-1-2 0 16,-1-1 0-16,-1-1-160 0,0-2 160 0,-1 0 0 15,-1 1 272-15,0-2 176 0,-1 0 16 0,0 1 16 16,-1-2 416-16,0 3 64 0,-2 3 32 0,0 4 0 16,-2 0-384-16,-4 10-80 0,0 0-16 0,0 0 0 0,0 0-336 15,0 0-176-15,-3 11 160 0,0 2-160 0,-3 4 128 0,2 1-128 16,-4 0 0-16,2 0 144 0,2 1-144 0,2-1 0 16,2 0 0-16,2-2 128 0,2-1-128 0,5-2-176 15,2-2 48-15,4-1 0 16,1 0-336-16,2-4-64 0,1-2-16 0,2-2 0 0,0-1 176 0,1-1 48 15,0-1 0-15,0-3 0 0,1-2 320 0,-1-2-144 16,-1-1 144-16,-2-1 0 0,-1-1 0 0,-1 0 0 16,1 0 0-16,-1 0 0 0,-1-2 320 0,-1 0-48 15,-1-2 0-15,1-1 0 0,-3 1 48 0,0-1 16 16,-1 1 0-16,-2-1 0 0,-2-2 0 0,-1 1 0 16,-2 3 0-16,-3 3 0 0,-1 3-80 0,0 8 0 15,0 0-16-15,0 0 0 0,-6-4-48 0,6 4-16 0,-9-1 0 0,0 4 0 16,2 3-176-16,-2 4 128 15,1 3-128-15,1 2 128 0,2 1 0 0,3 0 0 0,-2 3 0 0,3 2 0 16,2 0-128-16,3 0 192 0,0-2-192 0,3-1 192 16,0 0-192-16,2-3 0 0,0-2 0 0,2-1 128 31,0-1-432-31,0-2-80 0,-1-3-32 0,0-2 0 16,-1-1-1520-16,-9-3-304 0,6-1-64 0,-6 1-14144 0</inkml:trace>
  <inkml:trace contextRef="#ctx0" brushRef="#br0" timeOffset="59685.98">18538 5246 38703 0,'-3'-14'3440'0,"3"4"-2752"0,3-2-560 0,0 0-128 0,2 5 512 0,1 0 80 15,2 1 16-15,3-1 0 0,1 3-288 0,4 0-64 16,1 2-16-16,3 1 0 0,2 2-16 0,2 3 0 15,0 0 0-15,2 1 0 0,-2 1-224 0,-1 1 0 16,-1 0 0-16,1 1 0 16,-2-1-2368-16,0-1-528 0,0 0-112 0,2-1 0 0</inkml:trace>
  <inkml:trace contextRef="#ctx0" brushRef="#br0" timeOffset="59836.92">19621 5015 34431 0,'8'-24'1536'0,"-2"8"304"0,-1 0-1472 0,0 3-368 0,-3 4 0 16,-2 9 0-16,0 0 992 0,0 0 128 0,-8 1 32 0,-3 7 0 16,-3 6-816-16,-4 5-144 0,-1 4-48 0,-2 4 0 15,-1 5-144-15,0 3 0 0,0 1-192 0,1 0-11360 16,0 1-2272-16</inkml:trace>
  <inkml:trace contextRef="#ctx0" brushRef="#br0" timeOffset="60340.35">20733 5492 35007 0,'7'11'3120'0,"-1"-1"-2496"16,-2 5-496-16,2 2-128 0,-4 4 672 0,0 4 112 16,-3 4 32-16,-2 1 0 15,-6-2-1056-15,0 3-208 0,-3-1-32 0,0-3-16 16,0-1 48-16,0-2 0 0,0-1 0 0,1 0 0 16,0 0-80-16,0-2-16 0,0-3 0 0,0-3 0 0,0-1 224 0,1-3 64 15,1-2 0-15,2-1 0 0,2-3 256 0,-1 1-128 16,6-6 128-16,0 0 0 0,0 0 0 0,0 0 272 15,0 0-16-15,0-10-16 0,3-2 304 0,1-3 64 0,3-1 16 0,3-3 0 16,2-2-32-16,2-1 0 0,0 0 0 0,2-3 0 16,0-2-16-16,2-1 0 0,-2 1 0 0,4-2 0 15,0-1-112-15,2 1-16 0,1-2-16 0,2 0 0 16,1 1-192-16,1 4-48 0,2 3 0 0,0 2 0 16,-1 5 32-16,-2 4 0 0,-2 5 0 0,1 3 0 15,-2 5-224-15,-2 3 144 0,-3 5-144 0,-2 5 128 16,-5 5-128-16,-1 4 0 0,-2 2 0 0,-2 5 128 15,-3 2-128-15,-2 1 0 0,-1 0 0 0,-2 1 0 16,-1 1 0-16,0 2 0 0,-1 0 0 0,1 0 0 16,0 5 0-16,0-5-192 0,2-4 64 0,1-3 128 15,1-4-1552 1,1-2-192-16,-2 0-48 0,2-6 0 0,2-2-1488 0,2-5-304 16</inkml:trace>
  <inkml:trace contextRef="#ctx0" brushRef="#br0" timeOffset="60692.75">21406 5421 24879 0,'0'0'2208'0,"-9"0"-1760"16,9 0-448-16,0 0 0 0,0 0 3392 0,0 0 608 16,-6 10 112-16,1 1 32 0,4 1-3264 0,1 1-656 15,0-4-224-15,3 1 144 0,2 0-320 0,2 1-64 16,2 0-16-16,3 0 0 15,2-1-400-15,3-1-96 0,15 9-16 0,-1-3 0 16,-3 1 64-16,1-2 0 0,1-1 0 0,-1 2 0 0,0-3 368 0,0 0 80 0,-1-1 0 0,1 2 16 16,-4-1 240-16,-1 1 0 0,-2 2 0 0,-1-1 0 15,-2 0 192-15,-4 2 64 0,-3-1 32 0,-2 0 0 16,-2 2 176-16,-2-1 48 0,-4 2 0 0,-2 2 0 16,-2 0-16-16,-4-1 0 0,-3 0 0 0,-1 1 0 15,-3 0-240-15,-2 1-64 0,-4 0 0 0,-1-1 0 16,-2 0-48-16,-1 0-16 0,-1 0 0 0,1-3 0 15,1 1-128-15,0-1 160 0,0-2-160 0,0-1 160 16,1-3-288-16,1-2-64 0,3-2-16 0,-2 0 0 16,1 1-2272-1,3-4-448-15,1-1-80 0</inkml:trace>
  <inkml:trace contextRef="#ctx0" brushRef="#br0" timeOffset="61079.18">22101 5832 31327 0,'0'0'2784'15,"12"-1"-2224"-15,1 2-560 0,2 1 0 0,0 1 1472 0,1 0 176 16,0-1 32-16,1-1 16 0,0-1-1344 0,1-2-352 16,3-1 0-16,1-2 0 15,1-2-416-15,-1-1-192 0,-1-2-32 0,-2 0-16 16,0-2-816-16,-1 0-144 0,-1-1-48 0,0-2 0 0,-2-1 1024 0,0-2 208 15,-2 0 48-15,-1 0 0 0,-1 2 832 0,-1 1 160 0,-1 1 32 0,-3 2 16 16,1 0 272-16,-3 3 48 0,1 1 16 0,-5 8 0 16,0 0-192-16,0 0-32 0,0 0-16 0,0 0 0 15,0 0-480-15,-13 9-80 16,2 1-32-16,0 1 0 0,2 4 80 0,-1 1 16 0,-1-1 0 0,0 1 0 16,-3 0-96-16,2 2-16 0,1 1 0 0,0 5 0 15,1 1 32-15,2 2 0 0,-1 2 0 0,1 0 0 16,0-1 32-16,2 0 16 0,0-2 0 0,1-2 0 15,0 0-224-15,0 1 144 0,-2-4-144 0,2-3 128 16,-1-1-304-16,1-2-64 0,-2-1-16 0,0 0 0 31,-2-2-448-31,1-1-112 0,-1-2-16 0,-1-2 0 16,-2 0-1680-16,-1-2-352 0,-2 0-64 0</inkml:trace>
  <inkml:trace contextRef="#ctx0" brushRef="#br0" timeOffset="61229.84">21944 6173 28671 0,'0'0'1280'0,"0"0"256"0,0 0-1232 0,0 0-304 15,0 0 0-15,0 0 0 0,0 0 1472 0,0 0 224 16,0 0 48-16,8 4 16 0,1-4-384 0,6 0-80 16,3 0-16-16,3 0 0 0,-9 0-576 0,4 0-128 15,3-2-32-15,3 0 0 0,2 0-544 0,4-1 0 16,3-1 0-16,2 1 0 16,1 0-1728-16,1-2-464 0,0 0-96 0</inkml:trace>
  <inkml:trace contextRef="#ctx0" brushRef="#br0" timeOffset="61352.23">23076 6149 37775 0,'20'2'1664'0,"-5"0"368"0,1 3-1632 0,5 0-400 0,1 1 0 0,0 0 0 15,1 1 1664-15,-1-1 240 0,-2-2 48 0,-2-1 16 32,-2 1-2256-32,-2-3-448 0,-5-2-96 0</inkml:trace>
  <inkml:trace contextRef="#ctx0" brushRef="#br0" timeOffset="63396.59">1312 7917 25055 0,'-13'1'1104'0,"5"-1"240"0,-1-3-1088 0,2 1-256 16,-1 0 0-16,1-1 0 0,-2-3 128 0,3-1-128 15,0-2 144-15,1-2-144 0,0-1 144 0,2-1-144 16,0-3 128-16,1 0-128 0,1-2 240 0,1-1-48 16,1-1 0-16,2 0 0 0,1 0 352 0,2 2 64 15,-1 2 16-15,2 0 0 0,1 7 96 0,0 0 32 16,0 1 0-16,1 4 0 0,2 3-192 0,0 3-48 15,-1 3 0-15,1 7 0 0,1 6-336 0,1 4-176 16,-1 3 160-16,-1 2-160 0,-1 5 0 0,-4-2 0 16,-2 2 0-16,-3-2 0 0,-2-1 144 0,-2 1-144 15,-6 2 128-15,-4 2-128 0,-5 3 0 0,-2 1 0 0,-3 3 0 16,-1-3 0-16,0 0 0 0,0-4 0 16,1-3 128-16,1-3-128 0,0-2 240 0,3-6 16 0,2-2 0 0,2-3 0 15,2-5 384-15,1-3 64 0,1-2 32 0,2 0 0 16,2-2-160-16,7-3-48 0,-9 0 0 0,2-3 0 15,-1-2-176-15,4-2-32 0,-2-2-16 0,3-1 0 16,0 0-64-16,3-1-16 0,1 0 0 0,1 0 0 16,-1 0 16-16,2 1 0 0,2 1 0 0,0 3 0 15,2 1-96-15,-7 5-16 0,7-3 0 0,-7 3 0 16,13 0 0-16,-2 5 0 0,0 1 0 0,1 4 0 16,1 0-128-16,-2 2 0 0,2 2 0 0,1 2 0 15,1-1 0-15,-1 2 0 0,-1-2 0 0,1-1 0 16,1-3-640-16,0 0-144 15,1 1-48-15,0-2-11344 0,1-2-2288 0</inkml:trace>
  <inkml:trace contextRef="#ctx0" brushRef="#br0" timeOffset="63509.88">1699 8349 22111 0,'0'0'1968'0,"0"0"-1584"16,7 7-384-16,1-3 0 0,1-1 5664 0,-9-3 1056 15,5 4 192-15,-1-1 64 16,1 0-6304-16,-5-3-1248 0,0 0-256 0</inkml:trace>
  <inkml:trace contextRef="#ctx0" brushRef="#br0" timeOffset="68691.73">3815 7376 28559 0,'0'0'2544'0,"0"0"-2032"0,0 0-512 0,0 0 0 15,-4 12 2688-15,1 0 448 0,1 1 96 0,0 2 16 16,-3 1-2752-16,2 2-496 0,1 4-208 16,-2 3 16-16,1 2-32 0,0 4 0 0,-2 3 0 0,0 7 0 15,-2 6 32-15,2 0 16 0,-1-2 0 0,-1 1 0 16,-4-5-64-16,1 1-16 0,-2 0 0 0,-2 1 0 31,0 2-160-31,0-1-32 0,1-2-16 0,-1-4 0 16,1-3-960-16,1-2-192 0,1-3-48 0,2-6-7872 0,0-5-1568 0</inkml:trace>
  <inkml:trace contextRef="#ctx0" brushRef="#br0" timeOffset="68888.03">3388 7490 36799 0,'7'-9'1632'0,"1"1"336"0,2-3-1584 0,2 2-384 16,4 1 0-16,2 0 0 0,4 0 960 0,4 2 96 15,2-1 32-15,4 5 0 0,2 4-320 0,0 2-48 16,0-1-16-16,0 2 0 0,1 1-336 0,-2-1-80 16,-2 1-16-16,2 0 0 0,2 2-272 0,-1-1 0 15,-1-3 0-15,2 1 0 16,2 0-2112-16,0-1-384 0,-1 0-80 0,-1-4-14448 0</inkml:trace>
  <inkml:trace contextRef="#ctx0" brushRef="#br0" timeOffset="69091.83">4511 7334 31215 0,'0'0'1376'0,"-7"3"288"0,-4 1-1328 0,1 4-336 0,-1 3 0 0,-1 5 0 15,-1 4 896-15,-1 4 128 0,-1 1 0 0,0 1 16 16,0 3-416-16,-3 3-96 0,2 2-16 0,1 4 0 15,2 4-176-15,2 2-32 0,2 2-16 0,2-2 0 16,1-2-288-16,4-3 0 0,1-2 128 0,3-4-128 16,-1-4 0-16,2-1 0 0,2-4 0 0,2 0 0 31,3-1-992-31,4-4-256 0,0 0-48 0,2-3-9168 0,2-5-1824 0</inkml:trace>
  <inkml:trace contextRef="#ctx0" brushRef="#br0" timeOffset="69459.02">4746 7742 35935 0,'0'0'3200'0,"-2"11"-2560"15,1 1-512-15,0 3-128 0,1 5 816 0,-1 2 144 16,-3 2 16-16,1 2 16 0,-1-1-672 0,-2 2-128 16,1 0-16-16,-1-2-16 0,0-2-160 0,1 1 0 15,2-3 0-15,1-2 0 0,1-2 0 0,1-3-144 16,2-2 0-16,1-1 0 15,0-1-368-15,2-4-64 0,-5-6 0 0,0 0-16 16,0 0 32-16,10-1 16 0,-10 1 0 0,9-7 0 0,-2-3 272 0,0 0 48 16,-1 0 16-16,0-2 0 0,-3 5 208 0,2-2 208 15,0 1-32-15,1-3-16 0,-2-3 448 0,0 2 96 16,2-2 0-16,-1 1 16 0,2 0 48 0,0 1 0 16,-1 1 0-16,1 1 0 0,-1 2-272 0,1 2-48 0,0 2-16 15,0 2 0-15,1 0-48 0,1 2 0 16,-1 2 0-16,0 1 0 0,2 3-80 0,1 1-32 0,-1 4 0 0,0 1 0 15,0 2-272-15,-1 1 0 0,0 2 0 0,-2 2 0 16,1 1-176-16,-1 1 176 0,-2 0-192 0,1-1 192 31,-2 0-1440-31,0-3-176 0,0 1-48 0,-2-3 0 16,1-1-720-16,-2 0-160 0,-1-3-16 0,-1-3-11824 0</inkml:trace>
  <inkml:trace contextRef="#ctx0" brushRef="#br0" timeOffset="69732.64">4942 7748 33055 0,'3'-30'1472'0,"2"12"288"16,-2-1-1408-16,3 2-352 0,2 1 0 0,3 3 0 0,4 1 896 0,1 4 128 15,2 4 0-15,0 2 16 0,2 0-304 0,0 3-64 16,0 2-16-16,0 5 0 0,-2 2-128 0,2 3-16 16,-1 3-16-16,2 5 0 0,1 3-304 0,1 5-64 15,-1 1-128-15,-1 3 192 0,-1 3-192 0,-1-1 176 16,1-2-176-16,-1 5 160 0,-3 3-160 0,-1 2 160 15,-4 5-160-15,-3-2 160 0,-2 0-16 0,-4-1 0 16,-2-1 0-16,-3-3 0 0,-4-4 64 0,-2-1 16 16,-3 2 0-16,-1-4 0 0,0-3-224 0,1 1 176 15,1 0-176-15,1-2 160 16,1-1-528-16,3-4-96 0,0-2-32 0,2-5 0 16,-1-5-2192-16,2-3-432 0,3-10-80 0,0 0-12128 0</inkml:trace>
  <inkml:trace contextRef="#ctx0" brushRef="#br0" timeOffset="69986.48">6077 8032 35935 0,'0'0'3200'0,"8"4"-2560"0,-8-4-512 0,12 3-128 16,2-1 1344-16,3 1 256 0,2 2 64 0,-1-1 0 15,1-1-1152-15,0 1-208 0,2-1-48 0,-1 0-16 16,2 2 0-16,2-2 0 0,0-1 0 0,2-2 0 16,2-3-64-16,0 0-16 0,1-1 0 0,1 1 0 15,-1-1-160-15,0-1 128 0,-1 0-128 0,1-2 128 0,1 1-416 0,-3 0-96 16,-1 2 0-16,-3-2-16 16,-1 0-1600-16,-3 1-320 0,-1 3-64 0,-5 0-8928 15,-1 0-1776-15</inkml:trace>
  <inkml:trace contextRef="#ctx0" brushRef="#br0" timeOffset="70220.11">6118 8393 28559 0,'0'0'2544'0,"0"0"-2032"16,-6 6-512-16,6-6 0 0,0 0 2992 0,0 0 496 15,0 0 96-15,11 4 32 0,2-2-2576 0,1-2-512 16,1 0-96-16,4-1-32 0,3-1 32 0,2-3 0 0,4-2 0 0,1 0 0 15,4 2-208-15,0-1-32 0,-1 0-16 0,-2-1 0 16,-1 0-176-16,-4 2 0 0,-3 0 0 0,-1 2 0 16,-3 2-384-16,0 0-16 0,0-1 0 0,0 1 0 31,1 1-1472-31,-1 0-304 0,-2-1-48 0,1 1-14928 0</inkml:trace>
  <inkml:trace contextRef="#ctx0" brushRef="#br0" timeOffset="71384.52">8204 7647 23951 0,'-4'-16'1056'0,"3"7"224"0,0 1-1024 0,1-1-256 0,1 0 0 0,2 2 0 16,-3 7 2000-16,7-9 352 0,0 0 64 0,1 4 16 16,3 3-1408-16,3-1-288 0,1 1-48 0,4 2-16 15,2-1-224-15,1 2-64 0,0 3 0 0,0-1 0 16,0 0-256-16,-1 3-128 0,-1 1 128 0,-2 3-128 15,-4 2 0-15,-2 4 0 0,-2 2 0 0,-5 3 0 16,-3 2 0-16,-4 5-192 0,-5 2 64 0,-5 0 128 16,-4 2-208-16,-4-1 80 0,-2-1 128 0,-2-3-208 15,-3 0 16-15,0-3 0 0,-1-2 0 0,2 0 0 16,0 1 192-16,4-2 0 0,2-1-160 0,2-4 160 16,3 0 0-16,1-2 0 0,3-2 0 0,0-2 0 0,3-2 0 15,1-3 0-15,7-5 0 0,0 0 0 0,0 0 256 0,0 0-16 16,0 0-16-16,0 0 0 0,0 0 64 0,11 5 16 15,0-2 0-15,1-2 0 0,-5-1-176 0,1 1-128 16,1 1 192-16,1 0-192 0,1 2 0 0,0 1 0 16,0 2 0-16,1 1 0 0,0 0 0 0,-1 2 0 15,0 0 0-15,-1 0 0 0,-1 0 0 0,-1-1 0 16,-2 1 0-16,0-2 0 0,-3 1 0 0,-1 1 0 16,-2-2 0-16,-2 0 0 0,-2-1 0 0,-3 1 240 15,-1 0-48-15,-1 0-16 0,-4-1 224 0,-1 1 48 16,-3-1 16-16,-1-1 0 0,-2-2-208 0,0 1-64 15,-1-1 0-15,1 1 0 0,0-3 0 0,0 0 0 0,1-1 0 0,-1 0 0 16,2-1 128-16,0 0 32 0,2-2 0 0,0 2 0 16,1-1 96-16,2 0 32 0,2-1 0 0,1-1 0 15,1 0-112-15,1 1-32 0,3 0 0 0,-1-1 0 16,-3-1-336-16,9 4 144 0,-4-5-144 0,4 5 0 16,0 0-160-16,0 0-144 0,-5-7-16 0,5 7-16 31,-5-6-1104-31,5 6-224 0,0 0-32 0,0 0-10336 0,0 0-2048 0</inkml:trace>
  <inkml:trace contextRef="#ctx0" brushRef="#br0" timeOffset="72419.5">9828 7384 29487 0,'0'0'2624'16,"0"0"-2112"-16,0 0-512 0,0 0 0 0,-7-2 448 0,-1 2 0 15,2 1-16-15,0 1 0 16,-2 3-128-16,-2-1-32 0,-1 1 0 0,-2 1 0 0,-2 2-16 0,-2 2-16 15,-16 10 0-15,4 1 0 0,3 2-112 0,1 2 0 16,1 4-128-16,0 4 192 0,2 4-192 0,0 5 0 16,0 3 0-16,3 3 0 0,1 2 0 0,2-1 0 15,0 1 0-15,1-1 0 0,-2 4 0 0,2 4 176 16,-1 5-176-16,4-1 160 0,1-6 272 0,4-2 48 16,1-3 16-16,3-4 0 0,0-3 128 0,3-1 16 15,2-2 16-15,2-1 0 0,2-2-288 0,2-4-64 16,6-4-16-16,0-2 0 0,0-4-288 0,2-2 0 15,0-3 0-15,3-4-144 16,1-3-1424-16,1-1-288 0,-1-4-48 0,2-5-8352 16,0-5-1680-16</inkml:trace>
  <inkml:trace contextRef="#ctx0" brushRef="#br0" timeOffset="72646.72">10214 7866 24879 0,'12'-13'1088'0,"-3"6"256"0,1 2-1088 0,-1 2-256 0,-9 3 0 0,9 1 0 16,0 3 2000-16,-5 6 352 0,-2 5 64 0,-1 5 16 16,-2 4-1664-16,-1 5-320 0,-2 2-64 0,-2 1 0 15,-2 1-80-15,1 4-16 0,-2 5 0 0,0 1 0 16,0 1 80-16,0-1 16 0,0-3 0 0,1-1 0 16,0-7-240-16,0-1-144 0,0 0 192 0,0-3-192 15,0-4 0-15,1-2-176 0,-1-3 0 0,0 0 0 16,2-3-1536-16,-1-3-304 15,-1-2-64-15,3-4-7648 0,5-7-1536 0</inkml:trace>
  <inkml:trace contextRef="#ctx0" brushRef="#br0" timeOffset="72918.31">9714 7843 34959 0,'0'0'1536'0,"0"0"336"0,0 0-1488 0,0 0-384 15,6-4 0-15,3 3 0 0,0 1 528 0,3 2 48 16,4 0 0-16,3-1 0 0,4 0-368 0,5 0-64 0,1-1-16 0,5 1 0 16,4 2 320-16,4-1 64 15,1 0 16-15,0 1 0 0,0 1 80 0,0 0 16 0,-1 1 0 0,1 0 0 16,0-2-144-16,0 0-32 0,1 0 0 0,-2 0 0 16,-1 1-160-16,-4 1-32 0,-3-1-16 0,-2-1 0 15,-3 1-240-15,-3-3 0 0,-2 0 0 0,-2 0 0 16,-1 0-208-16,-3-1-144 0,-2 0-32 0,-1-1 0 31,-4-2-1632-31,-3-2-336 0,-2 0-64 0,-3-2-16 0</inkml:trace>
  <inkml:trace contextRef="#ctx0" brushRef="#br0" timeOffset="74323.78">11246 7619 20271 0,'0'0'1792'0,"0"0"-1424"0,-3-9-368 0,1 1 0 15,2 8 1952-15,0 0 320 0,-2-6 64 0,2 6 16 16,-5-8-1328-16,5 8-272 0,0 0-48 0,-10 0-16 16,1-1-448-16,0 4-96 0,-2 3-16 0,0 1 0 0,-2 2-128 0,0 3 0 15,1 2 0-15,-1 5 0 0,-2 4 0 0,0 4 0 16,1 1 0-16,-1 0 128 0,-3-2 0 0,1 2-128 16,0 0 192-16,1 4-64 0,1 2 144 0,0 3 32 15,-1 2 0-15,1 6 0 0,2 4 80 0,-2 0 32 16,4 2 0-16,3-3 0 0,-1-2-32 0,3-5-16 15,3-2 0-15,2-5 0 0,2-1-208 0,2-3-32 16,2-1-128-16,1 0 192 0,3-4-352 0,1-3-80 16,1-3-16-16,1-4 0 15,-1-2-1248-15,1-3-256 0,0-2-48 0,0-5-12192 0</inkml:trace>
  <inkml:trace contextRef="#ctx0" brushRef="#br0" timeOffset="74740.17">11341 7933 33055 0,'0'0'1472'0,"0"0"288"0,9 1-1408 0,1 2-352 0,-2 1 0 0,2 3 0 16,-1 2 544-16,0 6 32 0,-1 2 16 0,-3 5 0 16,-1 3-304-16,-1 3-64 0,-3 3-16 0,-1 0 0 15,-1 1-208-15,0-3 0 0,0 0 0 0,0-3 0 16,0-3 128-16,1-2-128 0,-1-2 0 0,1-1 0 15,0-2 0-15,1-3 128 0,0-1-128 0,1-3 0 16,-1-9 0-16,0 0 0 0,0 0 0 0,0 0 0 0,0 0 0 16,7 5 0-16,-7-5 0 0,9-1 0 15,-3-5 0-15,1-3 0 0,-2-1 0 0,1-2 0 0,-1-1 128 0,1-2-128 16,-1-4 0-16,1-1 0 0,-1-2 192 0,3-2-48 16,0-2-16-16,2-2 0 0,-3-2 144 0,2 2 32 15,1 0 0-15,0 4 0 0,1 2-48 0,0 2 0 16,1 2 0-16,1 0 0 0,2 1-48 0,0 4-16 15,2 2 0-15,0 2 0 0,1 4-192 0,0 3 128 16,1 3-128-16,2 1 0 0,0 1 128 0,0 5-128 16,-2 2 0-16,-1 5 144 0,1 7-144 0,-4 5 0 15,-3 1 0-15,-1 5 0 0,-2 4 0 0,-2-3 0 16,-4 0 0-16,-1-1-176 16,-2-2-240-16,0-3-48 0,-1-1-16 0,1-5 0 15,0-5-2080-15,2-1-400 0,2-4-96 0</inkml:trace>
  <inkml:trace contextRef="#ctx0" brushRef="#br0" timeOffset="74986.31">12169 7852 23951 0,'0'0'1056'0,"0"0"224"0,0 0-1024 0,0 0-256 0,0 0 0 0,0 0 0 15,0 0 2624-15,-2 10 480 0,-2 4 96 0,-4 3 0 16,-2 3-2368-16,-2 5-496 0,-1 3-80 0,-2 3-32 15,0 1-16-15,-2 8 0 0,1 6 0 0,-2 3 0 16,1 2-80-16,-1-2 0 0,1-2-128 0,-1 0 192 16,0-1 0-16,0 5-16 0,-1-1 0 0,1 1 0 15,8-25-48-15,-3 5-128 0,0-1 192 0,0-1-64 0,0-1-128 16,-1-2-176-16,1-3 48 0,1 1 0 16,0-4-2448-16,1-1-496 0,1-1-80 0</inkml:trace>
  <inkml:trace contextRef="#ctx0" brushRef="#br0" timeOffset="75471.84">12197 8439 37887 0,'12'-7'1680'0,"0"3"352"0,0 0-1632 0,2 2-400 0,3-2 0 0,1 1 0 16,2-1 192-16,0-1-64 0,0 0 0 0,-3 1 0 15,1 2-128-15,1 1 0 0,-1 0 0 0,1 1 0 16,-2 0 0-16,-1 1 128 0,1 2-128 0,-1 3 128 16,0 3-128-16,-2 3 0 0,-2 3 0 0,-2 3 0 15,-4 1 0-15,-1 3 0 0,-2 3-176 0,-3 5 176 16,-3 3-128-16,-5-2 128 0,-2 4-128 0,-3-4 128 16,-2-1-160-16,-5-3 160 0,-4-1-192 0,-4-3 192 15,-2-3-128-15,0-1 128 0,-4-2 0 0,1 0 0 16,0-4-256-16,1-2 64 0,2-2 16 0,2-2 0 15,3-1-144-15,3-3-16 0,2-2-16 0,2-2 0 16,1-3 96-16,1-3 32 0,2-2 0 0,5 1 0 16,0-3 352-16,3 1 80 0,1-1 16 0,1 0 0 15,2-1 352-15,2 2 80 0,2 1 16 0,1 1 0 0,-1 0-224 16,-2 8-32-16,5-6-16 0,-5 6 0 0,0 0-400 0,10 1 0 16,-1 1 0-16,0 1-176 0,1 2 176 15,1 0 0-15,1 2-144 0,1 2 144 0,0 0 0 0,3-1 128 16,1 2 0-16,1-2 0 0,3-3 288 0,2 1 48 15,2-1 16-15,3 3 0 0,-1 0 96 0,1 0 32 16,-1-1 0-16,1 0 0 0,-1-3-272 0,1-2-48 16,-3 0-16-16,0-2 0 0,-4 0-272 0,0-3 128 15,-2 1-128-15,-2-2 0 16,0-3-1152-16,-2 1-352 0,-3-2-64 0,0 0-10704 16,-2 3-2128-16</inkml:trace>
  <inkml:trace contextRef="#ctx0" brushRef="#br0" timeOffset="76643.47">13028 7506 25343 0,'0'0'1120'0,"0"0"224"15,0 0-1072-15,0 0-272 0,0 0 0 0,0 0 0 16,0 0 448-16,9 5 48 0,1-1 0 0,1 1 0 0,0 0-112 0,2 2-32 16,1 2 0-16,4 0 0 0,1 4 144 0,1 1 16 15,0 3 16-15,2 8 0 0,-1 3-336 0,-1 6-64 16,-1 6 0-16,-3 0-128 0,-1-2 144 0,-2 2-144 15,-1 0 0-15,-3-1 144 0,-4-2-144 0,0 2 0 16,-2-1 144-16,-1 5-144 0,-3 6 0 0,-2-1 128 16,-4-2-128-16,-1-2 0 0,0-3 320 0,-2-3-16 15,-2 1 0-15,-2-2 0 0,0 1 144 0,-1 0 16 16,-3-2 16-16,1-3 0 0,-2-3-176 0,2-3-48 16,0-4 0-16,0-1 0 0,1-5-448 0,0-1-80 15,1-4-32-15,1-2-9856 16,-1-5-1968-16</inkml:trace>
  <inkml:trace contextRef="#ctx0" brushRef="#br0" timeOffset="77043.73">13917 7448 32255 0,'14'1'2864'0,"4"1"-2288"0,2 2-576 0,3 2 0 15,-8 0 0-15,3 2-352 0,2 1 48 0,1 4 16 16,-1 2 160-16,2 3 128 0,-2 2-192 0,1 5 192 16,1 3-256-16,-1 3 48 0,-1 2 16 0,-1 2 0 0,-2 2 192 0,0 0 0 15,-2 1-160-15,-3 3 160 0,-1 0 0 0,-2 1-144 16,-2 2 144-16,-2 2 0 0,-2 2 0 15,-2 1 128-15,-2-2 0 0,-1-2 16 0,-7 34 528 0,-2-16 96 16,-1-8 32-16,-3-4 0 0,-3-1 32 0,1 0 0 16,-5-5 0-16,-1-1 0 0,-4-4-64 0,-1-2-16 15,-4-3 0-15,-1-5 0 0,1-4-272 0,1 2-48 16,0-3-16-16,0-1 0 0,4-2-256 0,3-2-160 16,2-1 192-16,2-2-192 0,2-4 0 0,2-2-304 15,-1-1 48-15,3-3 0 16,2-3-1552-16,2-1-304 0,1-3-64 0,9 0-16 15,-6-8-752-15,2-1-160 0,4-1-32 0</inkml:trace>
  <inkml:trace contextRef="#ctx0" brushRef="#br0" timeOffset="77237.67">14411 8501 30815 0,'23'-6'1360'0,"-5"4"288"0,-1 1-1328 0,6 0-320 0,3-1 0 0,1 1 0 15,3 0 864-15,2-1 96 0,1 1 32 0,1-1 0 16,3-1-304-16,5-2-64 0,0-1-16 0,4 0 0 16,4 1-352-16,0 0-64 0,1 1 0 0,-3 2-16 15,-2 1-176-15,-1-1 0 0,-1-2 0 0,0 0 0 16,2-2 0-16,-2 1 0 0,-2 0 0 0,0 2 0 16,-1 0-432-1,-6 0-112-15,-3-2-32 0,-3 1-10096 0,-4-1-2016 0</inkml:trace>
  <inkml:trace contextRef="#ctx0" brushRef="#br0" timeOffset="77479.75">15230 8037 43311 0,'0'0'3840'0,"0"0"-3072"16,-2 10-608-16,0 3-160 15,-1 3-608-15,-2 7-160 0,1 5-16 0,-2 3-16 0,0 1 800 0,-1 1 272 16,2-2 0-16,0 0 0 0,2-1-272 0,-1 0 0 0,0-1 0 0,2 2 0 16,-1 2 0-16,1-1 0 0,-2 0 0 0,2 1-144 15,0 1-144-15,-2-2-32 0,-1-1 0 0,2-4 0 32,0-3-1472-32,-1-2-320 0,0-4-48 0,3-3-13456 0</inkml:trace>
  <inkml:trace contextRef="#ctx0" brushRef="#br0" timeOffset="78124.98">16228 8039 12895 0,'0'0'576'0,"0"0"112"0,10-1-560 0,0-1-128 15,-10 2 0-15,11-2 0 0,-3 4 5648 0,-8-2 1104 16,7 6 224-16,-2 4 32 0,-4 1-5728 0,-1 2-1136 16,0-4-144-16,-2 2-192 0,-2 2 16 0,0 4 16 15,0 1 0-15,-3 2 0 16,-1 1-208-16,-1 1-32 0,0 1-16 0,-1 1 0 0,0 1 64 0,0-1 16 15,0-1 0-15,1 0 0 0,0-2 192 0,3-1 144 16,-4 12-192-16,3-6 192 0,2-6-144 0,1-4 144 16,1-4 0-16,3-3-144 0,0-9 144 0,0 0 0 0,0 0-144 0,0 0 144 15,0 0 0-15,0 0 128 0,11-4 0 0,-1-4 0 16,0-1-128-16,-1-2 128 0,0-3-128 0,0-1 128 16,0-2-128-16,2 0 128 0,1-2-128 0,0-2 128 15,2-2 288-15,1-2 48 0,4-4 16 0,-2 0 0 16,2 1-32-16,2-2-16 0,1-1 0 0,0 3 0 15,0 0 16-15,0 3 16 0,0 3 0 0,0 2 0 16,0 0-192-16,0 5-32 0,-1 2-16 0,0 2 0 16,0 1-224-16,-2 2 0 0,1 1 128 0,0 2-128 15,-1-1 160-15,-1 4-16 0,-1 1 0 0,-1 1 0 16,0 1-144-16,-3 3 160 0,0 0-160 0,-1 3 160 16,-1 1-160-16,-1 2 0 0,-1 2 0 0,-1 2 0 15,-3-1 0-15,0 3-144 0,-1 3 144 0,-2 2-160 0,0 1 16 0,-2 2 0 16,-1 1 0-16,-1 2 0 0,-1 0-48 15,-2 3-16-15,-1 0 0 0,-3-1 0 0,0 0 208 0,-2-3-144 16,1-1 144-16,2-3-128 0,1-3 128 0,-1-1 0 16,1-2 0-16,1 1 0 0,2-2 0 0,1 0 128 15,2-3-128-15,0-2 176 0,1-10-48 0,0 0-128 16,5 6 192-16,-5-6-64 0,0 0-128 0,11 2 0 16,0-3 0-16,1-3 128 15,1-5-1280-15,2-3-272 0,1-2-48 0,0-2-9584 16,2 0-1904-16</inkml:trace>
  <inkml:trace contextRef="#ctx0" brushRef="#br0" timeOffset="81330.17">18294 8361 30175 0,'0'0'1344'0,"0"0"256"0,0 0-1280 0,0 0-320 16,10-1 0-16,0 3 0 0,-1 2 288 0,-2 1-16 16,-1 2 0-16,0 0 0 0,-1 0-80 0,0 0 0 15,-5-7-16-15,6 8 0 0,-2 1-176 0,1 0 0 16,-2-1 144-16,0 2-144 0,-1 1 0 0,1 1 0 15,-2-1 0-15,-1 0 0 0,-1 0 0 0,-2 1 0 16,-1 0 0-16,0 0 128 0,-1-1-128 0,0-1 0 16,-2 0 0-16,2-1-128 15,0-2-384-15,5-7-80 0,-6 6-16 0,6-6-8464 16,0 0-1680-16</inkml:trace>
  <inkml:trace contextRef="#ctx0" brushRef="#br0" timeOffset="81463.77">18426 8030 31039 0,'0'0'1376'0,"0"0"288"0,0 0-1344 0,0 0-320 0,4 10 0 0,3-3-9136 16,2-2-1888-16</inkml:trace>
  <inkml:trace contextRef="#ctx0" brushRef="#br0" timeOffset="81892.39">19155 7844 35935 0,'0'0'3200'0,"4"11"-2560"16,0 0-512-16,0 5-128 0,-3 2 0 0,1 4 0 16,-4 2 0-16,1 2 0 0,1-11 0 0,-3 4-128 15,1 2 128-15,0 2-192 16,-1 1-224-16,1 2-48 0,-1 0-16 0,1-2 0 15,0-1-368-15,-1-1-80 0,1-1-16 0,1-1 0 16,1-4 160-16,0-1 16 0,1-3 16 0,0-1 0 16,0-3 64-16,2-1 16 0,-1-1 0 0,-2-6 0 0,0 0 400 0,4-5 80 15,1-1 0-15,-1-2 16 0,0-2 176 0,2-2 0 16,-1-4 0-16,1 0 0 0,-1-3 288 0,1-1-16 16,-2 0 0-16,1-4 0 0,0 0 640 0,1 0 128 15,0-1 32-15,2-1 0 0,1 1-48 0,1 0-16 16,0-2 0-16,3 2 0 0,10-18-400 0,-1 8-80 15,-1 9-16-15,-1 6 0 0,-1 6-320 0,0 3-64 0,0 3 0 0,-1 2-128 16,-1 3 0-16,-2 3 0 0,1 2 0 0,-2 5 0 16,-1 2 0-16,-1 4-144 0,-1 3 144 0,-1 4-128 15,0 2 128-15,-2 0 0 0,-2 0-144 0,-1 2 144 16,-2 3 0-16,-1 0 0 0,1 0 0 0,-2 0 0 16,-1 2-144-16,2-1 144 0,0-2 0 15,0-3 0-15,0-1-272 0,2-2 48 0,-2-3 16 0,1-3 0 31,-1-1-2704-31,2-5-544 0</inkml:trace>
  <inkml:trace contextRef="#ctx0" brushRef="#br0" timeOffset="82395.19">18413 7589 40895 0,'0'0'1808'0,"0"0"368"0,3-8-1728 0,1 3-448 0,-4 5 0 0,0 0 0 16,10 1 0-16,0 3 0 0,-1 3 0 0,0 4 0 15,0 2-304-15,-2 6 64 0,-1 3 16 0,0 4 0 16,0 2-240 0,-1 1-48-16,0 0-16 0,0-3 0 0,-2 0-384 0,0-3-80 0,-1-1-16 0,0-2 0 15,0-4 144-15,2-1 32 0,0-2 0 0,1-4 0 16,1-1 464-16,0-1 112 0,0-3 0 0,2-2 16 0,1-3 240 0,1-1 0 15,0-2 0-15,1-3 0 0,-2 0 320 0,2-2-32 16,0-5-16-16,2-2 0 0,-4-1 192 0,2 0 48 16,-1-3 0-16,-2-3 0 0,0-5 112 0,-1-1 16 15,1-2 16-15,0-2 0 0,-3-1-240 0,2 0-48 16,1-2-16-16,-2 5 0 0,1 3-208 0,-1 1-144 16,2-3 192-16,0 0-192 0,0-1-192 0,-1-2-128 15,-2 12-48-15,0-1 0 16,1-2-1760-16,-1 3-368 0,2 3-64 0,-3 1-10912 0</inkml:trace>
  <inkml:trace contextRef="#ctx0" brushRef="#br0" timeOffset="82564.25">18393 7658 21183 0,'0'0'1888'0,"0"0"-1504"0,0 0-384 0,0 0 0 15,0 0 3088-15,0 0 560 16,0 0 96-16,9-2 32 0,1-1-2304 0,4-2-448 15,5 0-80-15,4-3-32 0,4-1-432 0,7-2-96 0,7 0 0 0,5-1-16 16,4-1-368-16,1 1 0 16,2 1 0-16,2 2 0 15,0 0-1776-15,1 3-368 0,2 0-80 0</inkml:trace>
  <inkml:trace contextRef="#ctx0" brushRef="#br0" timeOffset="82965.88">20078 7552 36863 0,'0'0'3264'16,"0"0"-2608"-16,0 0-528 0,-2 8-128 0,2-8 144 0,0 0 0 15,0 10 0-15,3 0 0 0,2 1-304 0,1-1-64 16,4 0-16-16,4-1 0 0,5-2-16 0,1-1 0 0,0-1 0 16,2 2 0-1,1 1-144-15,0-1-48 0,-1 2 0 0,0 0 0 0,-1 1 96 0,-1 0 16 0,-3 0 0 0,0 1 0 16,-3 0 336-16,-1-2 0 16,-1 0 160-16,-3 1-160 0,-3 1 256 0,-3 1-48 15,-2 2-16-15,-3-1 0 0,-1 0 208 0,-4 1 48 16,-3 2 0-16,-4-1 0 0,-3 1 128 0,-1-2 16 0,-3-1 16 0,-2 2 0 15,-2 1-320-15,0-2-64 0,-1 0-16 16,-1 0 0-16,1-4-208 0,1-1 128 0,3 1-128 16,-2 1 0-16,4 1 0 0,0-2 0 0,2-2-176 0,3-1 176 31,0-1-912-31,4-2-64 0,5-2-16 0,6-2 0 0,0 0-2080 0,0 0-432 16,0 0-80-16</inkml:trace>
  <inkml:trace contextRef="#ctx0" brushRef="#br0" timeOffset="83147.88">20480 7888 23039 0,'26'0'2048'0,"-8"0"-1648"0,0-1-400 0,1 1 0 0,-1 0 1888 0,-2 3 288 16,-3 2 64-16,-2-1 16 0,-6-3-1216 0,-5-1-240 15,0 0-48-15,1 7-16 0,-3 1-496 0,-4 1-112 16,-3 1 0-16,-3 2-128 0,-2-1 192 0,-4 3-64 16,-2 0 0-16,-4 2-128 0,0 3 192 0,-1 1-64 15,1 2 0-15,0 1-128 0,0-2 240 0,2 1-64 16,4-1-16-16,-2-1 0 15,3-2-1392-15,2-1-288 0,2-3-48 0</inkml:trace>
  <inkml:trace contextRef="#ctx0" brushRef="#br0" timeOffset="83543.33">21076 7939 36863 0,'0'0'3264'0,"0"0"-2608"0,10-1-528 0,-2 0-128 16,1-3 0-16,1 2 128 0,0 0-128 0,2-4 128 31,2-2-1792-31,-1-3-352 0,-1-4-80 0,1-1-16 16,0-2-832-16,0-1-160 0,0-1-32 0,-4-4-16 15,-1-3 672-15,0 1 144 0,-2 0 32 0,0 0 0 0,-3-2 2704 0,1 1 560 0,-2-1 96 0,-1 5 32 16,0 3 1632-16,1 4 336 0,0 2 64 0,-2 3 16 15,-1 2-1088-15,1 2-192 0,0 7-64 0,0 0 0 0,0 0-768 0,0 0-176 16,0 0-16-16,-7 11-16 0,-1 1-352 0,-1 3-64 16,0 0-16-16,2 3 0 0,-1 1 64 0,0 3 0 15,-1 4 0-15,2 3 0 0,0 4-208 16,2-1-48-16,1 0 0 0,0 0 0 0,1-1-192 0,0-1 144 16,1-3-144-16,0 0 128 0,0-2-128 0,0-1 0 15,-2 1 0-15,1-3 0 16,0-3-624-16,-1 0-144 0,0-1-48 0,-3 1 0 15,2 0-1808-15,-2-3-352 0,0-1-80 0,-1-3-5584 16,0-1-1136-16</inkml:trace>
  <inkml:trace contextRef="#ctx0" brushRef="#br0" timeOffset="83708.97">21011 8181 18767 0,'-10'2'832'0,"10"-2"176"0,-10 2-816 0,1-1-192 16,1-1 0-16,1 2 0 0,7-2 1648 0,0 0 272 16,0 0 64-16,0 0 16 0,0 0-336 0,0 0-80 0,0 0-16 0,0 0 0 15,0 0-224-15,9 6-64 16,3-2 0-16,1 1 0 0,5-1-256 0,2-1-64 15,4 0-16-15,1-2 0 0,0-1-176 0,4-1-16 16,1 0-16-16,5-1 0 0,3 1-272 0,4 1-48 16,3 0-16-16,0 0 0 0,-1-1-400 0,-1-1 0 0,-2 0-192 15,-1-1 192 1,-3-3-2976-16,-2-1-480 0</inkml:trace>
  <inkml:trace contextRef="#ctx0" brushRef="#br0" timeOffset="83849.38">22227 8086 48431 0,'0'0'2144'16,"11"5"448"-16,1-2-2080 0,0 2-512 0,0 2 0 0,-1-2-14240 16,-2-1-2960-16</inkml:trace>
  <inkml:trace contextRef="#ctx0" brushRef="#br0" timeOffset="85378.34">1278 9645 21711 0,'0'0'960'0,"-7"2"192"0,2 0-912 0,5-2-240 0,-7 3 0 0,7-3 0 16,0 0 720-16,0 0 112 0,0 0 0 0,0 0 16 15,0 0-112-15,-4-7-32 0,4-3 0 0,3 0 0 16,4 0-352-16,3 0-80 0,2-1-16 0,2 0 0 16,0-1-256-16,3 1 0 0,-1 0 0 0,2 1 0 15,1 1 0-15,-1 4 0 0,0 0 0 0,0 3 0 16,-2 4 0-16,-2 3 0 0,1 0 0 0,0 5 0 15,2 3 0-15,-2 1 0 0,-3 0 0 0,-1 4 0 0,-2 3 0 0,-4 1 0 16,-1 1 0-16,-2 0 0 0,-1-2 0 0,-2 2 0 16,-4-1 0-16,-2 1 0 0,-3-1 0 0,-1 1 0 15,-1 1 0-15,-1-2 0 0,-2-1 0 0,2 0 128 16,0-2-128-16,1-2 0 0,1 0 544 0,2-3 0 16,-2-2 0-16,3-2 0 0,0-2 128 0,3-3 32 15,1 1 0-15,4-6 0 0,0 0-160 0,0 0-32 16,0 0 0-16,0 0 0 0,-9 0 0 0,9 0-16 15,0 0 0-15,0 0 0 0,0 0-240 0,0 0-64 16,0 0 0-16,0 0 0 0,0 0-192 0,0 0 128 16,5-7-128-16,-5 7 0 0,0 0 0 0,11 0 0 15,-5 1 0-15,0 2 0 0,2 0 0 0,1 1 0 16,-1 3-128-16,0 2 128 0,1 1 0 0,1 2 0 16,1 0 0-16,0 2 0 0,0 0 0 0,0 2 0 15,-1-1 0-15,0 2 0 0,0-1 0 0,-1 2 0 0,-2-2 0 0,0 2 0 16,0-1 128-16,-2 1 96 15,-2 0 16-15,-2-1 0 0,-2 2 192 0,-1 0 32 0,-6 11 16 16,1-3 0-16,-2-4 192 0,-1-2 32 0,-2-4 16 0,-2-1 0 16,-2-2-48-16,-1-1-16 0,-2-2 0 15,0 1 0-15,-1-3-368 0,-1-1-80 0,-1-4-16 0,-1 0 0 16,-1-1-192-16,0-3 0 0,1-2 0 0,1-5 0 16,1-3-448-16,1-3-16 15,1-3-16-15,2-4 0 0,1-4-2400 0,3-2-464 16,2-2-112-16</inkml:trace>
  <inkml:trace contextRef="#ctx0" brushRef="#br0" timeOffset="85542.1">2114 10119 46943 0,'0'0'2080'0,"-6"9"416"0,1-3-1984 15,1 1-512-15,4-7 0 0,-4 9 0 16,4-9-1744-16,-2 9-448 0,2-9-96 0,0 0-16272 0</inkml:trace>
  <inkml:trace contextRef="#ctx0" brushRef="#br0" timeOffset="87873.72">4418 10051 37839 0,'0'0'1664'0,"0"0"368"0,0 0-1632 0,3 12-400 0,-1 0 0 0,-1 5 0 16,-1 3 0-16,-1 1 0 16,2-9 0-16,-2 4 0 0,-1 4 0 0,-1 2 0 15,-2 3 0-15,-1 1 0 0,0 2 0 0,-1 2 0 16,1 0 0-16,-3 1 0 0,1-2-320 0,2-2 64 0,-1-1 16 0,0-4 0 31,1-3-464-31,0-1-80 0,-1 9-32 0,0-8-9584 16,3-8-1920-16</inkml:trace>
  <inkml:trace contextRef="#ctx0" brushRef="#br0" timeOffset="88097.85">3927 9994 37775 0,'0'0'3360'0,"1"-7"-2688"0,1-1-544 0,1 2-128 15,3 0 0-15,3 2 160 0,2 1-160 0,5 0 160 16,5 2 320-16,4 1 64 0,4 2 16 0,4 0 0 15,3-2-272-15,1 1-48 0,-2 0-16 0,3-1 0 0,2-1 32 0,2-2 0 16,1 0 0-16,3 0 0 0,0-3-128 0,1-1-128 16,-1-2 176-16,-2 0-176 15,-2 0-240-15,-3 0-144 0,-3 1-48 0,-1-1 0 16,-1 1-1824-16,-2 0-368 0,-4 1-80 0,-4-1-7696 16,-2 1-1536-16</inkml:trace>
  <inkml:trace contextRef="#ctx0" brushRef="#br0" timeOffset="88287.86">4938 9801 5519 0,'0'0'496'0,"0"0"-496"15,-9-8 0-15,-1 3 0 0,0 2 4096 0,0 0 736 16,-1 2 144-16,-1 1 16 0,-2 3-2976 0,-2 1-608 0,-1 3-112 0,-2 1-16 16,-2 3-432-16,1 4-80 0,-1 1 0 0,1 6-16 15,-1 5 16-15,0 3 0 16,0 6 0-16,1 1 0 0,0 1-48 0,4 0 0 0,1-2 0 0,4 3 0 16,0-2 0-16,6 3 0 0,2 1 0 0,3 0 0 15,4 0-336-15,3-3-80 16,1-1-16-16,3-4 0 0,0-5-288 0,4-2 160 0,2-4-160 0,1-5 128 31,0-1-1472-31,0-5-320 0,4-3-48 0,1-3-9104 0,2-5-1840 0</inkml:trace>
  <inkml:trace contextRef="#ctx0" brushRef="#br0" timeOffset="88664.8">5219 10071 37887 0,'-3'13'1680'0,"1"-3"352"0,1-4-1632 0,1 4-400 0,-3 3 0 0,1 4 0 0,0 2 0 0,-2 3 0 16,-3 1 0-16,0 1 0 0,1 0-240 0,-2 1-80 15,0-1 0-15,1-1-16 0,-2 0 0 0,1-2 0 16,2-3 0-16,-1-1 0 16,-4 8-240-16,2-7-64 0,4-6 0 0,1-3 0 0,4-9 320 0,0 0 48 15,0 0 16-15,0 0 0 0,-2-10 256 0,2-2 0 16,2-3 0-16,2-1 0 0,0-2 208 0,3 0-48 15,0-1-16-15,2-1 0 0,0-1 224 0,-1 0 32 16,-2 0 16-16,2 2 0 0,1-1 272 0,2 2 48 16,-2 2 16-16,2 0 0 0,0 1-144 0,2 2-32 0,1 3 0 0,2 1 0 15,-2 1-176-15,1 4-32 16,0 2-16-16,0-1 0 0,1 5-32 0,2 1-16 16,1 1 0-16,-2 4 0 0,1 2-176 0,-2 3-128 15,1 4 192-15,-3 0-192 0,-2 3 0 0,-2 2 0 0,-2 2 0 0,-4 3-144 31,0 0-240-31,-3-1-32 0,-1 1-16 0,-1-2 0 16,0-1-1072-16,-2-3-224 0,1-3-32 0,-1-3-14256 0</inkml:trace>
  <inkml:trace contextRef="#ctx0" brushRef="#br0" timeOffset="89033.42">5502 9679 39503 0,'0'0'1744'0,"0"0"368"0,10-3-1680 0,1 3-432 16,1 2 0-16,2 2 0 0,3 3 0 0,1 1 0 15,1 0-224-15,2 3 80 0,2 2 16 0,0-1 0 16,1 0 0-16,0 2 0 0,-1 3 128 0,0 0-160 16,0 4 160-16,0 1-160 0,0 1 160 0,0 4 0 15,-1 2 0-15,-1 3 0 0,-2 3 0 0,-4 1 0 16,-2-1 0-16,-1-1 0 0,1 0 0 0,-7-2 0 15,0 0 0-15,-3 1 0 0,-4-2 0 0,-2 2 0 16,-3 4 160-16,-2-1-160 0,-2 2 384 0,-3-2 0 16,-3 0-16-16,-3-4 0 0,-1-3 224 0,-1-2 48 15,-3-1 16-15,1-4 0 0,0-3-16 0,1 1-16 16,-1 0 0-16,1-2 0 0,0-4-368 0,2-1-80 16,2-3-16-16,3-2 0 0,1-2-352 0,1-1-80 15,6-3-16-15,-1 0 0 16,-2-2-1568-16,0 0-320 0,1-1-64 0,0 1-9472 15,0-2-1872-15</inkml:trace>
  <inkml:trace contextRef="#ctx0" brushRef="#br0" timeOffset="89554.72">6976 10172 37775 0,'0'0'1664'0,"0"0"368"0,-8-1-1632 0,8 1-400 16,0 0 0-16,0 0 0 0,0 0 896 0,0 0 80 16,0 0 32-16,0 0 0 0,0 0-608 0,0 0-112 0,0 0-32 0,13 0 0 15,1-1-96-15,1 0-32 0,3-1 0 0,3 1 0 16,2 0 208-16,2 0 48 0,1 0 0 0,4 0 0 16,2 1-64-16,2 1 0 0,1-2 0 15,0 1 0-15,0-1-160 0,-2 1-32 0,0-1-128 0,-4 1 192 16,-1-2-192-16,0-1-240 0,1 0 48 0,-3 0 16 15,-1-1-1200 1,-2 1-240-16,0 0-48 0,-2-2-16 0,-4 1-1792 0,-1-1-368 0,0-3-64 16,-16 8 0-16</inkml:trace>
  <inkml:trace contextRef="#ctx0" brushRef="#br0" timeOffset="89737.23">7023 10457 30399 0,'2'12'2704'0,"-2"-12"-2160"16,0 0-544-16,8 10 0 0,3-1 3072 0,5-3 496 16,2 1 96-16,6-2 32 0,-8-1-2864 0,5-2-576 15,4-2-128-15,5-1 0 0,3-3-128 0,2 0 0 16,2-3 0-16,3 0 0 16,2-4-1264-16,3-1-320 0,2-2-64 0,3 0-10448 15,1-2-2080-15</inkml:trace>
  <inkml:trace contextRef="#ctx0" brushRef="#br0" timeOffset="90201.43">8832 9818 39615 0,'0'0'1760'0,"0"0"352"0,0 0-1680 0,2-8-432 0,1 0 0 0,2 2 0 16,1 0 336-16,0 2-16 0,0-1 0 0,3 3 0 16,1 1-320-16,1 1 0 0,0 1-160 0,1 2 160 0,0 2-224 0,0 3 64 15,3 1 16-15,-4 7 0 0,1 3 144 0,-1 5-128 16,0 4 128-16,-3 4-128 0,0 2 128 0,-6 3-160 16,-1 0 160-16,-4-1-160 0,-5-2 160 0,-1-2-192 15,-5-1 192-15,-3 0-192 0,-5 1-64 0,-4-1 0 16,-2-3-16-16,-1 1 0 0,1-3 144 0,-1-3 128 15,2-3-192-15,1-2 192 0,0-4 0 0,1-2 0 16,-1-3 0-16,2-1 0 0,0-4 0 0,2-4 0 16,1-2 0-16,3-1 0 0,2-4-144 0,2-1-32 15,1-1 0-15,4-3 0 0,0-2 176 0,2-2 256 16,2-1-64-16,1-1-16 0,2 1 304 0,2 0 64 16,2 3 16-16,2 2 0 0,0 0-176 0,3 2-48 15,1 2 0-15,2 3 0 0,1 1-144 0,3 3-48 16,0 2 0-16,2 4 0 0,2 0-144 0,1 4 0 15,2 2 0-15,-1 3 0 0,2 2 0 0,-1 3 0 16,0 3 0-16,0 1 0 0,1 0 0 0,-1 0 0 16,-2 0-160-16,-1 0 160 15,2-2-1360-15,2-1-176 0,2-4-48 0,-2 0-9696 16,0-4-1952-16</inkml:trace>
  <inkml:trace contextRef="#ctx0" brushRef="#br0" timeOffset="90533.79">10034 9609 30399 0,'0'0'2704'0,"0"0"-2160"16,0 0-544-16,0 0 0 0,0 0 1536 0,0 0 192 15,-9-1 32-15,0 2 16 0,-1 1-1168 0,-2 2-224 16,-2 5-64-16,-2 2 0 0,-4 2-320 0,0 4 0 15,0 0 0-15,-1 5 0 0,-1 4 0 0,0 2 0 16,1 3 0-16,2 6-128 0,-1 6 128 0,2 4 0 16,3 1 0-16,0 1 0 0,4 3 272 0,2-5-16 15,0-1 0-15,2-2 0 0,3 1 160 0,2-4 32 16,0 0 0-16,5 0 0 0,0-3-48 0,1-1 0 16,1-3 0-16,2-1 0 0,0-4-400 0,2-1 0 15,1-4 0-15,1-1-176 16,0-4-208-16,2-1-64 0,1-2 0 0,1-3 0 15,1-2-1152-15,2 0-256 0,-1-4-32 0,2-2-16 16,1-2-1392-16,2-2-288 0</inkml:trace>
  <inkml:trace contextRef="#ctx0" brushRef="#br0" timeOffset="92373.13">10841 9665 24879 0,'0'0'2208'0,"0"0"-1760"0,0 0-448 0,0 0 0 0,0 0 1984 0,0 0 304 16,0 0 64-16,0 0 16 0,0 0-1600 0,0 0-320 15,-2 10-64-15,2-10-16 0,-3 7-160 0,3-7-16 16,-5 9-16-16,5-9 0 0,-5 8 32 0,5-8 16 16,-6 9 0-16,1-3 0 0,5-6-80 0,-6 10-16 15,1 0 0-15,-2 2 0 0,-1 2 0 0,0 4-128 16,-1 2 192-16,0 2-64 0,-1 0 80 0,-1 1 16 16,0 1 0-16,1 0 0 0,1-2 48 0,0 0 16 15,0 0 0-15,0-1 0 0,0-2 32 0,3-1 0 0,0-3 0 0,1-1 0 16,-3-1-128-16,3 0 0 0,-1-1-16 0,2-1 0 15,-1 0-176-15,2-1 0 0,0-2 0 0,-1 0 128 16,4-8-128-16,-4 9 0 0,1-1 0 0,-1-2 128 16,0 1-128-16,4-7 0 0,0 0 144 0,-4 7-144 15,-2 0 128-15,6-7-128 0,-3 8 128 0,3-8-128 16,0 0 128-16,-5 7-128 0,1 1 160 0,4-8-160 16,-4 7 128-16,4-7-128 0,-4 6 0 0,4-6 144 0,-3 7-144 0,3-7 0 15,-2 7 0-15,2-7 128 0,0 0-128 0,0 0 128 16,0 0-128-16,0 0 128 0,0 0-128 0,0 0 0 15,0 0 0-15,0 0 0 0,0 0 0 0,-7 5 0 16,7-5 128-16,0 0-128 0,0 0 0 0,0 0 0 16,0 0 0-16,0 0 128 0,-8 1-128 0,8-1 0 15,0 0 0-15,0 0 0 0,0 0 0 0,0 0 0 16,0 0 0-16,0 0 0 0,0 0 0 0,0 0 0 16,0 0 0-16,0 0 0 0,0 0 0 0,0 0 0 15,0 0 0-15,0 0 0 0,0 0 0 0,0 0 0 16,0 0 0-16,0 0 0 0,0 0 0 0,0 0 0 15,0 0 0-15,0 0 0 0,0 0-160 0,0 0 160 16,0 0-208-16,0 0 80 0,0 0 128 0,0 0 0 16,0 0 0-16,0 0 0 0,0 0-208 0,0 0 32 15,0 0 16-15,0 0 0 0,0 0 160 0,0 0-160 16,0 0 160-16,0 0-160 0,0 0 160 0,0 0 0 16,0 0-144-16,0 0 144 0,0 0 0 0,0 0 0 15,0 0 0-15,0 0 0 0,-7 2 0 0,7-2 0 16,0 0 0-16,0 0 0 0,0 0 0 0,0 0 0 0,-8 4 0 15,8-4 0-15,0 0 0 0,0 0 0 0,0 0 0 0,0 0 0 16,-7 3 0-16,7-3 0 0,0 0 0 0,0 0 0 16,-3 4 0-16,3-4 0 0,0 0 0 0,-3 4 0 15,3-4 0-15,-2 3 0 0,2-3 128 0,0 0-128 16,0 0 0-16,-5 5 128 0,5-5-128 0,0 0 128 16,-4 6-128-16,4-6 0 0,-3 8 144 0,3-8-144 15,0 0 0-15,-4 8 144 0,1-1-144 0,3-7 0 16,-3 9 128-16,0-1-128 0,3-8 0 0,-2 8 0 0,-1-1 0 0,3-7 128 15,-1 7-128-15,1-1 0 0,0-6 192 0,0 0-64 16,-1 10 0-16,0-1-128 0,-2 1 160 0,2 0-160 16,0-2 128-16,-1 2-128 0,-1 1 0 0,-1 3 0 15,0-1 0-15,0 0 0 0,-2 1 0 0,1-1-176 16,-1-3 176-16,2 0-128 0,-1-1-192 0,5-9-16 16,0 0-16-16,0 0 0 15,0 0-1312-15,0 0-256 0,0 0-48 0,0-10-14144 0</inkml:trace>
  <inkml:trace contextRef="#ctx0" brushRef="#br0" timeOffset="92698.96">10206 9815 24879 0,'0'0'2208'0,"0"0"-1760"0,0 0-448 0,0 0 0 15,0 0 2112-15,0 0 320 0,0 0 80 0,0 0 16 16,0 0-1968-16,0 0-400 0,9 0-160 0,4-3 128 16,0-2-128-16,3-2-224 0,3-1 48 0,2 0 16 15,1-1 352-15,3 1 64 0,3 0 0 0,2 3 16 0,2 0 480 0,1 1 80 16,0 1 32-16,1 1 0 0,1-1 32 0,-1 1 0 16,-1 1 0-16,3-1 0 0,1-1-128 0,1 0-32 15,-1 1 0-15,2 0 0 0,-1 0-288 0,0 0-48 16,-2-2-16-16,-2 2 0 0,-2 0-176 15,-2-1-32-15,-3-2-16 0,-2 1 0 0,-1-1-160 0,-4 1-176 16,0 1 48-16,-1-1 0 16,-3 2-624-16,-2 0-112 0,-2 0-32 0,-2 1 0 15,-10 1-2144-15,0 0-432 0,0 0-96 0</inkml:trace>
  <inkml:trace contextRef="#ctx0" brushRef="#br0" timeOffset="93269.92">11574 9809 29375 0,'0'0'1296'0,"1"-10"272"0,0 0-1248 0,-1 1-320 16,-1-1 0-16,-1 3 0 0,-2 2 960 0,-3 2 144 15,-2 1 32-15,-2 2 0 0,-3 2-624 0,0 1-128 16,-1 2-32-16,-1 5 0 0,-2 5-32 0,1 4-16 15,-2 3 0-15,0 5 0 0,-2 6 32 0,3 7 16 16,-2 4 0-16,1 2 0 0,1 2 0 0,4 0 0 16,1-3 0-16,3 0 0 0,1 0 160 0,4-1 48 15,1 0 0-15,4-1 0 0,0-1-16 0,4-3 0 16,0-4 0-16,3-4 0 0,2-4-544 0,-1-3 0 16,4-4 0-16,3-4 0 15,-1-3-320-15,1-2-160 0,1 0-32 0,1-4-16 16,0-4-1328-16,-1-3-272 0,0-2-48 0,-2-3-13616 0</inkml:trace>
  <inkml:trace contextRef="#ctx0" brushRef="#br0" timeOffset="93634.74">11753 9963 30575 0,'0'0'1344'0,"0"0"304"0,0 0-1328 0,0 0-320 0,0 0 0 0,6 8 0 15,-3 1 896-15,-1 5 128 0,-3 2 0 0,0 6 16 16,-4 3-688-16,-1 2-144 0,-2 0-16 0,0 0-16 15,-1-1-176-15,-2 2 0 0,1-1 0 0,1 1-176 16,-1-2-64-16,3 0-16 0,1-1 0 0,2-2 0 16,1-12-32-16,2 0-16 0,0 1 0 0,1-1 0 15,-2 0-160-15,1-2-48 0,1-3 0 0,0 1 0 16,0-7-64-16,0 0 0 0,0 0-16 0,0 0 0 0,7-9 192 0,-1-1 32 16,1-1 16-16,-1-1 0 0,-1 4 352 0,-1-3 0 15,2-2 128-15,0-2-128 0,2-2 800 0,0 0 80 16,0-2 16-16,2 0 0 0,1 1 144 0,1-1 48 15,1-1 0-15,0 1 0 0,0 1-320 0,1 0-48 16,1 0-16-16,-2 3 0 0,9-10-304 0,-5 7-64 16,-1 8-16-16,-4 5 0 0,-1 4-128 0,-1 3-48 15,-1 2 0-15,0 3 0 0,-1 3-16 0,0 4 0 16,0 3 0-16,-2 2 0 0,-1 2-128 0,-2 1-176 16,1 0 48-16,-3 0 0 15,0-1-320-15,-1 0-48 0,-1-1-16 0,0-1 0 16,-2-3-1600-16,1-2-320 0,-3 0-64 0</inkml:trace>
  <inkml:trace contextRef="#ctx0" brushRef="#br0" timeOffset="94004.37">12391 9740 13823 0,'0'0'1216'0,"0"0"-960"16,0 0-256-16,0 0 0 0,0 0 4288 0,0 0 800 16,-3 12 160-16,-1 1 48 0,-3 2-3856 0,-1 3-768 15,-2 1-160-15,-1 3-16 0,-2 3-192 0,0 2-48 16,-2 2 0-16,-1 4 0 0,1 0 80 0,-1 2 16 15,-1 3 0-15,0-1 0 0,-1-1-32 0,0 4-16 16,2 2 0-16,-1 3 0 0,-1 3-48 0,3 1-16 16,0 0 0-16,0-3 0 0,1-3-16 0,1-7 0 15,0-4 0-15,2-4 0 0,1-4-224 0,2-3 0 16,-2-2 0-16,2-2-160 0,3-2-192 0,1-3-32 0,-2-2-16 0,3-2 0 31,3-8-1328-31,0 0-272 0,0 0-48 0,0 0-7936 0,0 0-1600 0</inkml:trace>
  <inkml:trace contextRef="#ctx0" brushRef="#br0" timeOffset="94515.84">12411 10131 22111 0,'0'0'976'0,"0"0"208"0,0 0-944 0,9-5-240 15,0-1 0-15,0 2 0 0,-1-1 2400 0,1 1 432 16,0 0 96-16,0 0 16 0,9 1-2160 16,-7 3-784-16,3 2 0 0,-1 0 160 0,2 2-160 15,-2 1 128-15,1 3-128 0,-1 1 144 0,-2 2-144 16,-2 1 160-16,-3 1-160 0,-1 1 0 0,-2 2 0 16,-3 0-176-16,0 2 176 0,-6-2-400 0,0 2 32 15,-4 1 16-15,-2-2 0 0,-4 1 96 0,-1 0 0 16,-2 0 16-16,-2-3 0 0,-3-1 112 0,1 0 128 15,0 0-208-15,1 1 80 0,1-3 128 0,1-1 0 16,4-1 0-16,0-3-128 0,2 0 128 0,3-2 0 0,1 0 0 16,2-1 0-16,4-1 368 0,4-3 0 0,0 0 0 15,0 0 0-15,0 0 352 0,8 7 80 0,2-3 16 0,2 1 0 16,1 0-144-16,3 0-32 0,2-1 0 0,2 1 0 16,3-1-512-16,1-1-128 0,0 1 0 0,3-2 0 15,-1-1-288-15,2-2-96 0,0-3 0 0,1 0-16 16,-1-1-2000-16,2-3-400 15</inkml:trace>
  <inkml:trace contextRef="#ctx0" brushRef="#br0" timeOffset="94853.37">12940 9729 38591 0,'0'0'1712'0,"5"7"336"0,-5-7-1632 0,8 9-416 16,-2-1 0-16,2 2 0 0,0 1 0 0,1 1 0 15,-1 0 0-15,1 2 0 16,-5-5-448-16,2 2 0 0,-1 1-16 0,1 3 0 0,-1 3 144 0,1 2 16 16,-2 3 16-16,-1 3 0 0,0 1 288 0,-2 2-192 15,-1 2 192-15,-1 1-160 0,-3-1 160 0,0 2 144 16,-3 1-16-16,0 1-128 0,-6 3 272 0,-1 1-48 15,0 0-16-15,0-1 0 0,-2 2 64 0,0-4 16 16,-1-2 0-16,-3-2 0 0,1-3-32 0,0-2 0 0,0-4 0 16,0-1 0-16,1-1-256 0,-1-1 0 0,0-3 0 15,1-2 0 1,-18 9-544-16,11-5-160 0,2-5-48 0,4-4 0 16,3-3-2176-16,3-3-432 0,-3-3-96 0,16-1 0 0</inkml:trace>
  <inkml:trace contextRef="#ctx0" brushRef="#br0" timeOffset="95288.79">13503 9543 33807 0,'0'0'1488'0,"0"0"320"0,7 6-1440 0,1 1-368 16,-2-1 0-16,3 3 0 0,-1 0 384 0,2 3 16 16,-1 1 0-16,2 4 0 0,1 0-400 0,1 3 0 15,0 1-144-15,2 0 144 0,-1-1-176 0,0 4 176 16,0 5-160-16,1 4 160 0,-3 2 0 0,0 3 0 15,-1 3 0-15,-2 3 0 0,-4 2 160 0,-3 0 32 16,0 1 0-16,-3-3 0 0,-2-1 96 0,-2 2 32 16,-3 2 0-16,-2 2 0 0,-2 3 192 0,-6-2 32 15,-2-3 16-15,-3-4 0 0,-4-4-272 0,-3-1-48 0,-3-1-16 16,-1 0 0-16,-2-2-80 0,1 0-16 0,-1 0 0 0,3-2 0 16,0 0 144-16,0-1 32 0,-2-4 0 15,3-2 0-15,0-4 16 0,0-2 0 0,3-5 0 0,1-2 0 16,2-2-160-16,2-3-32 0,1-2 0 0,1-3 0 31,3-1-448-31,1-1-112 0,2-3-16 0,1-2-11888 0,-1-3-2384 0</inkml:trace>
  <inkml:trace contextRef="#ctx0" brushRef="#br0" timeOffset="95873.08">14882 10272 25791 0,'0'0'1152'0,"0"0"224"0,0 0-1104 0,0 0-272 16,0 0 0-16,0 0 0 0,9-1 2816 0,3-2 496 15,0-1 96-15,6 1 32 0,2-1-2400 0,6-1-464 16,2 0-112-16,3 0-16 0,1 1 64 0,2 1 0 16,2-1 0-16,4 0 0 0,2 1 48 0,2-1 16 15,1 2 0-15,0 0 0 0,-1 1-448 0,-2 0-128 16,-5 0 0-16,-2-1 0 16,-2 0-1408-16,-4 0-320 0,-3 0-80 0,-2 0-10064 15,-3-3-2016-15</inkml:trace>
  <inkml:trace contextRef="#ctx0" brushRef="#br0" timeOffset="96089.17">15365 9864 37775 0,'-11'15'1664'0,"5"-6"368"0,3-5-1632 0,0 2-400 0,-1 1 0 0,0 1 0 15,-2 2 1776-15,1 3 272 0,-1 3 48 0,0 3 16 16,-2 1-1456-16,1 4-272 0,1 1-64 0,0 1-16 15,2 1-304-15,1 1 0 0,0 2 0 0,2 2 0 16,-1 29 0-16,2-7 0 0,0-5 0 0,0-2 0 16,-1-4 0-16,1-5 0 0,0-3 0 0,1-6 0 15,0-6-640-15,0-2-64 16,-1-2-32-16,1-3 0 0,1-3-2304 0,-1-2-464 16,1-3-80-16</inkml:trace>
  <inkml:trace contextRef="#ctx0" brushRef="#br0" timeOffset="99424.99">15834 10591 39103 0,'0'0'1728'0,"0"0"368"0,7 2-1680 0,2-1-416 16,3-1 0-16,3 0 0 0,4-3 0 0,2-1 0 15,4-3 128-15,2-3-128 0,2-3 0 0,3-5-192 16,3-4 32-16,4-3 16 0,2-5 144 0,1-2-160 15,5-3 160-15,0-1-160 0,0-2-112 0,2-1-32 16,-2-3 0-16,0-3 0 16,-1-3-432-16,0-1-96 0,-4 0 0 0,-1 1-16 15,-3 3 0-15,-4 1 0 0,-4 1 0 0,-2 3 0 0,-4 0 848 0,-3 2 0 16,-4 2 0-16,-3 0 128 0,6-29 320 0,-8 15 64 16,-7 6 16-16,-3 10 0 0,-2 8 16 0,-2 7 0 15,-1 6 0-15,-3 3 0 0,-1 5-240 0,-2 3-48 16,-2 4-16-16,-2 3 0 0,-3 6-240 0,1 7 0 15,0 3 0-15,-1 6 0 0,1 6 0 0,0 3 0 0,2 3 128 0,1 2-128 16,-1 0 0-16,3 1 128 0,1 4-128 0,2 3 0 16,-1 4 0-16,1 2 0 0,2 1 0 0,-1-3 0 15,2-4-144-15,1-5-32 0,1-4 0 0,2-3 0 16,0-4-32-16,3-4-16 0,1-4 0 0,-1-3 0 31,2-3-224-31,1-5-64 0,2-4 0 0,1-2 0 16,2-5-208-16,0-4-48 0,1-5-16 0,1-1 0 15,1-6 272-15,1-4 64 0,-2-4 16 0,1 1 0 0,1-2 432 0,-2 0-160 0,0 1 160 0,-1 2 0 16,-1 0 400-16,-1 1 192 0,-2 1 48 0,-1 0 0 16,0 1 256-16,-2 4 48 0,0 2 16 0,-2 3 0 15,-3 7-496-15,0 0-80 0,0 0-32 0,0 0 0 0,0 14-352 0,-1 3-128 16,-2 2 0-16,-3 2 0 0,0 1 128 16,-1 0-208-16,2 2 80 0,0-2 128 0,2-1-128 15,3-3 128-15,2 1 0 0,4-2 0 0,2-5-320 0,4-2 16 16,4-3 0-16,1-2 0 0,3-3-64 0,2-3-16 15,1-3 0-15,2-1 0 0,-1-3 144 0,2-2 32 16,2-1 0-16,0-3 0 0,-4-1 208 0,2-1 0 16,-3 1-160-16,-2-1 160 0,-3 1 0 0,-1 0 192 15,-4 0-32-15,-2 2 0 0,-2 0 96 0,-4-2 32 16,-2 0 0-16,-4 0 0 0,-3-2 192 0,-3 1 32 16,-3-2 16-16,-5 0 0 0,-2 0-240 0,-3 1-48 15,-2 1-16-15,-1 1 0 0,-1 4-224 0,1 4 0 16,1 3 0-16,1 4 0 0,0 2 0 0,2 2-160 0,3 3 160 0,0 2-192 15,2-1-16-15,2 3-16 0,2 0 0 16,2 0 0-16,3-1-96 0,2 1-32 0,3 0 0 0,5-1 0 16,4-1 0-16,2-2 0 0,1-2 0 0,4 1 0 15,5-3 352-15,2-1-144 0,-8-1 144 0,2-1 0 16,4-1-144-16,3-1 144 0,3-3 0 0,2-1-144 16,2-3 368-16,0-1 80 0,-2 0 16 0,-1-1 0 15,0-2 0-15,-4 0 16 0,-1-1 0 0,-3-1 0 16,-2 2-80-16,-4 1 0 0,-2 1-16 0,-2 1 0 15,-4 1 112-15,-1 3 32 0,-2 1 0 0,-3 5 0 16,0 0-160-16,0 0-32 0,-6 5 0 0,-1 2 0 16,-4 4-192-16,-1 3 0 0,-2 0 0 0,2 0 0 15,0 2 0-15,1-1 0 0,-7 10 0 0,5-5 0 16,7-6 0-16,1-3 0 0,5-11 0 0,2 9 0 0,-2-9-128 0,6 5-32 16,2-3 0-16,3-2 0 0,1-2-96 0,1-3-32 15,1 1 0-15,2-5 0 0,-1-1 16 0,1-2 0 16,-1 1 0-16,-2 0 0 0,-2 0 48 15,0 1 16-15,1 1 0 0,-3 3 0 0,0 0 208 0,0 4 0 16,0 1 0-16,-9 1 0 0,7 6 128 0,-1 5 0 16,-1 3 16-16,0 3 0 0,-2 4 32 0,-1 3 0 15,-1 4 0-15,1 4 0 0,0 1-176 0,-2 6 0 16,-2 8 144-16,-2 4-144 0,1 8-240 0,-4 0-112 16,-3 0-32-16,-1 0 0 15,-1-3-656-15,-3 1-144 0,-2-1-32 0,-3 1 0 16,-2-1-464-16,-1-6-112 0,-1-5 0 0,-1-8-16 15,0-6 720-15,-1-7 160 0,-1-5 32 0,0-5 0 0,1-3 1120 0,1-5 224 0,-2-4 64 16,3-2 0-16,1-4 368 0,0-5 80 0,0-3 0 0,2-5 16 16,1-4 304-16,1-4 48 0,2-4 16 0,2-4 0 15,4-3 96-15,3-3 32 0,0-3 0 0,4 0 0 16,2 2-272-16,5 2-48 0,1 0-16 0,5 4 0 16,2 4-624-16,5-1-112 0,5 0-16 0,3 0-16 15,2 4-208-15,3 2-32 0,3 3-128 0,1 3 192 16,3 0-320-16,-2 4-80 0,-1 0-16 0,-3 4 0 31,-1 2-624-31,0 3-128 0,-2 1-32 0,0 2 0 0,-2 2-1360 16,1 1-288-16,1 1-48 0,0-1-10656 0</inkml:trace>
  <inkml:trace contextRef="#ctx0" brushRef="#br0" timeOffset="99939.17">18093 9727 40543 0,'0'0'3600'0,"0"0"-2880"15,0 0-576-15,0 0-144 0,0 0 128 0,0 0-128 16,0 0 192-16,2 14-64 15,-1-1-512-15,0 3-96 0,-1 1-32 0,0 2 0 16,-2 0-384-16,2 3-64 0,0 1-32 0,0 2 0 16,0 1 176-16,0 0 48 0,0 2 0 0,0-3 0 15,0-2 224-15,0-1 48 0,0-2 16 0,1-2 0 0,0-5 352 0,1-2 128 0,0-2 0 0,2-2-144 16,-4-7 144-16,0 0 0 0,0 0 0 0,7 3 0 16,-7-3 0-16,9-4 0 0,-1-1 192 0,0-4-64 15,-2-3 144-15,1-2 48 0,1-4 0 0,-1-1 0 16,-1 0 64-16,0-3 32 0,2 1 0 0,0-4 0 15,-1 0 304-15,2-1 64 0,1 3 16 0,0-2 0 16,1 0-80-16,1 3-16 0,1 2 0 0,2 2 0 16,-1 2-320-16,4 4-80 0,-1 3-16 0,1 3 0 15,-2 0-288-15,0 4 0 0,-1 1 0 0,0 3 0 16,-1 0-176-16,-1 3 176 0,-1 1-192 0,-1 5 192 16,-1 4-208-16,-1 2 64 0,-3 2 16 0,0 5 0 0,-3 5-112 15,-1 4-16-15,-2 3 0 0,-1 3 0 16,-2 0 80-16,0 0 16 0,-2-2 0 0,1-3 0 0,-1-4 160 0,2 0 0 15,1-5 0-15,2-3-128 0,2-3 128 0,1-3 0 16,2-1 0-16,1-2 0 16,1-4-320-16,2-2-128 0,1-4-16 0,1-4-10464 15,1-3-2080-15</inkml:trace>
  <inkml:trace contextRef="#ctx0" brushRef="#br0" timeOffset="100787.85">17769 10813 35935 0,'0'0'3200'0,"0"0"-2560"0,0 0-512 0,0 0-128 16,8-1 672-16,-8 1 112 0,9-2 32 0,-9 2 0 15,7-3-976-15,-7 3-192 0,6-6-32 0,-6 6-16 32,5-9-240-32,0 0-32 0,-1 1-16 0,1-2 0 0,-2-1 464 0,1 0 96 0,1-1 128 0,1-2-208 15,0 0 208-15,-1 0 240 0,2 0-48 0,1-1-16 16,-1 1 32-16,2 1 16 0,0-2 0 0,1 4 0 15,0 2-96-15,0 1-128 0,0 2 176 0,1 2-176 16,-2 2 0-16,1 2 0 0,-1 2 0 0,1 5 0 16,-2 4-192-16,1 2 192 0,-3 3-208 0,1 4 80 15,-3 3 128-15,-1 4 0 0,-3 0 0 0,-1 2-128 16,-4 1 128-16,-2 5 192 0,-3 0-32 0,-1 0-16 16,-2-1-144-16,-2-2 128 0,-4-3-128 0,-1-3 128 15,-2-2-128-15,0-2 160 0,1-5-160 0,0-2 160 0,2-3 96 16,1-1 0-16,2-2 16 0,0-2 0 0,4-3-96 0,2-1-32 15,2-3 0-15,8 0 0 0,-6-3 48 0,6 3 16 16,-3-9 0-16,3 0 0 0,3 2 176 0,2-3 48 16,4-1 0-16,2 1 0 0,2 0-112 0,3 2 0 15,-1 3-16-15,2 0 0 0,-1 2-304 0,3 2-144 16,0 2 16-16,-1 2 0 0,-7 1 128 0,1 1-208 16,2 3 80-16,0 1 128 0,1 1-176 0,2 2 176 15,3 2-128-15,-3 2 128 0,1 3-176 0,2 0 176 16,0 1-208-16,2 2 80 15,2-3-368-15,1 1-64 0,1-1-16 0,1-3 0 16,0 0-1984-16,2-5-416 0,-1-5-80 0</inkml:trace>
  <inkml:trace contextRef="#ctx0" brushRef="#br0" timeOffset="101395.29">19721 10217 36863 0,'0'0'3264'0,"0"0"-2608"0,6 4-528 0,1 3-128 15,-2 2 496-15,1 2 64 0,-3-5 16 0,0 3 0 16,1 2-576-16,-1 2 0 0,-1 3 0 0,-1 0 0 16,0 1 0-16,-1 0-304 0,0 1 64 0,-1 0 16 31,-1-2-192-31,0 1-32 0,-1-3-16 0,-1 0 0 0,0-1-944 0,0-3-192 15,-1-2-48-15,2-3-8144 0,0-1-1648 0</inkml:trace>
  <inkml:trace contextRef="#ctx0" brushRef="#br0" timeOffset="101544.21">19825 9742 38879 0,'0'0'1728'0,"0"0"336"0,0 0-1648 0,0 0-416 15,8 7 0-15,1-1 0 16,-2-1-912-16,3-1-272 0,2-2-48 0,5-3-16 0</inkml:trace>
  <inkml:trace contextRef="#ctx0" brushRef="#br0" timeOffset="101860.45">20506 9669 38127 0,'7'14'1680'0,"-3"-3"368"0,1 2-1648 0,0 4-400 0,2 5 0 0,-2 2 0 16,1 2 0-16,-2 1 0 0,0 2 0 0,3-2 0 16,-3-1 0-16,2-1-224 0,-1-1 48 0,1-2 16 31,-1-3-480-31,2-4-80 0,1-3-32 0,2-2 0 16,1-3-192-16,-3-3-32 0,1-4-16 0,1-3 0 0,0-2 992 0,0-1 0 0,0-4 256 0,0-4-48 15,0-3 176-15,0-3 16 0,-2-2 16 0,0-1 0 16,-1-1-128-16,-1-1-32 0,0-2 0 0,-1 0 0 15,-1-3 192-15,0-1 48 0,0-1 0 0,1-2 0 16,-1-4-16-16,-1-1 0 0,2 0 0 0,0 1 0 0,2 1 80 16,0 2 16-16,-1 1 0 0,2 4 0 0,0 3-48 0,-1 4 0 15,0 4 0-15,-2 3 0 0,0 3-400 0,-1 4-128 16,-1 3 0-16,-3 6 0 16,0 0-992-16,0 0-304 0,0 0-64 0,0 0-10240 15,0 9-2048-15</inkml:trace>
  <inkml:trace contextRef="#ctx0" brushRef="#br0" timeOffset="102071.43">20140 9857 40543 0,'0'0'3600'0,"6"-4"-2880"0,4-1-576 0,2 0-144 15,-4 3 752-15,2 0 112 0,2-2 32 0,5 0 0 16,1-1-560-16,4 0-96 0,4-1-32 0,4 0 0 15,34-7-352-15,-3 3-80 0,-3 2-16 0,-1 0 0 32,-1 0-464-32,-2-3-112 0,-3 1-16 0,-2 1 0 15,-1 0-2448-15,-2 0-496 0,-2 0-112 0</inkml:trace>
  <inkml:trace contextRef="#ctx0" brushRef="#br0" timeOffset="102428.16">21337 9530 23039 0,'0'0'2048'0,"0"0"-1648"0,0 0-400 0,0 0 0 15,0 0 2320-15,0 0 384 0,0 0 80 0,0 0 16 16,1 14-1968-16,-2 3-384 0,-4 5-64 0,1 3-32 16,-3 0-352-16,0 1 0 0,-2 2 0 0,0-1 0 0,0 3 0 0,0-3 0 15,1 0 0-15,-1 0 0 0,2 0 0 0,2-1 0 16,0-2 0-16,2 1 0 0,0-2 0 0,2-4 0 16,1-1 0-16,0-4-128 15,1-3-256-15,1-2-32 0,-2-9-16 0,0 0 0 0,0 0 224 0,0 0 32 16,9 0 16-16,-9 0 0 0,8-8 160 0,0-1 128 15,-1-5-128-15,0-1 176 0,1 0 64 0,0-3 16 16,0-3 0-16,-1 0 0 0,2 0 304 0,1-1 64 16,0-1 16-16,2 0 0 0,1 0 128 0,3 2 48 15,-1-2 0-15,1 2 0 0,2 2-176 0,1 3-48 16,-1 0 0-16,3 3 0 0,0 3-208 0,0 3-32 0,0 2-16 16,-3 5 0-16,-2 4-336 0,0 1 128 15,-2 2-128-15,-1 3 0 0,-1 4 0 0,-1 3 0 0,-2 2-160 16,0 3 160-16,-4 3-192 0,1 3 64 0,-1 1 128 0,1 1-208 31,1 1-192-31,1-1-48 0,0-3 0 0,0-2 0 16,0-3-1552-16,2-4-320 0,-1-1-64 0,0-4-12832 0</inkml:trace>
  <inkml:trace contextRef="#ctx0" brushRef="#br0" timeOffset="102757.18">21898 9456 34095 0,'0'0'3024'0,"0"0"-2416"0,0-4-480 0,0 4-128 0,0 0 656 0,0 0 112 16,0 0 32-16,0 0 0 0,0 0-480 0,4 4-112 15,2 1-16-15,0 2 0 16,3 1-528-16,1 0-112 16,1 2-32-16,1 2 0 0,1 0-288 0,1 2-48 0,1-1-16 0,1 0 0 15,-1 0 160-15,1 0 32 0,1 2 0 0,-2-1 0 0,0-1 512 0,0 0 128 16,9 11 0-16,-7-5 0 0,-4-1 256 0,-4-2 96 15,-2-1 16-15,-3 0 0 0,1 1 80 0,-4-1 0 16,-2 0 16-16,-4 2 0 0,0 2-112 0,-4 1-32 16,-2 1 0-16,-2 1 0 0,-4 1-48 0,0 3-16 15,-3 1 0-15,0 1 0 0,0-2-16 0,0-1-16 16,-5-1 0-16,4 0 0 0,-2-3-224 0,4-3 176 16,0-1-176-16,1-3 160 0,2-4-160 0,1-1-256 0,3-4 64 0,2-1 16 31,2-2-1936-31,8-2-384 0,0 0-64 0</inkml:trace>
  <inkml:trace contextRef="#ctx0" brushRef="#br0" timeOffset="102933.77">22379 9801 30399 0,'0'0'2704'0,"0"12"-2160"0,-2 1-544 0,-2 5 0 15,-3 3 816-15,-4 2 48 0,-4 2 16 0,-4 2 0 16,-2 0-496-16,-2 2-80 0,-2 1-32 0,2-3 0 15,1-2-272-15,2-3 128 0,2-2-128 0,4-2 0 32,2-3-256-32,1-2-144 0,3-2-48 0,3-2 0 0,0-1-2640 0,5-8-544 0</inkml:trace>
  <inkml:trace contextRef="#ctx0" brushRef="#br0" timeOffset="103308.26">22613 9891 35007 0,'0'0'3120'0,"8"-4"-2496"15,2-2-496-15,2 0-128 0,-1-2 432 0,2-1 64 16,-1-1 16-16,0-1 0 16,0-2-2768-16,0-2-560 0,-1-5-96 0,0 0-32 15,-1-1 2000-15,0 0 400 0,-1-1 80 0,-1-1 16 0,-3 9 448 0,0-4 0 0,0 0 208 0,0-2-64 16,2-1 640-16,-3 0 128 0,-1-1 32 0,1 4 0 15,-1 4 224-15,-1 2 48 0,-1 3 16 0,0 3 0 16,-1 0-432-16,0 6-96 0,0 0 0 0,-4 6-16 16,-1 1-176-16,-1 3-48 0,-1 1 0 0,0 5 0 15,-1 1 32-15,0 3 0 0,2 2 0 0,0 1 0 16,1 0-144-16,0 3-32 0,1 0 0 0,2 2 0 16,0-1-96-16,0 2-32 0,2 3 0 0,0-1 0 15,0 28-192-15,2-11 0 0,-2-6 0 0,0-6 0 16,-3-4-320-1,1-4-176-15,-1-5-16 0,0-2-16 0,-2-3-1248 0,0 0-240 0,-1-4-48 16,1-1-16-16,-2 0-1104 16,-2-1-208-16,2 0-64 0,-4-5 0 0</inkml:trace>
  <inkml:trace contextRef="#ctx0" brushRef="#br0" timeOffset="103477.13">22450 10222 6447 0,'-8'-2'576'0,"0"1"-576"16,2 1 0-16,6 0 0 0,-7 0 4784 0,7 0 848 15,0 0 160-15,0 0 32 0,0 0-2992 0,0 0-592 16,0 0-128-16,0 0-32 0,13-2-640 0,3 1-128 15,0 0-32-15,3 1 0 0,2 0-576 0,2 1-128 16,2 0-32-16,3 1 0 0,2-1-48 0,4 1-16 16,3 2 0-16,4-2 0 0,2 0-176 0,0 1-48 15,-1 0 0-15,1-2 0 16,-1-2-1168-16,0-2-240 0,0 0-64 0,1-2-11136 16,1-3-2240-16</inkml:trace>
  <inkml:trace contextRef="#ctx0" brushRef="#br0" timeOffset="103594.03">23979 10206 43311 0,'10'12'3840'0,"1"-2"-3072"0,0-1-608 0,0 0-160 16,-1-2 768-16,-3-2 128 0</inkml:trace>
  <inkml:trace contextRef="#ctx0" brushRef="#br0" timeOffset="106856.77">2787 13054 43311 0,'-21'-9'1920'0,"7"5"384"0,0 0-1840 0,-2 2-464 0,3-1 0 0,2 0 0 31,1 0-800-31,2 2-256 0,8 1-48 0,0 0-16 0,0 0 752 0,0 0 160 0,0 0 16 0,0 0 16 0,0 0-176 0,0 0-32 16,11 4-16-16,4 1 0 15,-5-2 400-15,3 2 0 0,2 0 0 0,4 3 0 0,4 1 224 0,2 1 80 16,3 0 16-16,3 1 0 0,4-2-128 0,1 1 0 16,4 0-16-16,3-1 0 0,2-1-176 0,1-2 0 15,0-1 0-15,0-3-176 16,1 0-400-16,-1-4-64 0,0-4-32 0,2-1 0 16,0-4-2704-16,-2-4-528 0,64-31-128 0,-40 9 0 0</inkml:trace>
  <inkml:trace contextRef="#ctx0" brushRef="#br0" timeOffset="107146.52">3606 12685 32767 0,'0'0'1456'0,"-8"1"288"0,-1 2-1392 0,9-3-352 0,-5 5 0 0,5-5 0 16,0 0 464-16,-2 11 32 0,5-1 0 0,3-1 0 16,5 0-496-16,2 1 0 0,4-1 0 0,2 1 0 15,2-1-128-15,2 0 128 0,0 0-192 0,1 1 192 16,1 1 0-16,1 0 0 0,-1 1 0 0,-1 0 144 15,-1 2 176-15,0 0 16 0,-4 2 16 0,-1-1 0 16,-4 2 80-16,-2 1 16 0,-2 2 0 0,-4 2 0 16,-1 2-48-16,-4 4 0 0,-3 1 0 0,-4 1 0 15,-3 2-64-15,-3 1-16 0,-1 0 0 0,-3-1 0 16,-2-1-96-16,-1-2-32 0,1-3 0 0,0-2 0 16,2-2-192-16,1-2 0 0,2-2-192 0,1-2 192 15,1-2-512 1,1 0 16-16,1-1 0 0,2-2 0 0,-1-1-2512 0,3-4-496 0</inkml:trace>
  <inkml:trace contextRef="#ctx0" brushRef="#br0" timeOffset="107408.9">4711 12366 45151 0,'0'0'4016'0,"0"0"-3216"15,0 0-640-15,0 0-160 0,0 0 0 0,-3 9 0 16,-2 0 0-16,2 2 0 0,-1 3 0 0,-2 5 0 16,0 4 0-16,-2 3 0 0,-1 5 0 0,-1 6-192 15,-2 5 64-15,0 7 128 0,-1 3-128 0,-3 0 128 0,2 0 0 0,-1 5 0 16,-2 5 0-16,1 5-176 0,-2 3 176 0,-2-4-128 16,2-4 128-16,-2-7 0 0,1-6 0 0,1-3 0 15,3-5-192-15,1-3 0 0,6-18 0 0,-1-2 0 31,0-1-1552-31,2-1-320 0,-2-1-64 0,2-3-9536 0,-1-5-1904 0</inkml:trace>
  <inkml:trace contextRef="#ctx0" brushRef="#br0" timeOffset="107626.64">4063 12680 28559 0,'0'0'2544'0,"-3"-9"-2032"0,1 1-512 0,-3 1 0 16,5 7 2496-16,0 0 416 0,0 0 80 0,7-6 16 0,3 1-1696 15,2-2-336-15,7 2-64 0,3 0-16 16,2 2-640-16,3-2-128 0,2 0-128 0,3-1 192 0,2 1-192 0,2-1 0 16,3 0 0-16,2 0 0 0,5 2-224 15,0 0-32-15,0-2 0 0,-1 1 0 16,-1-1-192-16,-1-2-32 0,-2 1-16 0,0-2 0 16,1 0-208-16,1 0-64 0,-2-1 0 0,1-1 0 15,-2 0-1312-15,1-1-272 0,-2 1-48 0</inkml:trace>
  <inkml:trace contextRef="#ctx0" brushRef="#br0" timeOffset="107910.08">5558 12215 41295 0,'-10'5'1824'0,"2"-1"384"0,0 2-1760 0,-3 3-448 0,-3 2 0 0,-1 3 0 16,-4 3 384-16,0 1 0 0,-2 2 0 0,-1 1 0 15,-3 1-384-15,3 0 0 0,0 0 0 0,2 3 0 16,-1 2 0-16,1 2 0 0,-1 3 0 0,2 3 0 16,3 2 432-16,1 1 48 0,2 2 16 0,3-1 0 15,2 1-48-15,1 0 0 0,1-3 0 0,3 5 0 16,1 3-304-16,0 1-144 0,2 0 128 0,0 3-128 16,2 0 0-16,1-3-224 0,3-6 32 0,0-4 0 15,0-3-592 1,2-1-112-16,1-4-32 0,1-4 0 0,1-3-288 0,1-2-48 15,3-3-16-15,0-2 0 0,1-2-1344 0,1-1-288 0,1-4-48 0</inkml:trace>
  <inkml:trace contextRef="#ctx0" brushRef="#br0" timeOffset="108329.15">5775 12831 37775 0,'0'0'1664'0,"0"0"368"0,0 0-1632 0,0 0-400 16,0 0 0-16,0 0 0 0,0 0 1072 0,0 0 128 15,-5 7 16-15,5-7 16 0,-2 6-1232 0,0 1-128 16,0 4-96-16,-2 3-16 0,1 1 0 0,0 3 0 0,-2 3 0 0,1 2 0 16,-1 0 240-16,-2 2 0 0,0 1 0 0,2 1 0 15,-1-2 0-15,2-3 0 0,1 1 0 0,-3-4 0 16,-2 10-192-16,4-9 16 0,0-5 0 0,1-5 0 31,3-10-576-31,0 0-112 0,0 0-32 0,0 0 0 16,0 0 272-16,-3-10 48 0,1-3 16 0,1-4 0 0,1-3 384 0,2-2 176 0,-1-3-160 0,2 0 160 15,1 0 128-15,0-1 128 16,-1-3 32-16,2 1 0 0,-1-1 320 0,2 3 64 0,0 3 16 0,1 1 0 16,0 1-176-16,1 3-48 0,1 2 0 0,0 4 0 15,0 2-240-15,2 2-48 0,-2 3-16 0,0 2 0 16,4 2 16-16,-2 3 0 0,3 6 0 0,0 4 0 15,0 5-48-15,1 1 0 0,-2 4 0 0,-1 5 0 16,-2 4-128-16,0 2 0 0,-5 2 0 0,0 1-176 16,-2-3-208-1,0-2-32-15,0-2-16 0,-1-4 0 0,0-3-1664 0,-1-6-336 0,0-4-64 16,0-2-12496-16</inkml:trace>
  <inkml:trace contextRef="#ctx0" brushRef="#br0" timeOffset="108611.9">6059 12287 28559 0,'0'0'2544'0,"0"0"-2032"15,0 0-512-15,0 0 0 0,0 0 2208 0,9 5 352 16,1 2 64-16,1 4 0 0,3 1-1696 0,1 4-352 16,3 1-64-16,-2 2 0 0,-1 0-384 0,2 2-128 0,-1 3 0 0,1 2 144 15,1 4-144-15,0 5 0 0,1 6 0 0,0 1 0 16,-1 2 0-16,-1 1 160 0,-2 0-160 0,-2-2 160 15,-2-3 96-15,-3 2 0 0,-2 2 16 0,-4 1 0 16,-4 2-16-16,-4 1-16 0,-5 0 0 0,-2-3 0 16,-6-3-240-16,-3-1 0 0,-2-6 128 0,-1-2-128 15,-1-2 0-15,2-4 0 0,0-1 0 0,1-3 0 16,2-3-304-16,1-5-48 0,4-4-16 0,-2-4 0 31,5-5-656-31,-2-4-128 0,1-6-16 0</inkml:trace>
  <inkml:trace contextRef="#ctx0" brushRef="#br0" timeOffset="108859.85">6892 12495 39679 0,'0'0'1760'0,"0"0"352"0,11 1-1680 15,1 0-432-15,-4 0 0 0,3 0 0 0,2 1 496 0,3-2 16 16,1 0 0-16,3-2 0 0,2 1-512 0,1 0-160 15,0-1 0-15,0 1 0 0,1 0 32 0,0 0 0 16,0-1 0-16,1 0 0 0,1 1 128 0,-1 0 192 16,20-1-32-16,-8 1-16 0,-5 0 80 0,-4-1 16 15,-4-2 0-15,-1 1 0 0,-1 0-240 0,-1-2-208 16,-2 1 32-16,-1 0 16 16,0 0-1936-16,-2 1-384 0,-2 1-80 0,-4 0-13216 0</inkml:trace>
  <inkml:trace contextRef="#ctx0" brushRef="#br0" timeOffset="109066.74">7209 12817 4607 0,'-9'12'400'0,"9"-12"-400"0,-5 7 0 0,5-7 0 15,0 0 7296-15,0 0 1392 0,0 0 272 0,-1 9 48 16,1-9-6304-16,5 8-1248 0,4-3-256 0,2 1-48 16,2-3-608-16,4 0-112 0,1-1-32 0,4 1 0 15,0-3 144-15,3 1 32 0,0 1 0 0,1-1 0 16,1-1-256-16,1-1-32 0,2-1-16 0,3-2 0 15,1 0-272-15,4 0-192 0,3-1 16 0,0 0 16 16,0-4-1632 0,-1-1-320-16,-1-1-64 0,2-1 0 0,-1-1-640 15,-1-2-112-15,-3-1-16 0,-1-1-6304 0,-2 0-1248 0</inkml:trace>
  <inkml:trace contextRef="#ctx0" brushRef="#br0" timeOffset="109364.25">8284 12476 3679 0,'-6'-7'320'0,"-1"-3"-320"15,-3-1 0-15,1-2 0 0,0-2 5952 0,0 0 1104 16,1 2 240-16,1-2 32 0,-1-1-5040 0,4-2-1008 16,-1-2-208-16,3 0-48 0,1 0-512 0,2 0-96 15,1-1-32-15,3 1 0 0,0 3 0 0,2 1-16 16,1 2 0-16,0 1 0 0,2 1-32 0,1 2 0 16,1 1 0-16,3 0 0 0,0 4-128 0,1 0-16 0,-2 4-16 0,0 1 0 15,0 1 16-15,1 3 0 16,-1 2 0-16,1 3 0 0,1 3-64 0,-1 3 0 0,0 0 0 0,-1 2 0 15,-2 5 96-15,0 4 16 0,-1 1 0 0,-1 2 0 16,-2-1 16-16,-3 2 16 0,-2-2 0 0,0-1 0 16,-4 1 176-16,-1 0 48 0,-1 0 0 0,-1-1 0 15,0-11-240-15,1 0-32 0,0 3-16 0,-2-2 0 32,0 1-656-32,-1 0-144 0,0-1-32 0,-1-1 0 15,0-2-3024-15,-2-1-624 0,-14 12-112 0,7-8-32 0</inkml:trace>
  <inkml:trace contextRef="#ctx0" brushRef="#br0" timeOffset="109482.13">8414 12988 41295 0,'-6'23'1824'0,"4"-8"384"0,0 2-1760 0,0-1-448 15,-1 2 0-15,2-3 0 0,0-3 1056 0,1-3 128 16,0-9 32-16,0 0 0 16,0 0-2720-16,5-7-544 15,0-9-96-15</inkml:trace>
  <inkml:trace contextRef="#ctx0" brushRef="#br0" timeOffset="109598.13">9214 12751 49471 0,'5'7'1088'0,"-5"-7"240"0,0 0 32 0,0 0 16 0,0 0-1104 0,0 0-272 16</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8:17.880"/>
    </inkml:context>
    <inkml:brush xml:id="br0">
      <inkml:brushProperty name="width" value="0.05" units="cm"/>
      <inkml:brushProperty name="height" value="0.05" units="cm"/>
      <inkml:brushProperty name="color" value="#E71224"/>
    </inkml:brush>
  </inkml:definitions>
  <inkml:trace contextRef="#ctx0" brushRef="#br0">12 0 9847 0 0,'0'0'960'0'0,"-12"2"-856"0"0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8:18.213"/>
    </inkml:context>
    <inkml:brush xml:id="br0">
      <inkml:brushProperty name="width" value="0.05" units="cm"/>
      <inkml:brushProperty name="height" value="0.05" units="cm"/>
      <inkml:brushProperty name="color" value="#E71224"/>
    </inkml:brush>
  </inkml:definitions>
  <inkml:trace contextRef="#ctx0" brushRef="#br0">0 296 10135 0 0,'0'0'1080'0'0</inkml:trace>
  <inkml:trace contextRef="#ctx0" brushRef="#br0" timeOffset="1">403 0 14743 0 0,'-30'18'1312'0'0,"0"1"-1056"0"0,0-1-256 0 0,2-5-6496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7:05.781"/>
    </inkml:context>
    <inkml:brush xml:id="br0">
      <inkml:brushProperty name="width" value="0.05" units="cm"/>
      <inkml:brushProperty name="height" value="0.05" units="cm"/>
      <inkml:brushProperty name="color" value="#E71224"/>
    </inkml:brush>
  </inkml:definitions>
  <inkml:trace contextRef="#ctx0" brushRef="#br0">5 619 13303 0 0,'-1'-6'87'0'0,"-1"0"0"0"0,2 1-1 0 0,-1-1 1 0 0,1 0 0 0 0,-1 0 0 0 0,2 1-1 0 0,-1-1 1 0 0,1 0 0 0 0,0 0 0 0 0,0 1-1 0 0,0-1 1 0 0,1 1 0 0 0,0-1-1 0 0,0 1 1 0 0,0-1 0 0 0,1 1 0 0 0,-1 0-1 0 0,1 0 1 0 0,1 1 0 0 0,-1-1 0 0 0,6-5-1 0 0,140-158 702 0 0,-117 133-599 0 0,134-152 496 0 0,-154 171-671 0 0,1 1 0 0 0,1 1 0 0 0,0 0 0 0 0,1 1 1 0 0,19-13-1 0 0,-33 26-4 0 0,0-1 1 0 0,0 0-1 0 0,-1 1 1 0 0,1-1-1 0 0,0 1 0 0 0,0-1 1 0 0,0 1-1 0 0,0 0 1 0 0,0-1-1 0 0,0 1 1 0 0,0 0-1 0 0,0 0 0 0 0,0-1 1 0 0,0 1-1 0 0,0 0 1 0 0,0 0-1 0 0,0 0 0 0 0,0 0 1 0 0,0 0-1 0 0,0 1 1 0 0,0-1-1 0 0,0 0 1 0 0,0 0-1 0 0,0 1 0 0 0,0-1 1 0 0,1 1-1 0 0,-1 0 5 0 0,0 0-1 0 0,0 0 1 0 0,0 1-1 0 0,1-1 0 0 0,-1 0 1 0 0,-1 1-1 0 0,1-1 1 0 0,0 1-1 0 0,0-1 1 0 0,-1 1-1 0 0,1 0 1 0 0,0-1-1 0 0,-1 1 0 0 0,1 1 1 0 0,1 8 43 0 0,-1 0 0 0 0,0 0-1 0 0,-1 18 1 0 0,-18 204 827 0 0,4-78-346 0 0,-18 186-5 0 0,25-283-594 0 0,-17 65 0 0 0,17-98-518 0 0,0-1 0 0 0,-2 0-1 0 0,0 0 1 0 0,-2-1 0 0 0,-16 25-1 0 0,25-44 342 0 0,-1 0-1 0 0,1 0 0 0 0,-1-1 0 0 0,0 0 1 0 0,-1 1-1 0 0,1-1 0 0 0,0 0 1 0 0,-1-1-1 0 0,0 1 0 0 0,0-1 1 0 0,0 1-1 0 0,0-1 0 0 0,0 0 1 0 0,0-1-1 0 0,0 1 0 0 0,-1-1 0 0 0,-7 2 1 0 0,-2-1-10 0 0,-1-1 0 0 0,1-1 1 0 0,-1 0-1 0 0,-17-3 0 0 0,-2 0 751 0 0,24 4-207 0 0,-1 0 0 0 0,1 0 0 0 0,0 1 0 0 0,0 1 0 0 0,0 0 0 0 0,0 0 0 0 0,0 1-1 0 0,-13 7 1 0 0,21-10 49 0 0,-1 3 39 0 0,3-4-360 0 0,0 0 0 0 0,-1 0 0 0 0,1 0 0 0 0,0 0 0 0 0,0 1 0 0 0,0-1 0 0 0,0 0 1 0 0,-1 0-1 0 0,1 0 0 0 0,0 0 0 0 0,0 1 0 0 0,0-1 0 0 0,0 0 0 0 0,-1 0 0 0 0,1 1 0 0 0,0-1 0 0 0,0 0 0 0 0,0 0 0 0 0,0 0 0 0 0,0 1 0 0 0,0-1 0 0 0,0 0 0 0 0,0 0 0 0 0,0 1 0 0 0,0-1 0 0 0,0 0 0 0 0,0 0 0 0 0,0 1 0 0 0,0-1 0 0 0,0 0 0 0 0,0 0 0 0 0,0 1 0 0 0,0-1 0 0 0,0 0 1 0 0,0 0-1 0 0,1 1 0 0 0,1 2 56 0 0,0 0 1 0 0,0 0 0 0 0,0-1 0 0 0,1 1-1 0 0,-1 0 1 0 0,1-1 0 0 0,0 0-1 0 0,0 1 1 0 0,0-1 0 0 0,0 0 0 0 0,0-1-1 0 0,0 1 1 0 0,1-1 0 0 0,-1 1 0 0 0,1-1-1 0 0,-1 0 1 0 0,1 0 0 0 0,-1 0 0 0 0,5 0-1 0 0,11 1 368 0 0,1 0-1 0 0,27-1 1 0 0,-23-1-127 0 0,38 1 364 0 0,131 10 708 0 0,81 12-348 0 0,0-20-543 0 0,-140 3-301 0 0,-66-2-145 0 0,-40-4-69 0 0,-26 0-96 0 0,-2-6-3043 0 0,0 4 2770 0 0,0 0 0 0 0,0 0-1 0 0,0 0 1 0 0,0 0 0 0 0,0 0 0 0 0,-1 0-1 0 0,0-3 1 0 0,-5-10-5682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7:06.431"/>
    </inkml:context>
    <inkml:brush xml:id="br0">
      <inkml:brushProperty name="width" value="0.05" units="cm"/>
      <inkml:brushProperty name="height" value="0.05" units="cm"/>
      <inkml:brushProperty name="color" value="#E71224"/>
    </inkml:brush>
  </inkml:definitions>
  <inkml:trace contextRef="#ctx0" brushRef="#br0">1286 426 1839 0 0,'-9'-15'23'0'0,"0"2"0"0"0,0-1 0 0 0,-2 1 0 0 0,1 0 0 0 0,-15-12 0 0 0,-65-49 1980 0 0,45 39 775 0 0,22 17-1607 0 0,0 0 1 0 0,-2 1-1 0 0,0 2 0 0 0,-1 1 1 0 0,-32-14-1 0 0,46 24-1036 0 0,0 0 0 0 0,-1 0 0 0 0,1 1 0 0 0,-1 0 0 0 0,0 2 1 0 0,0-1-1 0 0,0 1 0 0 0,0 1 0 0 0,0 1 0 0 0,0-1 0 0 0,0 2 0 0 0,1 0 0 0 0,-1 1 0 0 0,-17 5 1 0 0,8 0-102 0 0,0 2 0 0 0,1 0 0 0 0,0 1 0 0 0,0 1 0 0 0,-36 29 0 0 0,31-18-31 0 0,1 0 1 0 0,1 2-1 0 0,-32 41 0 0 0,10 2-30 0 0,2 1-1 0 0,-56 123 0 0 0,86-162 7 0 0,-77 170-21 0 0,72-153 43 0 0,2 2 0 0 0,-13 63 0 0 0,18-48-2 0 0,2 0-1 0 0,-1 92 1 0 0,11-120 11 0 0,2-1 0 0 0,1 0-1 0 0,1 0 1 0 0,2 0 0 0 0,2 0 0 0 0,13 36-1 0 0,88 198 41 0 0,-89-229-37 0 0,1-1 1 0 0,2 0-1 0 0,1-2 1 0 0,45 50 0 0 0,-47-63 4 0 0,2-2 0 0 0,0-1 0 0 0,44 29 0 0 0,90 41 124 0 0,-129-76-98 0 0,1-1 0 0 0,1-2 0 0 0,43 11 0 0 0,-54-19 15 0 0,-1 0 0 0 0,1-1-1 0 0,-1-2 1 0 0,1 0 0 0 0,0 0 0 0 0,38-6 0 0 0,-13-3 178 0 0,0-3 0 0 0,-1-1 0 0 0,0-2 0 0 0,-1-2 0 0 0,-1-2 0 0 0,58-34 0 0 0,-83 42-105 0 0,0-2 1 0 0,-1 0-1 0 0,0 0 0 0 0,-1-2 1 0 0,-1 0-1 0 0,0 0 0 0 0,0-1 1 0 0,-2-1-1 0 0,0 0 0 0 0,-1-1 1 0 0,-1 0-1 0 0,0-1 0 0 0,-1 0 1 0 0,-1-1-1 0 0,10-35 0 0 0,6-31 510 0 0,23-178 0 0 0,-18-93-70 0 0,-24 181-429 0 0,-6 141-104 0 0,-2 0 0 0 0,-1 1 0 0 0,-10-39 0 0 0,2 34-14 0 0,-22-50 0 0 0,20 57-22 0 0,-64-143 29 0 0,54 129-16 0 0,-51-73 0 0 0,30 57-16 0 0,-3 2 0 0 0,-77-73 0 0 0,49 54 0 0 0,53 53-91 0 0,-2 0 0 0 0,-48-38 0 0 0,57 52-71 0 0,1 1 1 0 0,-1 0-1 0 0,-26-10 0 0 0,36 17-144 0 0,1 1-1 0 0,-1 0 1 0 0,0 1-1 0 0,0-1 1 0 0,0 1-1 0 0,0 0 1 0 0,0 1-1 0 0,0 0 1 0 0,-1 0-1 0 0,1 0 1 0 0,0 0-1 0 0,0 1 1 0 0,0 0-1 0 0,-9 3 1 0 0,-2 3-1225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8:26.981"/>
    </inkml:context>
    <inkml:brush xml:id="br0">
      <inkml:brushProperty name="width" value="0.05" units="cm"/>
      <inkml:brushProperty name="height" value="0.05" units="cm"/>
      <inkml:brushProperty name="color" value="#E71224"/>
    </inkml:brush>
  </inkml:definitions>
  <inkml:trace contextRef="#ctx0" brushRef="#br0">42 72 8263 0 0,'-2'-1'375'0'0,"0"0"-234"0"0,-18-15 259 0 0,3-4-44 0 0,16 18-237 0 0,3 2-103 0 0,-1 0 0 0 0,0-1 0 0 0,1 1 0 0 0,-1-1-1 0 0,1 1 1 0 0,-1-1 0 0 0,0 1 0 0 0,0-1 0 0 0,3-2 0 0 0,6-2 34 0 0,7 0 254 0 0,1 1 1 0 0,-1 1-1 0 0,1 0 0 0 0,34 1 0 0 0,-20 0 215 0 0,100 3 347 0 0,-62 2-702 0 0,134 6 44 0 0,97 0 85 0 0,-87-4-326 0 0,-212-5-106 0 0,-12 8-8468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8:27.325"/>
    </inkml:context>
    <inkml:brush xml:id="br0">
      <inkml:brushProperty name="width" value="0.05" units="cm"/>
      <inkml:brushProperty name="height" value="0.05" units="cm"/>
      <inkml:brushProperty name="color" value="#E71224"/>
    </inkml:brush>
  </inkml:definitions>
  <inkml:trace contextRef="#ctx0" brushRef="#br0">135 31 5983 0 0,'-41'5'601'0'0,"-16"0"-302"0"0,20-7 6451 0 0,40 1-6256 0 0,8-5-237 0 0,1 1 0 0 0,1 1 0 0 0,-1 0 0 0 0,1 0 0 0 0,0 1 0 0 0,0 1 0 0 0,18-2 0 0 0,76-1 538 0 0,155 12 0 0 0,-177 0-732 0 0,5 1-447 0 0,-30-2-4270 0 0,-22-1-849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8:35.787"/>
    </inkml:context>
    <inkml:brush xml:id="br0">
      <inkml:brushProperty name="width" value="0.05" units="cm"/>
      <inkml:brushProperty name="height" value="0.05" units="cm"/>
      <inkml:brushProperty name="color" value="#E71224"/>
    </inkml:brush>
  </inkml:definitions>
  <inkml:trace contextRef="#ctx0" brushRef="#br0">338 2346 2759 0 0,'-10'-5'1108'0'0,"-14"-5"2834"0"0,18 7-749 0 0,19 11-2318 0 0,89 38 105 0 0,17 9-550 0 0,71 43-360 0 0,-144-72-27 0 0,1-2 1 0 0,2-3-1 0 0,0-2 0 0 0,79 21 1 0 0,105 7 128 0 0,-176-39-78 0 0,0-3 0 0 0,68-2 1 0 0,245-35 617 0 0,-302 24-670 0 0,160-11-10 0 0,77-11 66 0 0,-240 20-74 0 0,0-3 1 0 0,104-35-1 0 0,-117 30 38 0 0,-2-3 0 0 0,61-33 1 0 0,-74 33-7 0 0,24-14 331 0 0,91-68 0 0 0,-134 88-294 0 0,-1 0 0 0 0,0-1-1 0 0,-2 0 1 0 0,0-2-1 0 0,0 0 1 0 0,-2 0-1 0 0,0-1 1 0 0,-1-1-1 0 0,10-22 1 0 0,-4 0 80 0 0,-2-1 1 0 0,-2 0-1 0 0,-2 0 1 0 0,-1-2 0 0 0,-3 1-1 0 0,-1-1 1 0 0,-3 0-1 0 0,-1-1 1 0 0,-7-85 0 0 0,-7 47 34 0 0,-4 0 0 0 0,-43-138 0 0 0,-81-154 105 0 0,112 312-290 0 0,-3 1 1 0 0,-43-68 0 0 0,49 95-65 0 0,-1 0 0 0 0,-2 2 0 0 0,-2 0 0 0 0,-51-46 1 0 0,-74-44-564 0 0,122 102 413 0 0,0 1 1 0 0,-2 2 0 0 0,-42-17-1 0 0,24 14-1 0 0,-2 4 0 0 0,-78-18 0 0 0,38 19 74 0 0,-102-3 0 0 0,-119 7 186 0 0,264 15-71 0 0,-1 2 0 0 0,1 2 0 0 0,-81 21-1 0 0,-145 58-46 0 0,159-47 41 0 0,63-18-8 0 0,-93 46-1 0 0,-46 42-19 0 0,185-103 37 0 0,-170 105 0 0 0,134-82 0 0 0,2 2 0 0 0,1 2 0 0 0,-42 42 0 0 0,67-58 7 0 0,1 2-1 0 0,0 0 1 0 0,-13 22-1 0 0,-35 63 29 0 0,46-73-32 0 0,-7 11-3 0 0,2 1 0 0 0,2 0 0 0 0,-23 64 0 0 0,36-76 45 0 0,1-1 0 0 0,1 1 0 0 0,-3 58 0 0 0,10 92 135 0 0,-1-180-180 0 0,3 84 34 0 0,4-1-1 0 0,4 0 0 0 0,3-1 1 0 0,4 0-1 0 0,32 87 0 0 0,-38-135-386 0 0,3 0 1 0 0,0-1-1 0 0,3 0 0 0 0,25 36 0 0 0,-19-37-531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22.399"/>
    </inkml:context>
    <inkml:brush xml:id="br0">
      <inkml:brushProperty name="width" value="0.05" units="cm"/>
      <inkml:brushProperty name="height" value="0.05" units="cm"/>
      <inkml:brushProperty name="color" value="#E71224"/>
    </inkml:brush>
  </inkml:definitions>
  <inkml:trace contextRef="#ctx0" brushRef="#br0">6 2 8287 0 0,'0'2'639'0'0,"2"4"-575"0"0,2 10 1758 0 0,-1-1 0 0 0,0 0 0 0 0,-1 1 0 0 0,0 0 0 0 0,-2 18 0 0 0,-1 11-773 0 0,-3 197 67 0 0,-1 92-1030 0 0,-1-61-92 0 0,3-160 7 0 0,0-49-150 0 0,8 80 0 0 0,-4-132-520 0 0,7 26 1 0 0,-8-36-468 0 0,6-14-2492 0 0,-3 2 2831 0 0,0 0 0 0 0,0 0-1 0 0,0 0 1 0 0,-2 0 0 0 0,2-17 0 0 0,-1-67-2088 0 0,-3 77 2603 0 0,-16-219-508 0 0,7 144 3960 0 0,3-124 0 0 0,11 142-533 0 0,23-130 1 0 0,-20 172-2415 0 0,1 1 1 0 0,1 0-1 0 0,2 1 0 0 0,1 0 1 0 0,2 1-1 0 0,27-46 0 0 0,-35 67-233 0 0,0-1 1 0 0,0 1-1 0 0,1 1 0 0 0,0-1 0 0 0,0 1 0 0 0,1 0 0 0 0,0 1 1 0 0,0 0-1 0 0,1 0 0 0 0,0 1 0 0 0,0 0 0 0 0,0 0 0 0 0,0 1 1 0 0,1 0-1 0 0,-1 1 0 0 0,1 0 0 0 0,0 1 0 0 0,0 0 0 0 0,0 0 1 0 0,1 1-1 0 0,-1 0 0 0 0,0 1 0 0 0,0 0 0 0 0,1 1 1 0 0,-1 0-1 0 0,12 3 0 0 0,-8 0 2 0 0,0 0 1 0 0,-1 1-1 0 0,1 0 1 0 0,-1 1-1 0 0,0 1 0 0 0,-1 0 1 0 0,1 0-1 0 0,-2 2 1 0 0,1-1-1 0 0,-1 2 0 0 0,0-1 1 0 0,-1 1-1 0 0,0 1 1 0 0,16 22-1 0 0,-10-10 71 0 0,-2-1 0 0 0,-1 2 1 0 0,-1 0-1 0 0,-1 0 0 0 0,-1 1 0 0 0,-1 1 1 0 0,7 30-1 0 0,-13-40 30 0 0,-1 1 0 0 0,0-1-1 0 0,-1 1 1 0 0,-1-1 0 0 0,-1 1 0 0 0,0-1 0 0 0,-1 1 0 0 0,-1-1 0 0 0,0 0-1 0 0,-10 28 1 0 0,-1-8 84 0 0,-1-2-1 0 0,-2 0 0 0 0,-33 52 1 0 0,23-46-50 0 0,-2-1 1 0 0,-49 53 0 0 0,-3-18-1726 0 0,56-55-1407 0 0,-39 23-1 0 0,9-13-3390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22.985"/>
    </inkml:context>
    <inkml:brush xml:id="br0">
      <inkml:brushProperty name="width" value="0.05" units="cm"/>
      <inkml:brushProperty name="height" value="0.05" units="cm"/>
      <inkml:brushProperty name="color" value="#E71224"/>
    </inkml:brush>
  </inkml:definitions>
  <inkml:trace contextRef="#ctx0" brushRef="#br0">45 21 18887 0 0,'26'9'796'0'0,"-13"-5"-158"0"0,1 0 1 0 0,21 12 1480 0 0,-34-13-1566 0 0,1 2-759 0 0,-1 1 0 0 0,0 0-1 0 0,0-1 1 0 0,-1 1 0 0 0,0 0-1 0 0,0-1 1 0 0,0 1 0 0 0,-1 0-1 0 0,0-1 1 0 0,-1 8 0 0 0,-4 9-384 0 0,-11 27 0 0 0,9-27 440 0 0,-19 49-137 0 0,-36 115 578 0 0,52-153-225 0 0,11-32-66 0 0,-1-1 0 0 0,1 0 0 0 0,0 0 0 0 0,0 1 0 0 0,0-1 0 0 0,-1 0 0 0 0,1 1 0 0 0,0-1 0 0 0,0 0 0 0 0,0 1 0 0 0,0-1 0 0 0,0 0 0 0 0,0 1 0 0 0,0-1 0 0 0,0 0 0 0 0,0 1 0 0 0,0-1 0 0 0,0 1 0 0 0,0-1 0 0 0,0 0 0 0 0,0 1 0 0 0,0-1 0 0 0,0 0 0 0 0,1 1 0 0 0,-1-1 0 0 0,0 0 0 0 0,0 1 0 0 0,2-2 0 0 0,-1 1 0 0 0,0 0 0 0 0,1-1 1 0 0,-1 0-1 0 0,0 1 0 0 0,0-1 0 0 0,1 0 0 0 0,-1 1 0 0 0,0-1 0 0 0,0 0 0 0 0,0 0 0 0 0,0 0 0 0 0,0 0 0 0 0,1-2 1 0 0,20-23 29 0 0,-14 17 2 0 0,26-35 209 0 0,40-68-1 0 0,-49 70 184 0 0,3 0 0 0 0,42-48 0 0 0,-59 78-382 0 0,1 1-1 0 0,0 0 0 0 0,1 0 1 0 0,0 1-1 0 0,0 0 0 0 0,1 2 1 0 0,1-1-1 0 0,-1 2 0 0 0,1 0 1 0 0,32-10-1 0 0,-17 9-11 0 0,0 1 1 0 0,1 2-1 0 0,33-2 0 0 0,-46 6 76 0 0,0 1 0 0 0,1 1 0 0 0,-1 0 0 0 0,0 2 0 0 0,0 0 0 0 0,28 9 0 0 0,-42-11-92 0 0,1 1 0 0 0,-1 0 0 0 0,0 0 0 0 0,0 0 0 0 0,0 0 0 0 0,-1 1 0 0 0,1 0-1 0 0,-1 0 1 0 0,1 0 0 0 0,-1 0 0 0 0,0 0 0 0 0,4 6 0 0 0,-3-3-22 0 0,0 0 0 0 0,-1 0 1 0 0,0 1-1 0 0,0 0 0 0 0,0-1 0 0 0,3 15 0 0 0,-2 2-49 0 0,-1-1 1 0 0,-1 0-1 0 0,-2 43 1 0 0,-1-26 11 0 0,0 97-74 0 0,2-112 169 0 0,1-1-1 0 0,2 1 1 0 0,9 37-1 0 0,-12-57 47 0 0,1 0-1 0 0,-1 0 0 0 0,1 0 1 0 0,0 0-1 0 0,0 0 0 0 0,0 0 1 0 0,1-1-1 0 0,-1 1 0 0 0,1-1 1 0 0,0 1-1 0 0,0-1 0 0 0,0 0 1 0 0,1 0-1 0 0,-1 0 0 0 0,1-1 1 0 0,6 4-1 0 0,-4-3 29 0 0,1 0-1 0 0,-1-1 1 0 0,1 0 0 0 0,0 0 0 0 0,-1 0 0 0 0,1-1 0 0 0,0 0-1 0 0,0-1 1 0 0,14 0 0 0 0,32-2 445 0 0,99-16 0 0 0,-136 15-533 0 0,0-1-1 0 0,0 0 0 0 0,0-2 1 0 0,-1 0-1 0 0,0 0 0 0 0,0-1 1 0 0,0-1-1 0 0,-1-1 0 0 0,0 0 0 0 0,18-16 1 0 0,-13 6-163 0 0,-2 0 1 0 0,0-1-1 0 0,-1-1 1 0 0,18-30-1 0 0,44-96-4456 0 0,-53 96 87 0 0,10-19-3199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23.320"/>
    </inkml:context>
    <inkml:brush xml:id="br0">
      <inkml:brushProperty name="width" value="0.05" units="cm"/>
      <inkml:brushProperty name="height" value="0.05" units="cm"/>
      <inkml:brushProperty name="color" value="#E71224"/>
    </inkml:brush>
  </inkml:definitions>
  <inkml:trace contextRef="#ctx0" brushRef="#br0">1 1 17967 0 0,'53'45'800'0'0,"-18"-19"160"0"0,3-2-768 0 0,-3-3-192 0 0,-9-4 0 0 0,-9-7 0 0 0,-9-8 1520 0 0,-16-14-688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25.884"/>
    </inkml:context>
    <inkml:brush xml:id="br0">
      <inkml:brushProperty name="width" value="0.05" units="cm"/>
      <inkml:brushProperty name="height" value="0.05" units="cm"/>
      <inkml:brushProperty name="color" value="#E71224"/>
    </inkml:brush>
  </inkml:definitions>
  <inkml:trace contextRef="#ctx0" brushRef="#br0">132 233 16127 0 0,'-35'38'1606'0'0,"22"-24"-1303"0"0,-1 0-1 0 0,2 0 0 0 0,0 1 1 0 0,1 1-1 0 0,-15 26 0 0 0,25-37-319 0 0,-1-1 0 0 0,0 1 0 0 0,1-1 0 0 0,0 1 0 0 0,0 0 0 0 0,1 0-1 0 0,-1-1 1 0 0,1 1 0 0 0,0 0 0 0 0,0 0 0 0 0,1 0 0 0 0,-1-1 0 0 0,3 9 0 0 0,2 3-101 0 0,1-1 0 0 0,12 26 0 0 0,-9-23 83 0 0,14 29-64 0 0,3-1 0 0 0,1-1 0 0 0,40 48 0 0 0,-22-38 57 0 0,95 89 0 0 0,-113-119 94 0 0,0-2 0 0 0,2-2-1 0 0,1 0 1 0 0,36 18 0 0 0,-47-29 19 0 0,0-2 1 0 0,0 0 0 0 0,0-1 0 0 0,1-1-1 0 0,0-1 1 0 0,1-1 0 0 0,-1-1-1 0 0,35 2 1 0 0,-19-6 94 0 0,1-1 0 0 0,0-1-1 0 0,-1-3 1 0 0,61-16 0 0 0,-49 7 111 0 0,-1-2 1 0 0,85-44-1 0 0,-62 21 72 0 0,70-53-1 0 0,53-59 73 0 0,-168 131-446 0 0,-1-1 0 0 0,-1-2 1 0 0,-1 0-1 0 0,30-44 0 0 0,-40 49-392 0 0,-1 0 0 0 0,0-1-1 0 0,-2 0 1 0 0,0-1 0 0 0,-1 0 0 0 0,-1 0 0 0 0,6-38 0 0 0,-9 33-837 0 0,-1 0 0 0 0,-2 0 0 0 0,-1 0 0 0 0,-1 0 0 0 0,-1 0 0 0 0,-6-30 0 0 0,6 42 1017 0 0,-19-91-568 0 0,19 99 574 0 0,0-1 0 0 0,0 1 0 0 0,-1 0 0 0 0,-4-8 0 0 0,6 12 36 0 0,0 1 0 0 0,0-1-1 0 0,0 0 1 0 0,0 1 0 0 0,-1-1 0 0 0,1 1 0 0 0,0-1 0 0 0,-1 1-1 0 0,1-1 1 0 0,-1 1 0 0 0,0 0 0 0 0,1 0 0 0 0,-1 0 0 0 0,0 0 0 0 0,-3-1-1 0 0,4 2 610 0 0,1 0 0 0 0,-1 0 0 0 0,0 0 0 0 0,1 0 0 0 0,-1 0 0 0 0,1 0 0 0 0,-1 0 0 0 0,0 0 0 0 0,1 0 0 0 0,-1 0 0 0 0,1 0 0 0 0,-1 1 0 0 0,1-1 0 0 0,-1 0 0 0 0,1 0 0 0 0,-2 1 0 0 0,-8 8 1941 0 0,-2 11-458 0 0,12-19-1730 0 0,-1 1 0 0 0,0-1 0 0 0,1 0 0 0 0,-1 1 1 0 0,1-1-1 0 0,-1 1 0 0 0,1-1 0 0 0,0 1 0 0 0,0-1 1 0 0,0 1-1 0 0,0 0 0 0 0,0-1 0 0 0,0 1 0 0 0,0-1 1 0 0,0 1-1 0 0,0-1 0 0 0,1 1 0 0 0,-1-1 1 0 0,2 3-1 0 0,-1-2-143 0 0,0-1 0 0 0,0 0 1 0 0,0 1-1 0 0,0-1 0 0 0,1 0 0 0 0,-1 0 1 0 0,0 0-1 0 0,1 0 0 0 0,-1 0 1 0 0,1 0-1 0 0,-1 0 0 0 0,1-1 0 0 0,-1 1 1 0 0,1 0-1 0 0,0-1 0 0 0,-1 1 1 0 0,4-1-1 0 0,8 2 6 0 0,-1-1 0 0 0,1-1 0 0 0,-1 0 0 0 0,1-1 0 0 0,19-3 1 0 0,-12 1 64 0 0,21 1 1 0 0,-14 2 25 0 0,-1 1 1 0 0,0 1-1 0 0,0 1 1 0 0,0 2-1 0 0,0 0 1 0 0,-1 2-1 0 0,0 1 0 0 0,0 1 1 0 0,-1 1-1 0 0,0 1 1 0 0,31 20-1 0 0,-44-24-18 0 0,-1 1 0 0 0,0-1 0 0 0,-1 2 0 0 0,0 0 0 0 0,-1 0-1 0 0,1 0 1 0 0,-2 1 0 0 0,11 17 0 0 0,-14-20-44 0 0,0 0 0 0 0,-1 0 1 0 0,1 1-1 0 0,-2-1 0 0 0,1 1 1 0 0,-1 0-1 0 0,0 0 0 0 0,-1 0 0 0 0,0 0 1 0 0,0 0-1 0 0,-1 0 0 0 0,0 0 0 0 0,0 0 1 0 0,-2 11-1 0 0,-5 13 40 0 0,-2-1 1 0 0,-1 0-1 0 0,-24 51 0 0 0,-56 81 209 0 0,59-115-692 0 0,-1-2 0 0 0,-53 57 0 0 0,27-39-832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19.179"/>
    </inkml:context>
    <inkml:brush xml:id="br0">
      <inkml:brushProperty name="width" value="0.05" units="cm"/>
      <inkml:brushProperty name="height" value="0.05" units="cm"/>
      <inkml:brushProperty name="color" value="#E71224"/>
    </inkml:brush>
  </inkml:definitions>
  <inkml:trace contextRef="#ctx0" brushRef="#br0">323 0 11975 0 0,'0'0'1436'0'0,"-2"1"-580"0"0,-2 0-556 0 0,-1 0-1 0 0,1 1 0 0 0,-1-1 1 0 0,1 1-1 0 0,0 0 1 0 0,0 0-1 0 0,0 1 0 0 0,0-1 1 0 0,0 1-1 0 0,1 0 1 0 0,-5 4-1 0 0,-6 7-265 0 0,-17 20-1 0 0,14-11-61 0 0,0 1 1 0 0,2 1-1 0 0,0 0 0 0 0,2 1 0 0 0,1 0 1 0 0,-9 29-1 0 0,-41 172 4 0 0,54-194 64 0 0,-7 35 165 0 0,-8 82 1 0 0,20-109-108 0 0,1 0 0 0 0,3 1 0 0 0,6 53 1 0 0,-5-80-8 0 0,1-1 1 0 0,0 0 0 0 0,1 0 0 0 0,1-1-1 0 0,0 1 1 0 0,1-1 0 0 0,11 20 0 0 0,-12-25-29 0 0,0 0 1 0 0,1-1-1 0 0,0 0 1 0 0,0 0-1 0 0,1-1 1 0 0,-1 0-1 0 0,2 0 1 0 0,-1 0-1 0 0,0-1 1 0 0,1 0-1 0 0,0 0 1 0 0,16 6 0 0 0,-8-5-70 0 0,-1-1 0 0 0,1-1 1 0 0,0 0-1 0 0,0-1 0 0 0,1-1 1 0 0,-1 0-1 0 0,1-1 0 0 0,29-3 1 0 0,-34 1-91 0 0,0-1-1 0 0,-1-1 1 0 0,1 1 0 0 0,0-2 0 0 0,-1 0 0 0 0,0 0 0 0 0,1-1 0 0 0,-2 0 0 0 0,1-1 0 0 0,-1-1 0 0 0,0 1 0 0 0,16-15 0 0 0,-4-1-718 0 0,-1 0 0 0 0,-2-1 1 0 0,0-1-1 0 0,-2-1 1 0 0,17-31-1 0 0,-11 12-784 0 0,-1-1 0 0 0,20-65 0 0 0,-35 89 945 0 0,-1-1-1 0 0,5-38 1 0 0,-9 49 636 0 0,-2 1 0 0 0,1-1 0 0 0,-2 1 0 0 0,1-1 0 0 0,-1 1 0 0 0,-1 0 0 0 0,-5-20 0 0 0,7 29 49 0 0,0 1 0 0 0,0 0 1 0 0,0-1-1 0 0,-1 1 0 0 0,1 0 1 0 0,0 0-1 0 0,0-1 0 0 0,0 1 0 0 0,-8-1 6179 0 0,9 5-6055 0 0,0 1 0 0 0,1 0 0 0 0,-1-1 0 0 0,1 1 0 0 0,-1-1 0 0 0,1 0 0 0 0,1 1 0 0 0,-1-1 0 0 0,1 0 0 0 0,-1 0 0 0 0,1-1 0 0 0,0 1 1 0 0,0-1-1 0 0,1 1 0 0 0,-1-1 0 0 0,1 0 0 0 0,0 0 0 0 0,5 3 0 0 0,10 6 242 0 0,0-2 1 0 0,38 15 0 0 0,-25-11-97 0 0,20 10-1 0 0,-1 2 0 0 0,-2 3 0 0 0,0 1 0 0 0,47 40 1 0 0,-74-52-280 0 0,-1 1 0 0 0,-1 2 0 0 0,-1 0 1 0 0,0 1-1 0 0,-2 1 0 0 0,0 0 0 0 0,-2 1 1 0 0,0 1-1 0 0,-2 0 0 0 0,11 31 0 0 0,-17-36-56 0 0,-2 0-1 0 0,0 0 1 0 0,-1 1-1 0 0,-1 0 0 0 0,-1-1 1 0 0,-1 30-1 0 0,-16 124-1826 0 0,12-152 1364 0 0,-4 31-611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19.499"/>
    </inkml:context>
    <inkml:brush xml:id="br0">
      <inkml:brushProperty name="width" value="0.05" units="cm"/>
      <inkml:brushProperty name="height" value="0.05" units="cm"/>
      <inkml:brushProperty name="color" value="#E71224"/>
    </inkml:brush>
  </inkml:definitions>
  <inkml:trace contextRef="#ctx0" brushRef="#br0">1 0 19175 0 0,'2'3'878'0'0,"7"8"-711"0"0,0 1 0 0 0,-2 0 0 0 0,1 0 0 0 0,-1 1 0 0 0,-1 0 0 0 0,0 0 0 0 0,7 26 0 0 0,18 105 75 0 0,-13-11-504 0 0,-6 1 0 0 0,-6 0-1 0 0,-12 145 1 0 0,4-236-73 0 0,-6 71-152 0 0,6-96-184 0 0,-1 1-1 0 0,-1-1 0 0 0,-12 35 1 0 0,7-37-1365 0 0,-2-4-3563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19.836"/>
    </inkml:context>
    <inkml:brush xml:id="br0">
      <inkml:brushProperty name="width" value="0.05" units="cm"/>
      <inkml:brushProperty name="height" value="0.05" units="cm"/>
      <inkml:brushProperty name="color" value="#E71224"/>
    </inkml:brush>
  </inkml:definitions>
  <inkml:trace contextRef="#ctx0" brushRef="#br0">0 211 12439 0 0,'1'-15'226'0'0,"0"0"-1"0"0,0 0 0 0 0,2 0 0 0 0,0 0 0 0 0,9-27 1 0 0,-10 36-64 0 0,0 1 1 0 0,1 0-1 0 0,0 0 1 0 0,0 0 0 0 0,0 0-1 0 0,1 1 1 0 0,-1-1 0 0 0,1 1-1 0 0,0 0 1 0 0,0 0 0 0 0,1 0-1 0 0,-1 1 1 0 0,1-1-1 0 0,0 1 1 0 0,0 0 0 0 0,0 0-1 0 0,0 1 1 0 0,9-4 0 0 0,1 2 14 0 0,0 1 1 0 0,0 0-1 0 0,0 1 1 0 0,0 1 0 0 0,0 0-1 0 0,0 1 1 0 0,1 1-1 0 0,-1 0 1 0 0,22 5 0 0 0,-11-1-118 0 0,-1 2 1 0 0,0 1-1 0 0,0 1 1 0 0,39 19-1 0 0,-50-19 20 0 0,1 0 0 0 0,-1 0 0 0 0,-1 2 1 0 0,0 0-1 0 0,0 0 0 0 0,-1 1 0 0 0,17 22 0 0 0,-9-7 168 0 0,-1 1-1 0 0,28 58 1 0 0,-36-64-54 0 0,-1 0-1 0 0,-2 2 0 0 0,0-1 1 0 0,8 42-1 0 0,-14-52-54 0 0,-1 0 0 0 0,0 0 0 0 0,0 0 0 0 0,-1 0 0 0 0,-1 0 0 0 0,-1 1 0 0 0,1-1 0 0 0,-2-1 0 0 0,0 1 0 0 0,-7 20 0 0 0,-3-4 174 0 0,-1-2-1 0 0,-1 0 0 0 0,-1 0 1 0 0,-1-1-1 0 0,-31 34 1 0 0,42-53-251 0 0,0 0 0 0 0,-1-1 0 0 0,0 0 0 0 0,0 0 0 0 0,-1 0 0 0 0,1-1 0 0 0,-1 0 0 0 0,-10 4 0 0 0,14-8-240 0 0,0 1-1 0 0,0-1 1 0 0,0 0-1 0 0,0 0 1 0 0,0-1-1 0 0,0 1 1 0 0,0-1 0 0 0,-8 0-1 0 0,9-1-472 0 0,-1 1 0 0 0,0-1 0 0 0,0 0 0 0 0,0 0 0 0 0,0-1 1 0 0,0 1-1 0 0,1-1 0 0 0,-1 0 0 0 0,1 0 0 0 0,-5-3 0 0 0,-4-6-6464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20.179"/>
    </inkml:context>
    <inkml:brush xml:id="br0">
      <inkml:brushProperty name="width" value="0.05" units="cm"/>
      <inkml:brushProperty name="height" value="0.05" units="cm"/>
      <inkml:brushProperty name="color" value="#E71224"/>
    </inkml:brush>
  </inkml:definitions>
  <inkml:trace contextRef="#ctx0" brushRef="#br0">0 493 13359 0 0,'24'8'1175'0'0,"1"-1"-1"0"0,0-2 0 0 0,0-1 0 0 0,34 2 0 0 0,103-5 3358 0 0,-114-2-5170 0 0,8 0 666 0 0,242-9-77 0 0,-267 7-377 0 0,0-1 0 0 0,41-11 0 0 0,-58 11 173 0 0,0 0 0 0 0,0-2-1 0 0,-1 1 1 0 0,0-2 0 0 0,0 1 0 0 0,0-2-1 0 0,14-11 1 0 0,1-5-1259 0 0</inkml:trace>
  <inkml:trace contextRef="#ctx0" brushRef="#br0" timeOffset="1">608 0 18287 0 0,'0'0'1654'0'0,"0"3"-1364"0"0,0-1-269 0 0,0 0-1 0 0,0 1 1 0 0,0-1-1 0 0,0 1 1 0 0,0-1 0 0 0,1 1-1 0 0,-1-1 1 0 0,1 0-1 0 0,0 1 1 0 0,0-1-1 0 0,0 0 1 0 0,0 0 0 0 0,0 1-1 0 0,0-1 1 0 0,0 0-1 0 0,1 0 1 0 0,-1 0-1 0 0,1-1 1 0 0,0 1 0 0 0,-1 0-1 0 0,1 0 1 0 0,0-1-1 0 0,0 1 1 0 0,0-1-1 0 0,0 0 1 0 0,0 0 0 0 0,3 2-1 0 0,26 10 77 0 0,0-1 1 0 0,0-1-1 0 0,1-2 0 0 0,36 6 1 0 0,38 10-89 0 0,-58-10 174 0 0,0 2 0 0 0,-1 1-1 0 0,53 31 1 0 0,-79-37-91 0 0,-1 1 0 0 0,0 1 0 0 0,0 1 0 0 0,-1 0 1 0 0,-1 2-1 0 0,-1 0 0 0 0,-1 0 0 0 0,25 36 0 0 0,-31-39-76 0 0,-2 0 0 0 0,0 0 0 0 0,-1 1 0 0 0,9 25-1 0 0,-13-30-38 0 0,-1 0 0 0 0,0 0-1 0 0,0 0 1 0 0,-1 0 0 0 0,0 0-1 0 0,-1 0 1 0 0,0 0 0 0 0,-3 17-1 0 0,-1-8-135 0 0,0-1-1 0 0,-1-1 1 0 0,-1 1-1 0 0,-14 28 1 0 0,3-14-1296 0 0,-29 42 1 0 0,26-47 83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20.518"/>
    </inkml:context>
    <inkml:brush xml:id="br0">
      <inkml:brushProperty name="width" value="0.05" units="cm"/>
      <inkml:brushProperty name="height" value="0.05" units="cm"/>
      <inkml:brushProperty name="color" value="#E71224"/>
    </inkml:brush>
  </inkml:definitions>
  <inkml:trace contextRef="#ctx0" brushRef="#br0">1 240 17967 0 0,'19'23'452'0'0,"-1"1"0"0"0,0 0 0 0 0,-2 1 0 0 0,19 42 0 0 0,-18-29 40 0 0,-2 0 0 0 0,16 70 0 0 0,27 149 462 0 0,-19 4-1740 0 0,-39-221 216 0 0,0-21-4869 0 0</inkml:trace>
  <inkml:trace contextRef="#ctx0" brushRef="#br0" timeOffset="1">52 113 11975 0 0,'2'-9'261'0'0,"-1"0"0"0"0,1 0 0 0 0,6-16 0 0 0,-6 22-228 0 0,0-1 0 0 0,-1 1 1 0 0,1 0-1 0 0,0 0 0 0 0,1 0 0 0 0,-1 0 1 0 0,0 1-1 0 0,1-1 0 0 0,0 0 1 0 0,-1 1-1 0 0,1 0 0 0 0,6-4 0 0 0,-3 3 393 0 0,0 0-1 0 0,0 0 1 0 0,0 1-1 0 0,0 0 0 0 0,1 0 1 0 0,-1 0-1 0 0,1 1 1 0 0,-1 0-1 0 0,1 0 1 0 0,7 0-1 0 0,-4 2-186 0 0,0-1 0 0 0,1 1 1 0 0,-1 1-1 0 0,0 0 0 0 0,19 7 0 0 0,-8 0-126 0 0,0 0 1 0 0,-1 2 0 0 0,0 0-1 0 0,0 1 1 0 0,20 18-1 0 0,-15-10 130 0 0,-2 1-1 0 0,39 43 1 0 0,-48-48-60 0 0,-1 1-1 0 0,-1 1 1 0 0,-1 0 0 0 0,0 1-1 0 0,9 23 1 0 0,-17-31-78 0 0,1 1 1 0 0,-1 0-1 0 0,-1 0 1 0 0,0 0-1 0 0,-1 0 0 0 0,0 0 1 0 0,-1 1-1 0 0,0-1 0 0 0,-1 0 1 0 0,0 0-1 0 0,-1 0 0 0 0,0 0 1 0 0,-1 0-1 0 0,-6 15 0 0 0,1-7-236 0 0,0 0 0 0 0,-1 0 0 0 0,-2-1-1 0 0,0-1 1 0 0,0 0 0 0 0,-2 0 0 0 0,-19 20 0 0 0,30-35 38 0 0,-3 3-316 0 0,1-1 0 0 0,-1 0 0 0 0,0 0 0 0 0,0-1 0 0 0,-1 1 0 0 0,1-1 0 0 0,-1-1 0 0 0,0 1 0 0 0,0-1 0 0 0,0 0 0 0 0,-8 3 0 0 0,-22 4-2289 0 0,3-2-3014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20.851"/>
    </inkml:context>
    <inkml:brush xml:id="br0">
      <inkml:brushProperty name="width" value="0.05" units="cm"/>
      <inkml:brushProperty name="height" value="0.05" units="cm"/>
      <inkml:brushProperty name="color" value="#E71224"/>
    </inkml:brush>
  </inkml:definitions>
  <inkml:trace contextRef="#ctx0" brushRef="#br0">0 486 19551 0 0,'5'3'354'0'0,"0"0"-1"0"0,0 0 0 0 0,1 0 1 0 0,-1-1-1 0 0,9 3 0 0 0,-12-4-336 0 0,-1-1-1 0 0,1 1 1 0 0,0-1-1 0 0,-1 0 1 0 0,1 0 0 0 0,0 1-1 0 0,-1-1 1 0 0,1-1-1 0 0,0 1 1 0 0,2 0 0 0 0,2-6 122 0 0,-4 4-77 0 0,1-3-91 0 0,1 1 0 0 0,0 0 0 0 0,-1-1 1 0 0,0 1-1 0 0,0-1 0 0 0,-1 0 0 0 0,1 0 0 0 0,-1 0 0 0 0,0 0 0 0 0,0-1 0 0 0,1-6 0 0 0,2-9-527 0 0,2-32-1 0 0,-7 50 551 0 0,10-135-734 0 0,2-23 1246 0 0,-12 156-495 0 0,1-1 10 0 0,-1 0-1 0 0,1 1 0 0 0,0-1 0 0 0,1 0 0 0 0,-1 1 0 0 0,1-1 0 0 0,4-7 0 0 0,3 23-189 0 0,-4-3 133 0 0,-1 1 1 0 0,0 0 0 0 0,0 0-1 0 0,-1 1 1 0 0,0-1 0 0 0,2 13-1 0 0,8 55 58 0 0,-10-47-35 0 0,9 53 94 0 0,0 6-129 0 0,36 139-1 0 0,-48-227 32 0 0,3 8-697 0 0,-1 0-1 0 0,1 0 1 0 0,6 12 0 0 0,2-5-5628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21.184"/>
    </inkml:context>
    <inkml:brush xml:id="br0">
      <inkml:brushProperty name="width" value="0.05" units="cm"/>
      <inkml:brushProperty name="height" value="0.05" units="cm"/>
      <inkml:brushProperty name="color" value="#E71224"/>
    </inkml:brush>
  </inkml:definitions>
  <inkml:trace contextRef="#ctx0" brushRef="#br0">1 82 3223 0 0,'67'-2'763'0'0,"92"17"15799"0"0,-108-8-13897 0 0,-1-2-4636 0 0,478 23 2943 0 0,-163-42-390 0 0,-317 8-1038 0 0,0-1 0 0 0,0-3 1 0 0,0-2-1 0 0,-2-2 0 0 0,69-30 1 0 0,-60 17-472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21.531"/>
    </inkml:context>
    <inkml:brush xml:id="br0">
      <inkml:brushProperty name="width" value="0.05" units="cm"/>
      <inkml:brushProperty name="height" value="0.05" units="cm"/>
      <inkml:brushProperty name="color" value="#E71224"/>
    </inkml:brush>
  </inkml:definitions>
  <inkml:trace contextRef="#ctx0" brushRef="#br0">0 0 16583 0 0,'2'2'1276'0'0,"4"4"-936"0"0,1-1 0 0 0,0 0 1 0 0,1 0-1 0 0,-1-1 0 0 0,1 1 0 0 0,0-2 0 0 0,0 1 0 0 0,16 4 0 0 0,7 0 117 0 0,36 5 0 0 0,121 13-963 0 0,-68-10 293 0 0,147 37 0 0 0,-183-29 552 0 0,0 3 0 0 0,114 55 0 0 0,-192-79-344 0 0,1 0 0 0 0,-1 1 0 0 0,0 0 0 0 0,0 0 0 0 0,0 0 0 0 0,-1 1 0 0 0,0 0 0 0 0,1 0 0 0 0,4 8 0 0 0,-7-9-1 0 0,-1 0 1 0 0,1 1-1 0 0,-1-1 0 0 0,0 1 1 0 0,0-1-1 0 0,-1 1 0 0 0,1 0 0 0 0,-1-1 1 0 0,0 1-1 0 0,-1 0 0 0 0,1 0 0 0 0,-1 0 1 0 0,0 0-1 0 0,-1 8 0 0 0,-1 2-9 0 0,0 1-1 0 0,-2 0 1 0 0,0-1 0 0 0,-10 26-1 0 0,-33 58 25 0 0,40-85-13 0 0,-26 48 55 0 0,-3-3-1 0 0,-51 68 1 0 0,-105 96 136 0 0,109-143-478 0 0,69-68-118 0 0,-1-1 1 0 0,0 0-1 0 0,-1-1 1 0 0,-19 8 0 0 0,30-15 87 0 0,-1-1 0 0 0,0 0 0 0 0,0 0 1 0 0,0 0-1 0 0,0-1 0 0 0,0 0 0 0 0,0 0 1 0 0,0-1-1 0 0,0 1 0 0 0,-8-2 1 0 0,9 0-45 0 0,0 0 1 0 0,0 0 0 0 0,-1-1 0 0 0,-5-2-1 0 0</inkml:trace>
  <inkml:trace contextRef="#ctx0" brushRef="#br0" timeOffset="1">2401 367 17967 0 0,'47'-2'976'0'0,"0"-3"-1"0"0,70-16 0 0 0,-9 1-785 0 0,233-13-1098 0 0,-137 31 1785 0 0,45-2 296 0 0,-1-15-1473 0 0,-219 14-289 0 0,1 0 0 0 0,-1-2 0 0 0,38-15 0 0 0,-21 3-1317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21.886"/>
    </inkml:context>
    <inkml:brush xml:id="br0">
      <inkml:brushProperty name="width" value="0.05" units="cm"/>
      <inkml:brushProperty name="height" value="0.05" units="cm"/>
      <inkml:brushProperty name="color" value="#E71224"/>
    </inkml:brush>
  </inkml:definitions>
  <inkml:trace contextRef="#ctx0" brushRef="#br0">0 1 10655 0 0,'73'16'1743'0'0,"-54"-10"-815"0"0,0 0 0 0 0,0 1 0 0 0,-1 1 0 0 0,0 1 0 0 0,0 1 0 0 0,-1 0 1 0 0,25 19-1 0 0,-6 1-354 0 0,0 2 0 0 0,31 37 1 0 0,-55-56-544 0 0,-2 1-1 0 0,1 0 1 0 0,-2 1 0 0 0,0 0 0 0 0,0 0-1 0 0,-2 1 1 0 0,0 0 0 0 0,0 0-1 0 0,4 22 1 0 0,-7-24-66 0 0,-2 0-1 0 0,0 0 0 0 0,0 0 1 0 0,-1 0-1 0 0,-1 0 1 0 0,0 0-1 0 0,-1 0 0 0 0,0 0 1 0 0,-2 0-1 0 0,1 0 0 0 0,-10 26 1 0 0,-2-6 2 0 0,-2-1 1 0 0,-1-1-1 0 0,-1 0 1 0 0,-2-1-1 0 0,-26 30 0 0 0,19-28-587 0 0,-2-2-1 0 0,-2 0 1 0 0,-1-2-1 0 0,-36 26 0 0 0,25-26-804 0 0,1-5-14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33.194"/>
    </inkml:context>
    <inkml:brush xml:id="br0">
      <inkml:brushProperty name="width" value="0.05" units="cm"/>
      <inkml:brushProperty name="height" value="0.05" units="cm"/>
      <inkml:brushProperty name="color" value="#E71224"/>
    </inkml:brush>
  </inkml:definitions>
  <inkml:trace contextRef="#ctx0" brushRef="#br0">44 1 5983 0 0,'0'0'464'0'0,"-2"0"-305"0"0,-15 0 444 0 0,4 2 5761 0 0,3-1-3062 0 0,8-1-2383 0 0,3 2-897 0 0,0 0 0 0 0,0-1 1 0 0,0 1-1 0 0,0 0 0 0 0,0 0 1 0 0,0-1-1 0 0,0 1 0 0 0,0-1 1 0 0,0 1-1 0 0,1-1 0 0 0,-1 0 0 0 0,1 1 1 0 0,-1-1-1 0 0,3 1 0 0 0,-3-1-7 0 0,11 8 7 0 0,0-2 0 0 0,0 1-1 0 0,0-1 1 0 0,17 5 0 0 0,57 19 83 0 0,-43-17-87 0 0,136 58-41 0 0,-101-38 3 0 0,109 31-1 0 0,-133-51 61 0 0,0-3 0 0 0,1-1 0 0 0,0-4 0 0 0,90 1 0 0 0,-113-8 153 0 0,1-2 1 0 0,-1-1 0 0 0,-1-1-1 0 0,1-2 1 0 0,-1-1 0 0 0,0-1-1 0 0,-1-2 1 0 0,0-1 0 0 0,40-22-1 0 0,-48 22 123 0 0,-12 7-182 0 0,-1 0 0 0 0,0 0 0 0 0,0-1 1 0 0,-1 0-1 0 0,1 0 0 0 0,-2-1 0 0 0,9-8 1 0 0,-10 3-93 0 0,-5 10-113 0 0,-1 0 0 0 0,0 0 0 0 0,0 1 0 0 0,0-1 1 0 0,0 0-1 0 0,0 0 0 0 0,0 0 0 0 0,-1 0 0 0 0,1 1 0 0 0,-1-1 0 0 0,1 0 0 0 0,-1 0 0 0 0,1 1 0 0 0,-1-1 0 0 0,0 0 0 0 0,0 1 1 0 0,0-1-1 0 0,0 1 0 0 0,0-1 0 0 0,-3-2 0 0 0,-11-5-1488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33.689"/>
    </inkml:context>
    <inkml:brush xml:id="br0">
      <inkml:brushProperty name="width" value="0.05" units="cm"/>
      <inkml:brushProperty name="height" value="0.05" units="cm"/>
      <inkml:brushProperty name="color" value="#E71224"/>
    </inkml:brush>
  </inkml:definitions>
  <inkml:trace contextRef="#ctx0" brushRef="#br0">1 1 18887 0 0,'0'0'2618'0'0,"2"1"-2324"0"0,5 6-387 0 0,1-1 0 0 0,-1 1-1 0 0,-1 1 1 0 0,1-1 0 0 0,-1 1-1 0 0,0 0 1 0 0,-1 1 0 0 0,0-1-1 0 0,6 16 1 0 0,3 9-108 0 0,12 47-1 0 0,-15-35-74 0 0,-2 1-1 0 0,-3 0 1 0 0,-1 0 0 0 0,-2 0-1 0 0,-2 1 1 0 0,-6 61 0 0 0,2-86 189 0 0,2-11 56 0 0,0 1 1 0 0,1 0-1 0 0,0 0 0 0 0,0-1 1 0 0,2 1-1 0 0,3 19 0 0 0,-4-31 27 0 0,0 0 1 0 0,-1-1-1 0 0,1 1 0 0 0,0 0 0 0 0,-1-1 1 0 0,1 1-1 0 0,0-1 0 0 0,-1 1 0 0 0,1-1 1 0 0,-1 1-1 0 0,1-1 0 0 0,-1 1 0 0 0,1-1 1 0 0,-1 1-1 0 0,2-2 0 0 0,3-9 19 0 0,0 1-1 0 0,-1-1 1 0 0,0 0-1 0 0,0 0 1 0 0,-1-1-1 0 0,-1 1 1 0 0,2-18-1 0 0,1 1 162 0 0,10-49 772 0 0,35-108 0 0 0,-41 162-738 0 0,0 0 0 0 0,1 0 0 0 0,2 1 1 0 0,0 1-1 0 0,1 0 0 0 0,1 0 1 0 0,1 1-1 0 0,32-33 0 0 0,-45 51-186 0 0,0 1-1 0 0,0-1 1 0 0,0 0-1 0 0,0 1 1 0 0,0 0 0 0 0,0-1-1 0 0,0 1 1 0 0,1 0-1 0 0,-1 0 1 0 0,0 0-1 0 0,1 1 1 0 0,-1-1 0 0 0,0 0-1 0 0,1 1 1 0 0,-1 0-1 0 0,1 0 1 0 0,-1-1-1 0 0,5 2 1 0 0,-4-1-13 0 0,1 1-1 0 0,-1 0 1 0 0,0 0 0 0 0,0 0-1 0 0,0 0 1 0 0,0 1 0 0 0,0-1-1 0 0,0 1 1 0 0,-1 0 0 0 0,1 0-1 0 0,0 0 1 0 0,-1 0 0 0 0,5 5-1 0 0,3 4 22 0 0,-1 1-1 0 0,0 1 0 0 0,-1-1 0 0 0,0 1 0 0 0,-1 1 0 0 0,6 15 0 0 0,27 89 455 0 0,-33-96-368 0 0,3 15 231 0 0,-2 0 1 0 0,-1 0 0 0 0,2 45-1 0 0,-4 35-1037 0 0,-5-38-3357 0 0,0-52 1665 0 0,1 0-5324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37.773"/>
    </inkml:context>
    <inkml:brush xml:id="br0">
      <inkml:brushProperty name="width" value="0.05" units="cm"/>
      <inkml:brushProperty name="height" value="0.05" units="cm"/>
      <inkml:brushProperty name="color" value="#E71224"/>
    </inkml:brush>
  </inkml:definitions>
  <inkml:trace contextRef="#ctx0" brushRef="#br0">24 1 18487 0 0,'0'0'1984'0'0,"-2"1"-1877"0"0,0 2-96 0 0,0-1 0 0 0,1 1 1 0 0,-1-1-1 0 0,1 1 0 0 0,-1 0 1 0 0,1-1-1 0 0,0 1 0 0 0,0 0 1 0 0,0 0-1 0 0,0 0 0 0 0,0 0 0 0 0,1 0 1 0 0,-1 5-1 0 0,0 7-117 0 0,3 24-1 0 0,-1-22 93 0 0,32 351-159 0 0,-9-140 140 0 0,-20-180 29 0 0,18 264 92 0 0,-22-281 44 0 0,0-29-94 0 0,0-5-378 0 0,-28-127-47 0 0,6-1 349 0 0,5 38 746 0 0,-5-120-1 0 0,21 204-628 0 0,1 0 0 0 0,1 0-1 0 0,-1 0 1 0 0,2 0 0 0 0,-1 1-1 0 0,1-1 1 0 0,0 0 0 0 0,1 0-1 0 0,0 1 1 0 0,5-10-1 0 0,2 4 33 0 0,-5 12-95 0 0,-1 1 1 0 0,-1 0-7 0 0,0 1 0 0 0,0-1 0 0 0,0 0-1 0 0,0 1 1 0 0,0 0 0 0 0,0 0-1 0 0,0 0 1 0 0,1 0 0 0 0,-1 0-1 0 0,0 0 1 0 0,0 1 0 0 0,0 0-1 0 0,0 0 1 0 0,0-1 0 0 0,0 2-1 0 0,0-1 1 0 0,5 3 0 0 0,2 1-9 0 0,-1 1 1 0 0,0 0 0 0 0,0 0-1 0 0,8 8 1 0 0,-2 1-1 0 0,0 0 1 0 0,-1 2-1 0 0,-1-1 0 0 0,0 2 1 0 0,-2 0-1 0 0,16 31 0 0 0,44 124 223 0 0,-33-73-49 0 0,-29-79-206 0 0,16 28 0 0 0,-21-42-414 0 0,0 0 0 0 0,1-1 0 0 0,0 1 1 0 0,0-1-1 0 0,1-1 0 0 0,0 1 0 0 0,11 8 0 0 0,-15-13-357 0 0,1 1-1 0 0,-1-1 1 0 0,1 0 0 0 0,-1 0-1 0 0,1 0 1 0 0,0 0 0 0 0,4 1-1 0 0,6 0-4725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38.111"/>
    </inkml:context>
    <inkml:brush xml:id="br0">
      <inkml:brushProperty name="width" value="0.05" units="cm"/>
      <inkml:brushProperty name="height" value="0.05" units="cm"/>
      <inkml:brushProperty name="color" value="#E71224"/>
    </inkml:brush>
  </inkml:definitions>
  <inkml:trace contextRef="#ctx0" brushRef="#br0">641 0 10591 0 0,'0'0'964'0'0,"0"3"-794"0"0,1 0 17 0 0,-1 0 0 0 0,0 0 0 0 0,1-1 0 0 0,-1 1 0 0 0,0 0 0 0 0,0 0-1 0 0,-1 0 1 0 0,1 0 0 0 0,0-1 0 0 0,-1 1 0 0 0,0 0 0 0 0,0 0 0 0 0,-1 2 0 0 0,-1 3 704 0 0,-1 1 170 0 0,1 0 1 0 0,-1-1 0 0 0,-6 10 0 0 0,-34 42 738 0 0,3-3-1307 0 0,5 5-302 0 0,-52 127 0 0 0,-6 75-189 0 0,81-226 49 0 0,-72 266 295 0 0,13-41 187 0 0,5-91 179 0 0,35-96-443 0 0,-8 26-333 0 0,40-101-222 0 0,0-5-1574 0 0,1-1 1365 0 0,0 1-1 0 0,0 0 1 0 0,1 0-1 0 0,-1-1 1 0 0,1 1 0 0 0,0 0-1 0 0,0 0 1 0 0,2-4-1 0 0,1 0-226 0 0,15-27-1388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38.478"/>
    </inkml:context>
    <inkml:brush xml:id="br0">
      <inkml:brushProperty name="width" value="0.05" units="cm"/>
      <inkml:brushProperty name="height" value="0.05" units="cm"/>
      <inkml:brushProperty name="color" value="#E71224"/>
    </inkml:brush>
  </inkml:definitions>
  <inkml:trace contextRef="#ctx0" brushRef="#br0">83 148 18111 0 0,'0'0'2062'0'0,"0"-2"-1973"0"0,-2-10-160 0 0,0 0 0 0 0,1 0 0 0 0,0 1 1 0 0,1-1-1 0 0,0 0 0 0 0,1 0 0 0 0,4-18 0 0 0,-4 28 68 0 0,-1-1-1 0 0,1 1 0 0 0,-1 0 0 0 0,1 0 1 0 0,0 0-1 0 0,0 0 0 0 0,0 0 1 0 0,0 0-1 0 0,0 1 0 0 0,2-4 1 0 0,0-2 1255 0 0,7 7-928 0 0,-8 1-319 0 0,0-1-1 0 0,1 1 1 0 0,-1-1-1 0 0,0 1 1 0 0,0 0-1 0 0,1 0 1 0 0,-1 0-1 0 0,0 1 1 0 0,0-1-1 0 0,0 0 1 0 0,-1 1-1 0 0,1-1 1 0 0,0 1-1 0 0,0 0 1 0 0,-1-1-1 0 0,1 1 1 0 0,-1 0-1 0 0,1 0 1 0 0,-1 0-1 0 0,0 0 1 0 0,0 0-1 0 0,0 0 0 0 0,0 1 1 0 0,0-1-1 0 0,-1 0 1 0 0,1 0-1 0 0,-1 1 1 0 0,1 2-1 0 0,0 3-60 0 0,0 0-1 0 0,-1 0 0 0 0,0 0 0 0 0,0 1 0 0 0,-1-1 0 0 0,-3 15 0 0 0,-19 65-847 0 0,-41 99 0 0 0,9-31 735 0 0,54-151 222 0 0,-1-1 1 0 0,1 1-1 0 0,0-1 0 0 0,0 1 1 0 0,1-1-1 0 0,-1 1 0 0 0,1 0 1 0 0,0-1-1 0 0,1 1 0 0 0,1 9 0 0 0,-2-12 0 0 0,1 0 0 0 0,0 0-1 0 0,0 0 1 0 0,0 0-1 0 0,0 0 1 0 0,0 0-1 0 0,1 0 1 0 0,-1 0-1 0 0,0-1 1 0 0,1 1-1 0 0,0 0 1 0 0,-1-1-1 0 0,1 1 1 0 0,0-1 0 0 0,0 0-1 0 0,0 1 1 0 0,0-1-1 0 0,0 0 1 0 0,0 0-1 0 0,0 0 1 0 0,0-1-1 0 0,0 1 1 0 0,0 0-1 0 0,4 0 1 0 0,20 3 277 0 0,1 0 0 0 0,28-1 0 0 0,-9 0 34 0 0,370 5 820 0 0,-375-9-1838 0 0,0-1-1 0 0,0-2 0 0 0,0-1 0 0 0,75-22 0 0 0,-76 14-1184 0 0,0-2-73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29.470"/>
    </inkml:context>
    <inkml:brush xml:id="br0">
      <inkml:brushProperty name="width" value="0.05" units="cm"/>
      <inkml:brushProperty name="height" value="0.05" units="cm"/>
      <inkml:brushProperty name="color" value="#E71224"/>
    </inkml:brush>
  </inkml:definitions>
  <inkml:trace contextRef="#ctx0" brushRef="#br0">151 1 17103 0 0,'0'0'1551'0'0,"-1"2"-1227"0"0,-4 7-218 0 0,1-2 73 0 0,1 1-1 0 0,-1 0 0 0 0,2-1 0 0 0,-1 1 0 0 0,1 0 0 0 0,-2 10 0 0 0,-1 19-64 0 0,1 0 1 0 0,1 61-1 0 0,2-38 38 0 0,-24 429 723 0 0,16-373-622 0 0,-27 130 0 0 0,34-235-484 0 0,-1 0 1 0 0,-6 15-1 0 0,8-25-173 0 0,-1-2 98 0 0,1 0 0 0 0,-1-1 1 0 0,1 1-1 0 0,-1-1 0 0 0,1 0 0 0 0,0 0 0 0 0,0 1 0 0 0,0-1 1 0 0,0 0-1 0 0,0 0 0 0 0,0 0 0 0 0,-1-2 0 0 0,-6-20-1638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29.802"/>
    </inkml:context>
    <inkml:brush xml:id="br0">
      <inkml:brushProperty name="width" value="0.05" units="cm"/>
      <inkml:brushProperty name="height" value="0.05" units="cm"/>
      <inkml:brushProperty name="color" value="#E71224"/>
    </inkml:brush>
  </inkml:definitions>
  <inkml:trace contextRef="#ctx0" brushRef="#br0">0 165 14999 0 0,'1'-14'636'0'0,"1"-1"0"0"0,1 1-1 0 0,0 0 1 0 0,1 0 0 0 0,0 0-1 0 0,1 0 1 0 0,1 1 0 0 0,10-20 0 0 0,-15 32-613 0 0,-1 0 0 0 0,1 0 0 0 0,0-1 0 0 0,0 1 0 0 0,0 0 0 0 0,0 0 0 0 0,0 0 0 0 0,0 0 0 0 0,0 0 0 0 0,0 0 0 0 0,0 0 0 0 0,1 0 0 0 0,-1 0 0 0 0,0 1 0 0 0,0-1 0 0 0,1 0 0 0 0,-1 1 0 0 0,1-1 0 0 0,-1 1 0 0 0,0-1 0 0 0,1 1 0 0 0,-1 0 0 0 0,1 0 0 0 0,-1 0 0 0 0,1 0 0 0 0,-1 0 0 0 0,1 0 0 0 0,-1 0 0 0 0,1 0 0 0 0,-1 0 0 0 0,1 1 0 0 0,-1-1 0 0 0,1 1 0 0 0,-1-1 0 0 0,0 1 0 0 0,1-1 0 0 0,-1 1 0 0 0,0 0 0 0 0,1 0 0 0 0,-1 0 0 0 0,0 0 0 0 0,0 0 0 0 0,2 2 0 0 0,3 2 89 0 0,-1 0 0 0 0,0 1 1 0 0,0 0-1 0 0,-1 1 0 0 0,1-1 1 0 0,5 13-1 0 0,1 5-112 0 0,0 0 0 0 0,-2 0 0 0 0,9 42 0 0 0,-15-51 0 0 0,-1 0 0 0 0,0 0 0 0 0,-1 0 0 0 0,-1 0 0 0 0,0 0 0 0 0,-1 0 0 0 0,-5 26 0 0 0,-1-16-1119 0 0,-1-1 0 0 0,0 1-1 0 0,-2-2 1 0 0,-1 0 0 0 0,-25 42-1 0 0,15-34-5676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30.152"/>
    </inkml:context>
    <inkml:brush xml:id="br0">
      <inkml:brushProperty name="width" value="0.05" units="cm"/>
      <inkml:brushProperty name="height" value="0.05" units="cm"/>
      <inkml:brushProperty name="color" value="#E71224"/>
    </inkml:brush>
  </inkml:definitions>
  <inkml:trace contextRef="#ctx0" brushRef="#br0">1 75 21191 0 0,'5'14'255'0'0,"0"0"0"0"0,-1 0 1 0 0,0 0-1 0 0,-1 1 0 0 0,-1-1 0 0 0,0 1 0 0 0,-1 0 0 0 0,-1 17 0 0 0,0-22-167 0 0,1-6-297 0 0,-1-1 0 0 0,0 1 1 0 0,0-1-1 0 0,0 1 0 0 0,-1-1 0 0 0,1 1 1 0 0,-1-1-1 0 0,1 1 0 0 0,-1-1 0 0 0,0 1 1 0 0,-3 5-1 0 0,3-8-642 0 0,-1 1-111 0 0,2-2 918 0 0,0 0-1 0 0,0 0 0 0 0,0 0 1 0 0,0 0-1 0 0,0 1 0 0 0,-1-1 1 0 0,1 0-1 0 0,0 0 0 0 0,0 0 1 0 0,0 0-1 0 0,0 0 0 0 0,0 1 1 0 0,0-1-1 0 0,0 0 0 0 0,-1 0 1 0 0,1 0-1 0 0,0 0 0 0 0,0 0 1 0 0,0 0-1 0 0,0 0 0 0 0,0 0 1 0 0,-1 0-1 0 0,1 1 0 0 0,0-1 1 0 0,0 0-1 0 0,0 0 0 0 0,0 0 1 0 0,-1 0-1 0 0,1 0 0 0 0,0 0 1 0 0,0 0-1 0 0,0 0 0 0 0,-1 0 1 0 0,1 0-1 0 0,0 0 0 0 0,0 0 1 0 0,0 0-1 0 0,0-1 0 0 0,-1 1 1 0 0,1 0-1 0 0,-2-5 44 0 0,1 1 0 0 0,0-1 0 0 0,-1 0 0 0 0,2 0 0 0 0,-1 0 0 0 0,1-1 1 0 0,-1 1-1 0 0,1 0 0 0 0,1 0 0 0 0,-1 0 0 0 0,1 0 0 0 0,2-8 0 0 0,2-9 228 0 0,13-31-1 0 0,-13 41-67 0 0,0 0 0 0 0,0 1 0 0 0,2 0 0 0 0,-1 0 0 0 0,13-15 0 0 0,-14 20-95 0 0,-1 1-1 0 0,1 0 1 0 0,0 1-1 0 0,0-1 1 0 0,0 1-1 0 0,1 0 1 0 0,0 0-1 0 0,0 0 1 0 0,0 1-1 0 0,0 0 1 0 0,10-3-1 0 0,-14 5-32 0 0,0 1 0 0 0,0 0-1 0 0,-1 0 1 0 0,1 1 0 0 0,0-1-1 0 0,0 0 1 0 0,-1 1 0 0 0,1-1-1 0 0,0 1 1 0 0,0-1 0 0 0,-1 1-1 0 0,3 1 1 0 0,-1-1 58 0 0,-1 1-37 0 0,1-1-1 0 0,-1 0 1 0 0,0 1-1 0 0,0-1 1 0 0,0 1-1 0 0,0 0 1 0 0,0 0 0 0 0,0 0-1 0 0,0 0 1 0 0,0 0-1 0 0,-1 0 1 0 0,1 0-1 0 0,0 3 1 0 0,14 30 434 0 0,-12-21-327 0 0,-1 0 0 0 0,0-1 0 0 0,-1 1 0 0 0,0 24-1 0 0,-4 56 369 0 0,1-87-478 0 0,-3 57 274 0 0,-3 0 0 0 0,-21 87 0 0 0,21-129-349 0 0,14-43-9368 0 0,8-13 7683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30.475"/>
    </inkml:context>
    <inkml:brush xml:id="br0">
      <inkml:brushProperty name="width" value="0.05" units="cm"/>
      <inkml:brushProperty name="height" value="0.05" units="cm"/>
      <inkml:brushProperty name="color" value="#E71224"/>
    </inkml:brush>
  </inkml:definitions>
  <inkml:trace contextRef="#ctx0" brushRef="#br0">1 112 15663 0 0,'0'0'3886'0'0,"2"1"-4569"0"0,5 2 666 0 0,0 0 0 0 0,0-1 0 0 0,0 0 1 0 0,0-1-1 0 0,1 1 0 0 0,-1-1 0 0 0,8 0 0 0 0,57-2 29 0 0,-65 0-417 0 0,0 0-1 0 0,0-1 1 0 0,0 1-1 0 0,-1-1 0 0 0,1-1 1 0 0,-1 1-1 0 0,1-1 1 0 0,-1 0-1 0 0,0-1 1 0 0,0 1-1 0 0,6-6 1 0 0,15-17-1305 0 0</inkml:trace>
  <inkml:trace contextRef="#ctx0" brushRef="#br0" timeOffset="1">630 1 16583 0 0,'0'0'1472'0'0,"7"8"-768"0"0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30.803"/>
    </inkml:context>
    <inkml:brush xml:id="br0">
      <inkml:brushProperty name="width" value="0.05" units="cm"/>
      <inkml:brushProperty name="height" value="0.05" units="cm"/>
      <inkml:brushProperty name="color" value="#E71224"/>
    </inkml:brush>
  </inkml:definitions>
  <inkml:trace contextRef="#ctx0" brushRef="#br0">1 0 2303 0 0,'6'12'200'0'0,"3"-1"-200"0"0,1 4 0 0 0,-2 0 2272 0 0,-2-1 416 0 0,-2-1 88 0 0,1-1 2216 0 0,0 1-2288 0 0,-7-26-13200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31.187"/>
    </inkml:context>
    <inkml:brush xml:id="br0">
      <inkml:brushProperty name="width" value="0.05" units="cm"/>
      <inkml:brushProperty name="height" value="0.05" units="cm"/>
      <inkml:brushProperty name="color" value="#E71224"/>
    </inkml:brush>
  </inkml:definitions>
  <inkml:trace contextRef="#ctx0" brushRef="#br0">506 52 10591 0 0,'0'0'7739'0'0,"1"-2"-7640"0"0,0-8-75 0 0,-1 8-9 0 0,1-1 1 0 0,0 1-1 0 0,-1 0 1 0 0,1 0-1 0 0,0 0 1 0 0,0 0-1 0 0,0 0 1 0 0,0 0-1 0 0,0 1 1 0 0,1-1-1 0 0,1-2 1 0 0,-1 1 24 0 0,-1 2-27 0 0,0 0 1 0 0,0 0-1 0 0,0 0 0 0 0,0 1 1 0 0,0-1-1 0 0,0 0 0 0 0,0 0 0 0 0,1 1 1 0 0,-1-1-1 0 0,0 1 0 0 0,0-1 1 0 0,0 1-1 0 0,1-1 0 0 0,-1 1 0 0 0,0 0 1 0 0,1 0-1 0 0,-1 0 0 0 0,0-1 0 0 0,0 1 1 0 0,1 0-1 0 0,1 1 0 0 0,2-1 23 0 0,-1 1 0 0 0,1 0-1 0 0,-1 0 1 0 0,7 3 0 0 0,-7-2-30 0 0,1 0 0 0 0,-1 0 0 0 0,0 0 0 0 0,0 1 0 0 0,0 0 0 0 0,0 0 0 0 0,0 0 0 0 0,0 0 0 0 0,-1 1 0 0 0,0-1 0 0 0,4 6 0 0 0,-2-2-3 0 0,-1 0 0 0 0,0 0 1 0 0,-1 0-1 0 0,0 0 0 0 0,0 0 1 0 0,3 11-1 0 0,-2 4-25 0 0,0-1-1 0 0,-2 1 1 0 0,0-1-1 0 0,-2 27 1 0 0,-1-15 20 0 0,-2-1 1 0 0,-1 1 0 0 0,-1-1 0 0 0,-2 0 0 0 0,-1 0 0 0 0,-2-1 0 0 0,-1 0 0 0 0,-1 0 0 0 0,-1-1-1 0 0,-2-1 1 0 0,-35 51 0 0 0,4-19 145 0 0,-2-2 0 0 0,-4-2 0 0 0,-57 50 0 0 0,86-87-169 0 0,-37 25 0 0 0,48-37-24 0 0,0-1 0 0 0,0 0 0 0 0,-1-1 0 0 0,0-1 0 0 0,-18 6 0 0 0,27-10 38 0 0,0 0 1 0 0,0 0-1 0 0,0-1 0 0 0,0 1 1 0 0,0-1-1 0 0,0 0 0 0 0,0 0 0 0 0,0-1 1 0 0,0 1-1 0 0,0-1 0 0 0,0 0 0 0 0,0 0 1 0 0,0 0-1 0 0,0 0 0 0 0,-6-4 1 0 0,8 4 27 0 0,0-1 1 0 0,-1 0 0 0 0,1 1 0 0 0,0-1-1 0 0,0 0 1 0 0,1 0 0 0 0,-1 0 0 0 0,0 0-1 0 0,1-1 1 0 0,-1 1 0 0 0,1 0 0 0 0,0-1-1 0 0,-1 1 1 0 0,1-1 0 0 0,0 1-1 0 0,1-1 1 0 0,-1 1 0 0 0,0-1 0 0 0,1 0-1 0 0,0 1 1 0 0,-1-1 0 0 0,1 0 0 0 0,0 0-1 0 0,1-2 1 0 0,-1-1 13 0 0,1 0-1 0 0,0 1 1 0 0,1-1 0 0 0,-1 1-1 0 0,1 0 1 0 0,0-1-1 0 0,1 1 1 0 0,-1 0 0 0 0,1 0-1 0 0,6-8 1 0 0,-2 3 2 0 0,1 1 0 0 0,0 0 0 0 0,18-16 1 0 0,-16 18-12 0 0,0 0 1 0 0,1 0 0 0 0,0 1-1 0 0,0 0 1 0 0,0 1 0 0 0,1 1-1 0 0,-1-1 1 0 0,1 2 0 0 0,0 0-1 0 0,0 0 1 0 0,0 1 0 0 0,1 0-1 0 0,-1 1 1 0 0,0 1 0 0 0,1 0-1 0 0,-1 1 1 0 0,1 0 0 0 0,-1 0-1 0 0,0 2 1 0 0,0-1 0 0 0,0 2-1 0 0,0 0 1 0 0,0 0 0 0 0,-1 1-1 0 0,0 0 1 0 0,0 1-1 0 0,20 14 1 0 0,9 11 226 0 0,-1 2-1 0 0,55 62 1 0 0,-35-34 69 0 0,-53-55-323 0 0,0 0 0 0 0,0-1 0 0 0,0 1 0 0 0,1-1 1 0 0,0-1-1 0 0,0 1 0 0 0,14 5 0 0 0,-18-9-153 0 0,0 0 0 0 0,1 0 0 0 0,-1 0 0 0 0,0-1 0 0 0,0 1 0 0 0,0-1 0 0 0,1 0 0 0 0,-1 0 0 0 0,0 0 0 0 0,0-1 0 0 0,1 1 1 0 0,-1-1-1 0 0,0 0 0 0 0,0 0 0 0 0,0 0 0 0 0,0 0 0 0 0,0 0 0 0 0,0 0 0 0 0,0-1 0 0 0,0 0 0 0 0,-1 1 0 0 0,6-5 0 0 0,12-13-2296 0 0,-1-2-3460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31.521"/>
    </inkml:context>
    <inkml:brush xml:id="br0">
      <inkml:brushProperty name="width" value="0.05" units="cm"/>
      <inkml:brushProperty name="height" value="0.05" units="cm"/>
      <inkml:brushProperty name="color" value="#E71224"/>
    </inkml:brush>
  </inkml:definitions>
  <inkml:trace contextRef="#ctx0" brushRef="#br0">0 106 17047 0 0,'0'0'1848'0'0,"5"-10"-2792"0"0,-2-9-224 0 0,-3-17-48 0 0,4-4 0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31.892"/>
    </inkml:context>
    <inkml:brush xml:id="br0">
      <inkml:brushProperty name="width" value="0.05" units="cm"/>
      <inkml:brushProperty name="height" value="0.05" units="cm"/>
      <inkml:brushProperty name="color" value="#E71224"/>
    </inkml:brush>
  </inkml:definitions>
  <inkml:trace contextRef="#ctx0" brushRef="#br0">1 1 16127 0 0,'8'20'1432'0'0,"-2"-9"-1144"0"0,-1 1 3352 0 0,9-24-5720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38.929"/>
    </inkml:context>
    <inkml:brush xml:id="br0">
      <inkml:brushProperty name="width" value="0.05" units="cm"/>
      <inkml:brushProperty name="height" value="0.05" units="cm"/>
      <inkml:brushProperty name="color" value="#E71224"/>
    </inkml:brush>
  </inkml:definitions>
  <inkml:trace contextRef="#ctx0" brushRef="#br0">0 1 18799 0 0,'50'196'2248'0'0,"-21"-58"-1725"0"0,33 196-1899 0 0,-32-129 1277 0 0,-22-155 79 0 0,-7-48-76 0 0,-6-91-181 0 0,2 64 511 0 0,1-1-1 0 0,2 0 1 0 0,0 1 0 0 0,7-39 0 0 0,-6 57-106 0 0,1 1 0 0 0,0 0-1 0 0,0-1 1 0 0,1 1 0 0 0,0 0-1 0 0,0 0 1 0 0,0 0 0 0 0,1 1-1 0 0,5-8 1 0 0,-7 12-97 0 0,-1-1 0 0 0,1 0 1 0 0,-1 0-1 0 0,1 1 0 0 0,0-1 1 0 0,0 1-1 0 0,0-1 0 0 0,0 1 1 0 0,0 0-1 0 0,0 0 0 0 0,1 0 1 0 0,-1 0-1 0 0,0 0 0 0 0,0 0 1 0 0,1 1-1 0 0,-1-1 0 0 0,0 1 0 0 0,1 0 1 0 0,-1 0-1 0 0,1-1 0 0 0,-1 2 1 0 0,0-1-1 0 0,1 0 0 0 0,-1 0 1 0 0,0 1-1 0 0,1-1 0 0 0,-1 1 1 0 0,0 0-1 0 0,3 1 0 0 0,4 2 10 0 0,-1 1 0 0 0,0 0 0 0 0,0 0 0 0 0,0 1 0 0 0,-1 0 0 0 0,0 1 0 0 0,0-1 0 0 0,10 14-1 0 0,2 5-152 0 0,21 37 0 0 0,-20-22-73 0 0,-1 1 0 0 0,-2 1 0 0 0,16 62-1 0 0,-3-11-513 0 0,-11-39-1267 0 0,-11-34 100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39.279"/>
    </inkml:context>
    <inkml:brush xml:id="br0">
      <inkml:brushProperty name="width" value="0.05" units="cm"/>
      <inkml:brushProperty name="height" value="0.05" units="cm"/>
      <inkml:brushProperty name="color" value="#E71224"/>
    </inkml:brush>
  </inkml:definitions>
  <inkml:trace contextRef="#ctx0" brushRef="#br0">75 1 11519 0 0,'2'2'887'0'0,"2"10"-87"0"0,0 0-1 0 0,0 0 1 0 0,-1 1-1 0 0,-1-1 1 0 0,2 19-1 0 0,-2 68 3930 0 0,-2-74-5079 0 0,-14 143 1179 0 0,3-82-521 0 0,-35 304 660 0 0,30-286-710 0 0,4-24-2410 0 0,12-78 301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39.615"/>
    </inkml:context>
    <inkml:brush xml:id="br0">
      <inkml:brushProperty name="width" value="0.05" units="cm"/>
      <inkml:brushProperty name="height" value="0.05" units="cm"/>
      <inkml:brushProperty name="color" value="#E71224"/>
    </inkml:brush>
  </inkml:definitions>
  <inkml:trace contextRef="#ctx0" brushRef="#br0">236 0 16815 0 0,'14'14'489'0'0,"-2"-1"0"0"0,0 1 0 0 0,0 1 0 0 0,12 22 1 0 0,-23-35-375 0 0,0 1 1 0 0,0-1 0 0 0,0 1 0 0 0,-1-1-1 0 0,1 1 1 0 0,-1-1 0 0 0,1 1 0 0 0,-1-1 0 0 0,0 1-1 0 0,0-1 1 0 0,0 1 0 0 0,0 0 0 0 0,-1-1 0 0 0,1 1-1 0 0,-1-1 1 0 0,1 1 0 0 0,-1-1 0 0 0,0 0 0 0 0,0 1-1 0 0,0-1 1 0 0,0 0 0 0 0,-2 4 0 0 0,-4 2-223 0 0,1 1 0 0 0,-1 0 1 0 0,-16 14-1 0 0,7-8 204 0 0,-198 194-588 0 0,205-202 492 0 0,5-4 1 0 0,0 1 0 0 0,1-1 0 0 0,-1 1 0 0 0,-4 7 0 0 0,7-10 135 0 0,14 7-5 0 0,-4-4-70 0 0,-1 0-1 0 0,2-1 1 0 0,-1 0-1 0 0,0-1 1 0 0,0 0-1 0 0,18 2 1 0 0,61-2 408 0 0,-63-2-323 0 0,521 3-276 0 0,-540-3-71 0 0,7 0-221 0 0,22-3 0 0 0,-31 3 47 0 0,0-1 0 0 0,0 0-1 0 0,0 0 1 0 0,0 0 0 0 0,0-1 0 0 0,0 1-1 0 0,-1-1 1 0 0,1 0 0 0 0,0 0 0 0 0,3-4-1 0 0,-3 3-137 0 0,0-1-1 0 0,0 0 0 0 0,6-8 1 0 0,3-15-1558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39.980"/>
    </inkml:context>
    <inkml:brush xml:id="br0">
      <inkml:brushProperty name="width" value="0.05" units="cm"/>
      <inkml:brushProperty name="height" value="0.05" units="cm"/>
      <inkml:brushProperty name="color" value="#E71224"/>
    </inkml:brush>
  </inkml:definitions>
  <inkml:trace contextRef="#ctx0" brushRef="#br0">0 1 5983 0 0,'14'54'497'0'0,"-1"1"821"0"0,-6-18 4481 0 0,9 62 3014 0 0,42 124-8507 0 0,-24-91 412 0 0,16 137 0 0 0,-43-227-671 0 0,7 70-187 0 0,-12-91 109 0 0,-2-21 13 0 0,0 22-9 0 0,1-8 27 0 0,2-3 0 0 0,0-1 0 0 0,0 0 0 0 0,2-1 0 0 0,3-1 0 0 0,-1-1 0 0 0,-2 1 0 0 0,-2 2-11 0 0,-3-9-30 0 0,0 0-1 0 0,0-1 1 0 0,0 1-1 0 0,0 0 1 0 0,0 0-1 0 0,0-1 1 0 0,0 1-1 0 0,0 0 0 0 0,0 0 1 0 0,0-1-1 0 0,-1 1 1 0 0,1 0-1 0 0,0-1 1 0 0,0 1-1 0 0,-1 0 0 0 0,1-1 1 0 0,0 1-1 0 0,-1 0 1 0 0,1-1-1 0 0,-1 1 1 0 0,1-1-1 0 0,-1 1 1 0 0,1-1-1 0 0,-1 1 0 0 0,1-1 1 0 0,-1 1-1 0 0,0-1 1 0 0,0 1-1 0 0,-10 3-1110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42.196"/>
    </inkml:context>
    <inkml:brush xml:id="br0">
      <inkml:brushProperty name="width" value="0.05" units="cm"/>
      <inkml:brushProperty name="height" value="0.05" units="cm"/>
      <inkml:brushProperty name="color" value="#E71224"/>
    </inkml:brush>
  </inkml:definitions>
  <inkml:trace contextRef="#ctx0" brushRef="#br0">1 1 15199 0 0,'0'0'4158'0'0,"0"2"-4584"0"0,2 36 292 0 0,2-1 1 0 0,2 0-1 0 0,15 53 0 0 0,2 11 245 0 0,-19-72-22 0 0,-2 1 1 0 0,-1-1-1 0 0,-5 50 0 0 0,3-60-66 0 0,1-5-12 0 0,0-2 45 0 0,0 2 109 0 0,0-12 85 0 0,-2 20 515 0 0,2-20-545 0 0,-1 0 0 0 0,1 0 1 0 0,0 0-1 0 0,0 0 0 0 0,0 0 1 0 0,0 1-1 0 0,0-1 0 0 0,1 2 0 0 0,0-1-153 0 0,2 5-3 0 0,1 0 1 0 0,0 7-9 0 0,-3-11-30 0 0,0 0 16 0 0,0 8-31 0 0,3 1 0 0 0,0-2 42 0 0,4 11 235 0 0,-6-19-235 0 0,2 3-31 0 0,-3-5 31 0 0,1 0 0 0 0,8 3-42 0 0,-9-3 21 0 0,0-1-8 0 0,-1 0 1 0 0,1 1-1 0 0,-1-1 1 0 0,1 1-1 0 0,-1-1 1 0 0,1 0-1 0 0,-1 1 1 0 0,1-1-1 0 0,-1 1 0 0 0,1 0 1 0 0,-1-1-1 0 0,1 1 1 0 0,-1-1-1 0 0,0 1 1 0 0,1-1-1 0 0,-1 1 1 0 0,0 0-1 0 0,0-1 1 0 0,1 1-1 0 0,-1 0 0 0 0,0-1 1 0 0,0 1-1 0 0,0 1 1 0 0,0 10 69 0 0,0-9 372 0 0,1-4-570 0 0,3-7 74 0 0,-1 0 0 0 0,1 1 0 0 0,-1-1 0 0 0,-1 0 0 0 0,0 0 0 0 0,2-12 0 0 0,4-54-269 0 0,-4 28 133 0 0,-3 34 120 0 0,31-219-505 0 0,-22 181 566 0 0,2 1 0 0 0,28-75 0 0 0,-38 118-7 0 0,0 0 0 0 0,0 1 0 0 0,1-1 0 0 0,0 1 0 0 0,0-1 0 0 0,1 1 0 0 0,0 0 0 0 0,0 0 0 0 0,7-6 0 0 0,-11 10-8 0 0,0 1 0 0 0,1-1 0 0 0,-1 1 0 0 0,1-1 0 0 0,-1 1 0 0 0,1 0 0 0 0,-1-1 0 0 0,1 1 0 0 0,-1 0 0 0 0,1-1 0 0 0,-1 1 0 0 0,1 0 0 0 0,-1 0 0 0 0,1 0 0 0 0,-1-1 0 0 0,1 1 0 0 0,0 0 0 0 0,-1 0 0 0 0,1 0 0 0 0,-1 0 0 0 0,1 0 0 0 0,0 0 0 0 0,-1 0 0 0 0,1 0 0 0 0,-1 0 0 0 0,1 0 0 0 0,0 0 0 0 0,-1 1 0 0 0,1-1 0 0 0,-1 0 0 0 0,2 1 0 0 0,-1-1 0 0 0,1 1-3 0 0,1 0 1 0 0,-1-1-1 0 0,0 1 0 0 0,0 0 1 0 0,0 0-1 0 0,0 0 0 0 0,0 0 1 0 0,0 1-1 0 0,0-1 0 0 0,-1 0 1 0 0,1 1-1 0 0,0-1 0 0 0,-1 1 1 0 0,1 0-1 0 0,-1-1 0 0 0,0 1 1 0 0,1 0-1 0 0,1 4 0 0 0,0 2-16 0 0,1 0 1 0 0,-2 0-1 0 0,4 14 0 0 0,-1-4 9 0 0,58 218 138 0 0,-51-187-56 0 0,11 85 0 0 0,-9 51 256 0 0,-13-162-353 0 0,-1-22-98 0 0,-2-17-11393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42.535"/>
    </inkml:context>
    <inkml:brush xml:id="br0">
      <inkml:brushProperty name="width" value="0.05" units="cm"/>
      <inkml:brushProperty name="height" value="0.05" units="cm"/>
      <inkml:brushProperty name="color" value="#E71224"/>
    </inkml:brush>
  </inkml:definitions>
  <inkml:trace contextRef="#ctx0" brushRef="#br0">496 0 15407 0 0,'0'0'2272'0'0,"1"2"-1952"0"0,8 12 10 0 0,-8-8-358 0 0,-1-3 46 0 0,0 6-4 0 0,0 0 0 0 0,0 0 0 0 0,-1 0-1 0 0,0 0 1 0 0,-4 17 0 0 0,-18 44 319 0 0,8-26-77 0 0,-63 270 394 0 0,22-74-636 0 0,-56 247 146 0 0,101-429 203 0 0,-3 0 0 0 0,-2-2-1 0 0,-3 1 1 0 0,-2-2 0 0 0,-35 64-1 0 0,-7-8 262 0 0,62-110-749 0 0,0-3-582 0 0,-5-11-663 0 0,1-5-3582 0 0,2-5-1702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42.966"/>
    </inkml:context>
    <inkml:brush xml:id="br0">
      <inkml:brushProperty name="width" value="0.05" units="cm"/>
      <inkml:brushProperty name="height" value="0.05" units="cm"/>
      <inkml:brushProperty name="color" value="#E71224"/>
    </inkml:brush>
  </inkml:definitions>
  <inkml:trace contextRef="#ctx0" brushRef="#br0">155 56 17967 0 0,'0'0'1632'0'0,"2"1"-1344"0"0,0-1-210 0 0,1 0 0 0 0,-1 1 0 0 0,1-1 0 0 0,-1 0 0 0 0,1-1 0 0 0,-1 1 0 0 0,1 0 0 0 0,-1-1 0 0 0,1 1 0 0 0,-1-1 0 0 0,1 0 0 0 0,-1 0 0 0 0,0 0-1 0 0,0 0 1 0 0,1 0 0 0 0,-1 0 0 0 0,0-1 0 0 0,0 1 0 0 0,3-3 0 0 0,-1 0 44 0 0,-2 3-6 0 0,5-5-283 0 0,1 0 0 0 0,-1 1 0 0 0,1 0 1 0 0,0 1-1 0 0,15-7 0 0 0,-22 11 135 0 0,1 1 0 0 0,-1-1 0 0 0,0 0 0 0 0,0 0 0 0 0,1 0 0 0 0,-1 1 0 0 0,0-1-1 0 0,0 1 1 0 0,0-1 0 0 0,0 1 0 0 0,0-1 0 0 0,1 1 0 0 0,-1 0 0 0 0,0-1 0 0 0,0 1 0 0 0,0 0 0 0 0,-1 0 0 0 0,1 0-1 0 0,0 0 1 0 0,0 0 0 0 0,0 0 0 0 0,0 1 0 0 0,0 0 26 0 0,3 4 24 0 0,0 0-1 0 0,0 0 1 0 0,-1 0 0 0 0,0 0-1 0 0,0 1 1 0 0,-1 0 0 0 0,0-1-1 0 0,0 1 1 0 0,-1 0-1 0 0,2 13 1 0 0,-1-1-7 0 0,-2 0 1 0 0,-3 35-1 0 0,2-43-79 0 0,-2 0 0 0 0,0 0 0 0 0,0 0 0 0 0,-1 0 0 0 0,0 0 0 0 0,0-1 0 0 0,-2 0 0 0 0,1 0 0 0 0,-1 0 0 0 0,0-1-1 0 0,-1 1 1 0 0,-12 11 0 0 0,-10 8-680 0 0,-1 0-1 0 0,-39 26 1 0 0,35-29 10 0 0,2-3 422 0 0,23-17 436 0 0,1-1 0 0 0,-1 1 0 0 0,1 1 0 0 0,1-1 0 0 0,-1 1 0 0 0,-8 12 1075 0 0,17-19-1084 0 0,1 1 1 0 0,-1 0-1 0 0,0 0 1 0 0,1-1-1 0 0,-1 1 1 0 0,1-1 0 0 0,-1 1-1 0 0,0-1 1 0 0,1 1-1 0 0,-1-1 1 0 0,1 0-1 0 0,2 0 1 0 0,-2 0 5 0 0,23 2 278 0 0,1-1 1 0 0,0-1-1 0 0,-1-1 1 0 0,36-7-1 0 0,-4 1 74 0 0,264-15 1355 0 0,-266 19-2126 0 0,0 2-1 0 0,0 3 1 0 0,86 13 0 0 0,-140-14-413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43.314"/>
    </inkml:context>
    <inkml:brush xml:id="br0">
      <inkml:brushProperty name="width" value="0.05" units="cm"/>
      <inkml:brushProperty name="height" value="0.05" units="cm"/>
      <inkml:brushProperty name="color" value="#E71224"/>
    </inkml:brush>
  </inkml:definitions>
  <inkml:trace contextRef="#ctx0" brushRef="#br0">1 0 14743 0 0,'0'0'5908'0'0,"0"3"-5460"0"0,63 253 1049 0 0,-51-214-1427 0 0,24 73 247 0 0,-29-98-278 0 0,1 1-1 0 0,0-2 0 0 0,1 1 1 0 0,15 20-1 0 0,-20-33-127 0 0,0 1-1 0 0,-1-1 1 0 0,1-1 0 0 0,0 1-1 0 0,7 4 1 0 0,-9-7-175 0 0,3-23-10760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43.655"/>
    </inkml:context>
    <inkml:brush xml:id="br0">
      <inkml:brushProperty name="width" value="0.05" units="cm"/>
      <inkml:brushProperty name="height" value="0.05" units="cm"/>
      <inkml:brushProperty name="color" value="#E71224"/>
    </inkml:brush>
  </inkml:definitions>
  <inkml:trace contextRef="#ctx0" brushRef="#br0">11 165 17047 0 0,'0'0'2738'0'0,"0"3"-1774"0"0,-5 31 1082 0 0,0-1-4447 0 0,13-23 2200 0 0,-6-9 197 0 0,-1 0 1 0 0,1 0 0 0 0,-1-1 0 0 0,1 1 0 0 0,0 0-1 0 0,-1-1 1 0 0,1 1 0 0 0,0-1 0 0 0,-1 1 0 0 0,1-1-1 0 0,0 0 1 0 0,0 0 0 0 0,-1 0 0 0 0,1 0 0 0 0,0 0 0 0 0,0 0-1 0 0,2-1 1 0 0,-3 1 3 0 0,4-1 14 0 0,1 0 1 0 0,-1-1-1 0 0,1 0 0 0 0,-1 0 0 0 0,0 0 0 0 0,0 0 1 0 0,0-1-1 0 0,0 0 0 0 0,0 0 0 0 0,0 0 0 0 0,6-7 0 0 0,5-5-156 0 0,22-27-1 0 0,-36 40 133 0 0,35-44 191 0 0,31-52-1 0 0,-59 85 30 0 0,-29 53-1730 0 0,0-13-3152 0 0,-4 0-1526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49.805"/>
    </inkml:context>
    <inkml:brush xml:id="br0">
      <inkml:brushProperty name="width" value="0.05" units="cm"/>
      <inkml:brushProperty name="height" value="0.05" units="cm"/>
      <inkml:brushProperty name="color" value="#E71224"/>
    </inkml:brush>
  </inkml:definitions>
  <inkml:trace contextRef="#ctx0" brushRef="#br0">4520 1221 17591 0 0,'-2'-3'1359'0'0,"-19"-26"-772"0"0,6 8-455 0 0,-21-25 0 0 0,-120-108-157 0 0,2 1 39 0 0,134 131 34 0 0,-133-134 444 0 0,115 122-381 0 0,-1 1 0 0 0,-56-35 0 0 0,-272-129 88 0 0,255 142-182 0 0,8 6-20 0 0,-3 4-1 0 0,-203-54 1 0 0,218 78-11 0 0,-2 5 1 0 0,-1 4 0 0 0,1 4-1 0 0,-177 9 1 0 0,159 7 3 0 0,1 6 1 0 0,0 4-1 0 0,1 5 1 0 0,1 4-1 0 0,1 6 1 0 0,-104 47-1 0 0,-85 57 10 0 0,254-113 0 0 0,1 2 0 0 0,1 2 0 0 0,1 1 0 0 0,-57 55 0 0 0,13 8-65 0 0,-72 103-1 0 0,57-68 0 0 0,38-48 51 0 0,4 3 0 0 0,3 2 0 0 0,4 2 0 0 0,-43 103 0 0 0,81-162 8 0 0,2 0 0 0 0,1 1 0 0 0,1 1-1 0 0,-7 49 1 0 0,13-56 3 0 0,1 0-1 0 0,1 0 1 0 0,0-1-1 0 0,2 1 1 0 0,1 0-1 0 0,0-1 1 0 0,7 23-1 0 0,5 4 5 0 0,1 0 0 0 0,3-1 0 0 0,29 54 0 0 0,-28-66 0 0 0,2-1 0 0 0,1-1 0 0 0,1-1 0 0 0,44 44 0 0 0,-20-29 0 0 0,-2 2 0 0 0,58 82 0 0 0,-47-47-90 0 0,106 119-1 0 0,-144-185 55 0 0,1 1 1 0 0,1-2 0 0 0,1-1-1 0 0,0-1 1 0 0,1 0-1 0 0,0-2 1 0 0,2-1 0 0 0,-1-1-1 0 0,43 14 1 0 0,17-2-183 0 0,141 20 0 0 0,-181-36 144 0 0,225 54-185 0 0,-59 5 210 0 0,-31-8 32 0 0,-131-46-19 0 0,89 13 0 0 0,-65-19-136 0 0,83-5 1 0 0,74-14-295 0 0,-188 10 389 0 0,444-25-351 0 0,-339 21 487 0 0,-141 7-51 0 0,326-24 326 0 0,-252 15-229 0 0,0-5 0 0 0,89-26 0 0 0,67-36 219 0 0,-7-21 258 0 0,-203 83-408 0 0,-1-1 0 0 0,0-1 1 0 0,-2-1-1 0 0,1-1 0 0 0,-2-2 1 0 0,-1 0-1 0 0,0-1 0 0 0,-1 0 1 0 0,-2-2-1 0 0,24-38 0 0 0,-8 2 510 0 0,-2-2-1 0 0,-3 0 0 0 0,27-90 0 0 0,-34 80-532 0 0,-4 0 1 0 0,-3-2-1 0 0,-4 0 0 0 0,3-91 0 0 0,-11 131-140 0 0,-2 0 1 0 0,-2 0-1 0 0,-1 0 0 0 0,-1 0 0 0 0,-2 1 1 0 0,-1 0-1 0 0,-1 0 0 0 0,-14-32 0 0 0,-80-162 145 0 0,74 173-111 0 0,-2 2 0 0 0,-43-56 0 0 0,48 77-45 0 0,-2 1 0 0 0,-1 2 0 0 0,-1 0 0 0 0,-41-29 0 0 0,-139-80 0 0 0,193 126 0 0 0,-22-12-58 0 0,0 2-1 0 0,-2 1 1 0 0,0 2 0 0 0,-1 2-1 0 0,0 2 1 0 0,-1 2-1 0 0,-1 1 1 0 0,1 2 0 0 0,-84-3-1 0 0,71 10-374 0 0,0 2 1 0 0,-88 15-1 0 0,-23 23-7317 0 0,92-17 1094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6:51.320"/>
    </inkml:context>
    <inkml:brush xml:id="br0">
      <inkml:brushProperty name="width" value="0.05" units="cm"/>
      <inkml:brushProperty name="height" value="0.05" units="cm"/>
      <inkml:brushProperty name="color" value="#E71224"/>
    </inkml:brush>
  </inkml:definitions>
  <inkml:trace contextRef="#ctx0" brushRef="#br0">4358 1796 16207 0 0,'0'0'1470'0'0,"-2"-1"-1209"0"0,-6-4-225 0 0,1 0 1 0 0,-1-1-1 0 0,1 0 0 0 0,0 0 1 0 0,1-1-1 0 0,0 0 1 0 0,0 0-1 0 0,0 0 0 0 0,0-1 1 0 0,-5-12-1 0 0,-4-9 280 0 0,-18-54-1 0 0,23 57 261 0 0,0 0-1 0 0,-23-41 0 0 0,12 33-121 0 0,-2 2-1 0 0,-1 0 0 0 0,-1 1 0 0 0,-50-46 1 0 0,50 55-388 0 0,-204-194 210 0 0,122 89-192 0 0,-5-6-88 0 0,73 92-14 0 0,-3 1 0 0 0,-1 2-1 0 0,-83-56 1 0 0,-207-137 18 0 0,291 202 19 0 0,0 1-1 0 0,-2 3 1 0 0,-70-31 0 0 0,-127-35 39 0 0,160 65-61 0 0,-88-15 1 0 0,87 27 2 0 0,0 3 0 0 0,-103 0 0 0 0,124 12 0 0 0,0 3 0 0 0,0 2 0 0 0,-103 24 0 0 0,93-10 0 0 0,1 4 0 0 0,2 2 0 0 0,0 3 0 0 0,2 3 0 0 0,2 3 0 0 0,-74 53 0 0 0,8 11 10 0 0,-39 28 33 0 0,114-93-88 0 0,-93 63 53 0 0,125-79 2 0 0,1 0-1 0 0,0 2 1 0 0,1 0 0 0 0,-19 25-1 0 0,9-2-32 0 0,1 1-1 0 0,-29 58 1 0 0,-38 101 35 0 0,62-125-18 0 0,16-34 6 0 0,2 1 0 0 0,2 0 0 0 0,3 1 0 0 0,1 1 0 0 0,2 0 0 0 0,3 0 0 0 0,-2 63 0 0 0,9-66-14 0 0,1 1 0 0 0,15 73 0 0 0,31 85-60 0 0,-10-45 46 0 0,-26-105 28 0 0,23 60 0 0 0,-23-82 0 0 0,1-1 0 0 0,1 0 0 0 0,23 34 0 0 0,6-4-154 0 0,2-1 0 0 0,2-3 0 0 0,89 81 0 0 0,-47-52 115 0 0,61 55-31 0 0,-105-101 52 0 0,73 47 1 0 0,64 13-43 0 0,8-15-44 0 0,-7-3 68 0 0,-44-18-49 0 0,3-5-1 0 0,218 57 1 0 0,-293-100-33 0 0,1-3 0 0 0,0-2 0 0 0,0-4 0 0 0,1-2 0 0 0,70-6 0 0 0,-56-6 25 0 0,0-3 0 0 0,-1-4 0 0 0,86-28 0 0 0,-58 13 93 0 0,5-1 0 0 0,146-60 0 0 0,-110 27 143 0 0,65-29 194 0 0,-8-17 374 0 0,-184 94-644 0 0,0-1 0 0 0,-2-1 0 0 0,0-2 0 0 0,-1 0 0 0 0,-1-1 0 0 0,-1-1-1 0 0,-1-1 1 0 0,-1 0 0 0 0,24-44 0 0 0,-3-9 273 0 0,-4-1 0 0 0,26-84 0 0 0,-41 103 3 0 0,-4-2 0 0 0,15-101 0 0 0,-9-123 619 0 0,-19 222-900 0 0,-4-1 0 0 0,-2 1 0 0 0,-3 0 0 0 0,-23-97-1 0 0,19 117-30 0 0,-2 1-1 0 0,-2 1 1 0 0,-2 0-1 0 0,-1 1 1 0 0,-2 0-1 0 0,-2 2 1 0 0,-39-53-1 0 0,29 53-211 0 0,-1 1 1 0 0,-2 2-1 0 0,-69-53 0 0 0,45 45-710 0 0,-3 3 0 0 0,-91-42-1 0 0,137 73 729 0 0,-99-45-1846 0 0,45 26 370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8:57.206"/>
    </inkml:context>
    <inkml:brush xml:id="br0">
      <inkml:brushProperty name="width" value="0.05" units="cm"/>
      <inkml:brushProperty name="height" value="0.05" units="cm"/>
      <inkml:brushProperty name="color" value="#E71224"/>
    </inkml:brush>
  </inkml:definitions>
  <inkml:trace contextRef="#ctx0" brushRef="#br0">73 1 12439 0 0,'0'0'4684'0'0,"2"2"-4581"0"0,2 4-83 0 0,0 0 0 0 0,0 0 0 0 0,-1 0 0 0 0,1 1 0 0 0,-1 0 0 0 0,-1 0 0 0 0,4 12 0 0 0,-4-11 59 0 0,1 6 174 0 0,-1-1 0 0 0,0 0 0 0 0,-1 1 0 0 0,0-1 0 0 0,-3 21 0 0 0,1 2 106 0 0,-3 189 936 0 0,0-84-949 0 0,2-5-298 0 0,-20 339 112 0 0,16-416-316 0 0,2-13-355 0 0,-3 1 1 0 0,-22 86-1 0 0,26-124 26 0 0,0 0 0 0 0,-1-1-1 0 0,-8 14 1 0 0,-1-4-1206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8:57.556"/>
    </inkml:context>
    <inkml:brush xml:id="br0">
      <inkml:brushProperty name="width" value="0.05" units="cm"/>
      <inkml:brushProperty name="height" value="0.05" units="cm"/>
      <inkml:brushProperty name="color" value="#E71224"/>
    </inkml:brush>
  </inkml:definitions>
  <inkml:trace contextRef="#ctx0" brushRef="#br0">2 225 13359 0 0,'0'0'1027'0'0,"0"3"-474"0"0,-1 11 193 0 0,1 0-1 0 0,1-1 1 0 0,0 1-1 0 0,1 0 1 0 0,0 0-1 0 0,1-1 1 0 0,8 22-1 0 0,43 92-586 0 0,-42-102-10 0 0,116 212-530 0 0,-97-184 398 0 0,-22-37-14 0 0,1-1-1 0 0,0 0 1 0 0,1 0-1 0 0,0-1 1 0 0,1-1 0 0 0,18 16-1 0 0,-25-25 27 0 0,0-1-1 0 0,0 1 0 0 0,0-1 1 0 0,0 0-1 0 0,1 0 1 0 0,-1-1-1 0 0,1 0 0 0 0,0 0 1 0 0,9 2-1 0 0,-10-3 26 0 0,0-1 0 0 0,0 0 0 0 0,0 0 0 0 0,0 0-1 0 0,0-1 1 0 0,-1 1 0 0 0,1-1 0 0 0,0 0 0 0 0,0 0 0 0 0,-1-1 0 0 0,1 0-1 0 0,-1 0 1 0 0,7-3 0 0 0,-3 0 42 0 0,-1 0 0 0 0,1 0 1 0 0,-1-1-1 0 0,-1 0 0 0 0,10-10 0 0 0,28-39 507 0 0,-28 33-279 0 0,17-24 143 0 0,-2-2-1 0 0,-2-2 0 0 0,40-90 1 0 0,-34 49-625 0 0,33-128 1 0 0,-60 188-742 0 0,0-1 0 0 0,-3 0 0 0 0,4-58 0 0 0,-10 56-1016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8:58.387"/>
    </inkml:context>
    <inkml:brush xml:id="br0">
      <inkml:brushProperty name="width" value="0.05" units="cm"/>
      <inkml:brushProperty name="height" value="0.05" units="cm"/>
      <inkml:brushProperty name="color" value="#E71224"/>
    </inkml:brush>
  </inkml:definitions>
  <inkml:trace contextRef="#ctx0" brushRef="#br0">1 0 17047 0 0,'0'0'2824'0'0,"1"3"-2738"0"0,8 17-187 0 0,-1 0 0 0 0,-1 1 0 0 0,0-1 0 0 0,-2 1 0 0 0,4 32 0 0 0,4 279-279 0 0,-10-154 360 0 0,-3-161 20 0 0,0-7 0 0 0,0 0 0 0 0,1-1 0 0 0,0 1 0 0 0,1 0 0 0 0,4 14 0 0 0,-4-17 16 0 0,-1-6 67 0 0,7-13 115 0 0,-7 11-167 0 0,4-8 55 0 0,0 1 1 0 0,-1-1-1 0 0,0 0 0 0 0,-1 0 1 0 0,4-18-1 0 0,6-51 344 0 0,-10 57-339 0 0,5-47-17 0 0,13-79 142 0 0,-14 114-176 0 0,1 0-1 0 0,16-42 1 0 0,-22 68-40 0 0,-1 5 0 0 0,-1 0 0 0 0,1 0 0 0 0,0 0 0 0 0,0 0 0 0 0,0 0 0 0 0,1 0 0 0 0,-1 0 0 0 0,0 0 0 0 0,1 0 0 0 0,-1 1 0 0 0,3-3 0 0 0,-3 3 40 0 0,1-1 0 0 0,-1 1 0 0 0,0-1-1 0 0,1 1 1 0 0,-1 0 0 0 0,1 0 0 0 0,-1-1 0 0 0,1 1-1 0 0,3-1 1 0 0,-4 2-16 0 0,0 0 0 0 0,0-1 1 0 0,0 1-1 0 0,0 0 0 0 0,0 0 0 0 0,0 0 0 0 0,0 1 0 0 0,0-1 0 0 0,0 0 0 0 0,0 0 0 0 0,0 0 1 0 0,0 1-1 0 0,0-1 0 0 0,0 1 0 0 0,0-1 0 0 0,0 0 0 0 0,1 2 0 0 0,13 6 48 0 0,-2 2-12 0 0,-7-3-58 0 0,-1-1 0 0 0,0 1-1 0 0,-1 0 1 0 0,0 0 0 0 0,0 1-1 0 0,0-1 1 0 0,-1 1 0 0 0,3 9-1 0 0,16 67-4 0 0,-22-84 3 0 0,9 56-172 0 0,5 93-1 0 0,-5-31-58 0 0,-5-94-294 0 0,-3-22-403 0 0,9 9-2469 0 0,1-4-2665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8:59.444"/>
    </inkml:context>
    <inkml:brush xml:id="br0">
      <inkml:brushProperty name="width" value="0.05" units="cm"/>
      <inkml:brushProperty name="height" value="0.05" units="cm"/>
      <inkml:brushProperty name="color" value="#E71224"/>
    </inkml:brush>
  </inkml:definitions>
  <inkml:trace contextRef="#ctx0" brushRef="#br0">0 1 17015 0 0,'0'0'2426'0'0,"1"3"-2124"0"0,4 41-62 0 0,0 89 0 0 0,-4-46-240 0 0,61 619-1338 0 0,-47-620 26 0 0,-7-70-282 0 0,-6-18 1085 0 0,5-3 296 0 0,0-1 0 0 0,-1 0 0 0 0,0 0 0 0 0,0-1 1 0 0,-1 1-1 0 0,0-1 0 0 0,0-1 0 0 0,0 1 0 0 0,4-11 0 0 0,5-13-23 0 0,12-34 0 0 0,35-147 2428 0 0,-15 49 1036 0 0,-40 138-2821 0 0,-3 15-147 0 0,-1 1 0 0 0,1-1 0 0 0,6-13 1 0 0,-10 27-233 0 0,0 1 0 0 0,0 0 0 0 0,0-1 0 0 0,0 7 1 0 0,-2 10-28 0 0,-3 10 20 0 0,-28 145 161 0 0,30-141-243 0 0,1 0 0 0 0,1 0 0 0 0,4 38 0 0 0,-2-65-70 0 0,1-1 0 0 0,0 1 0 0 0,1-1 0 0 0,0 1 0 0 0,0-1-1 0 0,0 0 1 0 0,1 0 0 0 0,5 10 0 0 0,-7-15 46 0 0,1 0 0 0 0,0 1 0 0 0,0-1-1 0 0,-1 0 1 0 0,1 0 0 0 0,1 1 0 0 0,-1-2-1 0 0,0 1 1 0 0,0 0 0 0 0,1 0 0 0 0,-1-1-1 0 0,1 1 1 0 0,-1-1 0 0 0,1 0 0 0 0,0 0-1 0 0,0 0 1 0 0,-1 0 0 0 0,1 0 0 0 0,0-1 0 0 0,0 1-1 0 0,0-1 1 0 0,0 0 0 0 0,6 0 0 0 0,1-1 21 0 0,1 0 0 0 0,-1-1 1 0 0,0 0-1 0 0,1-1 0 0 0,-1 0 1 0 0,0 0-1 0 0,-1-1 0 0 0,1-1 1 0 0,0 1-1 0 0,-1-2 0 0 0,0 1 1 0 0,-1-1-1 0 0,1-1 1 0 0,-1 1-1 0 0,14-16 0 0 0,-12 10 285 0 0,0 0 0 0 0,-1 0 0 0 0,0-1-1 0 0,-2 0 1 0 0,1 0 0 0 0,-1-1 0 0 0,-1 0 0 0 0,-1 0 0 0 0,0 0-1 0 0,5-24 1 0 0,-7 19 65 0 0,0 0-1 0 0,-1-1 1 0 0,-1 1 0 0 0,-1-1-1 0 0,-3-27 1 0 0,2 38-204 0 0,-1-1 0 0 0,0 0 0 0 0,0 1 0 0 0,-1 0 1 0 0,0 0-1 0 0,-1 0 0 0 0,1 0 0 0 0,-2 0 0 0 0,0 1 0 0 0,0 0 0 0 0,0 0 0 0 0,-13-15 1 0 0,15 21-81 0 0,0-1 1 0 0,0 0-1 0 0,-1 1 1 0 0,1 0-1 0 0,-1 0 1 0 0,1 0 0 0 0,-1 0-1 0 0,0 0 1 0 0,0 1-1 0 0,0 0 1 0 0,0-1-1 0 0,0 2 1 0 0,0-1 0 0 0,0 0-1 0 0,0 1 1 0 0,0 0-1 0 0,0 0 1 0 0,-8 0-1 0 0,8 1-34 0 0,0 0-1 0 0,1-1 0 0 0,0 1 0 0 0,-1 0 0 0 0,1 1 0 0 0,-1-1 0 0 0,1 1 1 0 0,0-1-1 0 0,0 1 0 0 0,0 0 0 0 0,0 0 0 0 0,0 0 0 0 0,1 1 1 0 0,-1-1-1 0 0,0 1 0 0 0,1-1 0 0 0,0 1 0 0 0,0 0 0 0 0,0 0 0 0 0,0 0 1 0 0,0 0-1 0 0,-1 4 0 0 0,1-2-159 0 0,0-1 1 0 0,0 1 0 0 0,1 1-1 0 0,0-1 1 0 0,0 0-1 0 0,1 0 1 0 0,-1 0 0 0 0,1 11-1 0 0,1-15 120 0 0,0 0-1 0 0,0 0 1 0 0,0 1 0 0 0,0-1-1 0 0,0 0 1 0 0,0 0 0 0 0,0 0-1 0 0,0 0 1 0 0,0 0-1 0 0,0 0 1 0 0,0-1 0 0 0,1 1-1 0 0,-1 0 1 0 0,0 0 0 0 0,1-1-1 0 0,-1 1 1 0 0,0-1-1 0 0,1 0 1 0 0,-1 1 0 0 0,2-1-1 0 0,5 1-58 0 0,-1 0 0 0 0,0 0 0 0 0,0-1 0 0 0,0 0 0 0 0,0-1 0 0 0,0 0 0 0 0,0 0 0 0 0,0 0 0 0 0,0-1 0 0 0,12-4 0 0 0,8-5-182 0 0,32-18 0 0 0,-43 21 235 0 0,110-63 1013 0 0,116-88 0 0 0,-231 152-701 0 0,4-6 674 0 0,-13 12-58 0 0,-5 4-241 0 0,-3 3-520 0 0,-14 15-97 0 0,2 2-1 0 0,0 0 1 0 0,1 1 0 0 0,1 0 0 0 0,-20 44 0 0 0,35-67-191 0 0,2-4-1614 0 0,7-18 1938 0 0,1 0 1 0 0,0 1-1 0 0,2 0 1 0 0,0 0-1 0 0,1 1 1 0 0,20-23-1 0 0,-32 42-124 0 0,0 0-1 0 0,0 0 0 0 0,0-1 0 0 0,0 1 1 0 0,0 0-1 0 0,0 0 0 0 0,0 0 1 0 0,1 0-1 0 0,-1 0 0 0 0,0 0 1 0 0,0 0-1 0 0,0 0 0 0 0,0 0 0 0 0,0 0 1 0 0,0 0-1 0 0,0 0 0 0 0,0 0 1 0 0,0 0-1 0 0,0 0 0 0 0,0 0 1 0 0,0 0-1 0 0,1 0 0 0 0,-1 0 0 0 0,0 0 1 0 0,0 0-1 0 0,0 0 0 0 0,0 0 1 0 0,0 0-1 0 0,0 0 0 0 0,0 0 1 0 0,0 0-1 0 0,0 0 0 0 0,0 0 1 0 0,0 0-1 0 0,0 0 0 0 0,1 0 0 0 0,-1 0 1 0 0,0 0-1 0 0,0 0 0 0 0,0 1 1 0 0,0-1-1 0 0,0 0 0 0 0,0 0 1 0 0,0 0-1 0 0,0 0 0 0 0,0 0 0 0 0,0 0 1 0 0,0 0-1 0 0,0 0 0 0 0,0 0 1 0 0,0 0-1 0 0,0 0 0 0 0,0 0 1 0 0,0 0-1 0 0,0 1 0 0 0,0-1 0 0 0,0 0 1 0 0,0 0-1 0 0,0 0 0 0 0,0 0 1 0 0,0 0-1 0 0,0 0 0 0 0,0 0 1 0 0,0 0-1 0 0,0 0 0 0 0,1 12 44 0 0,-1 15 20 0 0,-20 381-358 0 0,19-401 290 0 0,-8 207-904 0 0,-18-1-412 0 0,26-208 1288 0 0,-9 37-281 0 0,9-39 298 0 0,0-1-1 0 0,0 1 1 0 0,0-1 0 0 0,0 1-1 0 0,0-1 1 0 0,0 0 0 0 0,-1 0 0 0 0,1 1-1 0 0,-1-1 1 0 0,0 0 0 0 0,0 0-1 0 0,1-1 1 0 0,-4 3 0 0 0,4-3 13 0 0,0-1-1 0 0,1 0 1 0 0,-1 1 0 0 0,0-1-1 0 0,0 0 1 0 0,0 0-1 0 0,1 0 1 0 0,-1 1 0 0 0,0-1-1 0 0,0 0 1 0 0,0 0 0 0 0,0 0-1 0 0,1 0 1 0 0,-1-1 0 0 0,0 1-1 0 0,0 0 1 0 0,0 0 0 0 0,1 0-1 0 0,-1-1 1 0 0,0 1 0 0 0,0 0-1 0 0,1-1 1 0 0,-3 0 0 0 0,-12-13 66 0 0,7 4 32 0 0,0 0 0 0 0,1-1 0 0 0,0 0 0 0 0,1-1 1 0 0,0 1-1 0 0,1-1 0 0 0,-5-16 0 0 0,-20-90 1222 0 0,25 95-1039 0 0,1-1 1 0 0,1 0 0 0 0,0 0 0 0 0,2 0-1 0 0,4-44 1 0 0,1 47-280 0 0,-2 17 0 0 0,0 0 0 0 0,4-6-13 0 0,-6 10 6 0 0,0-1 0 0 0,1 1 0 0 0,-1-1 0 0 0,1 1 0 0 0,0-1 1 0 0,-1 1-1 0 0,1 0 0 0 0,-1-1 0 0 0,1 1 0 0 0,0 0 0 0 0,-1-1 0 0 0,1 1 0 0 0,0 0 0 0 0,-1 0 0 0 0,1-1 1 0 0,0 1-1 0 0,0 0 0 0 0,-1 0 0 0 0,2 0 0 0 0,0 0-19 0 0,9-3-145 0 0,1 1 1 0 0,-1 1-1 0 0,0 0 1 0 0,22 1 0 0 0,-17 0-696 0 0,26-2 1 0 0,-28 0-87 0 0,0-1-1 0 0,21-7 1 0 0,-1-3-519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8:59.810"/>
    </inkml:context>
    <inkml:brush xml:id="br0">
      <inkml:brushProperty name="width" value="0.05" units="cm"/>
      <inkml:brushProperty name="height" value="0.05" units="cm"/>
      <inkml:brushProperty name="color" value="#E71224"/>
    </inkml:brush>
  </inkml:definitions>
  <inkml:trace contextRef="#ctx0" brushRef="#br0">31 78 6447 0 0,'2'-3'499'0'0,"42"-64"7006"0"0,-34 61-5177 0 0,-8 4-1322 0 0,-1 2-989 0 0,-1 0 0 0 0,0 1 1 0 0,0-1-1 0 0,0 0 0 0 0,0 0 1 0 0,0 0-1 0 0,0 0 0 0 0,0 0 1 0 0,1 0-1 0 0,-1 1 0 0 0,0-1 1 0 0,0 0-1 0 0,0 0 0 0 0,0 0 1 0 0,0 0-1 0 0,1 0 0 0 0,-1 0 1 0 0,0 0-1 0 0,0 0 1 0 0,0 0-1 0 0,1 0 0 0 0,-1 0 1 0 0,0 0-1 0 0,0 0 0 0 0,0 0 1 0 0,0 0-1 0 0,1 0 0 0 0,-1 0 1 0 0,0 0-1 0 0,0 0 0 0 0,0 0 1 0 0,0 0-1 0 0,1 0 0 0 0,-1 0-5 0 0,0 0 0 0 0,1-1-1 0 0,-1 1 1 0 0,0 0 0 0 0,1 0-1 0 0,-1 0 1 0 0,0 0-1 0 0,1 0 1 0 0,-1 0 0 0 0,0 0-1 0 0,0 0 1 0 0,1 0-1 0 0,-1 0 1 0 0,0 1 0 0 0,1-1-1 0 0,-1 0 1 0 0,0 0-1 0 0,0 0 1 0 0,1 0 0 0 0,-1 0-1 0 0,0 0 1 0 0,1 1 0 0 0,-1-1-1 0 0,0 0 1 0 0,0 0-1 0 0,0 0 1 0 0,1 1 0 0 0,-1-1-1 0 0,0 0 1 0 0,0 0-1 0 0,0 1 1 0 0,1-1 0 0 0,-1 0-1 0 0,0 0 1 0 0,0 1 0 0 0,3 6 60 0 0,0 1 1 0 0,-1-1 0 0 0,0 0 0 0 0,0 1 0 0 0,-1-1 0 0 0,0 1 0 0 0,-1 0 0 0 0,0 14 0 0 0,-9 69 119 0 0,5-70-191 0 0,-35 195 57 0 0,-7 49-63 0 0,37-202-23 0 0,5-35-271 0 0,0 1 0 0 0,2-1 0 0 0,2 55 0 0 0,0-81 51 0 0,1-4-55 0 0,-1 0 346 0 0,1 0 1 0 0,-1 0-1 0 0,1 0 0 0 0,0 0 1 0 0,0 1-1 0 0,-1-1 0 0 0,3-2 1 0 0,4-11 160 0 0,1-21 248 0 0,-1 0-1 0 0,2-39 1 0 0,3-17 177 0 0,28-96 579 0 0,-33 161-1005 0 0,2 1 1 0 0,1 1-1 0 0,1-1 0 0 0,28-46 0 0 0,-35 65-208 0 0,1 1 0 0 0,0 0 1 0 0,0 0-1 0 0,1 0 0 0 0,0 0 0 0 0,0 1 0 0 0,0 0 0 0 0,1 1 1 0 0,-1-1-1 0 0,1 1 0 0 0,0 0 0 0 0,1 1 0 0 0,-1 0 0 0 0,0 0 1 0 0,1 0-1 0 0,0 1 0 0 0,0 0 0 0 0,-1 1 0 0 0,1-1 0 0 0,0 2 1 0 0,0-1-1 0 0,0 1 0 0 0,0 0 0 0 0,0 1 0 0 0,0 0 0 0 0,0 0 1 0 0,0 1-1 0 0,0 0 0 0 0,0 0 0 0 0,-1 1 0 0 0,1-1 0 0 0,-1 2 1 0 0,0-1-1 0 0,0 1 0 0 0,0 0 0 0 0,0 1 0 0 0,-1 0 0 0 0,0 0 0 0 0,0 0 1 0 0,0 1-1 0 0,0 0 0 0 0,6 9 0 0 0,-1 2-45 0 0,-1 0 0 0 0,-1 1 0 0 0,0 0 0 0 0,-2 1 0 0 0,0-1 0 0 0,-1 1 0 0 0,-1 1 0 0 0,-1-1 0 0 0,3 27 0 0 0,-3-2-464 0 0,-2-1 1 0 0,-2 0-1 0 0,-7 55 1 0 0,-4-22-4393 0 0,-7-1-1554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9:01.074"/>
    </inkml:context>
    <inkml:brush xml:id="br0">
      <inkml:brushProperty name="width" value="0.05" units="cm"/>
      <inkml:brushProperty name="height" value="0.05" units="cm"/>
      <inkml:brushProperty name="color" value="#E71224"/>
    </inkml:brush>
  </inkml:definitions>
  <inkml:trace contextRef="#ctx0" brushRef="#br0">19 178 17967 0 0,'0'-2'827'0'0,"-5"-10"-752"0"0,2 0 0 0 0,0 0 0 0 0,0-1 0 0 0,1 1 0 0 0,1-1 0 0 0,0 1 0 0 0,1-1 0 0 0,0 0 0 0 0,1 1 0 0 0,0-1 0 0 0,7-23 0 0 0,-8 34 1130 0 0,9 14-572 0 0,-8-11-534 0 0,4 9 85 0 0,1 0 1 0 0,-2 0-1 0 0,1 0 0 0 0,-2 0 0 0 0,6 19 0 0 0,5 58-81 0 0,-7-41-12 0 0,-3-26-52 0 0,25 135-305 0 0,-12-60 26 0 0,6 113 0 0 0,-18-156 197 0 0,2 28 43 0 0,-6-65 7 0 0,-1-13 4 0 0,-6 20-87 0 0,5-17 136 0 0,1-4-76 0 0,1 19 281 0 0,-1-18-255 0 0,0 4 88 0 0,0 0 1 0 0,0 0 0 0 0,1 0 0 0 0,0 0 0 0 0,0-1 0 0 0,1 1-1 0 0,3 10 1 0 0,-1-8-99 0 0,3-1 0 0 0,-5-5-8 0 0,0-1 1 0 0,0 0-1 0 0,1 0 0 0 0,-1 0 0 0 0,0 0 1 0 0,1 0-1 0 0,-1 0 0 0 0,0-1 0 0 0,1 1 1 0 0,-1-1-1 0 0,1 0 0 0 0,-1 0 0 0 0,1 0 1 0 0,-1 0-1 0 0,5 0 0 0 0,-3-1-23 0 0,0 0 0 0 0,0-1 0 0 0,0 1 0 0 0,0-1 0 0 0,0 1-1 0 0,-1-1 1 0 0,1 0 0 0 0,5-5 0 0 0,-1 1-28 0 0,-1 0-1 0 0,0-1 1 0 0,0 0-1 0 0,-1 0 1 0 0,1-1-1 0 0,-2 1 1 0 0,8-14-1 0 0,6-17-209 0 0,-2 0-1 0 0,-2-1 1 0 0,-1-1 0 0 0,-2 0 0 0 0,10-69-1 0 0,-17 65 93 0 0,-5 40 138 0 0,0-1 0 0 0,0 1-1 0 0,0 0 1 0 0,-1 0 0 0 0,0-1 0 0 0,1 1 0 0 0,-2 0 0 0 0,0-4 0 0 0,1 7 29 0 0,1 0 1 0 0,0 0 0 0 0,-1 1-1 0 0,1-1 1 0 0,-1 1-1 0 0,1-1 1 0 0,0 0-1 0 0,-1 1 1 0 0,0-1-1 0 0,1 1 1 0 0,-1-1 0 0 0,1 1-1 0 0,-1-1 1 0 0,1 1-1 0 0,-1-1 1 0 0,0 1-1 0 0,1 0 1 0 0,-1-1 0 0 0,0 1-1 0 0,0 0 1 0 0,1 0-1 0 0,-1 0 1 0 0,0-1-1 0 0,-1 1 1 0 0,0 0 19 0 0,0 0 0 0 0,0 1 0 0 0,0-1 0 0 0,1 0 0 0 0,-1 1 0 0 0,0-1 0 0 0,0 1 0 0 0,1 0 0 0 0,-1 0 0 0 0,-2 0 0 0 0,-1 3 57 0 0,-1 0 0 0 0,1-1 0 0 0,0 2 0 0 0,-9 8 0 0 0,6-4-35 0 0,1 1 0 0 0,0 0 0 0 0,1 0 0 0 0,0 1 0 0 0,1 0 0 0 0,-7 20 0 0 0,4-9 22 0 0,2 1-1 0 0,-5 35 0 0 0,8-39-101 0 0,1 0 0 0 0,2 0 0 0 0,-1 0 0 0 0,2 1 0 0 0,5 32 0 0 0,-4-45 28 0 0,0 1 1 0 0,0 0-1 0 0,0-1 0 0 0,1 1 0 0 0,0-1 1 0 0,0 0-1 0 0,1 0 0 0 0,0 0 0 0 0,0-1 1 0 0,0 1-1 0 0,1-1 0 0 0,0 0 0 0 0,0 0 0 0 0,1-1 1 0 0,0 1-1 0 0,11 7 0 0 0,-13-11 15 0 0,0 1 0 0 0,1-1 0 0 0,-1 0 0 0 0,1 0 0 0 0,0 0 0 0 0,0 0 0 0 0,-1-1 0 0 0,1 0 0 0 0,0 0 0 0 0,0 0 0 0 0,0-1 0 0 0,0 0 0 0 0,0 0-1 0 0,1 0 1 0 0,-1 0 0 0 0,0-1 0 0 0,0 0 0 0 0,-1 0 0 0 0,1 0 0 0 0,0-1 0 0 0,0 0 0 0 0,0 0 0 0 0,-1 0 0 0 0,1 0 0 0 0,-1-1 0 0 0,0 1 0 0 0,6-6 0 0 0,-1 1 43 0 0,0-1 1 0 0,0-1 0 0 0,-1 1-1 0 0,-1-1 1 0 0,1-1 0 0 0,-1 1-1 0 0,-1-1 1 0 0,0 0 0 0 0,0-1 0 0 0,6-18-1 0 0,-7 15 11 0 0,-1 0 0 0 0,0 0 0 0 0,-1 0 0 0 0,-1-1 0 0 0,0 1 0 0 0,-1-1 0 0 0,-1 0 0 0 0,0 1-1 0 0,-1-1 1 0 0,0 0 0 0 0,-2 1 0 0 0,-7-28 0 0 0,8 34-35 0 0,-1 1-1 0 0,0 0 0 0 0,0 0 1 0 0,-1 0-1 0 0,0 0 1 0 0,-1 1-1 0 0,1 0 1 0 0,-1 0-1 0 0,0 0 1 0 0,-8-7-1 0 0,9 9-22 0 0,-1 1 1 0 0,1-1-1 0 0,-1 1 1 0 0,0 0-1 0 0,0 0 0 0 0,0 1 1 0 0,-1-1-1 0 0,1 1 0 0 0,-1 0 1 0 0,1 1-1 0 0,-1-1 1 0 0,1 1-1 0 0,-1 0 0 0 0,-10 0 1 0 0,13 1-23 0 0,0 1 0 0 0,0-1 0 0 0,-1 1 1 0 0,1 0-1 0 0,0 0 0 0 0,0 0 0 0 0,0 0 0 0 0,0 0 0 0 0,0 1 1 0 0,0-1-1 0 0,0 1 0 0 0,1 0 0 0 0,-1 0 0 0 0,0 0 0 0 0,1 0 1 0 0,-4 4-1 0 0,5-4-176 0 0,1 1-422 0 0,1-1 546 0 0,-1-1-1 0 0,1 1 1 0 0,-1 0 0 0 0,1 0 0 0 0,0 0 0 0 0,-1-1-1 0 0,1 1 1 0 0,0 0 0 0 0,0-1 0 0 0,1 1 0 0 0,-1-1-1 0 0,0 1 1 0 0,0-1 0 0 0,1 0 0 0 0,-1 1 0 0 0,4 1-1 0 0,-2-1-20 0 0,0-1 0 0 0,0 1 0 0 0,1-1 0 0 0,-1 0 0 0 0,1 1 0 0 0,-1-2 0 0 0,1 1-1 0 0,5 0 1 0 0,5 0-177 0 0,1-1 1 0 0,-1 0-1 0 0,23-4 0 0 0,-37 3 279 0 0,31-4 92 0 0,0-1 0 0 0,-1-2 0 0 0,0-1 0 0 0,-1-1 0 0 0,49-24 0 0 0,-72 30 150 0 0,-4 3-36 0 0,0 0 1 0 0,-1 0-1 0 0,1 0 1 0 0,0 0-1 0 0,0 0 0 0 0,-1 1 1 0 0,1-1-1 0 0,3 0 1 0 0,-5 4 113 0 0,-2 8-76 0 0,-1 0 0 0 0,-1 0 0 0 0,1 0 0 0 0,-8 15 0 0 0,-4 12 148 0 0,1 1-120 0 0,-9 28-129 0 0,-19 85 0 0 0,35-124-142 0 0,5-20-20 0 0,0 1 0 0 0,0-1 0 0 0,0 1 0 0 0,1 0 0 0 0,0 14 1 0 0,1-22-14 0 0,0-1 0 0 0,0 0 1 0 0,0 0-1 0 0,0 0 0 0 0,0 1 1 0 0,0-1-1 0 0,0 0 0 0 0,0 0 1 0 0,0 0-1 0 0,0 1 0 0 0,0-1 1 0 0,0 0-1 0 0,0 0 0 0 0,0 1 1 0 0,0-1-1 0 0,0 0 1 0 0,0 0-1 0 0,0 0 0 0 0,1 1 1 0 0,-1-1-1 0 0,0 0 0 0 0,0 0 1 0 0,0 0-1 0 0,0 0 0 0 0,0 1 1 0 0,1-1-1 0 0,-1 0 0 0 0,0 0 1 0 0,0 0-1 0 0,0 0 0 0 0,0 0 1 0 0,1 0-1 0 0,-1 0 1 0 0,0 1-1 0 0,0-1 0 0 0,1 0 1 0 0,-1 0-1 0 0,0 0 0 0 0,10-5-418 0 0,9-12 7 0 0,-13 8 382 0 0,0-1 0 0 0,0 1-1 0 0,-1-1 1 0 0,0 0 0 0 0,-1 0-1 0 0,5-15 1 0 0,12-66 316 0 0,-17 69 78 0 0,3-36 0 0 0,-7 55 263 0 0,0 7-492 0 0,-7 192 106 0 0,1-10-1090 0 0,4-153 659 0 0,-13 157-1140 0 0,8-138 717 0 0,-21 84 0 0 0,26-129 525 0 0,-1 1-1 0 0,1 0 0 0 0,-1-1 1 0 0,-1 1-1 0 0,0-1 1 0 0,0 0-1 0 0,-8 11 0 0 0,10-16 97 0 0,1-1 0 0 0,-1 1 0 0 0,1 0 0 0 0,-1-1 0 0 0,0 0 0 0 0,1 1 0 0 0,-1-1 0 0 0,0 0 0 0 0,0 0 0 0 0,0 0 0 0 0,0 0 0 0 0,0 0 0 0 0,0 0-1 0 0,0 0 1 0 0,0-1 0 0 0,-1 1 0 0 0,1-1 0 0 0,0 0 0 0 0,0 0 0 0 0,0 1 0 0 0,-1-2 0 0 0,1 1 0 0 0,0 0 0 0 0,0 0 0 0 0,0-1 0 0 0,-1 1 0 0 0,1-1 0 0 0,0 1 0 0 0,0-1-1 0 0,0 0 1 0 0,0 0 0 0 0,-3-2 0 0 0,-3-2 43 0 0,1 0-1 0 0,0 0 0 0 0,0-1 0 0 0,0 0 1 0 0,1-1-1 0 0,0 0 0 0 0,0 1 1 0 0,1-2-1 0 0,0 1 0 0 0,0-1 1 0 0,-4-9-1 0 0,-2-5 306 0 0,2 0 0 0 0,-14-47 1 0 0,17 48-18 0 0,1-1-1 0 0,1 1 1 0 0,1-1 0 0 0,0 0 0 0 0,2 0 0 0 0,3-39 0 0 0,-2 54-269 0 0,1-1 0 0 0,1 1-1 0 0,-1-1 1 0 0,1 1 0 0 0,1 0-1 0 0,-1 0 1 0 0,1 0 0 0 0,1 0 0 0 0,-1 0-1 0 0,1 1 1 0 0,0 0 0 0 0,0-1-1 0 0,1 1 1 0 0,0 1 0 0 0,0-1 0 0 0,0 1-1 0 0,1 0 1 0 0,0 0 0 0 0,0 1-1 0 0,0-1 1 0 0,1 1 0 0 0,-1 1 0 0 0,10-5-1 0 0,-7 5-30 0 0,-1 0 0 0 0,1 0-1 0 0,0 1 1 0 0,0 0 0 0 0,0 1-1 0 0,0 0 1 0 0,0 0 0 0 0,0 1-1 0 0,0 0 1 0 0,12 2 0 0 0,5 2-305 0 0,-1 2 0 0 0,31 10 0 0 0,9 4-2651 0 0,-40-15 1333 0 0,0-2-14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9:01.556"/>
    </inkml:context>
    <inkml:brush xml:id="br0">
      <inkml:brushProperty name="width" value="0.05" units="cm"/>
      <inkml:brushProperty name="height" value="0.05" units="cm"/>
      <inkml:brushProperty name="color" value="#E71224"/>
    </inkml:brush>
  </inkml:definitions>
  <inkml:trace contextRef="#ctx0" brushRef="#br0">1 1 18199 0 0,'0'0'2143'0'0,"2"2"-1974"0"0,7 11-134 0 0,0 1 0 0 0,-1 0 0 0 0,11 25 0 0 0,-10-19-71 0 0,2 5 94 0 0,-1 1 0 0 0,-1 0 0 0 0,-2 0 0 0 0,7 40 0 0 0,5 111-28 0 0,-13-94-78 0 0,18 164-520 0 0,-23-237 555 0 0,-1-8-83 0 0,0 0-1 0 0,0 1 1 0 0,1-1 0 0 0,-1 0-1 0 0,1 0 1 0 0,-1 1 0 0 0,1-1-1 0 0,2 4 1 0 0,-2-4-157 0 0,7-29-51 0 0,-5-2 899 0 0,-1-51 0 0 0,-1 22-60 0 0,-1 56-530 0 0,11-186 1126 0 0,-6 142-814 0 0,2 1 1 0 0,14-49-1 0 0,-18 86-317 0 0,-1 0 0 0 0,7-13 0 0 0,-1 9 0 0 0,-7 12 1 0 0,-1-1 0 0 0,1 1 0 0 0,-1-1 0 0 0,1 1 1 0 0,-1-1-1 0 0,1 1 0 0 0,0 0 0 0 0,-1-1 0 0 0,1 1 0 0 0,0 0 0 0 0,-1-1 0 0 0,1 1 0 0 0,0 0 0 0 0,-1 0 0 0 0,1 0 0 0 0,0-1 1 0 0,-1 1-1 0 0,1 0 0 0 0,0 0 0 0 0,0 0 0 0 0,-1 0 0 0 0,1 1 0 0 0,0-1 0 0 0,0 0 0 0 0,1 1 5 0 0,0-1 1 0 0,0 1-1 0 0,0 0 0 0 0,0 0 1 0 0,0 0-1 0 0,-1 0 0 0 0,1 1 1 0 0,2 1-1 0 0,1 2 6 0 0,0 0 0 0 0,0 1 0 0 0,-1-1 0 0 0,6 10 0 0 0,38 80-36 0 0,-38-70 155 0 0,2-1 0 0 0,1 0 0 0 0,0-1 0 0 0,34 42 0 0 0,-44-62-95 0 0,0 1 0 0 0,0-1-1 0 0,1 0 1 0 0,-1-1 0 0 0,1 1 0 0 0,0 0 0 0 0,-1-1 0 0 0,1 0 0 0 0,0 0 0 0 0,1 0 0 0 0,-1 0 0 0 0,0-1-1 0 0,0 0 1 0 0,1 0 0 0 0,-1 0 0 0 0,1 0 0 0 0,-1 0 0 0 0,1-1 0 0 0,-1 0 0 0 0,1 0 0 0 0,6-1 0 0 0,-3-1-211 0 0,0 0 0 0 0,-1 0 0 0 0,1-1 0 0 0,-1 0 0 0 0,1 0 0 0 0,-1-1 0 0 0,0 0 0 0 0,0 0 0 0 0,0-1 0 0 0,11-10 0 0 0,29-30-7825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9:03.346"/>
    </inkml:context>
    <inkml:brush xml:id="br0">
      <inkml:brushProperty name="width" value="0.05" units="cm"/>
      <inkml:brushProperty name="height" value="0.05" units="cm"/>
      <inkml:brushProperty name="color" value="#E71224"/>
    </inkml:brush>
  </inkml:definitions>
  <inkml:trace contextRef="#ctx0" brushRef="#br0">3934 944 16783 0 0,'-28'-38'966'0'0,"-46"-79"-1"0"0,-10-16-454 0 0,39 75-69 0 0,-102-98 1 0 0,-76-29-354 0 0,178 154-100 0 0,-1 1-1 0 0,-1 2 1 0 0,-2 2-1 0 0,0 3 1 0 0,-79-26-1 0 0,67 31-54 0 0,0 3 0 0 0,-1 2 0 0 0,0 3-1 0 0,-97-3 1 0 0,55 13-13 0 0,-1 5 0 0 0,1 5 0 0 0,1 3 0 0 0,0 6 0 0 0,1 4 0 0 0,1 4 0 0 0,-104 44 0 0 0,138-42 133 0 0,1 2 1 0 0,2 4-1 0 0,1 2 0 0 0,-71 55 0 0 0,48-23 66 0 0,2 4 1 0 0,-80 91-1 0 0,-61 114-10 0 0,23 19-44 0 0,200-294-66 0 0,-212 364-2 0 0,169-273 6 0 0,5 2 0 0 0,-32 111 1 0 0,44-98 27 0 0,-22 176-1 0 0,49-282-30 0 0,-14 124-83 0 0,5 0 0 0 0,6 1-1 0 0,5-1 1 0 0,24 172 0 0 0,43 68-589 0 0,19-7-395 0 0,61 172-1292 0 0,-105-384 1493 0 0,1-7 50 0 0,104 229 0 0 0,-127-328 930 0 0,1-1 1 0 0,2-1 0 0 0,2-1 0 0 0,2-2 0 0 0,1 0 0 0 0,2-2-1 0 0,56 51 1 0 0,-29-38 32 0 0,1-3-1 0 0,3-3 1 0 0,1-2-1 0 0,103 47 1 0 0,-108-63 18 0 0,0-1 0 0 0,2-3 0 0 0,1-3 0 0 0,0-3 0 0 0,107 12 0 0 0,-126-24 165 0 0,1-1 0 0 0,0-3 0 0 0,0-1 1 0 0,-1-2-1 0 0,0-2 0 0 0,53-16 1 0 0,-23 0 98 0 0,-1-3 1 0 0,114-59-1 0 0,-126 52-306 0 0,-2-2 0 0 0,-1-3 0 0 0,-2-3 0 0 0,-1-2 0 0 0,76-82 0 0 0,-55 43 68 0 0,-4-4 0 0 0,99-162 0 0 0,-39 13 204 0 0,-56 97-110 0 0,-36 69-133 0 0,210-416 684 0 0,-188 333-557 0 0,-6-3-1 0 0,65-316 1 0 0,-82 243-160 0 0,13-352 1 0 0,-47 395-230 0 0,-27-228-1 0 0,5 286 26 0 0,14 109 32 0 0,0 0 0 0 0,0 1 0 0 0,-2 0 0 0 0,0 0 0 0 0,-10-16 0 0 0,11 24-16 0 0,0 1-1 0 0,0 0 0 0 0,-1 0 1 0 0,0 0-1 0 0,-9-6 0 0 0,-42-31-1426 0 0,56 43 1368 0 0,-37-25-1512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9:03.711"/>
    </inkml:context>
    <inkml:brush xml:id="br0">
      <inkml:brushProperty name="width" value="0.05" units="cm"/>
      <inkml:brushProperty name="height" value="0.05" units="cm"/>
      <inkml:brushProperty name="color" value="#E71224"/>
    </inkml:brush>
  </inkml:definitions>
  <inkml:trace contextRef="#ctx0" brushRef="#br0">448 1 21655 0 0,'-9'40'598'0'0,"-1"0"-1"0"0,-26 63 1 0 0,25-79-2007 0 0,0 0 1 0 0,-2-1-1 0 0,0-1 1 0 0,-2 0-1 0 0,-22 26 1 0 0,15-25 6 0 0,-36 29 0 0 0,32-31 1055 0 0,-23 25 0 0 0,28-23 1107 0 0,0 1-1 0 0,2 1 1 0 0,0 0-1 0 0,-27 52 1 0 0,44-73-658 0 0,0 1-1 0 0,0-1 1 0 0,1 1 0 0 0,0-1 0 0 0,0 1 0 0 0,0-1 0 0 0,0 1 0 0 0,1 0 0 0 0,-1-1 0 0 0,1 1 0 0 0,0 0 0 0 0,1 0 0 0 0,-1-1 0 0 0,1 1 0 0 0,0-1 0 0 0,0 1-1 0 0,1 0 1 0 0,-1-1 0 0 0,1 0 0 0 0,0 1 0 0 0,0-1 0 0 0,0 0 0 0 0,4 5 0 0 0,5 5 44 0 0,1 0-1 0 0,1 0 1 0 0,0-1 0 0 0,23 18-1 0 0,-18-15-17 0 0,64 49 387 0 0,18 16 422 0 0,96 114 1147 0 0,-120-116-1180 0 0,153 120 0 0 0,-98-110-3710 0 0,-129-88 1084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9:04.284"/>
    </inkml:context>
    <inkml:brush xml:id="br0">
      <inkml:brushProperty name="width" value="0.05" units="cm"/>
      <inkml:brushProperty name="height" value="0.05" units="cm"/>
      <inkml:brushProperty name="color" value="#E71224"/>
    </inkml:brush>
  </inkml:definitions>
  <inkml:trace contextRef="#ctx0" brushRef="#br0">74 223 17047 0 0,'0'0'1776'0'0,"-1"0"-1682"0"0,-1-2-43 0 0,0 1 0 0 0,0 0 0 0 0,0-1 0 0 0,1 0 0 0 0,-1 1 0 0 0,0-1 0 0 0,1 0 0 0 0,-1 0 0 0 0,1 0 0 0 0,0 0 0 0 0,-1 0 0 0 0,1 0 0 0 0,0 0 0 0 0,-1-4 0 0 0,1 2-33 0 0,0-1 0 0 0,0 1 1 0 0,0-1-1 0 0,1 0 0 0 0,0 1 1 0 0,0-10-1 0 0,2 0-201 0 0,0 0 1 0 0,1 0-1 0 0,0 1 0 0 0,7-15 1 0 0,-9 24 147 0 0,1 0 0 0 0,-1 0 1 0 0,1 1-1 0 0,0-1 1 0 0,0 0-1 0 0,1 1 1 0 0,-1-1-1 0 0,1 1 1 0 0,-1 0-1 0 0,1 0 1 0 0,0 0-1 0 0,0 0 1 0 0,1 1-1 0 0,-1-1 0 0 0,0 1 1 0 0,1 0-1 0 0,0 0 1 0 0,-1 0-1 0 0,1 0 1 0 0,7-2-1 0 0,-4 3 39 0 0,0 0 0 0 0,0 0 0 0 0,0 0-1 0 0,0 1 1 0 0,-1 0 0 0 0,1 1 0 0 0,0-1-1 0 0,0 1 1 0 0,0 0 0 0 0,-1 1 0 0 0,13 4 0 0 0,-7-2 2 0 0,-1 0 0 0 0,0 1 1 0 0,0 1-1 0 0,-1 0 0 0 0,1 0 1 0 0,-1 1-1 0 0,-1 0 1 0 0,13 11-1 0 0,-19-14-50 0 0,1-1 0 0 0,-1 1 1 0 0,0 0-1 0 0,-1 0 0 0 0,1 0 0 0 0,-1 0 0 0 0,1 1 1 0 0,-1-1-1 0 0,-1 0 0 0 0,1 1 0 0 0,-1-1 1 0 0,1 1-1 0 0,-1 0 0 0 0,-1 0 0 0 0,1-1 0 0 0,-1 1 1 0 0,1 0-1 0 0,-1 0 0 0 0,-1 0 0 0 0,1-1 1 0 0,-1 1-1 0 0,0 0 0 0 0,-2 8 0 0 0,-4 5-117 0 0,-1 0-1 0 0,-1 0 1 0 0,-1-1-1 0 0,-16 22 1 0 0,2-1-40 0 0,-160 250 63 0 0,153-241 305 0 0,15-25 343 0 0,2 0 0 0 0,-13 28 0 0 0,27-49-459 0 0,-1 0 0 0 0,1 0 0 0 0,0 0 0 0 0,-1 0 0 0 0,1 0 0 0 0,0 0 0 0 0,0 0 0 0 0,0 0 0 0 0,0 0 0 0 0,0 0 0 0 0,0 0 0 0 0,0 0 0 0 0,0 0 0 0 0,0 0 0 0 0,0 0 0 0 0,1 0 0 0 0,-1 0 0 0 0,0-1 0 0 0,1 1 0 0 0,-1 0 0 0 0,1 0 0 0 0,-1 0 0 0 0,1 0 0 0 0,-1 0 0 0 0,1-1 0 0 0,-1 1 0 0 0,1 0 0 0 0,0-1 0 0 0,0 1 0 0 0,-1 0 0 0 0,1-1 0 0 0,0 1 0 0 0,0-1 0 0 0,0 1 0 0 0,-1-1 0 0 0,3 1 0 0 0,3 2 7 0 0,1 0 0 0 0,0-1 0 0 0,0 1 0 0 0,7 0 0 0 0,-3 0 62 0 0,85 25 367 0 0,67 18-110 0 0,-128-38-628 0 0,95 19-538 0 0,-43-14-3841 0 0,-67-11-1076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9:04.898"/>
    </inkml:context>
    <inkml:brush xml:id="br0">
      <inkml:brushProperty name="width" value="0.05" units="cm"/>
      <inkml:brushProperty name="height" value="0.05" units="cm"/>
      <inkml:brushProperty name="color" value="#E71224"/>
    </inkml:brush>
  </inkml:definitions>
  <inkml:trace contextRef="#ctx0" brushRef="#br0">0 145 12895 0 0,'0'0'7043'0'0,"3"0"-6603"0"0,0 1-442 0 0,1-1 0 0 0,0 1 0 0 0,-1 0 0 0 0,1 0 0 0 0,-1 0 0 0 0,1 0 1 0 0,-1 1-1 0 0,0-1 0 0 0,1 1 0 0 0,-1 0 0 0 0,0 0 0 0 0,0 0 0 0 0,0 0 0 0 0,-1 1 0 0 0,1-1 0 0 0,0 1 1 0 0,-1 0-1 0 0,0 0 0 0 0,1-1 0 0 0,-1 2 0 0 0,2 4 0 0 0,6 9-33 0 0,-2 0-1 0 0,13 35 1 0 0,-16-38 52 0 0,44 125-17 0 0,-10-21-100 0 0,-29-89-96 0 0,-2 1 0 0 0,7 37 0 0 0,-14-54 62 0 0,1 1-1 0 0,-2-1 1 0 0,0 1 0 0 0,-3 23-1 0 0,-2-18 52 0 0,4-17 89 0 0,1-1 311 0 0,-9-11-139 0 0,6 5-138 0 0,-1 0 0 0 0,1 0 0 0 0,0 0 0 0 0,1 0 1 0 0,-1-1-1 0 0,1 1 0 0 0,0-1 0 0 0,1 0 0 0 0,-1 1 1 0 0,1-1-1 0 0,0 0 0 0 0,1 0 0 0 0,-1 0 0 0 0,1 0 1 0 0,0 0-1 0 0,2-10 0 0 0,2-8 156 0 0,0 1 0 0 0,16-43 0 0 0,-10 33-55 0 0,80-222 29 0 0,-86 246-129 0 0,1 0 0 0 0,0 1 0 0 0,0-1 0 0 0,1 1 0 0 0,0 1 0 0 0,1-1 0 0 0,0 1 0 0 0,0 0 1 0 0,0 0-1 0 0,1 1 0 0 0,0 0 0 0 0,15-9 0 0 0,-11 9 39 0 0,1 0-1 0 0,-1 0 1 0 0,1 1 0 0 0,0 1 0 0 0,0 0 0 0 0,0 1 0 0 0,1 1-1 0 0,24-2 1 0 0,-34 3-92 0 0,0 1 0 0 0,0 0 0 0 0,1 0-1 0 0,-1 1 1 0 0,0-1 0 0 0,0 1 0 0 0,1 0 0 0 0,-1 0-1 0 0,0 0 1 0 0,0 1 0 0 0,6 2 0 0 0,-8-2-10 0 0,0-1 1 0 0,0 1-1 0 0,0 0 1 0 0,0 0-1 0 0,0 0 0 0 0,0 0 1 0 0,-1 0-1 0 0,1 1 1 0 0,-1-1-1 0 0,1 0 1 0 0,-1 1-1 0 0,0-1 1 0 0,0 1-1 0 0,0-1 0 0 0,0 1 1 0 0,0 0-1 0 0,-1-1 1 0 0,1 6-1 0 0,1 7-89 0 0,-1 0-1 0 0,0 0 1 0 0,-2 0-1 0 0,-1 16 1 0 0,-13 60-136 0 0,6-45 209 0 0,4-21 26 0 0,-5 44 139 0 0,10-62-58 0 0,-1-1 0 0 0,1 1 0 0 0,1 0 0 0 0,-1-1 0 0 0,1 1-1 0 0,0-1 1 0 0,4 12 0 0 0,-4-17-37 0 0,0 1 0 0 0,0-1-1 0 0,1 0 1 0 0,-1 0 0 0 0,0 1-1 0 0,1-1 1 0 0,-1 0 0 0 0,0 0 0 0 0,1-1-1 0 0,-1 1 1 0 0,1 0 0 0 0,-1 0 0 0 0,1-1-1 0 0,0 1 1 0 0,-1-1 0 0 0,1 1-1 0 0,0-1 1 0 0,2 1 0 0 0,3-1 41 0 0,0 1-1 0 0,1-1 1 0 0,-1 0 0 0 0,0-1-1 0 0,0 1 1 0 0,0-2 0 0 0,0 1 0 0 0,0-1-1 0 0,0 0 1 0 0,0 0 0 0 0,0-1 0 0 0,0 0-1 0 0,-1 0 1 0 0,11-7 0 0 0,-3 1 17 0 0,0-1 0 0 0,0-1 0 0 0,-1 0 0 0 0,-1-1 0 0 0,13-15-1 0 0,-11 9-75 0 0,-1 0 0 0 0,-1-1-1 0 0,0 0 1 0 0,-2-1 0 0 0,12-29-1 0 0,31-112-3975 0 0,-41 120 1412 0 0,28-92-4837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12T04:29:18.822"/>
    </inkml:context>
    <inkml:brush xml:id="br0">
      <inkml:brushProperty name="width" value="0.05" units="cm"/>
      <inkml:brushProperty name="height" value="0.05" units="cm"/>
      <inkml:brushProperty name="color" value="#E71224"/>
    </inkml:brush>
  </inkml:definitions>
  <inkml:trace contextRef="#ctx0" brushRef="#br0">1340 3206 2303 0 0,'-3'0'167'0'0,"-30"-3"755"0"0,-14-2 2078 0 0,-63 2 0 0 0,97 3-2652 0 0,1 1 1 0 0,0 0-1 0 0,-1 1 1 0 0,1 1-1 0 0,0 0 1 0 0,0 0-1 0 0,1 1 0 0 0,-1 1 1 0 0,1 0-1 0 0,-16 9 1475 0 0,26-12-1336 0 0,1-2-452 0 0,0 1-1 0 0,-1-1 1 0 0,1 1-1 0 0,0-1 0 0 0,0 1 1 0 0,0-1-1 0 0,0 1 1 0 0,-1 0-1 0 0,1-1 0 0 0,0 1 1 0 0,0-1-1 0 0,0 1 1 0 0,0-1-1 0 0,0 1 0 0 0,0-1 1 0 0,0 1-1 0 0,0 0 1 0 0,1-1-1 0 0,-1 1 0 0 0,0-1 1 0 0,0 1-1 0 0,7 6-25 0 0,-1 0 0 0 0,1-1-1 0 0,0 1 1 0 0,0-2 0 0 0,1 1 0 0 0,-1-1-1 0 0,1 0 1 0 0,1-1 0 0 0,-1 0 0 0 0,12 4-1 0 0,13 3-90 0 0,49 10-1 0 0,-63-16 96 0 0,45 9-12 0 0,0-3 1 0 0,0-2-1 0 0,1-4 0 0 0,0-2 0 0 0,0-3 0 0 0,74-9 0 0 0,123-34 147 0 0,-187 25-86 0 0,107-39 0 0 0,-97 24-124 0 0,129-70-1 0 0,-179 83 29 0 0,-1-2 0 0 0,-1-2 1 0 0,-1 0-1 0 0,-2-2 0 0 0,0-2 1 0 0,29-34-1 0 0,-25 20 136 0 0,-2-1 0 0 0,46-85 1 0 0,-68 108-46 0 0,-2-1 1 0 0,0 0-1 0 0,-1-1 1 0 0,-2 1-1 0 0,0-1 1 0 0,-1-1-1 0 0,-1 1 1 0 0,0-24-1 0 0,-3-29 129 0 0,-10-77 0 0 0,10 147-182 0 0,-11-97 138 0 0,-36-152 0 0 0,33 199-105 0 0,-50-194 98 0 0,42 178 11 0 0,-46-99 0 0 0,-52-55 368 0 0,30 60-295 0 0,56 99-169 0 0,-60-112 42 0 0,69 136-49 0 0,-2 1-1 0 0,-35-41 1 0 0,24 40 111 0 0,-2 1 1 0 0,-90-72 0 0 0,-108-45 151 0 0,193 131-274 0 0,-141-79-7 0 0,157 93-68 0 0,0 1 0 0 0,-1 1 0 0 0,0 1 1 0 0,-57-10-1 0 0,59 17 25 0 0,0 0 0 0 0,1 2 0 0 0,-1 1 0 0 0,0 1 0 0 0,0 2 0 0 0,1 0 1 0 0,-1 2-1 0 0,1 1 0 0 0,0 1 0 0 0,1 2 0 0 0,-1 0 0 0 0,2 2 0 0 0,-47 26 0 0 0,23-6 7 0 0,-53 43-1 0 0,-40 46-56 0 0,41-34-45 0 0,89-76 90 0 0,-128 110-196 0 0,110-90 173 0 0,1 0 0 0 0,-35 49 0 0 0,27-24-15 0 0,-48 96 1 0 0,-14 68-56 0 0,71-149 48 0 0,3 1 1 0 0,-30 143-1 0 0,45-153 85 0 0,-5 99-1 0 0,15-131 39 0 0,1 0-1 0 0,1-1 1 0 0,1 1-1 0 0,2 0 1 0 0,13 48-1 0 0,7-7-27 0 0,3-1 0 0 0,2-1 0 0 0,4-1 0 0 0,2-2 0 0 0,51 67 0 0 0,-68-108-52 0 0,2 0 1 0 0,0-2 0 0 0,2 0 0 0 0,32 24-1 0 0,108 66 9 0 0,-112-79 27 0 0,18 13 14 0 0,97 61 163 0 0,-130-87-50 0 0,1-1 1 0 0,69 24 0 0 0,-43-24-86 0 0,1-4-1 0 0,0-2 0 0 0,1-3 0 0 0,0-2 1 0 0,0-4-1 0 0,1-3 0 0 0,0-2 1 0 0,-1-3-1 0 0,0-3 0 0 0,0-3 1 0 0,-1-3-1 0 0,76-25 0 0 0,-101 24-381 0 0,-2-2 1 0 0,0-2-1 0 0,38-23 0 0 0,-19 5-1775 0 0,57-49-1 0 0,-42 25-4027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E84B8A7-4190-7E43-A09C-E65391BF7D1A}" type="datetimeFigureOut">
              <a:rPr lang="en-US" smtClean="0"/>
              <a:t>10/31/2025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47F7BA9-BD23-364F-BA23-B1582B7D9A79}" type="slidenum">
              <a:rPr lang="en-US" smtClean="0"/>
              <a:t>‹#›</a:t>
            </a:fld>
            <a:endParaRPr lang="en-US"/>
          </a:p>
        </p:txBody>
      </p:sp>
    </p:spTree>
    <p:extLst>
      <p:ext uri="{BB962C8B-B14F-4D97-AF65-F5344CB8AC3E}">
        <p14:creationId xmlns:p14="http://schemas.microsoft.com/office/powerpoint/2010/main" val="3424958851"/>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47F7BA9-BD23-364F-BA23-B1582B7D9A79}" type="slidenum">
              <a:rPr lang="en-US" smtClean="0"/>
              <a:t>6</a:t>
            </a:fld>
            <a:endParaRPr lang="en-US"/>
          </a:p>
        </p:txBody>
      </p:sp>
    </p:spTree>
    <p:extLst>
      <p:ext uri="{BB962C8B-B14F-4D97-AF65-F5344CB8AC3E}">
        <p14:creationId xmlns:p14="http://schemas.microsoft.com/office/powerpoint/2010/main" val="13695791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body" idx="1"/>
          </p:nvPr>
        </p:nvSpPr>
        <p:spPr>
          <a:xfrm>
            <a:off x="516434" y="4342191"/>
            <a:ext cx="5909964" cy="4115405"/>
          </a:xfrm>
          <a:noFill/>
          <a:ln w="9525"/>
        </p:spPr>
        <p:txBody>
          <a:bodyPr lIns="90475" tIns="44444" rIns="90475" bIns="44444"/>
          <a:lstStyle/>
          <a:p>
            <a:endParaRPr lang="en-US" dirty="0"/>
          </a:p>
        </p:txBody>
      </p:sp>
      <p:sp>
        <p:nvSpPr>
          <p:cNvPr id="29699" name="Rectangle 3"/>
          <p:cNvSpPr>
            <a:spLocks noGrp="1" noRot="1" noChangeAspect="1" noChangeArrowheads="1"/>
          </p:cNvSpPr>
          <p:nvPr>
            <p:ph type="sldImg"/>
          </p:nvPr>
        </p:nvSpPr>
        <p:spPr>
          <a:xfrm>
            <a:off x="1158875" y="587375"/>
            <a:ext cx="4552950" cy="3416300"/>
          </a:xfrm>
        </p:spPr>
      </p:sp>
    </p:spTree>
    <p:extLst>
      <p:ext uri="{BB962C8B-B14F-4D97-AF65-F5344CB8AC3E}">
        <p14:creationId xmlns:p14="http://schemas.microsoft.com/office/powerpoint/2010/main" val="29958859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8162" name="Rectangle 2"/>
          <p:cNvSpPr>
            <a:spLocks noGrp="1" noRot="1" noChangeAspect="1" noChangeArrowheads="1"/>
          </p:cNvSpPr>
          <p:nvPr>
            <p:ph type="sldImg"/>
          </p:nvPr>
        </p:nvSpPr>
        <p:spPr bwMode="auto">
          <a:xfrm>
            <a:off x="1158875" y="587375"/>
            <a:ext cx="4552950" cy="3416300"/>
          </a:xfrm>
          <a:prstGeom prst="rect">
            <a:avLst/>
          </a:prstGeom>
          <a:solidFill>
            <a:srgbClr val="FFFFFF"/>
          </a:solidFill>
          <a:ln>
            <a:solidFill>
              <a:srgbClr val="000000"/>
            </a:solidFill>
            <a:miter lim="800000"/>
            <a:headEnd/>
            <a:tailEnd/>
          </a:ln>
        </p:spPr>
      </p:sp>
      <p:sp>
        <p:nvSpPr>
          <p:cNvPr id="2268163" name="Rectangle 3"/>
          <p:cNvSpPr>
            <a:spLocks noGrp="1" noChangeArrowheads="1"/>
          </p:cNvSpPr>
          <p:nvPr>
            <p:ph type="body" idx="1"/>
          </p:nvPr>
        </p:nvSpPr>
        <p:spPr bwMode="auto">
          <a:xfrm>
            <a:off x="514660" y="4342777"/>
            <a:ext cx="5910840" cy="4115111"/>
          </a:xfrm>
          <a:prstGeom prst="rect">
            <a:avLst/>
          </a:prstGeom>
          <a:solidFill>
            <a:srgbClr val="FFFFFF"/>
          </a:solidFill>
          <a:ln>
            <a:solidFill>
              <a:srgbClr val="000000"/>
            </a:solidFill>
            <a:miter lim="800000"/>
            <a:headEnd/>
            <a:tailEnd/>
          </a:ln>
        </p:spPr>
        <p:txBody>
          <a:bodyPr lIns="93315" tIns="46656" rIns="93315" bIns="46656">
            <a:prstTxWarp prst="textNoShape">
              <a:avLst/>
            </a:prstTxWarp>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err="1"/>
              <a:t>Kiểu</a:t>
            </a:r>
            <a:r>
              <a:rPr lang="en-US" altLang="en-US" sz="1200" dirty="0"/>
              <a:t> </a:t>
            </a:r>
            <a:r>
              <a:rPr lang="en-US" altLang="en-US" sz="1200" dirty="0" err="1"/>
              <a:t>dữ</a:t>
            </a:r>
            <a:r>
              <a:rPr lang="en-US" altLang="en-US" sz="1200" dirty="0"/>
              <a:t> </a:t>
            </a:r>
            <a:r>
              <a:rPr lang="en-US" altLang="en-US" sz="1200" dirty="0" err="1"/>
              <a:t>liệu</a:t>
            </a:r>
            <a:r>
              <a:rPr lang="en-US" altLang="en-US" sz="1200" dirty="0"/>
              <a:t> </a:t>
            </a:r>
            <a:r>
              <a:rPr lang="en-US" altLang="en-US" sz="1200" dirty="0" err="1"/>
              <a:t>cho</a:t>
            </a:r>
            <a:r>
              <a:rPr lang="en-US" altLang="en-US" sz="1200" dirty="0"/>
              <a:t> ta </a:t>
            </a:r>
            <a:r>
              <a:rPr lang="en-US" altLang="en-US" sz="1200" dirty="0" err="1"/>
              <a:t>biết</a:t>
            </a:r>
            <a:r>
              <a:rPr lang="en-US" altLang="en-US" sz="1200" dirty="0"/>
              <a:t> </a:t>
            </a:r>
            <a:r>
              <a:rPr lang="en-US" altLang="en-US" sz="1200" dirty="0" err="1"/>
              <a:t>cách</a:t>
            </a:r>
            <a:r>
              <a:rPr lang="en-US" altLang="en-US" sz="1200" dirty="0"/>
              <a:t> </a:t>
            </a:r>
            <a:r>
              <a:rPr lang="en-US" altLang="en-US" sz="1200" dirty="0" err="1"/>
              <a:t>tổ</a:t>
            </a:r>
            <a:r>
              <a:rPr lang="en-US" altLang="en-US" sz="1200" dirty="0"/>
              <a:t> </a:t>
            </a:r>
            <a:r>
              <a:rPr lang="en-US" altLang="en-US" sz="1200" dirty="0" err="1"/>
              <a:t>chức</a:t>
            </a:r>
            <a:r>
              <a:rPr lang="en-US" altLang="en-US" sz="1200" dirty="0"/>
              <a:t> </a:t>
            </a:r>
            <a:r>
              <a:rPr lang="en-US" altLang="en-US" sz="1200" dirty="0" err="1"/>
              <a:t>dữ</a:t>
            </a:r>
            <a:r>
              <a:rPr lang="en-US" altLang="en-US" sz="1200" dirty="0"/>
              <a:t> </a:t>
            </a:r>
            <a:r>
              <a:rPr lang="en-US" altLang="en-US" sz="1200" dirty="0" err="1"/>
              <a:t>liệu</a:t>
            </a:r>
            <a:r>
              <a:rPr lang="en-US" altLang="en-US" sz="1200" dirty="0"/>
              <a:t> </a:t>
            </a:r>
            <a:r>
              <a:rPr lang="en-US" altLang="en-US" sz="1200" dirty="0" err="1"/>
              <a:t>cũng</a:t>
            </a:r>
            <a:r>
              <a:rPr lang="en-US" altLang="en-US" sz="1200" dirty="0"/>
              <a:t> </a:t>
            </a:r>
            <a:r>
              <a:rPr lang="en-US" altLang="en-US" sz="1200" dirty="0" err="1"/>
              <a:t>như</a:t>
            </a:r>
            <a:r>
              <a:rPr lang="en-US" altLang="en-US" sz="1200" dirty="0"/>
              <a:t> </a:t>
            </a:r>
            <a:r>
              <a:rPr lang="en-US" altLang="en-US" sz="1200" dirty="0" err="1"/>
              <a:t>tập</a:t>
            </a:r>
            <a:r>
              <a:rPr lang="en-US" altLang="en-US" sz="1200" dirty="0"/>
              <a:t> </a:t>
            </a:r>
            <a:r>
              <a:rPr lang="en-US" altLang="en-US" sz="1200" dirty="0" err="1"/>
              <a:t>các</a:t>
            </a:r>
            <a:r>
              <a:rPr lang="en-US" altLang="en-US" sz="1200" dirty="0"/>
              <a:t> </a:t>
            </a:r>
            <a:r>
              <a:rPr lang="en-US" altLang="en-US" sz="1200" dirty="0" err="1"/>
              <a:t>giá</a:t>
            </a:r>
            <a:r>
              <a:rPr lang="en-US" altLang="en-US" sz="1200" dirty="0"/>
              <a:t> </a:t>
            </a:r>
            <a:r>
              <a:rPr lang="en-US" altLang="en-US" sz="1200" dirty="0" err="1"/>
              <a:t>trị</a:t>
            </a:r>
            <a:r>
              <a:rPr lang="en-US" altLang="en-US" sz="1200" dirty="0"/>
              <a:t> </a:t>
            </a:r>
            <a:r>
              <a:rPr lang="en-US" altLang="en-US" sz="1200" dirty="0" err="1"/>
              <a:t>mà</a:t>
            </a:r>
            <a:r>
              <a:rPr lang="en-US" altLang="en-US" sz="1200" dirty="0"/>
              <a:t> </a:t>
            </a:r>
            <a:r>
              <a:rPr lang="en-US" altLang="en-US" sz="1200" dirty="0" err="1"/>
              <a:t>một</a:t>
            </a:r>
            <a:r>
              <a:rPr lang="en-US" altLang="en-US" sz="1200" dirty="0"/>
              <a:t> </a:t>
            </a:r>
            <a:r>
              <a:rPr lang="en-US" altLang="en-US" sz="1200" dirty="0" err="1"/>
              <a:t>đối</a:t>
            </a:r>
            <a:r>
              <a:rPr lang="en-US" altLang="en-US" sz="1200" dirty="0"/>
              <a:t> </a:t>
            </a:r>
            <a:r>
              <a:rPr lang="en-US" altLang="en-US" sz="1200" dirty="0" err="1"/>
              <a:t>tượng</a:t>
            </a:r>
            <a:r>
              <a:rPr lang="en-US" altLang="en-US" sz="1200" dirty="0"/>
              <a:t> </a:t>
            </a:r>
            <a:r>
              <a:rPr lang="en-US" altLang="en-US" sz="1200" dirty="0" err="1"/>
              <a:t>dữ</a:t>
            </a:r>
            <a:r>
              <a:rPr lang="en-US" altLang="en-US" sz="1200" dirty="0"/>
              <a:t> </a:t>
            </a:r>
            <a:r>
              <a:rPr lang="en-US" altLang="en-US" sz="1200" dirty="0" err="1"/>
              <a:t>liệu</a:t>
            </a:r>
            <a:r>
              <a:rPr lang="en-US" altLang="en-US" sz="1200" dirty="0"/>
              <a:t> </a:t>
            </a:r>
            <a:r>
              <a:rPr lang="en-US" altLang="en-US" sz="1200" dirty="0" err="1"/>
              <a:t>có</a:t>
            </a:r>
            <a:r>
              <a:rPr lang="en-US" altLang="en-US" sz="1200" dirty="0"/>
              <a:t> </a:t>
            </a:r>
            <a:r>
              <a:rPr lang="en-US" altLang="en-US" sz="1200" dirty="0" err="1"/>
              <a:t>thể</a:t>
            </a:r>
            <a:r>
              <a:rPr lang="en-US" altLang="en-US" sz="1200" dirty="0"/>
              <a:t> </a:t>
            </a:r>
            <a:r>
              <a:rPr lang="en-US" altLang="en-US" sz="1200" dirty="0" err="1"/>
              <a:t>nhận</a:t>
            </a:r>
            <a:r>
              <a:rPr lang="en-US" altLang="en-US" sz="1200" dirty="0"/>
              <a:t>, hay </a:t>
            </a:r>
            <a:r>
              <a:rPr lang="en-US" altLang="en-US" sz="1200" dirty="0" err="1"/>
              <a:t>miền</a:t>
            </a:r>
            <a:r>
              <a:rPr lang="en-US" altLang="en-US" sz="1200" dirty="0"/>
              <a:t> </a:t>
            </a:r>
            <a:r>
              <a:rPr lang="en-US" altLang="en-US" sz="1200" dirty="0" err="1"/>
              <a:t>giá</a:t>
            </a:r>
            <a:r>
              <a:rPr lang="en-US" altLang="en-US" sz="1200" dirty="0"/>
              <a:t> </a:t>
            </a:r>
            <a:r>
              <a:rPr lang="en-US" altLang="en-US" sz="1200" dirty="0" err="1"/>
              <a:t>trị</a:t>
            </a:r>
            <a:r>
              <a:rPr lang="en-US" altLang="en-US" sz="1200" dirty="0"/>
              <a:t> </a:t>
            </a:r>
            <a:r>
              <a:rPr lang="en-US" altLang="en-US" sz="1200" dirty="0" err="1"/>
              <a:t>của</a:t>
            </a:r>
            <a:r>
              <a:rPr lang="en-US" altLang="en-US" sz="1200" dirty="0"/>
              <a:t> </a:t>
            </a:r>
            <a:r>
              <a:rPr lang="en-US" altLang="en-US" sz="1200" dirty="0" err="1"/>
              <a:t>nó</a:t>
            </a:r>
            <a:r>
              <a:rPr lang="en-US" altLang="en-US" sz="1200" dirty="0"/>
              <a:t>. </a:t>
            </a:r>
            <a:r>
              <a:rPr lang="en-US" altLang="en-US" sz="1200" dirty="0" err="1"/>
              <a:t>Ví</a:t>
            </a:r>
            <a:r>
              <a:rPr lang="en-US" altLang="en-US" sz="1200" dirty="0"/>
              <a:t> </a:t>
            </a:r>
            <a:r>
              <a:rPr lang="en-US" altLang="en-US" sz="1200" dirty="0" err="1"/>
              <a:t>dụ</a:t>
            </a:r>
            <a:r>
              <a:rPr lang="en-US" altLang="en-US" sz="1200" dirty="0"/>
              <a:t> </a:t>
            </a:r>
            <a:r>
              <a:rPr lang="en-US" altLang="en-US" sz="1200" dirty="0" err="1"/>
              <a:t>như</a:t>
            </a:r>
            <a:r>
              <a:rPr lang="en-US" altLang="en-US" sz="1200" dirty="0"/>
              <a:t> </a:t>
            </a:r>
            <a:r>
              <a:rPr lang="en-US" altLang="en-US" sz="1200" dirty="0" err="1"/>
              <a:t>kiểu</a:t>
            </a:r>
            <a:r>
              <a:rPr lang="en-US" altLang="en-US" sz="1200" dirty="0"/>
              <a:t> </a:t>
            </a:r>
            <a:r>
              <a:rPr lang="en-US" altLang="en-US" sz="1200" dirty="0" err="1"/>
              <a:t>số</a:t>
            </a:r>
            <a:r>
              <a:rPr lang="en-US" altLang="en-US" sz="1200" dirty="0"/>
              <a:t> </a:t>
            </a:r>
            <a:r>
              <a:rPr lang="en-US" altLang="en-US" sz="1200" dirty="0" err="1"/>
              <a:t>nguyên</a:t>
            </a:r>
            <a:r>
              <a:rPr lang="en-US" altLang="en-US" sz="1200" dirty="0"/>
              <a:t>, </a:t>
            </a:r>
            <a:r>
              <a:rPr lang="en-US" altLang="en-US" sz="1200" dirty="0" err="1"/>
              <a:t>kiểu</a:t>
            </a:r>
            <a:r>
              <a:rPr lang="en-US" altLang="en-US" sz="1200" dirty="0"/>
              <a:t> </a:t>
            </a:r>
            <a:r>
              <a:rPr lang="en-US" altLang="en-US" sz="1200" dirty="0" err="1"/>
              <a:t>số</a:t>
            </a:r>
            <a:r>
              <a:rPr lang="en-US" altLang="en-US" sz="1200" dirty="0"/>
              <a:t> </a:t>
            </a:r>
            <a:r>
              <a:rPr lang="en-US" altLang="en-US" sz="1200" dirty="0" err="1"/>
              <a:t>thực</a:t>
            </a:r>
            <a:r>
              <a:rPr lang="en-US" altLang="en-US" sz="1200" dirty="0"/>
              <a:t>,..</a:t>
            </a:r>
          </a:p>
          <a:p>
            <a:endParaRPr lang="en-US" altLang="en-US" sz="1200" dirty="0"/>
          </a:p>
          <a:p>
            <a:r>
              <a:rPr lang="en-US" altLang="en-US" sz="1200" dirty="0" err="1"/>
              <a:t>Nếu</a:t>
            </a:r>
            <a:r>
              <a:rPr lang="en-US" altLang="en-US" sz="1200" dirty="0"/>
              <a:t> </a:t>
            </a:r>
            <a:r>
              <a:rPr lang="en-US" altLang="en-US" sz="1200" dirty="0" err="1"/>
              <a:t>dữ</a:t>
            </a:r>
            <a:r>
              <a:rPr lang="en-US" altLang="en-US" sz="1200" dirty="0"/>
              <a:t> </a:t>
            </a:r>
            <a:r>
              <a:rPr lang="en-US" altLang="en-US" sz="1200" dirty="0" err="1"/>
              <a:t>liệu</a:t>
            </a:r>
            <a:r>
              <a:rPr lang="en-US" altLang="en-US" sz="1200" dirty="0"/>
              <a:t> </a:t>
            </a:r>
            <a:r>
              <a:rPr lang="en-US" altLang="en-US" sz="1200" dirty="0" err="1"/>
              <a:t>đang</a:t>
            </a:r>
            <a:r>
              <a:rPr lang="en-US" altLang="en-US" sz="1200" dirty="0"/>
              <a:t> </a:t>
            </a:r>
            <a:r>
              <a:rPr lang="en-US" altLang="en-US" sz="1200" dirty="0" err="1"/>
              <a:t>tồn</a:t>
            </a:r>
            <a:r>
              <a:rPr lang="en-US" altLang="en-US" sz="1200" dirty="0"/>
              <a:t> </a:t>
            </a:r>
            <a:r>
              <a:rPr lang="en-US" altLang="en-US" sz="1200" dirty="0" err="1"/>
              <a:t>tại</a:t>
            </a:r>
            <a:r>
              <a:rPr lang="en-US" altLang="en-US" sz="1200" dirty="0"/>
              <a:t> </a:t>
            </a:r>
            <a:r>
              <a:rPr lang="en-US" altLang="en-US" sz="1200" dirty="0" err="1"/>
              <a:t>thì</a:t>
            </a:r>
            <a:r>
              <a:rPr lang="en-US" altLang="en-US" sz="1200" dirty="0"/>
              <a:t> </a:t>
            </a:r>
            <a:r>
              <a:rPr lang="en-US" altLang="en-US" sz="1200" dirty="0" err="1"/>
              <a:t>mặt</a:t>
            </a:r>
            <a:r>
              <a:rPr lang="en-US" altLang="en-US" sz="1200" dirty="0"/>
              <a:t> </a:t>
            </a:r>
            <a:r>
              <a:rPr lang="en-US" altLang="en-US" sz="1200" dirty="0" err="1"/>
              <a:t>động</a:t>
            </a:r>
            <a:r>
              <a:rPr lang="en-US" altLang="en-US" sz="1200" dirty="0"/>
              <a:t> </a:t>
            </a:r>
            <a:r>
              <a:rPr lang="en-US" altLang="en-US" sz="1200" dirty="0" err="1"/>
              <a:t>của</a:t>
            </a:r>
            <a:r>
              <a:rPr lang="en-US" altLang="en-US" sz="1200" dirty="0"/>
              <a:t> </a:t>
            </a:r>
            <a:r>
              <a:rPr lang="en-US" altLang="en-US" sz="1200" dirty="0" err="1"/>
              <a:t>nó</a:t>
            </a:r>
            <a:r>
              <a:rPr lang="en-US" altLang="en-US" sz="1200" dirty="0"/>
              <a:t> </a:t>
            </a:r>
            <a:r>
              <a:rPr lang="en-US" altLang="en-US" sz="1200" dirty="0" err="1"/>
              <a:t>còn</a:t>
            </a:r>
            <a:r>
              <a:rPr lang="en-US" altLang="en-US" sz="1200" dirty="0"/>
              <a:t> </a:t>
            </a:r>
            <a:r>
              <a:rPr lang="en-US" altLang="en-US" sz="1200" dirty="0" err="1"/>
              <a:t>thể</a:t>
            </a:r>
            <a:r>
              <a:rPr lang="en-US" altLang="en-US" sz="1200" dirty="0"/>
              <a:t> </a:t>
            </a:r>
            <a:r>
              <a:rPr lang="en-US" altLang="en-US" sz="1200" dirty="0" err="1"/>
              <a:t>hiện</a:t>
            </a:r>
            <a:r>
              <a:rPr lang="en-US" altLang="en-US" sz="1200" dirty="0"/>
              <a:t> </a:t>
            </a:r>
            <a:r>
              <a:rPr lang="en-US" altLang="en-US" sz="1200" dirty="0" err="1"/>
              <a:t>ở</a:t>
            </a:r>
            <a:r>
              <a:rPr lang="en-US" altLang="en-US" sz="1200" dirty="0"/>
              <a:t> </a:t>
            </a:r>
            <a:r>
              <a:rPr lang="en-US" altLang="en-US" sz="1200" dirty="0" err="1"/>
              <a:t>giá</a:t>
            </a:r>
            <a:r>
              <a:rPr lang="en-US" altLang="en-US" sz="1200" dirty="0"/>
              <a:t> </a:t>
            </a:r>
            <a:r>
              <a:rPr lang="en-US" altLang="en-US" sz="1200" dirty="0" err="1"/>
              <a:t>trị</a:t>
            </a:r>
            <a:r>
              <a:rPr lang="en-US" altLang="en-US" sz="1200" dirty="0"/>
              <a:t> </a:t>
            </a:r>
            <a:r>
              <a:rPr lang="en-US" altLang="en-US" sz="1200" dirty="0" err="1"/>
              <a:t>cụ</a:t>
            </a:r>
            <a:r>
              <a:rPr lang="en-US" altLang="en-US" sz="1200" dirty="0"/>
              <a:t> </a:t>
            </a:r>
            <a:r>
              <a:rPr lang="en-US" altLang="en-US" sz="1200" dirty="0" err="1"/>
              <a:t>thể</a:t>
            </a:r>
            <a:r>
              <a:rPr lang="en-US" altLang="en-US" sz="1200" dirty="0"/>
              <a:t> </a:t>
            </a:r>
            <a:r>
              <a:rPr lang="en-US" altLang="en-US" sz="1200" dirty="0" err="1"/>
              <a:t>của</a:t>
            </a:r>
            <a:r>
              <a:rPr lang="en-US" altLang="en-US" sz="1200" dirty="0"/>
              <a:t> </a:t>
            </a:r>
            <a:r>
              <a:rPr lang="en-US" altLang="en-US" sz="1200" dirty="0" err="1"/>
              <a:t>dữ</a:t>
            </a:r>
            <a:r>
              <a:rPr lang="en-US" altLang="en-US" sz="1200" dirty="0"/>
              <a:t> </a:t>
            </a:r>
            <a:r>
              <a:rPr lang="en-US" altLang="en-US" sz="1200" dirty="0" err="1"/>
              <a:t>liệu</a:t>
            </a:r>
            <a:r>
              <a:rPr lang="en-US" altLang="en-US" sz="1200" dirty="0"/>
              <a:t> </a:t>
            </a:r>
            <a:r>
              <a:rPr lang="en-US" altLang="en-US" sz="1200" dirty="0" err="1"/>
              <a:t>tại</a:t>
            </a:r>
            <a:r>
              <a:rPr lang="en-US" altLang="en-US" sz="1200" dirty="0"/>
              <a:t> </a:t>
            </a:r>
            <a:r>
              <a:rPr lang="en-US" altLang="en-US" sz="1200" dirty="0" err="1"/>
              <a:t>từng</a:t>
            </a:r>
            <a:r>
              <a:rPr lang="en-US" altLang="en-US" sz="1200" dirty="0"/>
              <a:t> </a:t>
            </a:r>
            <a:r>
              <a:rPr lang="en-US" altLang="en-US" sz="1200" dirty="0" err="1"/>
              <a:t>thời</a:t>
            </a:r>
            <a:r>
              <a:rPr lang="en-US" altLang="en-US" sz="1200" dirty="0"/>
              <a:t> </a:t>
            </a:r>
            <a:r>
              <a:rPr lang="en-US" altLang="en-US" sz="1200" dirty="0" err="1"/>
              <a:t>điểm</a:t>
            </a:r>
            <a:r>
              <a:rPr lang="en-US" altLang="en-US" sz="1200" dirty="0"/>
              <a:t>. </a:t>
            </a:r>
            <a:r>
              <a:rPr lang="en-US" altLang="en-US" sz="1200" dirty="0" err="1"/>
              <a:t>Trạng</a:t>
            </a:r>
            <a:r>
              <a:rPr lang="en-US" altLang="en-US" sz="1200" dirty="0"/>
              <a:t> </a:t>
            </a:r>
            <a:r>
              <a:rPr lang="en-US" altLang="en-US" sz="1200" dirty="0" err="1"/>
              <a:t>thái</a:t>
            </a:r>
            <a:r>
              <a:rPr lang="en-US" altLang="en-US" sz="1200" dirty="0"/>
              <a:t> hay </a:t>
            </a:r>
            <a:r>
              <a:rPr lang="en-US" altLang="en-US" sz="1200" dirty="0" err="1"/>
              <a:t>giá</a:t>
            </a:r>
            <a:r>
              <a:rPr lang="en-US" altLang="en-US" sz="1200" dirty="0"/>
              <a:t> </a:t>
            </a:r>
            <a:r>
              <a:rPr lang="en-US" altLang="en-US" sz="1200" dirty="0" err="1"/>
              <a:t>trị</a:t>
            </a:r>
            <a:r>
              <a:rPr lang="en-US" altLang="en-US" sz="1200" dirty="0"/>
              <a:t> </a:t>
            </a:r>
            <a:r>
              <a:rPr lang="en-US" altLang="en-US" sz="1200" dirty="0" err="1"/>
              <a:t>của</a:t>
            </a:r>
            <a:r>
              <a:rPr lang="en-US" altLang="en-US" sz="1200" dirty="0"/>
              <a:t> </a:t>
            </a:r>
            <a:r>
              <a:rPr lang="en-US" altLang="en-US" sz="1200" dirty="0" err="1"/>
              <a:t>dữ</a:t>
            </a:r>
            <a:r>
              <a:rPr lang="en-US" altLang="en-US" sz="1200" dirty="0"/>
              <a:t> </a:t>
            </a:r>
            <a:r>
              <a:rPr lang="en-US" altLang="en-US" sz="1200" dirty="0" err="1"/>
              <a:t>liệu</a:t>
            </a:r>
            <a:r>
              <a:rPr lang="en-US" altLang="en-US" sz="1200" dirty="0"/>
              <a:t> </a:t>
            </a:r>
            <a:r>
              <a:rPr lang="en-US" altLang="en-US" sz="1200" dirty="0" err="1"/>
              <a:t>sẽ</a:t>
            </a:r>
            <a:r>
              <a:rPr lang="en-US" altLang="en-US" sz="1200" dirty="0"/>
              <a:t> </a:t>
            </a:r>
            <a:r>
              <a:rPr lang="en-US" altLang="en-US" sz="1200" dirty="0" err="1"/>
              <a:t>bị</a:t>
            </a:r>
            <a:r>
              <a:rPr lang="en-US" altLang="en-US" sz="1200" dirty="0"/>
              <a:t> </a:t>
            </a:r>
            <a:r>
              <a:rPr lang="en-US" altLang="en-US" sz="1200" dirty="0" err="1"/>
              <a:t>thay</a:t>
            </a:r>
            <a:r>
              <a:rPr lang="en-US" altLang="en-US" sz="1200" dirty="0"/>
              <a:t> </a:t>
            </a:r>
            <a:r>
              <a:rPr lang="en-US" altLang="en-US" sz="1200" dirty="0" err="1"/>
              <a:t>đổi</a:t>
            </a:r>
            <a:r>
              <a:rPr lang="en-US" altLang="en-US" sz="1200" dirty="0"/>
              <a:t> </a:t>
            </a:r>
            <a:r>
              <a:rPr lang="en-US" altLang="en-US" sz="1200" dirty="0" err="1"/>
              <a:t>khi</a:t>
            </a:r>
            <a:r>
              <a:rPr lang="en-US" altLang="en-US" sz="1200" dirty="0"/>
              <a:t> </a:t>
            </a:r>
            <a:r>
              <a:rPr lang="en-US" altLang="en-US" sz="1200" dirty="0" err="1"/>
              <a:t>xuất</a:t>
            </a:r>
            <a:r>
              <a:rPr lang="en-US" altLang="en-US" sz="1200" dirty="0"/>
              <a:t> </a:t>
            </a:r>
            <a:r>
              <a:rPr lang="en-US" altLang="en-US" sz="1200" dirty="0" err="1"/>
              <a:t>hiện</a:t>
            </a:r>
            <a:r>
              <a:rPr lang="en-US" altLang="en-US" sz="1200" dirty="0"/>
              <a:t> </a:t>
            </a:r>
            <a:r>
              <a:rPr lang="en-US" altLang="en-US" sz="1200" dirty="0" err="1"/>
              <a:t>những</a:t>
            </a:r>
            <a:r>
              <a:rPr lang="en-US" altLang="en-US" sz="1200" dirty="0"/>
              <a:t> </a:t>
            </a:r>
            <a:r>
              <a:rPr lang="en-US" altLang="en-US" sz="1200" dirty="0" err="1"/>
              <a:t>sự</a:t>
            </a:r>
            <a:r>
              <a:rPr lang="en-US" altLang="en-US" sz="1200" dirty="0"/>
              <a:t> </a:t>
            </a:r>
            <a:r>
              <a:rPr lang="en-US" altLang="en-US" sz="1200" dirty="0" err="1"/>
              <a:t>kiện</a:t>
            </a:r>
            <a:r>
              <a:rPr lang="en-US" altLang="en-US" sz="1200" dirty="0"/>
              <a:t>, </a:t>
            </a:r>
            <a:r>
              <a:rPr lang="en-US" altLang="en-US" sz="1200" dirty="0" err="1"/>
              <a:t>thao</a:t>
            </a:r>
            <a:r>
              <a:rPr lang="en-US" altLang="en-US" sz="1200" dirty="0"/>
              <a:t> </a:t>
            </a:r>
            <a:r>
              <a:rPr lang="en-US" altLang="en-US" sz="1200" dirty="0" err="1"/>
              <a:t>tác</a:t>
            </a:r>
            <a:r>
              <a:rPr lang="en-US" altLang="en-US" sz="1200" dirty="0"/>
              <a:t> </a:t>
            </a:r>
            <a:r>
              <a:rPr lang="en-US" altLang="en-US" sz="1200" dirty="0" err="1"/>
              <a:t>tác</a:t>
            </a:r>
            <a:r>
              <a:rPr lang="en-US" altLang="en-US" sz="1200" dirty="0"/>
              <a:t> </a:t>
            </a:r>
            <a:r>
              <a:rPr lang="en-US" altLang="en-US" sz="1200" dirty="0" err="1"/>
              <a:t>động</a:t>
            </a:r>
            <a:r>
              <a:rPr lang="en-US" altLang="en-US" sz="1200" dirty="0"/>
              <a:t> </a:t>
            </a:r>
            <a:r>
              <a:rPr lang="en-US" altLang="en-US" sz="1200" dirty="0" err="1"/>
              <a:t>lên</a:t>
            </a:r>
            <a:r>
              <a:rPr lang="en-US" altLang="en-US" sz="1200" dirty="0"/>
              <a:t> </a:t>
            </a:r>
            <a:r>
              <a:rPr lang="en-US" altLang="en-US" sz="1200" dirty="0" err="1"/>
              <a:t>nó</a:t>
            </a:r>
            <a:endParaRPr lang="en-US" dirty="0"/>
          </a:p>
          <a:p>
            <a:endParaRPr lang="en-US" dirty="0"/>
          </a:p>
        </p:txBody>
      </p:sp>
      <p:sp>
        <p:nvSpPr>
          <p:cNvPr id="4" name="Slide Number Placeholder 3"/>
          <p:cNvSpPr>
            <a:spLocks noGrp="1"/>
          </p:cNvSpPr>
          <p:nvPr>
            <p:ph type="sldNum" sz="quarter" idx="5"/>
          </p:nvPr>
        </p:nvSpPr>
        <p:spPr/>
        <p:txBody>
          <a:bodyPr/>
          <a:lstStyle/>
          <a:p>
            <a:fld id="{C47F7BA9-BD23-364F-BA23-B1582B7D9A79}" type="slidenum">
              <a:rPr lang="en-US" smtClean="0"/>
              <a:t>14</a:t>
            </a:fld>
            <a:endParaRPr lang="en-US"/>
          </a:p>
        </p:txBody>
      </p:sp>
    </p:spTree>
    <p:extLst>
      <p:ext uri="{BB962C8B-B14F-4D97-AF65-F5344CB8AC3E}">
        <p14:creationId xmlns:p14="http://schemas.microsoft.com/office/powerpoint/2010/main" val="28476320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a:t>Tạo một mảng lưu trữ các thức ăn có tổng lượng calo lớn nhất không vượt quá 1000 kg </a:t>
            </a:r>
            <a:endParaRPr lang="vi-VN"/>
          </a:p>
        </p:txBody>
      </p:sp>
      <p:sp>
        <p:nvSpPr>
          <p:cNvPr id="4" name="Chỗ dành sẵn cho Số hiệu Bản chiếu 3"/>
          <p:cNvSpPr>
            <a:spLocks noGrp="1"/>
          </p:cNvSpPr>
          <p:nvPr>
            <p:ph type="sldNum" sz="quarter" idx="5"/>
          </p:nvPr>
        </p:nvSpPr>
        <p:spPr/>
        <p:txBody>
          <a:bodyPr/>
          <a:lstStyle/>
          <a:p>
            <a:fld id="{C47F7BA9-BD23-364F-BA23-B1582B7D9A79}" type="slidenum">
              <a:rPr lang="en-US" smtClean="0"/>
              <a:t>28</a:t>
            </a:fld>
            <a:endParaRPr lang="en-US"/>
          </a:p>
        </p:txBody>
      </p:sp>
    </p:spTree>
    <p:extLst>
      <p:ext uri="{BB962C8B-B14F-4D97-AF65-F5344CB8AC3E}">
        <p14:creationId xmlns:p14="http://schemas.microsoft.com/office/powerpoint/2010/main" val="2170711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Phép</a:t>
            </a:r>
            <a:r>
              <a:rPr lang="en-US" dirty="0"/>
              <a:t> </a:t>
            </a:r>
            <a:r>
              <a:rPr lang="en-US" dirty="0" err="1"/>
              <a:t>toán</a:t>
            </a:r>
            <a:r>
              <a:rPr lang="en-US" dirty="0"/>
              <a:t> </a:t>
            </a:r>
            <a:r>
              <a:rPr lang="en-US" dirty="0" err="1"/>
              <a:t>cơ</a:t>
            </a:r>
            <a:r>
              <a:rPr lang="en-US" dirty="0"/>
              <a:t> </a:t>
            </a:r>
            <a:r>
              <a:rPr lang="en-US" dirty="0" err="1"/>
              <a:t>sở</a:t>
            </a:r>
            <a:r>
              <a:rPr lang="en-US" dirty="0"/>
              <a:t> </a:t>
            </a:r>
            <a:r>
              <a:rPr lang="en-US" dirty="0" err="1"/>
              <a:t>là</a:t>
            </a:r>
            <a:r>
              <a:rPr lang="en-US" dirty="0"/>
              <a:t> </a:t>
            </a:r>
            <a:r>
              <a:rPr lang="en-US" dirty="0" err="1"/>
              <a:t>những</a:t>
            </a:r>
            <a:r>
              <a:rPr lang="en-US" dirty="0"/>
              <a:t> </a:t>
            </a:r>
            <a:r>
              <a:rPr lang="en-US" dirty="0" err="1"/>
              <a:t>phép</a:t>
            </a:r>
            <a:r>
              <a:rPr lang="en-US" dirty="0"/>
              <a:t> </a:t>
            </a:r>
            <a:r>
              <a:rPr lang="en-US" dirty="0" err="1"/>
              <a:t>toán</a:t>
            </a:r>
            <a:r>
              <a:rPr lang="en-US" dirty="0"/>
              <a:t> </a:t>
            </a:r>
            <a:r>
              <a:rPr lang="en-US" dirty="0" err="1"/>
              <a:t>đơn</a:t>
            </a:r>
            <a:r>
              <a:rPr lang="en-US" dirty="0"/>
              <a:t> </a:t>
            </a:r>
            <a:r>
              <a:rPr lang="en-US" dirty="0" err="1"/>
              <a:t>giản</a:t>
            </a:r>
            <a:r>
              <a:rPr lang="en-US" dirty="0"/>
              <a:t> </a:t>
            </a:r>
            <a:r>
              <a:rPr lang="en-US" dirty="0" err="1"/>
              <a:t>mà</a:t>
            </a:r>
            <a:r>
              <a:rPr lang="en-US" dirty="0"/>
              <a:t> </a:t>
            </a:r>
            <a:r>
              <a:rPr lang="en-US" dirty="0" err="1"/>
              <a:t>thời</a:t>
            </a:r>
            <a:r>
              <a:rPr lang="en-US" dirty="0"/>
              <a:t> </a:t>
            </a:r>
            <a:r>
              <a:rPr lang="en-US" dirty="0" err="1"/>
              <a:t>gian</a:t>
            </a:r>
            <a:r>
              <a:rPr lang="en-US" dirty="0"/>
              <a:t> </a:t>
            </a:r>
            <a:r>
              <a:rPr lang="en-US" dirty="0" err="1"/>
              <a:t>thực</a:t>
            </a:r>
            <a:r>
              <a:rPr lang="en-US" dirty="0"/>
              <a:t> </a:t>
            </a:r>
            <a:r>
              <a:rPr lang="en-US" dirty="0" err="1"/>
              <a:t>hiện</a:t>
            </a:r>
            <a:r>
              <a:rPr lang="en-US" dirty="0"/>
              <a:t> </a:t>
            </a:r>
            <a:r>
              <a:rPr lang="en-US" dirty="0" err="1"/>
              <a:t>nó</a:t>
            </a:r>
            <a:r>
              <a:rPr lang="en-US" dirty="0"/>
              <a:t> </a:t>
            </a:r>
            <a:r>
              <a:rPr lang="en-US" dirty="0" err="1"/>
              <a:t>luôn</a:t>
            </a:r>
            <a:r>
              <a:rPr lang="en-US" dirty="0"/>
              <a:t> </a:t>
            </a:r>
            <a:r>
              <a:rPr lang="en-US" dirty="0" err="1"/>
              <a:t>là</a:t>
            </a:r>
            <a:r>
              <a:rPr lang="en-US" dirty="0"/>
              <a:t> </a:t>
            </a:r>
            <a:r>
              <a:rPr lang="en-US" dirty="0" err="1"/>
              <a:t>một</a:t>
            </a:r>
            <a:r>
              <a:rPr lang="en-US" dirty="0"/>
              <a:t> </a:t>
            </a:r>
            <a:r>
              <a:rPr lang="en-US" dirty="0" err="1"/>
              <a:t>hằng</a:t>
            </a:r>
            <a:r>
              <a:rPr lang="en-US" dirty="0"/>
              <a:t> </a:t>
            </a:r>
            <a:r>
              <a:rPr lang="en-US" dirty="0" err="1"/>
              <a:t>số</a:t>
            </a:r>
            <a:r>
              <a:rPr lang="en-US" dirty="0"/>
              <a:t>, </a:t>
            </a:r>
            <a:r>
              <a:rPr lang="en-US" dirty="0" err="1"/>
              <a:t>nghĩa</a:t>
            </a:r>
            <a:r>
              <a:rPr lang="en-US" dirty="0"/>
              <a:t> </a:t>
            </a:r>
            <a:r>
              <a:rPr lang="en-US" dirty="0" err="1"/>
              <a:t>là</a:t>
            </a:r>
            <a:r>
              <a:rPr lang="en-US" dirty="0"/>
              <a:t> </a:t>
            </a:r>
            <a:r>
              <a:rPr lang="en-US" dirty="0" err="1"/>
              <a:t>không</a:t>
            </a:r>
            <a:r>
              <a:rPr lang="en-US" dirty="0"/>
              <a:t> </a:t>
            </a:r>
            <a:r>
              <a:rPr lang="en-US" dirty="0" err="1"/>
              <a:t>phụ</a:t>
            </a:r>
            <a:r>
              <a:rPr lang="en-US" dirty="0"/>
              <a:t> </a:t>
            </a:r>
            <a:r>
              <a:rPr lang="en-US" dirty="0" err="1"/>
              <a:t>thuộc</a:t>
            </a:r>
            <a:r>
              <a:rPr lang="en-US" dirty="0"/>
              <a:t> </a:t>
            </a:r>
            <a:r>
              <a:rPr lang="en-US" dirty="0" err="1"/>
              <a:t>vào</a:t>
            </a:r>
            <a:r>
              <a:rPr lang="en-US" dirty="0"/>
              <a:t> </a:t>
            </a:r>
            <a:r>
              <a:rPr lang="en-US" dirty="0" err="1"/>
              <a:t>kích</a:t>
            </a:r>
            <a:r>
              <a:rPr lang="en-US" dirty="0"/>
              <a:t> </a:t>
            </a:r>
            <a:r>
              <a:rPr lang="en-US" dirty="0" err="1"/>
              <a:t>thước</a:t>
            </a:r>
            <a:r>
              <a:rPr lang="en-US" dirty="0"/>
              <a:t> </a:t>
            </a:r>
            <a:r>
              <a:rPr lang="en-US" dirty="0" err="1"/>
              <a:t>của</a:t>
            </a:r>
            <a:r>
              <a:rPr lang="en-US" dirty="0"/>
              <a:t> </a:t>
            </a:r>
            <a:r>
              <a:rPr lang="en-US" dirty="0" err="1"/>
              <a:t>toán</a:t>
            </a:r>
            <a:r>
              <a:rPr lang="en-US" dirty="0"/>
              <a:t> </a:t>
            </a:r>
            <a:r>
              <a:rPr lang="en-US" dirty="0" err="1"/>
              <a:t>hạng</a:t>
            </a:r>
            <a:endParaRPr lang="en-US" dirty="0"/>
          </a:p>
          <a:p>
            <a:r>
              <a:rPr lang="en-US" dirty="0" err="1"/>
              <a:t>Các</a:t>
            </a:r>
            <a:r>
              <a:rPr lang="en-US" baseline="0" dirty="0"/>
              <a:t> </a:t>
            </a:r>
            <a:r>
              <a:rPr lang="en-US" baseline="0" dirty="0" err="1"/>
              <a:t>phép</a:t>
            </a:r>
            <a:r>
              <a:rPr lang="en-US" baseline="0" dirty="0"/>
              <a:t> </a:t>
            </a:r>
            <a:r>
              <a:rPr lang="en-US" baseline="0" dirty="0" err="1"/>
              <a:t>toán</a:t>
            </a:r>
            <a:r>
              <a:rPr lang="en-US" baseline="0" dirty="0"/>
              <a:t> </a:t>
            </a:r>
            <a:r>
              <a:rPr lang="en-US" baseline="0" dirty="0" err="1"/>
              <a:t>cơ</a:t>
            </a:r>
            <a:r>
              <a:rPr lang="en-US" baseline="0" dirty="0"/>
              <a:t> </a:t>
            </a:r>
            <a:r>
              <a:rPr lang="en-US" baseline="0" dirty="0" err="1"/>
              <a:t>sở</a:t>
            </a:r>
            <a:r>
              <a:rPr lang="en-US" baseline="0" dirty="0"/>
              <a:t> </a:t>
            </a:r>
            <a:r>
              <a:rPr lang="en-US" baseline="0" dirty="0" err="1"/>
              <a:t>là</a:t>
            </a:r>
            <a:r>
              <a:rPr lang="en-US" baseline="0" dirty="0"/>
              <a:t> </a:t>
            </a:r>
            <a:r>
              <a:rPr lang="en-US" baseline="0" dirty="0" err="1"/>
              <a:t>những</a:t>
            </a:r>
            <a:r>
              <a:rPr lang="en-US" baseline="0" dirty="0"/>
              <a:t> </a:t>
            </a:r>
            <a:r>
              <a:rPr lang="en-US" baseline="0" dirty="0" err="1"/>
              <a:t>phép</a:t>
            </a:r>
            <a:r>
              <a:rPr lang="en-US" baseline="0" dirty="0"/>
              <a:t> </a:t>
            </a:r>
            <a:r>
              <a:rPr lang="en-US" baseline="0" dirty="0" err="1"/>
              <a:t>toán</a:t>
            </a:r>
            <a:r>
              <a:rPr lang="en-US" baseline="0" dirty="0"/>
              <a:t> </a:t>
            </a:r>
            <a:r>
              <a:rPr lang="en-US" baseline="0" dirty="0" err="1"/>
              <a:t>đơn</a:t>
            </a:r>
            <a:r>
              <a:rPr lang="en-US" baseline="0" dirty="0"/>
              <a:t> </a:t>
            </a:r>
            <a:r>
              <a:rPr lang="en-US" baseline="0" dirty="0" err="1"/>
              <a:t>giản</a:t>
            </a:r>
            <a:r>
              <a:rPr lang="en-US" baseline="0" dirty="0"/>
              <a:t> </a:t>
            </a:r>
            <a:r>
              <a:rPr lang="en-US" baseline="0" dirty="0" err="1"/>
              <a:t>mà</a:t>
            </a:r>
            <a:r>
              <a:rPr lang="en-US" baseline="0" dirty="0"/>
              <a:t> </a:t>
            </a:r>
            <a:r>
              <a:rPr lang="en-US" baseline="0" dirty="0" err="1"/>
              <a:t>thời</a:t>
            </a:r>
            <a:r>
              <a:rPr lang="en-US" baseline="0" dirty="0"/>
              <a:t> </a:t>
            </a:r>
            <a:r>
              <a:rPr lang="en-US" baseline="0" dirty="0" err="1"/>
              <a:t>gian</a:t>
            </a:r>
            <a:r>
              <a:rPr lang="en-US" baseline="0" dirty="0"/>
              <a:t> </a:t>
            </a:r>
            <a:r>
              <a:rPr lang="en-US" baseline="0" dirty="0" err="1"/>
              <a:t>thực</a:t>
            </a:r>
            <a:r>
              <a:rPr lang="en-US" baseline="0" dirty="0"/>
              <a:t> </a:t>
            </a:r>
            <a:r>
              <a:rPr lang="en-US" baseline="0" dirty="0" err="1"/>
              <a:t>hiện</a:t>
            </a:r>
            <a:r>
              <a:rPr lang="en-US" baseline="0" dirty="0"/>
              <a:t> </a:t>
            </a:r>
            <a:r>
              <a:rPr lang="en-US" baseline="0" dirty="0" err="1"/>
              <a:t>luôn</a:t>
            </a:r>
            <a:r>
              <a:rPr lang="en-US" baseline="0" dirty="0"/>
              <a:t> </a:t>
            </a:r>
            <a:r>
              <a:rPr lang="en-US" baseline="0" dirty="0" err="1"/>
              <a:t>là</a:t>
            </a:r>
            <a:r>
              <a:rPr lang="en-US" baseline="0" dirty="0"/>
              <a:t> </a:t>
            </a:r>
            <a:r>
              <a:rPr lang="en-US" baseline="0" dirty="0" err="1"/>
              <a:t>một</a:t>
            </a:r>
            <a:r>
              <a:rPr lang="en-US" baseline="0" dirty="0"/>
              <a:t> </a:t>
            </a:r>
            <a:r>
              <a:rPr lang="en-US" baseline="0" dirty="0" err="1"/>
              <a:t>hăng</a:t>
            </a:r>
            <a:r>
              <a:rPr lang="en-US" baseline="0" dirty="0"/>
              <a:t> </a:t>
            </a:r>
            <a:r>
              <a:rPr lang="en-US" baseline="0" dirty="0" err="1"/>
              <a:t>sô</a:t>
            </a:r>
            <a:r>
              <a:rPr lang="en-US" baseline="0" dirty="0"/>
              <a:t>, </a:t>
            </a:r>
            <a:r>
              <a:rPr lang="en-US" baseline="0" dirty="0" err="1"/>
              <a:t>nghĩa</a:t>
            </a:r>
            <a:r>
              <a:rPr lang="en-US" baseline="0" dirty="0"/>
              <a:t> </a:t>
            </a:r>
            <a:r>
              <a:rPr lang="en-US" baseline="0" dirty="0" err="1"/>
              <a:t>là</a:t>
            </a:r>
            <a:r>
              <a:rPr lang="en-US" baseline="0" dirty="0"/>
              <a:t> </a:t>
            </a:r>
            <a:r>
              <a:rPr lang="en-US" baseline="0" dirty="0" err="1"/>
              <a:t>không</a:t>
            </a:r>
            <a:r>
              <a:rPr lang="en-US" baseline="0" dirty="0"/>
              <a:t> </a:t>
            </a:r>
            <a:r>
              <a:rPr lang="en-US" baseline="0" dirty="0" err="1"/>
              <a:t>phụ</a:t>
            </a:r>
            <a:r>
              <a:rPr lang="en-US" baseline="0" dirty="0"/>
              <a:t> </a:t>
            </a:r>
            <a:r>
              <a:rPr lang="en-US" baseline="0" dirty="0" err="1"/>
              <a:t>thuộc</a:t>
            </a:r>
            <a:r>
              <a:rPr lang="en-US" baseline="0" dirty="0"/>
              <a:t> </a:t>
            </a:r>
            <a:r>
              <a:rPr lang="en-US" baseline="0" dirty="0" err="1"/>
              <a:t>gì</a:t>
            </a:r>
            <a:r>
              <a:rPr lang="en-US" baseline="0" dirty="0"/>
              <a:t> </a:t>
            </a:r>
            <a:r>
              <a:rPr lang="en-US" baseline="0" dirty="0" err="1"/>
              <a:t>vào</a:t>
            </a:r>
            <a:r>
              <a:rPr lang="en-US" baseline="0" dirty="0"/>
              <a:t> </a:t>
            </a:r>
            <a:r>
              <a:rPr lang="en-US" baseline="0" dirty="0" err="1"/>
              <a:t>kích</a:t>
            </a:r>
            <a:r>
              <a:rPr lang="en-US" baseline="0" dirty="0"/>
              <a:t> </a:t>
            </a:r>
            <a:r>
              <a:rPr lang="en-US" baseline="0" dirty="0" err="1"/>
              <a:t>thước</a:t>
            </a:r>
            <a:r>
              <a:rPr lang="en-US" baseline="0" dirty="0"/>
              <a:t> </a:t>
            </a:r>
            <a:r>
              <a:rPr lang="en-US" baseline="0" dirty="0" err="1"/>
              <a:t>toán</a:t>
            </a:r>
            <a:r>
              <a:rPr lang="en-US" baseline="0" dirty="0"/>
              <a:t> </a:t>
            </a:r>
            <a:r>
              <a:rPr lang="en-US" baseline="0" dirty="0" err="1"/>
              <a:t>hạng</a:t>
            </a:r>
            <a:endParaRPr lang="en-US" baseline="0" dirty="0"/>
          </a:p>
          <a:p>
            <a:r>
              <a:rPr lang="en-US" baseline="0" dirty="0" err="1"/>
              <a:t>Các</a:t>
            </a:r>
            <a:r>
              <a:rPr lang="en-US" baseline="0" dirty="0"/>
              <a:t> </a:t>
            </a:r>
            <a:r>
              <a:rPr lang="en-US" baseline="0" dirty="0" err="1"/>
              <a:t>phép</a:t>
            </a:r>
            <a:r>
              <a:rPr lang="en-US" baseline="0" dirty="0"/>
              <a:t> </a:t>
            </a:r>
            <a:r>
              <a:rPr lang="en-US" baseline="0" dirty="0" err="1"/>
              <a:t>toán</a:t>
            </a:r>
            <a:r>
              <a:rPr lang="en-US" baseline="0" dirty="0"/>
              <a:t> </a:t>
            </a:r>
            <a:r>
              <a:rPr lang="en-US" baseline="0" dirty="0" err="1"/>
              <a:t>trong</a:t>
            </a:r>
            <a:r>
              <a:rPr lang="en-US" baseline="0" dirty="0"/>
              <a:t> </a:t>
            </a:r>
            <a:r>
              <a:rPr lang="en-US" baseline="0" dirty="0" err="1"/>
              <a:t>giải</a:t>
            </a:r>
            <a:r>
              <a:rPr lang="en-US" baseline="0" dirty="0"/>
              <a:t> </a:t>
            </a:r>
            <a:r>
              <a:rPr lang="en-US" baseline="0" dirty="0" err="1"/>
              <a:t>thuật</a:t>
            </a:r>
            <a:r>
              <a:rPr lang="en-US" baseline="0" dirty="0"/>
              <a:t> </a:t>
            </a:r>
            <a:r>
              <a:rPr lang="en-US" baseline="0" dirty="0" err="1"/>
              <a:t>luôn</a:t>
            </a:r>
            <a:r>
              <a:rPr lang="en-US" baseline="0" dirty="0"/>
              <a:t> </a:t>
            </a:r>
            <a:r>
              <a:rPr lang="en-US" baseline="0" dirty="0" err="1"/>
              <a:t>được</a:t>
            </a:r>
            <a:r>
              <a:rPr lang="en-US" baseline="0" dirty="0"/>
              <a:t> </a:t>
            </a:r>
            <a:r>
              <a:rPr lang="en-US" baseline="0" dirty="0" err="1"/>
              <a:t>xác</a:t>
            </a:r>
            <a:r>
              <a:rPr lang="en-US" baseline="0" dirty="0"/>
              <a:t> </a:t>
            </a:r>
            <a:r>
              <a:rPr lang="en-US" baseline="0" dirty="0" err="1"/>
              <a:t>định</a:t>
            </a:r>
            <a:r>
              <a:rPr lang="en-US" baseline="0" dirty="0"/>
              <a:t> </a:t>
            </a:r>
            <a:r>
              <a:rPr lang="en-US" baseline="0" dirty="0" err="1"/>
              <a:t>rõ</a:t>
            </a:r>
            <a:r>
              <a:rPr lang="en-US" baseline="0" dirty="0"/>
              <a:t> </a:t>
            </a:r>
            <a:r>
              <a:rPr lang="en-US" baseline="0" dirty="0" err="1"/>
              <a:t>ràng</a:t>
            </a:r>
            <a:r>
              <a:rPr lang="en-US" baseline="0" dirty="0"/>
              <a:t> </a:t>
            </a:r>
          </a:p>
          <a:p>
            <a:r>
              <a:rPr lang="en-US" baseline="0" dirty="0" err="1"/>
              <a:t>Giải</a:t>
            </a:r>
            <a:r>
              <a:rPr lang="en-US" baseline="0" dirty="0"/>
              <a:t> </a:t>
            </a:r>
            <a:r>
              <a:rPr lang="en-US" baseline="0" dirty="0" err="1"/>
              <a:t>thuật</a:t>
            </a:r>
            <a:r>
              <a:rPr lang="en-US" baseline="0" dirty="0"/>
              <a:t> </a:t>
            </a:r>
            <a:r>
              <a:rPr lang="en-US" baseline="0" dirty="0" err="1"/>
              <a:t>sẽ</a:t>
            </a:r>
            <a:r>
              <a:rPr lang="en-US" baseline="0" dirty="0"/>
              <a:t> </a:t>
            </a:r>
            <a:r>
              <a:rPr lang="en-US" baseline="0" dirty="0" err="1"/>
              <a:t>kết</a:t>
            </a:r>
            <a:r>
              <a:rPr lang="en-US" baseline="0" dirty="0"/>
              <a:t> </a:t>
            </a:r>
            <a:r>
              <a:rPr lang="en-US" baseline="0" dirty="0" err="1"/>
              <a:t>thúc</a:t>
            </a:r>
            <a:r>
              <a:rPr lang="en-US" baseline="0" dirty="0"/>
              <a:t> </a:t>
            </a:r>
            <a:r>
              <a:rPr lang="en-US" baseline="0" dirty="0" err="1"/>
              <a:t>sau</a:t>
            </a:r>
            <a:r>
              <a:rPr lang="en-US" baseline="0" dirty="0"/>
              <a:t> </a:t>
            </a:r>
            <a:r>
              <a:rPr lang="en-US" baseline="0" dirty="0" err="1"/>
              <a:t>một</a:t>
            </a:r>
            <a:r>
              <a:rPr lang="en-US" baseline="0" dirty="0"/>
              <a:t> </a:t>
            </a:r>
            <a:r>
              <a:rPr lang="en-US" baseline="0" dirty="0" err="1"/>
              <a:t>số</a:t>
            </a:r>
            <a:r>
              <a:rPr lang="en-US" baseline="0" dirty="0"/>
              <a:t> </a:t>
            </a:r>
            <a:r>
              <a:rPr lang="en-US" baseline="0" dirty="0" err="1"/>
              <a:t>hữu</a:t>
            </a:r>
            <a:r>
              <a:rPr lang="en-US" baseline="0" dirty="0"/>
              <a:t> </a:t>
            </a:r>
            <a:r>
              <a:rPr lang="en-US" baseline="0" dirty="0" err="1"/>
              <a:t>hạn</a:t>
            </a:r>
            <a:r>
              <a:rPr lang="en-US" baseline="0" dirty="0"/>
              <a:t> </a:t>
            </a:r>
            <a:r>
              <a:rPr lang="en-US" baseline="0" dirty="0" err="1"/>
              <a:t>bước</a:t>
            </a:r>
            <a:r>
              <a:rPr lang="en-US" baseline="0" dirty="0"/>
              <a:t> </a:t>
            </a:r>
            <a:r>
              <a:rPr lang="en-US" baseline="0" dirty="0" err="1"/>
              <a:t>và</a:t>
            </a:r>
            <a:r>
              <a:rPr lang="en-US" baseline="0" dirty="0"/>
              <a:t> </a:t>
            </a:r>
            <a:r>
              <a:rPr lang="en-US" baseline="0" dirty="0" err="1"/>
              <a:t>cho</a:t>
            </a:r>
            <a:r>
              <a:rPr lang="en-US" baseline="0" dirty="0"/>
              <a:t> </a:t>
            </a:r>
            <a:r>
              <a:rPr lang="en-US" baseline="0" dirty="0" err="1"/>
              <a:t>một</a:t>
            </a:r>
            <a:r>
              <a:rPr lang="en-US" baseline="0" dirty="0"/>
              <a:t> </a:t>
            </a:r>
            <a:r>
              <a:rPr lang="en-US" baseline="0" dirty="0" err="1"/>
              <a:t>lời</a:t>
            </a:r>
            <a:r>
              <a:rPr lang="en-US" baseline="0" dirty="0"/>
              <a:t> </a:t>
            </a:r>
            <a:r>
              <a:rPr lang="en-US" baseline="0" dirty="0" err="1"/>
              <a:t>giải</a:t>
            </a:r>
            <a:r>
              <a:rPr lang="en-US" baseline="0" dirty="0"/>
              <a:t>. </a:t>
            </a:r>
            <a:endParaRPr lang="en-US" dirty="0"/>
          </a:p>
        </p:txBody>
      </p:sp>
      <p:sp>
        <p:nvSpPr>
          <p:cNvPr id="4" name="Slide Number Placeholder 3"/>
          <p:cNvSpPr>
            <a:spLocks noGrp="1"/>
          </p:cNvSpPr>
          <p:nvPr>
            <p:ph type="sldNum" sz="quarter" idx="10"/>
          </p:nvPr>
        </p:nvSpPr>
        <p:spPr/>
        <p:txBody>
          <a:bodyPr/>
          <a:lstStyle/>
          <a:p>
            <a:fld id="{C47F7BA9-BD23-364F-BA23-B1582B7D9A79}" type="slidenum">
              <a:rPr lang="en-US" smtClean="0"/>
              <a:t>31</a:t>
            </a:fld>
            <a:endParaRPr lang="en-US"/>
          </a:p>
        </p:txBody>
      </p:sp>
    </p:spTree>
    <p:extLst>
      <p:ext uri="{BB962C8B-B14F-4D97-AF65-F5344CB8AC3E}">
        <p14:creationId xmlns:p14="http://schemas.microsoft.com/office/powerpoint/2010/main" val="29275449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7F7BA9-BD23-364F-BA23-B1582B7D9A79}" type="slidenum">
              <a:rPr lang="en-US" smtClean="0"/>
              <a:t>33</a:t>
            </a:fld>
            <a:endParaRPr lang="en-US"/>
          </a:p>
        </p:txBody>
      </p:sp>
    </p:spTree>
    <p:extLst>
      <p:ext uri="{BB962C8B-B14F-4D97-AF65-F5344CB8AC3E}">
        <p14:creationId xmlns:p14="http://schemas.microsoft.com/office/powerpoint/2010/main" val="33684368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7F7BA9-BD23-364F-BA23-B1582B7D9A79}" type="slidenum">
              <a:rPr lang="en-US" smtClean="0"/>
              <a:t>39</a:t>
            </a:fld>
            <a:endParaRPr lang="en-US"/>
          </a:p>
        </p:txBody>
      </p:sp>
    </p:spTree>
    <p:extLst>
      <p:ext uri="{BB962C8B-B14F-4D97-AF65-F5344CB8AC3E}">
        <p14:creationId xmlns:p14="http://schemas.microsoft.com/office/powerpoint/2010/main" val="5409883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47F7BA9-BD23-364F-BA23-B1582B7D9A79}" type="slidenum">
              <a:rPr lang="en-US" smtClean="0"/>
              <a:t>51</a:t>
            </a:fld>
            <a:endParaRPr lang="en-US"/>
          </a:p>
        </p:txBody>
      </p:sp>
    </p:spTree>
    <p:extLst>
      <p:ext uri="{BB962C8B-B14F-4D97-AF65-F5344CB8AC3E}">
        <p14:creationId xmlns:p14="http://schemas.microsoft.com/office/powerpoint/2010/main" val="37653871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47F7BA9-BD23-364F-BA23-B1582B7D9A79}" type="slidenum">
              <a:rPr lang="en-US" smtClean="0"/>
              <a:t>52</a:t>
            </a:fld>
            <a:endParaRPr lang="en-US"/>
          </a:p>
        </p:txBody>
      </p:sp>
    </p:spTree>
    <p:extLst>
      <p:ext uri="{BB962C8B-B14F-4D97-AF65-F5344CB8AC3E}">
        <p14:creationId xmlns:p14="http://schemas.microsoft.com/office/powerpoint/2010/main" val="3518957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47F7BA9-BD23-364F-BA23-B1582B7D9A79}" type="slidenum">
              <a:rPr lang="en-US" smtClean="0"/>
              <a:t>54</a:t>
            </a:fld>
            <a:endParaRPr lang="en-US"/>
          </a:p>
        </p:txBody>
      </p:sp>
    </p:spTree>
    <p:extLst>
      <p:ext uri="{BB962C8B-B14F-4D97-AF65-F5344CB8AC3E}">
        <p14:creationId xmlns:p14="http://schemas.microsoft.com/office/powerpoint/2010/main" val="3663557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47F7BA9-BD23-364F-BA23-B1582B7D9A79}" type="slidenum">
              <a:rPr lang="en-US" smtClean="0"/>
              <a:t>58</a:t>
            </a:fld>
            <a:endParaRPr lang="en-US"/>
          </a:p>
        </p:txBody>
      </p:sp>
    </p:spTree>
    <p:extLst>
      <p:ext uri="{BB962C8B-B14F-4D97-AF65-F5344CB8AC3E}">
        <p14:creationId xmlns:p14="http://schemas.microsoft.com/office/powerpoint/2010/main" val="11655720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Lệnh</a:t>
            </a:r>
            <a:r>
              <a:rPr lang="en-US" dirty="0"/>
              <a:t> 1,2,3,8</a:t>
            </a:r>
            <a:r>
              <a:rPr lang="en-US" baseline="0" dirty="0"/>
              <a:t> </a:t>
            </a:r>
            <a:r>
              <a:rPr lang="en-US" baseline="0" dirty="0" err="1"/>
              <a:t>thực</a:t>
            </a:r>
            <a:r>
              <a:rPr lang="en-US" baseline="0" dirty="0"/>
              <a:t> </a:t>
            </a:r>
            <a:r>
              <a:rPr lang="en-US" baseline="0" dirty="0" err="1"/>
              <a:t>hiện</a:t>
            </a:r>
            <a:r>
              <a:rPr lang="en-US" baseline="0" dirty="0"/>
              <a:t> 4 </a:t>
            </a:r>
            <a:r>
              <a:rPr lang="en-US" baseline="0" dirty="0" err="1"/>
              <a:t>lần</a:t>
            </a:r>
            <a:r>
              <a:rPr lang="en-US" baseline="0" dirty="0"/>
              <a:t>, </a:t>
            </a:r>
            <a:r>
              <a:rPr lang="en-US" baseline="0" dirty="0" err="1"/>
              <a:t>lệnh</a:t>
            </a:r>
            <a:r>
              <a:rPr lang="en-US" baseline="0" dirty="0"/>
              <a:t> 4 ,5,6,7 </a:t>
            </a:r>
            <a:r>
              <a:rPr lang="en-US" baseline="0" dirty="0" err="1"/>
              <a:t>thực</a:t>
            </a:r>
            <a:r>
              <a:rPr lang="en-US" baseline="0" dirty="0"/>
              <a:t> </a:t>
            </a:r>
            <a:r>
              <a:rPr lang="en-US" baseline="0" dirty="0" err="1"/>
              <a:t>hiện</a:t>
            </a:r>
            <a:r>
              <a:rPr lang="en-US" baseline="0" dirty="0"/>
              <a:t> n </a:t>
            </a:r>
            <a:r>
              <a:rPr lang="en-US" baseline="0" dirty="0" err="1"/>
              <a:t>lần</a:t>
            </a:r>
            <a:r>
              <a:rPr lang="en-US" baseline="0" dirty="0"/>
              <a:t> </a:t>
            </a:r>
          </a:p>
          <a:p>
            <a:pPr marL="171450" indent="-171450">
              <a:buFontTx/>
              <a:buChar char="•"/>
            </a:pPr>
            <a:r>
              <a:rPr lang="en-US" baseline="0" dirty="0" err="1"/>
              <a:t>Lớn</a:t>
            </a:r>
            <a:r>
              <a:rPr lang="en-US" baseline="0" dirty="0"/>
              <a:t> </a:t>
            </a:r>
            <a:r>
              <a:rPr lang="en-US" baseline="0" dirty="0" err="1"/>
              <a:t>là</a:t>
            </a:r>
            <a:r>
              <a:rPr lang="en-US" baseline="0" dirty="0"/>
              <a:t> </a:t>
            </a:r>
            <a:r>
              <a:rPr lang="en-US" baseline="0" dirty="0" err="1"/>
              <a:t>độ</a:t>
            </a:r>
            <a:r>
              <a:rPr lang="en-US" baseline="0" dirty="0"/>
              <a:t> </a:t>
            </a:r>
            <a:r>
              <a:rPr lang="en-US" baseline="0" dirty="0" err="1"/>
              <a:t>đo</a:t>
            </a:r>
            <a:r>
              <a:rPr lang="en-US" baseline="0" dirty="0"/>
              <a:t> </a:t>
            </a:r>
            <a:r>
              <a:rPr lang="en-US" baseline="0" dirty="0" err="1"/>
              <a:t>gần</a:t>
            </a:r>
            <a:r>
              <a:rPr lang="en-US" baseline="0" dirty="0"/>
              <a:t> </a:t>
            </a:r>
            <a:r>
              <a:rPr lang="en-US" baseline="0" dirty="0" err="1"/>
              <a:t>đúng</a:t>
            </a:r>
            <a:r>
              <a:rPr lang="en-US" baseline="0" dirty="0"/>
              <a:t> </a:t>
            </a:r>
            <a:r>
              <a:rPr lang="en-US" baseline="0" dirty="0" err="1"/>
              <a:t>về</a:t>
            </a:r>
            <a:r>
              <a:rPr lang="en-US" baseline="0" dirty="0"/>
              <a:t> </a:t>
            </a:r>
            <a:r>
              <a:rPr lang="en-US" baseline="0" dirty="0" err="1"/>
              <a:t>thời</a:t>
            </a:r>
            <a:r>
              <a:rPr lang="en-US" baseline="0" dirty="0"/>
              <a:t> </a:t>
            </a:r>
            <a:r>
              <a:rPr lang="en-US" baseline="0" dirty="0" err="1"/>
              <a:t>gian</a:t>
            </a:r>
            <a:r>
              <a:rPr lang="en-US" baseline="0" dirty="0"/>
              <a:t> </a:t>
            </a:r>
            <a:r>
              <a:rPr lang="en-US" baseline="0" dirty="0" err="1"/>
              <a:t>thực</a:t>
            </a:r>
            <a:r>
              <a:rPr lang="en-US" baseline="0" dirty="0"/>
              <a:t> </a:t>
            </a:r>
            <a:r>
              <a:rPr lang="en-US" baseline="0" dirty="0" err="1"/>
              <a:t>hiện</a:t>
            </a:r>
            <a:r>
              <a:rPr lang="en-US" baseline="0" dirty="0"/>
              <a:t> </a:t>
            </a:r>
            <a:r>
              <a:rPr lang="en-US" baseline="0" dirty="0" err="1"/>
              <a:t>giải</a:t>
            </a:r>
            <a:r>
              <a:rPr lang="en-US" baseline="0" dirty="0"/>
              <a:t> </a:t>
            </a:r>
            <a:r>
              <a:rPr lang="en-US" baseline="0" dirty="0" err="1"/>
              <a:t>thuật</a:t>
            </a:r>
            <a:r>
              <a:rPr lang="en-US" baseline="0" dirty="0"/>
              <a:t> </a:t>
            </a:r>
            <a:r>
              <a:rPr lang="en-US" baseline="0" dirty="0" err="1"/>
              <a:t>khi</a:t>
            </a:r>
            <a:r>
              <a:rPr lang="en-US" baseline="0" dirty="0"/>
              <a:t> </a:t>
            </a:r>
            <a:r>
              <a:rPr lang="en-US" baseline="0" dirty="0" err="1"/>
              <a:t>kích</a:t>
            </a:r>
            <a:r>
              <a:rPr lang="en-US" baseline="0" dirty="0"/>
              <a:t> </a:t>
            </a:r>
            <a:r>
              <a:rPr lang="en-US" baseline="0" dirty="0" err="1"/>
              <a:t>thước</a:t>
            </a:r>
            <a:r>
              <a:rPr lang="en-US" baseline="0" dirty="0"/>
              <a:t> </a:t>
            </a:r>
            <a:r>
              <a:rPr lang="en-US" baseline="0" dirty="0" err="1"/>
              <a:t>dữ</a:t>
            </a:r>
            <a:r>
              <a:rPr lang="en-US" baseline="0" dirty="0"/>
              <a:t> </a:t>
            </a:r>
            <a:r>
              <a:rPr lang="en-US" baseline="0" dirty="0" err="1"/>
              <a:t>liệu</a:t>
            </a:r>
            <a:r>
              <a:rPr lang="en-US" baseline="0" dirty="0"/>
              <a:t> </a:t>
            </a:r>
            <a:r>
              <a:rPr lang="en-US" baseline="0" dirty="0" err="1"/>
              <a:t>đủ</a:t>
            </a:r>
            <a:r>
              <a:rPr lang="en-US" baseline="0" dirty="0"/>
              <a:t> </a:t>
            </a:r>
            <a:r>
              <a:rPr lang="en-US" baseline="0" dirty="0" err="1"/>
              <a:t>lớn</a:t>
            </a:r>
            <a:r>
              <a:rPr lang="en-US" baseline="0" dirty="0"/>
              <a:t> </a:t>
            </a:r>
          </a:p>
          <a:p>
            <a:pPr marL="171450" indent="-171450">
              <a:buFontTx/>
              <a:buChar char="•"/>
            </a:pPr>
            <a:r>
              <a:rPr lang="en-US" baseline="0" dirty="0" err="1"/>
              <a:t>Chọn</a:t>
            </a:r>
            <a:r>
              <a:rPr lang="en-US" baseline="0" dirty="0"/>
              <a:t> F(n) </a:t>
            </a:r>
            <a:r>
              <a:rPr lang="en-US" baseline="0" dirty="0" err="1"/>
              <a:t>là</a:t>
            </a:r>
            <a:r>
              <a:rPr lang="en-US" baseline="0" dirty="0"/>
              <a:t> </a:t>
            </a:r>
            <a:r>
              <a:rPr lang="en-US" baseline="0" dirty="0" err="1"/>
              <a:t>hàm</a:t>
            </a:r>
            <a:r>
              <a:rPr lang="en-US" baseline="0" dirty="0"/>
              <a:t> </a:t>
            </a:r>
            <a:r>
              <a:rPr lang="en-US" baseline="0" dirty="0" err="1"/>
              <a:t>đơn</a:t>
            </a:r>
            <a:r>
              <a:rPr lang="en-US" baseline="0" dirty="0"/>
              <a:t> </a:t>
            </a:r>
            <a:r>
              <a:rPr lang="en-US" baseline="0" dirty="0" err="1"/>
              <a:t>giản</a:t>
            </a:r>
            <a:r>
              <a:rPr lang="en-US" baseline="0" dirty="0"/>
              <a:t> </a:t>
            </a:r>
            <a:r>
              <a:rPr lang="en-US" baseline="0" dirty="0" err="1"/>
              <a:t>và</a:t>
            </a:r>
            <a:r>
              <a:rPr lang="en-US" baseline="0" dirty="0"/>
              <a:t> </a:t>
            </a:r>
            <a:r>
              <a:rPr lang="en-US" baseline="0" dirty="0" err="1"/>
              <a:t>lược</a:t>
            </a:r>
            <a:r>
              <a:rPr lang="en-US" baseline="0" dirty="0"/>
              <a:t> </a:t>
            </a:r>
            <a:r>
              <a:rPr lang="en-US" baseline="0" dirty="0" err="1"/>
              <a:t>bỏ</a:t>
            </a:r>
            <a:r>
              <a:rPr lang="en-US" baseline="0" dirty="0"/>
              <a:t> </a:t>
            </a:r>
            <a:r>
              <a:rPr lang="en-US" baseline="0" dirty="0" err="1"/>
              <a:t>đi</a:t>
            </a:r>
            <a:r>
              <a:rPr lang="en-US" baseline="0" dirty="0"/>
              <a:t> </a:t>
            </a:r>
            <a:r>
              <a:rPr lang="en-US" baseline="0" dirty="0" err="1"/>
              <a:t>các</a:t>
            </a:r>
            <a:r>
              <a:rPr lang="en-US" baseline="0" dirty="0"/>
              <a:t> </a:t>
            </a:r>
            <a:r>
              <a:rPr lang="en-US" baseline="0" dirty="0" err="1"/>
              <a:t>hằng</a:t>
            </a:r>
            <a:r>
              <a:rPr lang="en-US" baseline="0" dirty="0"/>
              <a:t> </a:t>
            </a:r>
            <a:r>
              <a:rPr lang="en-US" baseline="0" dirty="0" err="1"/>
              <a:t>số</a:t>
            </a:r>
            <a:r>
              <a:rPr lang="en-US" baseline="0" dirty="0"/>
              <a:t> </a:t>
            </a:r>
            <a:endParaRPr lang="en-US" dirty="0"/>
          </a:p>
        </p:txBody>
      </p:sp>
      <p:sp>
        <p:nvSpPr>
          <p:cNvPr id="4" name="Slide Number Placeholder 3"/>
          <p:cNvSpPr>
            <a:spLocks noGrp="1"/>
          </p:cNvSpPr>
          <p:nvPr>
            <p:ph type="sldNum" sz="quarter" idx="10"/>
          </p:nvPr>
        </p:nvSpPr>
        <p:spPr/>
        <p:txBody>
          <a:bodyPr/>
          <a:lstStyle/>
          <a:p>
            <a:fld id="{C47F7BA9-BD23-364F-BA23-B1582B7D9A79}" type="slidenum">
              <a:rPr lang="en-US" smtClean="0"/>
              <a:t>62</a:t>
            </a:fld>
            <a:endParaRPr lang="en-US"/>
          </a:p>
        </p:txBody>
      </p:sp>
    </p:spTree>
    <p:extLst>
      <p:ext uri="{BB962C8B-B14F-4D97-AF65-F5344CB8AC3E}">
        <p14:creationId xmlns:p14="http://schemas.microsoft.com/office/powerpoint/2010/main" val="14814149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47F7BA9-BD23-364F-BA23-B1582B7D9A79}" type="slidenum">
              <a:rPr lang="en-US" smtClean="0"/>
              <a:t>68</a:t>
            </a:fld>
            <a:endParaRPr lang="en-US"/>
          </a:p>
        </p:txBody>
      </p:sp>
    </p:spTree>
    <p:extLst>
      <p:ext uri="{BB962C8B-B14F-4D97-AF65-F5344CB8AC3E}">
        <p14:creationId xmlns:p14="http://schemas.microsoft.com/office/powerpoint/2010/main" val="28469868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O(n2), 2. O(n), 3. O(n3), 4. O(n)</a:t>
            </a:r>
          </a:p>
        </p:txBody>
      </p:sp>
      <p:sp>
        <p:nvSpPr>
          <p:cNvPr id="4" name="Slide Number Placeholder 3"/>
          <p:cNvSpPr>
            <a:spLocks noGrp="1"/>
          </p:cNvSpPr>
          <p:nvPr>
            <p:ph type="sldNum" sz="quarter" idx="5"/>
          </p:nvPr>
        </p:nvSpPr>
        <p:spPr/>
        <p:txBody>
          <a:bodyPr/>
          <a:lstStyle/>
          <a:p>
            <a:fld id="{C47F7BA9-BD23-364F-BA23-B1582B7D9A79}" type="slidenum">
              <a:rPr lang="en-US" smtClean="0"/>
              <a:t>69</a:t>
            </a:fld>
            <a:endParaRPr lang="en-US"/>
          </a:p>
        </p:txBody>
      </p:sp>
    </p:spTree>
    <p:extLst>
      <p:ext uri="{BB962C8B-B14F-4D97-AF65-F5344CB8AC3E}">
        <p14:creationId xmlns:p14="http://schemas.microsoft.com/office/powerpoint/2010/main" val="22398242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2">
              <a:lnSpc>
                <a:spcPct val="90000"/>
              </a:lnSpc>
              <a:spcBef>
                <a:spcPct val="10000"/>
              </a:spcBef>
            </a:pPr>
            <a:r>
              <a:rPr lang="en-US" altLang="en-US" dirty="0" err="1">
                <a:cs typeface="Times New Roman" panose="02020603050405020304" pitchFamily="18" charset="0"/>
              </a:rPr>
              <a:t>Từ</a:t>
            </a:r>
            <a:r>
              <a:rPr lang="en-US" altLang="en-US" dirty="0">
                <a:cs typeface="Times New Roman" panose="02020603050405020304" pitchFamily="18" charset="0"/>
              </a:rPr>
              <a:t> P ta </a:t>
            </a:r>
            <a:r>
              <a:rPr lang="en-US" altLang="en-US" dirty="0" err="1">
                <a:cs typeface="Times New Roman" panose="02020603050405020304" pitchFamily="18" charset="0"/>
              </a:rPr>
              <a:t>đưa</a:t>
            </a:r>
            <a:r>
              <a:rPr lang="en-US" altLang="en-US" dirty="0">
                <a:cs typeface="Times New Roman" panose="02020603050405020304" pitchFamily="18" charset="0"/>
              </a:rPr>
              <a:t> </a:t>
            </a:r>
            <a:r>
              <a:rPr lang="en-US" altLang="en-US" dirty="0" err="1">
                <a:cs typeface="Times New Roman" panose="02020603050405020304" pitchFamily="18" charset="0"/>
              </a:rPr>
              <a:t>về</a:t>
            </a:r>
            <a:r>
              <a:rPr lang="en-US" altLang="en-US" dirty="0">
                <a:cs typeface="Times New Roman" panose="02020603050405020304" pitchFamily="18" charset="0"/>
              </a:rPr>
              <a:t> </a:t>
            </a:r>
            <a:r>
              <a:rPr lang="en-US" altLang="en-US" dirty="0" err="1">
                <a:cs typeface="Times New Roman" panose="02020603050405020304" pitchFamily="18" charset="0"/>
              </a:rPr>
              <a:t>một</a:t>
            </a:r>
            <a:r>
              <a:rPr lang="en-US" altLang="en-US" dirty="0">
                <a:cs typeface="Times New Roman" panose="02020603050405020304" pitchFamily="18" charset="0"/>
              </a:rPr>
              <a:t> </a:t>
            </a:r>
            <a:r>
              <a:rPr lang="en-US" altLang="en-US" dirty="0" err="1">
                <a:cs typeface="Times New Roman" panose="02020603050405020304" pitchFamily="18" charset="0"/>
              </a:rPr>
              <a:t>bài</a:t>
            </a:r>
            <a:r>
              <a:rPr lang="en-US" altLang="en-US" dirty="0">
                <a:cs typeface="Times New Roman" panose="02020603050405020304" pitchFamily="18" charset="0"/>
              </a:rPr>
              <a:t> </a:t>
            </a:r>
            <a:r>
              <a:rPr lang="en-US" altLang="en-US" dirty="0" err="1">
                <a:cs typeface="Times New Roman" panose="02020603050405020304" pitchFamily="18" charset="0"/>
              </a:rPr>
              <a:t>toán</a:t>
            </a:r>
            <a:r>
              <a:rPr lang="en-US" altLang="en-US" dirty="0">
                <a:cs typeface="Times New Roman" panose="02020603050405020304" pitchFamily="18" charset="0"/>
              </a:rPr>
              <a:t> P</a:t>
            </a:r>
            <a:r>
              <a:rPr lang="en-US" altLang="en-US" baseline="-25000" dirty="0">
                <a:cs typeface="Times New Roman" panose="02020603050405020304" pitchFamily="18" charset="0"/>
              </a:rPr>
              <a:t>1</a:t>
            </a:r>
            <a:r>
              <a:rPr lang="en-US" altLang="en-US" dirty="0">
                <a:cs typeface="Times New Roman" panose="02020603050405020304" pitchFamily="18" charset="0"/>
              </a:rPr>
              <a:t> </a:t>
            </a:r>
            <a:r>
              <a:rPr lang="en-US" altLang="en-US" dirty="0" err="1">
                <a:cs typeface="Times New Roman" panose="02020603050405020304" pitchFamily="18" charset="0"/>
              </a:rPr>
              <a:t>có</a:t>
            </a:r>
            <a:r>
              <a:rPr lang="en-US" altLang="en-US" dirty="0">
                <a:cs typeface="Times New Roman" panose="02020603050405020304" pitchFamily="18" charset="0"/>
              </a:rPr>
              <a:t> </a:t>
            </a:r>
            <a:r>
              <a:rPr lang="en-US" altLang="en-US" dirty="0" err="1">
                <a:cs typeface="Times New Roman" panose="02020603050405020304" pitchFamily="18" charset="0"/>
              </a:rPr>
              <a:t>bản</a:t>
            </a:r>
            <a:r>
              <a:rPr lang="en-US" altLang="en-US" dirty="0">
                <a:cs typeface="Times New Roman" panose="02020603050405020304" pitchFamily="18" charset="0"/>
              </a:rPr>
              <a:t> </a:t>
            </a:r>
            <a:r>
              <a:rPr lang="en-US" altLang="en-US" dirty="0" err="1">
                <a:cs typeface="Times New Roman" panose="02020603050405020304" pitchFamily="18" charset="0"/>
              </a:rPr>
              <a:t>chất</a:t>
            </a:r>
            <a:r>
              <a:rPr lang="en-US" altLang="en-US" dirty="0">
                <a:cs typeface="Times New Roman" panose="02020603050405020304" pitchFamily="18" charset="0"/>
              </a:rPr>
              <a:t> </a:t>
            </a:r>
            <a:r>
              <a:rPr lang="en-US" altLang="en-US" dirty="0" err="1">
                <a:cs typeface="Times New Roman" panose="02020603050405020304" pitchFamily="18" charset="0"/>
              </a:rPr>
              <a:t>tương</a:t>
            </a:r>
            <a:r>
              <a:rPr lang="en-US" altLang="en-US" dirty="0">
                <a:cs typeface="Times New Roman" panose="02020603050405020304" pitchFamily="18" charset="0"/>
              </a:rPr>
              <a:t> </a:t>
            </a:r>
            <a:r>
              <a:rPr lang="en-US" altLang="en-US" dirty="0" err="1">
                <a:cs typeface="Times New Roman" panose="02020603050405020304" pitchFamily="18" charset="0"/>
              </a:rPr>
              <a:t>tự</a:t>
            </a:r>
            <a:r>
              <a:rPr lang="en-US" altLang="en-US" dirty="0">
                <a:cs typeface="Times New Roman" panose="02020603050405020304" pitchFamily="18" charset="0"/>
              </a:rPr>
              <a:t> P </a:t>
            </a:r>
            <a:r>
              <a:rPr lang="en-US" altLang="en-US" dirty="0" err="1">
                <a:cs typeface="Times New Roman" panose="02020603050405020304" pitchFamily="18" charset="0"/>
              </a:rPr>
              <a:t>nhưng</a:t>
            </a:r>
            <a:r>
              <a:rPr lang="en-US" altLang="en-US" dirty="0">
                <a:cs typeface="Times New Roman" panose="02020603050405020304" pitchFamily="18" charset="0"/>
              </a:rPr>
              <a:t> </a:t>
            </a:r>
            <a:r>
              <a:rPr lang="en-US" altLang="en-US" dirty="0" err="1">
                <a:cs typeface="Times New Roman" panose="02020603050405020304" pitchFamily="18" charset="0"/>
              </a:rPr>
              <a:t>có</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a:t>
            </a:r>
            <a:r>
              <a:rPr lang="en-US" altLang="en-US" dirty="0" err="1">
                <a:cs typeface="Times New Roman" panose="02020603050405020304" pitchFamily="18" charset="0"/>
              </a:rPr>
              <a:t>mô</a:t>
            </a:r>
            <a:r>
              <a:rPr lang="en-US" altLang="en-US" dirty="0">
                <a:cs typeface="Times New Roman" panose="02020603050405020304" pitchFamily="18" charset="0"/>
              </a:rPr>
              <a:t> </a:t>
            </a:r>
            <a:r>
              <a:rPr lang="en-US" altLang="en-US" dirty="0" err="1">
                <a:cs typeface="Times New Roman" panose="02020603050405020304" pitchFamily="18" charset="0"/>
              </a:rPr>
              <a:t>bé</a:t>
            </a:r>
            <a:r>
              <a:rPr lang="en-US" altLang="en-US" dirty="0">
                <a:cs typeface="Times New Roman" panose="02020603050405020304" pitchFamily="18" charset="0"/>
              </a:rPr>
              <a:t> </a:t>
            </a:r>
            <a:r>
              <a:rPr lang="en-US" altLang="en-US" dirty="0" err="1">
                <a:cs typeface="Times New Roman" panose="02020603050405020304" pitchFamily="18" charset="0"/>
              </a:rPr>
              <a:t>hơn</a:t>
            </a:r>
            <a:r>
              <a:rPr lang="en-US" altLang="en-US" dirty="0">
                <a:cs typeface="Times New Roman" panose="02020603050405020304" pitchFamily="18" charset="0"/>
              </a:rPr>
              <a:t>. </a:t>
            </a:r>
            <a:r>
              <a:rPr lang="en-US" altLang="en-US" dirty="0" err="1">
                <a:cs typeface="Times New Roman" panose="02020603050405020304" pitchFamily="18" charset="0"/>
              </a:rPr>
              <a:t>Nghĩa</a:t>
            </a:r>
            <a:r>
              <a:rPr lang="en-US" altLang="en-US" dirty="0">
                <a:cs typeface="Times New Roman" panose="02020603050405020304" pitchFamily="18" charset="0"/>
              </a:rPr>
              <a:t> </a:t>
            </a:r>
            <a:r>
              <a:rPr lang="en-US" altLang="en-US" dirty="0" err="1">
                <a:cs typeface="Times New Roman" panose="02020603050405020304" pitchFamily="18" charset="0"/>
              </a:rPr>
              <a:t>là</a:t>
            </a:r>
            <a:r>
              <a:rPr lang="en-US" altLang="en-US" dirty="0">
                <a:cs typeface="Times New Roman" panose="02020603050405020304" pitchFamily="18" charset="0"/>
              </a:rPr>
              <a:t> </a:t>
            </a:r>
            <a:r>
              <a:rPr lang="en-US" altLang="en-US" dirty="0" err="1">
                <a:cs typeface="Times New Roman" panose="02020603050405020304" pitchFamily="18" charset="0"/>
              </a:rPr>
              <a:t>tồn</a:t>
            </a:r>
            <a:r>
              <a:rPr lang="en-US" altLang="en-US" dirty="0">
                <a:cs typeface="Times New Roman" panose="02020603050405020304" pitchFamily="18" charset="0"/>
              </a:rPr>
              <a:t> </a:t>
            </a:r>
            <a:r>
              <a:rPr lang="en-US" altLang="en-US" dirty="0" err="1">
                <a:cs typeface="Times New Roman" panose="02020603050405020304" pitchFamily="18" charset="0"/>
              </a:rPr>
              <a:t>tại</a:t>
            </a:r>
            <a:r>
              <a:rPr lang="en-US" altLang="en-US" dirty="0">
                <a:cs typeface="Times New Roman" panose="02020603050405020304" pitchFamily="18" charset="0"/>
              </a:rPr>
              <a:t> </a:t>
            </a:r>
            <a:r>
              <a:rPr lang="en-US" altLang="en-US" dirty="0" err="1">
                <a:cs typeface="Times New Roman" panose="02020603050405020304" pitchFamily="18" charset="0"/>
              </a:rPr>
              <a:t>một</a:t>
            </a:r>
            <a:r>
              <a:rPr lang="en-US" altLang="en-US" dirty="0">
                <a:cs typeface="Times New Roman" panose="02020603050405020304" pitchFamily="18" charset="0"/>
              </a:rPr>
              <a:t> </a:t>
            </a:r>
            <a:r>
              <a:rPr lang="en-US" altLang="en-US" dirty="0" err="1">
                <a:cs typeface="Times New Roman" panose="02020603050405020304" pitchFamily="18" charset="0"/>
              </a:rPr>
              <a:t>quan</a:t>
            </a:r>
            <a:r>
              <a:rPr lang="en-US" altLang="en-US" dirty="0">
                <a:cs typeface="Times New Roman" panose="02020603050405020304" pitchFamily="18" charset="0"/>
              </a:rPr>
              <a:t> </a:t>
            </a:r>
            <a:r>
              <a:rPr lang="en-US" altLang="en-US" dirty="0" err="1">
                <a:cs typeface="Times New Roman" panose="02020603050405020304" pitchFamily="18" charset="0"/>
              </a:rPr>
              <a:t>hệ</a:t>
            </a:r>
            <a:r>
              <a:rPr lang="en-US" altLang="en-US" dirty="0">
                <a:cs typeface="Times New Roman" panose="02020603050405020304" pitchFamily="18" charset="0"/>
              </a:rPr>
              <a:t> </a:t>
            </a:r>
            <a:r>
              <a:rPr lang="en-US" altLang="en-US" dirty="0" err="1">
                <a:cs typeface="Times New Roman" panose="02020603050405020304" pitchFamily="18" charset="0"/>
              </a:rPr>
              <a:t>giữa</a:t>
            </a:r>
            <a:r>
              <a:rPr lang="en-US" altLang="en-US" dirty="0">
                <a:cs typeface="Times New Roman" panose="02020603050405020304" pitchFamily="18" charset="0"/>
              </a:rPr>
              <a:t> P </a:t>
            </a:r>
            <a:r>
              <a:rPr lang="en-US" altLang="en-US" dirty="0" err="1">
                <a:cs typeface="Times New Roman" panose="02020603050405020304" pitchFamily="18" charset="0"/>
              </a:rPr>
              <a:t>và</a:t>
            </a:r>
            <a:r>
              <a:rPr lang="en-US" altLang="en-US" dirty="0">
                <a:cs typeface="Times New Roman" panose="02020603050405020304" pitchFamily="18" charset="0"/>
              </a:rPr>
              <a:t> P</a:t>
            </a:r>
            <a:r>
              <a:rPr lang="en-US" altLang="en-US" baseline="-25000" dirty="0">
                <a:cs typeface="Times New Roman" panose="02020603050405020304" pitchFamily="18" charset="0"/>
              </a:rPr>
              <a:t>1</a:t>
            </a:r>
            <a:r>
              <a:rPr lang="en-US" altLang="en-US" dirty="0">
                <a:cs typeface="Times New Roman" panose="02020603050405020304" pitchFamily="18" charset="0"/>
              </a:rPr>
              <a:t>, </a:t>
            </a:r>
            <a:r>
              <a:rPr lang="en-US" altLang="en-US" dirty="0" err="1">
                <a:cs typeface="Times New Roman" panose="02020603050405020304" pitchFamily="18" charset="0"/>
              </a:rPr>
              <a:t>khẳng</a:t>
            </a:r>
            <a:r>
              <a:rPr lang="en-US" altLang="en-US" dirty="0">
                <a:cs typeface="Times New Roman" panose="02020603050405020304" pitchFamily="18" charset="0"/>
              </a:rPr>
              <a:t> </a:t>
            </a:r>
            <a:r>
              <a:rPr lang="en-US" altLang="en-US" dirty="0" err="1">
                <a:cs typeface="Times New Roman" panose="02020603050405020304" pitchFamily="18" charset="0"/>
              </a:rPr>
              <a:t>định</a:t>
            </a:r>
            <a:r>
              <a:rPr lang="en-US" altLang="en-US" dirty="0">
                <a:cs typeface="Times New Roman" panose="02020603050405020304" pitchFamily="18" charset="0"/>
              </a:rPr>
              <a:t> </a:t>
            </a:r>
            <a:r>
              <a:rPr lang="en-US" altLang="en-US" dirty="0" err="1">
                <a:cs typeface="Times New Roman" panose="02020603050405020304" pitchFamily="18" charset="0"/>
              </a:rPr>
              <a:t>nếu</a:t>
            </a:r>
            <a:r>
              <a:rPr lang="en-US" altLang="en-US" dirty="0">
                <a:cs typeface="Times New Roman" panose="02020603050405020304" pitchFamily="18" charset="0"/>
              </a:rPr>
              <a:t> </a:t>
            </a:r>
            <a:r>
              <a:rPr lang="en-US" altLang="en-US" dirty="0" err="1">
                <a:cs typeface="Times New Roman" panose="02020603050405020304" pitchFamily="18" charset="0"/>
              </a:rPr>
              <a:t>giải</a:t>
            </a:r>
            <a:r>
              <a:rPr lang="en-US" altLang="en-US" dirty="0">
                <a:cs typeface="Times New Roman" panose="02020603050405020304" pitchFamily="18" charset="0"/>
              </a:rPr>
              <a:t> </a:t>
            </a:r>
            <a:r>
              <a:rPr lang="en-US" altLang="en-US" dirty="0" err="1">
                <a:cs typeface="Times New Roman" panose="02020603050405020304" pitchFamily="18" charset="0"/>
              </a:rPr>
              <a:t>được</a:t>
            </a:r>
            <a:r>
              <a:rPr lang="en-US" altLang="en-US" dirty="0">
                <a:cs typeface="Times New Roman" panose="02020603050405020304" pitchFamily="18" charset="0"/>
              </a:rPr>
              <a:t> P</a:t>
            </a:r>
            <a:r>
              <a:rPr lang="en-US" altLang="en-US" baseline="-25000" dirty="0">
                <a:cs typeface="Times New Roman" panose="02020603050405020304" pitchFamily="18" charset="0"/>
              </a:rPr>
              <a:t>1</a:t>
            </a:r>
            <a:r>
              <a:rPr lang="en-US" altLang="en-US" dirty="0">
                <a:cs typeface="Times New Roman" panose="02020603050405020304" pitchFamily="18" charset="0"/>
              </a:rPr>
              <a:t> </a:t>
            </a:r>
            <a:r>
              <a:rPr lang="en-US" altLang="en-US" dirty="0" err="1">
                <a:cs typeface="Times New Roman" panose="02020603050405020304" pitchFamily="18" charset="0"/>
              </a:rPr>
              <a:t>thì</a:t>
            </a:r>
            <a:r>
              <a:rPr lang="en-US" altLang="en-US" dirty="0">
                <a:cs typeface="Times New Roman" panose="02020603050405020304" pitchFamily="18" charset="0"/>
              </a:rPr>
              <a:t> ta </a:t>
            </a:r>
            <a:r>
              <a:rPr lang="en-US" altLang="en-US" dirty="0" err="1">
                <a:cs typeface="Times New Roman" panose="02020603050405020304" pitchFamily="18" charset="0"/>
              </a:rPr>
              <a:t>sẽ</a:t>
            </a:r>
            <a:r>
              <a:rPr lang="en-US" altLang="en-US" dirty="0">
                <a:cs typeface="Times New Roman" panose="02020603050405020304" pitchFamily="18" charset="0"/>
              </a:rPr>
              <a:t> </a:t>
            </a:r>
            <a:r>
              <a:rPr lang="en-US" altLang="en-US" dirty="0" err="1">
                <a:cs typeface="Times New Roman" panose="02020603050405020304" pitchFamily="18" charset="0"/>
              </a:rPr>
              <a:t>giải</a:t>
            </a:r>
            <a:r>
              <a:rPr lang="en-US" altLang="en-US" dirty="0">
                <a:cs typeface="Times New Roman" panose="02020603050405020304" pitchFamily="18" charset="0"/>
              </a:rPr>
              <a:t> </a:t>
            </a:r>
            <a:r>
              <a:rPr lang="en-US" altLang="en-US" dirty="0" err="1">
                <a:cs typeface="Times New Roman" panose="02020603050405020304" pitchFamily="18" charset="0"/>
              </a:rPr>
              <a:t>được</a:t>
            </a:r>
            <a:r>
              <a:rPr lang="en-US" altLang="en-US" dirty="0">
                <a:cs typeface="Times New Roman" panose="02020603050405020304" pitchFamily="18" charset="0"/>
              </a:rPr>
              <a:t> P. </a:t>
            </a:r>
          </a:p>
          <a:p>
            <a:pPr lvl="2">
              <a:lnSpc>
                <a:spcPct val="90000"/>
              </a:lnSpc>
              <a:spcBef>
                <a:spcPct val="10000"/>
              </a:spcBef>
            </a:pPr>
            <a:r>
              <a:rPr lang="en-US" altLang="en-US" dirty="0" err="1">
                <a:cs typeface="Times New Roman" panose="02020603050405020304" pitchFamily="18" charset="0"/>
              </a:rPr>
              <a:t>Tương</a:t>
            </a:r>
            <a:r>
              <a:rPr lang="en-US" altLang="en-US" dirty="0">
                <a:cs typeface="Times New Roman" panose="02020603050405020304" pitchFamily="18" charset="0"/>
              </a:rPr>
              <a:t> </a:t>
            </a:r>
            <a:r>
              <a:rPr lang="en-US" altLang="en-US" dirty="0" err="1">
                <a:cs typeface="Times New Roman" panose="02020603050405020304" pitchFamily="18" charset="0"/>
              </a:rPr>
              <a:t>tự</a:t>
            </a:r>
            <a:r>
              <a:rPr lang="en-US" altLang="en-US" dirty="0">
                <a:cs typeface="Times New Roman" panose="02020603050405020304" pitchFamily="18" charset="0"/>
              </a:rPr>
              <a:t>, </a:t>
            </a:r>
            <a:r>
              <a:rPr lang="en-US" altLang="en-US" dirty="0" err="1">
                <a:cs typeface="Times New Roman" panose="02020603050405020304" pitchFamily="18" charset="0"/>
              </a:rPr>
              <a:t>từ</a:t>
            </a:r>
            <a:r>
              <a:rPr lang="en-US" altLang="en-US" dirty="0">
                <a:cs typeface="Times New Roman" panose="02020603050405020304" pitchFamily="18" charset="0"/>
              </a:rPr>
              <a:t> P</a:t>
            </a:r>
            <a:r>
              <a:rPr lang="en-US" altLang="en-US" baseline="-25000" dirty="0">
                <a:cs typeface="Times New Roman" panose="02020603050405020304" pitchFamily="18" charset="0"/>
              </a:rPr>
              <a:t>1</a:t>
            </a:r>
            <a:r>
              <a:rPr lang="en-US" altLang="en-US" dirty="0">
                <a:cs typeface="Times New Roman" panose="02020603050405020304" pitchFamily="18" charset="0"/>
              </a:rPr>
              <a:t> ta </a:t>
            </a:r>
            <a:r>
              <a:rPr lang="en-US" altLang="en-US" dirty="0" err="1">
                <a:cs typeface="Times New Roman" panose="02020603050405020304" pitchFamily="18" charset="0"/>
              </a:rPr>
              <a:t>lại</a:t>
            </a:r>
            <a:r>
              <a:rPr lang="en-US" altLang="en-US" dirty="0">
                <a:cs typeface="Times New Roman" panose="02020603050405020304" pitchFamily="18" charset="0"/>
              </a:rPr>
              <a:t> </a:t>
            </a:r>
            <a:r>
              <a:rPr lang="en-US" altLang="en-US" dirty="0" err="1">
                <a:cs typeface="Times New Roman" panose="02020603050405020304" pitchFamily="18" charset="0"/>
              </a:rPr>
              <a:t>đưa</a:t>
            </a:r>
            <a:r>
              <a:rPr lang="en-US" altLang="en-US" dirty="0">
                <a:cs typeface="Times New Roman" panose="02020603050405020304" pitchFamily="18" charset="0"/>
              </a:rPr>
              <a:t> </a:t>
            </a:r>
            <a:r>
              <a:rPr lang="en-US" altLang="en-US" dirty="0" err="1">
                <a:cs typeface="Times New Roman" panose="02020603050405020304" pitchFamily="18" charset="0"/>
              </a:rPr>
              <a:t>về</a:t>
            </a:r>
            <a:r>
              <a:rPr lang="en-US" altLang="en-US" dirty="0">
                <a:cs typeface="Times New Roman" panose="02020603050405020304" pitchFamily="18" charset="0"/>
              </a:rPr>
              <a:t> </a:t>
            </a:r>
            <a:r>
              <a:rPr lang="en-US" altLang="en-US" dirty="0" err="1">
                <a:cs typeface="Times New Roman" panose="02020603050405020304" pitchFamily="18" charset="0"/>
              </a:rPr>
              <a:t>giải</a:t>
            </a:r>
            <a:r>
              <a:rPr lang="en-US" altLang="en-US" dirty="0">
                <a:cs typeface="Times New Roman" panose="02020603050405020304" pitchFamily="18" charset="0"/>
              </a:rPr>
              <a:t> </a:t>
            </a:r>
            <a:r>
              <a:rPr lang="en-US" altLang="en-US" dirty="0" err="1">
                <a:cs typeface="Times New Roman" panose="02020603050405020304" pitchFamily="18" charset="0"/>
              </a:rPr>
              <a:t>bài</a:t>
            </a:r>
            <a:r>
              <a:rPr lang="en-US" altLang="en-US" dirty="0">
                <a:cs typeface="Times New Roman" panose="02020603050405020304" pitchFamily="18" charset="0"/>
              </a:rPr>
              <a:t> </a:t>
            </a:r>
            <a:r>
              <a:rPr lang="en-US" altLang="en-US" dirty="0" err="1">
                <a:cs typeface="Times New Roman" panose="02020603050405020304" pitchFamily="18" charset="0"/>
              </a:rPr>
              <a:t>toán</a:t>
            </a:r>
            <a:r>
              <a:rPr lang="en-US" altLang="en-US" dirty="0">
                <a:cs typeface="Times New Roman" panose="02020603050405020304" pitchFamily="18" charset="0"/>
              </a:rPr>
              <a:t> P</a:t>
            </a:r>
            <a:r>
              <a:rPr lang="en-US" altLang="en-US" baseline="-25000" dirty="0">
                <a:cs typeface="Times New Roman" panose="02020603050405020304" pitchFamily="18" charset="0"/>
              </a:rPr>
              <a:t>2</a:t>
            </a:r>
            <a:r>
              <a:rPr lang="en-US" altLang="en-US" dirty="0">
                <a:cs typeface="Times New Roman" panose="02020603050405020304" pitchFamily="18" charset="0"/>
              </a:rPr>
              <a:t> </a:t>
            </a:r>
            <a:r>
              <a:rPr lang="en-US" altLang="en-US" dirty="0" err="1">
                <a:cs typeface="Times New Roman" panose="02020603050405020304" pitchFamily="18" charset="0"/>
              </a:rPr>
              <a:t>có</a:t>
            </a:r>
            <a:r>
              <a:rPr lang="en-US" altLang="en-US" dirty="0">
                <a:cs typeface="Times New Roman" panose="02020603050405020304" pitchFamily="18" charset="0"/>
              </a:rPr>
              <a:t> </a:t>
            </a:r>
            <a:r>
              <a:rPr lang="en-US" altLang="en-US" dirty="0" err="1">
                <a:cs typeface="Times New Roman" panose="02020603050405020304" pitchFamily="18" charset="0"/>
              </a:rPr>
              <a:t>cùng</a:t>
            </a:r>
            <a:r>
              <a:rPr lang="en-US" altLang="en-US" dirty="0">
                <a:cs typeface="Times New Roman" panose="02020603050405020304" pitchFamily="18" charset="0"/>
              </a:rPr>
              <a:t> </a:t>
            </a:r>
            <a:r>
              <a:rPr lang="en-US" altLang="en-US" dirty="0" err="1">
                <a:cs typeface="Times New Roman" panose="02020603050405020304" pitchFamily="18" charset="0"/>
              </a:rPr>
              <a:t>bản</a:t>
            </a:r>
            <a:r>
              <a:rPr lang="en-US" altLang="en-US" dirty="0">
                <a:cs typeface="Times New Roman" panose="02020603050405020304" pitchFamily="18" charset="0"/>
              </a:rPr>
              <a:t> </a:t>
            </a:r>
            <a:r>
              <a:rPr lang="en-US" altLang="en-US" dirty="0" err="1">
                <a:cs typeface="Times New Roman" panose="02020603050405020304" pitchFamily="18" charset="0"/>
              </a:rPr>
              <a:t>chất</a:t>
            </a:r>
            <a:r>
              <a:rPr lang="en-US" altLang="en-US" dirty="0">
                <a:cs typeface="Times New Roman" panose="02020603050405020304" pitchFamily="18" charset="0"/>
              </a:rPr>
              <a:t> </a:t>
            </a:r>
            <a:r>
              <a:rPr lang="en-US" altLang="en-US" dirty="0" err="1">
                <a:cs typeface="Times New Roman" panose="02020603050405020304" pitchFamily="18" charset="0"/>
              </a:rPr>
              <a:t>với</a:t>
            </a:r>
            <a:r>
              <a:rPr lang="en-US" altLang="en-US" dirty="0">
                <a:cs typeface="Times New Roman" panose="02020603050405020304" pitchFamily="18" charset="0"/>
              </a:rPr>
              <a:t> P</a:t>
            </a:r>
            <a:r>
              <a:rPr lang="en-US" altLang="en-US" baseline="-25000" dirty="0">
                <a:cs typeface="Times New Roman" panose="02020603050405020304" pitchFamily="18" charset="0"/>
              </a:rPr>
              <a:t>1</a:t>
            </a:r>
            <a:r>
              <a:rPr lang="en-US" altLang="en-US" dirty="0">
                <a:cs typeface="Times New Roman" panose="02020603050405020304" pitchFamily="18" charset="0"/>
              </a:rPr>
              <a:t> </a:t>
            </a:r>
            <a:r>
              <a:rPr lang="en-US" altLang="en-US" dirty="0" err="1">
                <a:cs typeface="Times New Roman" panose="02020603050405020304" pitchFamily="18" charset="0"/>
              </a:rPr>
              <a:t>và</a:t>
            </a:r>
            <a:r>
              <a:rPr lang="en-US" altLang="en-US" dirty="0">
                <a:cs typeface="Times New Roman" panose="02020603050405020304" pitchFamily="18" charset="0"/>
              </a:rPr>
              <a:t> </a:t>
            </a:r>
            <a:r>
              <a:rPr lang="en-US" altLang="en-US" dirty="0" err="1">
                <a:cs typeface="Times New Roman" panose="02020603050405020304" pitchFamily="18" charset="0"/>
              </a:rPr>
              <a:t>cũng</a:t>
            </a:r>
            <a:r>
              <a:rPr lang="en-US" altLang="en-US" dirty="0">
                <a:cs typeface="Times New Roman" panose="02020603050405020304" pitchFamily="18" charset="0"/>
              </a:rPr>
              <a:t> </a:t>
            </a:r>
            <a:r>
              <a:rPr lang="en-US" altLang="en-US" dirty="0" err="1">
                <a:cs typeface="Times New Roman" panose="02020603050405020304" pitchFamily="18" charset="0"/>
              </a:rPr>
              <a:t>có</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a:t>
            </a:r>
            <a:r>
              <a:rPr lang="en-US" altLang="en-US" dirty="0" err="1">
                <a:cs typeface="Times New Roman" panose="02020603050405020304" pitchFamily="18" charset="0"/>
              </a:rPr>
              <a:t>mô</a:t>
            </a:r>
            <a:r>
              <a:rPr lang="en-US" altLang="en-US" dirty="0">
                <a:cs typeface="Times New Roman" panose="02020603050405020304" pitchFamily="18" charset="0"/>
              </a:rPr>
              <a:t> </a:t>
            </a:r>
            <a:r>
              <a:rPr lang="en-US" altLang="en-US" dirty="0" err="1">
                <a:cs typeface="Times New Roman" panose="02020603050405020304" pitchFamily="18" charset="0"/>
              </a:rPr>
              <a:t>nhỏ</a:t>
            </a:r>
            <a:r>
              <a:rPr lang="en-US" altLang="en-US" dirty="0">
                <a:cs typeface="Times New Roman" panose="02020603050405020304" pitchFamily="18" charset="0"/>
              </a:rPr>
              <a:t> </a:t>
            </a:r>
            <a:r>
              <a:rPr lang="en-US" altLang="en-US" dirty="0" err="1">
                <a:cs typeface="Times New Roman" panose="02020603050405020304" pitchFamily="18" charset="0"/>
              </a:rPr>
              <a:t>hơn</a:t>
            </a:r>
            <a:r>
              <a:rPr lang="en-US" altLang="en-US" dirty="0">
                <a:cs typeface="Times New Roman" panose="02020603050405020304" pitchFamily="18" charset="0"/>
              </a:rPr>
              <a:t> P</a:t>
            </a:r>
            <a:r>
              <a:rPr lang="en-US" altLang="en-US" baseline="-25000" dirty="0">
                <a:cs typeface="Times New Roman" panose="02020603050405020304" pitchFamily="18" charset="0"/>
              </a:rPr>
              <a:t>1</a:t>
            </a:r>
            <a:r>
              <a:rPr lang="en-US" altLang="en-US" dirty="0">
                <a:cs typeface="Times New Roman" panose="02020603050405020304" pitchFamily="18" charset="0"/>
              </a:rPr>
              <a:t>. </a:t>
            </a:r>
            <a:r>
              <a:rPr lang="en-US" altLang="en-US" dirty="0" err="1">
                <a:cs typeface="Times New Roman" panose="02020603050405020304" pitchFamily="18" charset="0"/>
              </a:rPr>
              <a:t>Quá</a:t>
            </a:r>
            <a:r>
              <a:rPr lang="en-US" altLang="en-US" dirty="0">
                <a:cs typeface="Times New Roman" panose="02020603050405020304" pitchFamily="18" charset="0"/>
              </a:rPr>
              <a:t> </a:t>
            </a:r>
            <a:r>
              <a:rPr lang="en-US" altLang="en-US" dirty="0" err="1">
                <a:cs typeface="Times New Roman" panose="02020603050405020304" pitchFamily="18" charset="0"/>
              </a:rPr>
              <a:t>trình</a:t>
            </a:r>
            <a:r>
              <a:rPr lang="en-US" altLang="en-US" dirty="0">
                <a:cs typeface="Times New Roman" panose="02020603050405020304" pitchFamily="18" charset="0"/>
              </a:rPr>
              <a:t> </a:t>
            </a:r>
            <a:r>
              <a:rPr lang="en-US" altLang="en-US" dirty="0" err="1">
                <a:cs typeface="Times New Roman" panose="02020603050405020304" pitchFamily="18" charset="0"/>
              </a:rPr>
              <a:t>cứ</a:t>
            </a:r>
            <a:r>
              <a:rPr lang="en-US" altLang="en-US" dirty="0">
                <a:cs typeface="Times New Roman" panose="02020603050405020304" pitchFamily="18" charset="0"/>
              </a:rPr>
              <a:t> </a:t>
            </a:r>
            <a:r>
              <a:rPr lang="en-US" altLang="en-US" dirty="0" err="1">
                <a:cs typeface="Times New Roman" panose="02020603050405020304" pitchFamily="18" charset="0"/>
              </a:rPr>
              <a:t>tiếp</a:t>
            </a:r>
            <a:r>
              <a:rPr lang="en-US" altLang="en-US" dirty="0">
                <a:cs typeface="Times New Roman" panose="02020603050405020304" pitchFamily="18" charset="0"/>
              </a:rPr>
              <a:t> </a:t>
            </a:r>
            <a:r>
              <a:rPr lang="en-US" altLang="en-US" dirty="0" err="1">
                <a:cs typeface="Times New Roman" panose="02020603050405020304" pitchFamily="18" charset="0"/>
              </a:rPr>
              <a:t>tục</a:t>
            </a:r>
            <a:r>
              <a:rPr lang="en-US" altLang="en-US" dirty="0">
                <a:cs typeface="Times New Roman" panose="02020603050405020304" pitchFamily="18" charset="0"/>
              </a:rPr>
              <a:t> </a:t>
            </a:r>
            <a:r>
              <a:rPr lang="en-US" altLang="en-US" dirty="0" err="1">
                <a:cs typeface="Times New Roman" panose="02020603050405020304" pitchFamily="18" charset="0"/>
              </a:rPr>
              <a:t>cho</a:t>
            </a:r>
            <a:r>
              <a:rPr lang="en-US" altLang="en-US" dirty="0">
                <a:cs typeface="Times New Roman" panose="02020603050405020304" pitchFamily="18" charset="0"/>
              </a:rPr>
              <a:t> </a:t>
            </a:r>
            <a:r>
              <a:rPr lang="en-US" altLang="en-US" dirty="0" err="1">
                <a:cs typeface="Times New Roman" panose="02020603050405020304" pitchFamily="18" charset="0"/>
              </a:rPr>
              <a:t>đến</a:t>
            </a:r>
            <a:r>
              <a:rPr lang="en-US" altLang="en-US" dirty="0">
                <a:cs typeface="Times New Roman" panose="02020603050405020304" pitchFamily="18" charset="0"/>
              </a:rPr>
              <a:t> </a:t>
            </a:r>
            <a:r>
              <a:rPr lang="en-US" altLang="en-US" dirty="0" err="1">
                <a:cs typeface="Times New Roman" panose="02020603050405020304" pitchFamily="18" charset="0"/>
              </a:rPr>
              <a:t>khi</a:t>
            </a:r>
            <a:r>
              <a:rPr lang="en-US" altLang="en-US" dirty="0">
                <a:cs typeface="Times New Roman" panose="02020603050405020304" pitchFamily="18" charset="0"/>
              </a:rPr>
              <a:t> ta </a:t>
            </a:r>
            <a:r>
              <a:rPr lang="en-US" altLang="en-US" dirty="0" err="1">
                <a:cs typeface="Times New Roman" panose="02020603050405020304" pitchFamily="18" charset="0"/>
              </a:rPr>
              <a:t>đưa</a:t>
            </a:r>
            <a:r>
              <a:rPr lang="en-US" altLang="en-US" dirty="0">
                <a:cs typeface="Times New Roman" panose="02020603050405020304" pitchFamily="18" charset="0"/>
              </a:rPr>
              <a:t> </a:t>
            </a:r>
            <a:r>
              <a:rPr lang="en-US" altLang="en-US" dirty="0" err="1">
                <a:cs typeface="Times New Roman" panose="02020603050405020304" pitchFamily="18" charset="0"/>
              </a:rPr>
              <a:t>bài</a:t>
            </a:r>
            <a:r>
              <a:rPr lang="en-US" altLang="en-US" dirty="0">
                <a:cs typeface="Times New Roman" panose="02020603050405020304" pitchFamily="18" charset="0"/>
              </a:rPr>
              <a:t> </a:t>
            </a:r>
            <a:r>
              <a:rPr lang="en-US" altLang="en-US" dirty="0" err="1">
                <a:cs typeface="Times New Roman" panose="02020603050405020304" pitchFamily="18" charset="0"/>
              </a:rPr>
              <a:t>toán</a:t>
            </a:r>
            <a:r>
              <a:rPr lang="en-US" altLang="en-US" dirty="0">
                <a:cs typeface="Times New Roman" panose="02020603050405020304" pitchFamily="18" charset="0"/>
              </a:rPr>
              <a:t> </a:t>
            </a:r>
            <a:r>
              <a:rPr lang="en-US" altLang="en-US" dirty="0" err="1">
                <a:cs typeface="Times New Roman" panose="02020603050405020304" pitchFamily="18" charset="0"/>
              </a:rPr>
              <a:t>về</a:t>
            </a:r>
            <a:r>
              <a:rPr lang="en-US" altLang="en-US" dirty="0">
                <a:cs typeface="Times New Roman" panose="02020603050405020304" pitchFamily="18" charset="0"/>
              </a:rPr>
              <a:t> </a:t>
            </a:r>
            <a:r>
              <a:rPr lang="en-US" altLang="en-US" dirty="0" err="1">
                <a:cs typeface="Times New Roman" panose="02020603050405020304" pitchFamily="18" charset="0"/>
              </a:rPr>
              <a:t>bài</a:t>
            </a:r>
            <a:r>
              <a:rPr lang="en-US" altLang="en-US" dirty="0">
                <a:cs typeface="Times New Roman" panose="02020603050405020304" pitchFamily="18" charset="0"/>
              </a:rPr>
              <a:t> </a:t>
            </a:r>
            <a:r>
              <a:rPr lang="en-US" altLang="en-US" dirty="0" err="1">
                <a:cs typeface="Times New Roman" panose="02020603050405020304" pitchFamily="18" charset="0"/>
              </a:rPr>
              <a:t>toán</a:t>
            </a:r>
            <a:r>
              <a:rPr lang="en-US" altLang="en-US" dirty="0">
                <a:cs typeface="Times New Roman" panose="02020603050405020304" pitchFamily="18" charset="0"/>
              </a:rPr>
              <a:t> con </a:t>
            </a:r>
            <a:r>
              <a:rPr lang="en-US" altLang="en-US" dirty="0" err="1">
                <a:cs typeface="Times New Roman" panose="02020603050405020304" pitchFamily="18" charset="0"/>
              </a:rPr>
              <a:t>P</a:t>
            </a:r>
            <a:r>
              <a:rPr lang="en-US" altLang="en-US" baseline="-25000" dirty="0" err="1">
                <a:cs typeface="Times New Roman" panose="02020603050405020304" pitchFamily="18" charset="0"/>
              </a:rPr>
              <a:t>n</a:t>
            </a:r>
            <a:r>
              <a:rPr lang="en-US" altLang="en-US" dirty="0">
                <a:cs typeface="Times New Roman" panose="02020603050405020304" pitchFamily="18" charset="0"/>
              </a:rPr>
              <a:t> </a:t>
            </a:r>
            <a:r>
              <a:rPr lang="en-US" altLang="en-US" dirty="0" err="1">
                <a:cs typeface="Times New Roman" panose="02020603050405020304" pitchFamily="18" charset="0"/>
              </a:rPr>
              <a:t>tương</a:t>
            </a:r>
            <a:r>
              <a:rPr lang="en-US" altLang="en-US" dirty="0">
                <a:cs typeface="Times New Roman" panose="02020603050405020304" pitchFamily="18" charset="0"/>
              </a:rPr>
              <a:t> </a:t>
            </a:r>
            <a:r>
              <a:rPr lang="en-US" altLang="en-US" dirty="0" err="1">
                <a:cs typeface="Times New Roman" panose="02020603050405020304" pitchFamily="18" charset="0"/>
              </a:rPr>
              <a:t>tự</a:t>
            </a:r>
            <a:r>
              <a:rPr lang="en-US" altLang="en-US" dirty="0">
                <a:cs typeface="Times New Roman" panose="02020603050405020304" pitchFamily="18" charset="0"/>
              </a:rPr>
              <a:t> </a:t>
            </a:r>
            <a:r>
              <a:rPr lang="en-US" altLang="en-US" dirty="0" err="1">
                <a:cs typeface="Times New Roman" panose="02020603050405020304" pitchFamily="18" charset="0"/>
              </a:rPr>
              <a:t>như</a:t>
            </a:r>
            <a:r>
              <a:rPr lang="en-US" altLang="en-US" dirty="0">
                <a:cs typeface="Times New Roman" panose="02020603050405020304" pitchFamily="18" charset="0"/>
              </a:rPr>
              <a:t> P</a:t>
            </a:r>
            <a:r>
              <a:rPr lang="en-US" altLang="en-US" baseline="-25000" dirty="0">
                <a:cs typeface="Times New Roman" panose="02020603050405020304" pitchFamily="18" charset="0"/>
              </a:rPr>
              <a:t>n-1</a:t>
            </a:r>
            <a:r>
              <a:rPr lang="en-US" altLang="en-US" dirty="0">
                <a:cs typeface="Times New Roman" panose="02020603050405020304" pitchFamily="18" charset="0"/>
              </a:rPr>
              <a:t> </a:t>
            </a:r>
            <a:r>
              <a:rPr lang="en-US" altLang="en-US" dirty="0" err="1">
                <a:cs typeface="Times New Roman" panose="02020603050405020304" pitchFamily="18" charset="0"/>
              </a:rPr>
              <a:t>và</a:t>
            </a:r>
            <a:r>
              <a:rPr lang="en-US" altLang="en-US" dirty="0">
                <a:cs typeface="Times New Roman" panose="02020603050405020304" pitchFamily="18" charset="0"/>
              </a:rPr>
              <a:t> </a:t>
            </a:r>
            <a:r>
              <a:rPr lang="en-US" altLang="en-US" dirty="0" err="1">
                <a:cs typeface="Times New Roman" panose="02020603050405020304" pitchFamily="18" charset="0"/>
              </a:rPr>
              <a:t>có</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a:t>
            </a:r>
            <a:r>
              <a:rPr lang="en-US" altLang="en-US" dirty="0" err="1">
                <a:cs typeface="Times New Roman" panose="02020603050405020304" pitchFamily="18" charset="0"/>
              </a:rPr>
              <a:t>mô</a:t>
            </a:r>
            <a:r>
              <a:rPr lang="en-US" altLang="en-US" dirty="0">
                <a:cs typeface="Times New Roman" panose="02020603050405020304" pitchFamily="18" charset="0"/>
              </a:rPr>
              <a:t> </a:t>
            </a:r>
            <a:r>
              <a:rPr lang="en-US" altLang="en-US" dirty="0" err="1">
                <a:cs typeface="Times New Roman" panose="02020603050405020304" pitchFamily="18" charset="0"/>
              </a:rPr>
              <a:t>nhỏ</a:t>
            </a:r>
            <a:r>
              <a:rPr lang="en-US" altLang="en-US" dirty="0">
                <a:cs typeface="Times New Roman" panose="02020603050405020304" pitchFamily="18" charset="0"/>
              </a:rPr>
              <a:t> </a:t>
            </a:r>
            <a:r>
              <a:rPr lang="en-US" altLang="en-US" dirty="0" err="1">
                <a:cs typeface="Times New Roman" panose="02020603050405020304" pitchFamily="18" charset="0"/>
              </a:rPr>
              <a:t>hơn</a:t>
            </a:r>
            <a:r>
              <a:rPr lang="en-US" altLang="en-US" dirty="0">
                <a:cs typeface="Times New Roman" panose="02020603050405020304" pitchFamily="18" charset="0"/>
              </a:rPr>
              <a:t> P</a:t>
            </a:r>
            <a:r>
              <a:rPr lang="en-US" altLang="en-US" baseline="-25000" dirty="0">
                <a:cs typeface="Times New Roman" panose="02020603050405020304" pitchFamily="18" charset="0"/>
              </a:rPr>
              <a:t>n-1</a:t>
            </a:r>
            <a:r>
              <a:rPr lang="en-US" altLang="en-US" dirty="0">
                <a:cs typeface="Times New Roman" panose="02020603050405020304" pitchFamily="18" charset="0"/>
              </a:rPr>
              <a:t> </a:t>
            </a:r>
          </a:p>
          <a:p>
            <a:pPr lvl="1" eaLnBrk="1" hangingPunct="1">
              <a:spcBef>
                <a:spcPct val="10000"/>
              </a:spcBef>
            </a:pPr>
            <a:r>
              <a:rPr lang="en-US" altLang="en-US" dirty="0" err="1">
                <a:cs typeface="Times New Roman" panose="02020603050405020304" pitchFamily="18" charset="0"/>
              </a:rPr>
              <a:t>Cấu</a:t>
            </a:r>
            <a:r>
              <a:rPr lang="en-US" altLang="en-US" dirty="0">
                <a:cs typeface="Times New Roman" panose="02020603050405020304" pitchFamily="18" charset="0"/>
              </a:rPr>
              <a:t> </a:t>
            </a:r>
            <a:r>
              <a:rPr lang="en-US" altLang="en-US" dirty="0" err="1">
                <a:cs typeface="Times New Roman" panose="02020603050405020304" pitchFamily="18" charset="0"/>
              </a:rPr>
              <a:t>tạo</a:t>
            </a:r>
            <a:r>
              <a:rPr lang="en-US" altLang="en-US" dirty="0">
                <a:cs typeface="Times New Roman" panose="02020603050405020304" pitchFamily="18" charset="0"/>
              </a:rPr>
              <a:t> </a:t>
            </a:r>
            <a:r>
              <a:rPr lang="en-US" altLang="en-US" dirty="0" err="1">
                <a:cs typeface="Times New Roman" panose="02020603050405020304" pitchFamily="18" charset="0"/>
              </a:rPr>
              <a:t>giải</a:t>
            </a:r>
            <a:r>
              <a:rPr lang="en-US" altLang="en-US" dirty="0">
                <a:cs typeface="Times New Roman" panose="02020603050405020304" pitchFamily="18" charset="0"/>
              </a:rPr>
              <a:t> </a:t>
            </a:r>
            <a:r>
              <a:rPr lang="en-US" altLang="en-US" dirty="0" err="1">
                <a:cs typeface="Times New Roman" panose="02020603050405020304" pitchFamily="18" charset="0"/>
              </a:rPr>
              <a:t>thuật</a:t>
            </a:r>
            <a:r>
              <a:rPr lang="en-US" altLang="en-US" dirty="0">
                <a:cs typeface="Times New Roman" panose="02020603050405020304" pitchFamily="18" charset="0"/>
              </a:rPr>
              <a:t> </a:t>
            </a:r>
            <a:r>
              <a:rPr lang="en-US" altLang="en-US" dirty="0" err="1">
                <a:cs typeface="Times New Roman" panose="02020603050405020304" pitchFamily="18" charset="0"/>
              </a:rPr>
              <a:t>đệ</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a:t>
            </a:r>
            <a:r>
              <a:rPr lang="en-US" altLang="en-US" dirty="0" err="1">
                <a:cs typeface="Times New Roman" panose="02020603050405020304" pitchFamily="18" charset="0"/>
              </a:rPr>
              <a:t>gồm</a:t>
            </a:r>
            <a:r>
              <a:rPr lang="en-US" altLang="en-US" dirty="0">
                <a:cs typeface="Times New Roman" panose="02020603050405020304" pitchFamily="18" charset="0"/>
              </a:rPr>
              <a:t> </a:t>
            </a:r>
            <a:r>
              <a:rPr lang="en-US" altLang="en-US" dirty="0" err="1">
                <a:cs typeface="Times New Roman" panose="02020603050405020304" pitchFamily="18" charset="0"/>
              </a:rPr>
              <a:t>hai</a:t>
            </a:r>
            <a:r>
              <a:rPr lang="en-US" altLang="en-US" dirty="0">
                <a:cs typeface="Times New Roman" panose="02020603050405020304" pitchFamily="18" charset="0"/>
              </a:rPr>
              <a:t> </a:t>
            </a:r>
            <a:r>
              <a:rPr lang="en-US" altLang="en-US" dirty="0" err="1">
                <a:cs typeface="Times New Roman" panose="02020603050405020304" pitchFamily="18" charset="0"/>
              </a:rPr>
              <a:t>thành</a:t>
            </a:r>
            <a:r>
              <a:rPr lang="en-US" altLang="en-US" dirty="0">
                <a:cs typeface="Times New Roman" panose="02020603050405020304" pitchFamily="18" charset="0"/>
              </a:rPr>
              <a:t> </a:t>
            </a:r>
            <a:r>
              <a:rPr lang="en-US" altLang="en-US" dirty="0" err="1">
                <a:cs typeface="Times New Roman" panose="02020603050405020304" pitchFamily="18" charset="0"/>
              </a:rPr>
              <a:t>phần</a:t>
            </a:r>
            <a:r>
              <a:rPr lang="en-US" altLang="en-US" dirty="0">
                <a:cs typeface="Times New Roman" panose="02020603050405020304" pitchFamily="18" charset="0"/>
              </a:rPr>
              <a:t> </a:t>
            </a:r>
            <a:r>
              <a:rPr lang="en-US" altLang="en-US" dirty="0" err="1">
                <a:cs typeface="Times New Roman" panose="02020603050405020304" pitchFamily="18" charset="0"/>
              </a:rPr>
              <a:t>sau</a:t>
            </a:r>
            <a:r>
              <a:rPr lang="en-US" altLang="en-US" dirty="0">
                <a:cs typeface="Times New Roman" panose="02020603050405020304" pitchFamily="18" charset="0"/>
              </a:rPr>
              <a:t>:</a:t>
            </a:r>
          </a:p>
          <a:p>
            <a:pPr lvl="2" eaLnBrk="1" hangingPunct="1">
              <a:lnSpc>
                <a:spcPct val="110000"/>
              </a:lnSpc>
              <a:spcBef>
                <a:spcPct val="10000"/>
              </a:spcBef>
            </a:pPr>
            <a:r>
              <a:rPr lang="en-US" altLang="en-US" i="1" dirty="0" err="1">
                <a:cs typeface="Times New Roman" panose="02020603050405020304" pitchFamily="18" charset="0"/>
              </a:rPr>
              <a:t>Trường</a:t>
            </a:r>
            <a:r>
              <a:rPr lang="en-US" altLang="en-US" i="1" dirty="0">
                <a:cs typeface="Times New Roman" panose="02020603050405020304" pitchFamily="18" charset="0"/>
              </a:rPr>
              <a:t> </a:t>
            </a:r>
            <a:r>
              <a:rPr lang="en-US" altLang="en-US" i="1" dirty="0" err="1">
                <a:cs typeface="Times New Roman" panose="02020603050405020304" pitchFamily="18" charset="0"/>
              </a:rPr>
              <a:t>hợp</a:t>
            </a:r>
            <a:r>
              <a:rPr lang="en-US" altLang="en-US" i="1" dirty="0">
                <a:cs typeface="Times New Roman" panose="02020603050405020304" pitchFamily="18" charset="0"/>
              </a:rPr>
              <a:t> </a:t>
            </a:r>
            <a:r>
              <a:rPr lang="en-US" altLang="en-US" i="1" dirty="0" err="1">
                <a:cs typeface="Times New Roman" panose="02020603050405020304" pitchFamily="18" charset="0"/>
              </a:rPr>
              <a:t>cơ</a:t>
            </a:r>
            <a:r>
              <a:rPr lang="en-US" altLang="en-US" i="1" dirty="0">
                <a:cs typeface="Times New Roman" panose="02020603050405020304" pitchFamily="18" charset="0"/>
              </a:rPr>
              <a:t> </a:t>
            </a:r>
            <a:r>
              <a:rPr lang="en-US" altLang="en-US" i="1" dirty="0" err="1">
                <a:cs typeface="Times New Roman" panose="02020603050405020304" pitchFamily="18" charset="0"/>
              </a:rPr>
              <a:t>sở</a:t>
            </a:r>
            <a:r>
              <a:rPr lang="en-US" altLang="en-US" i="1" dirty="0">
                <a:cs typeface="Times New Roman" panose="02020603050405020304" pitchFamily="18" charset="0"/>
              </a:rPr>
              <a:t>:</a:t>
            </a:r>
            <a:r>
              <a:rPr lang="en-US" altLang="en-US" dirty="0">
                <a:cs typeface="Times New Roman" panose="02020603050405020304" pitchFamily="18" charset="0"/>
              </a:rPr>
              <a:t> </a:t>
            </a:r>
            <a:r>
              <a:rPr lang="en-US" altLang="en-US" dirty="0" err="1">
                <a:cs typeface="Times New Roman" panose="02020603050405020304" pitchFamily="18" charset="0"/>
              </a:rPr>
              <a:t>là</a:t>
            </a:r>
            <a:r>
              <a:rPr lang="en-US" altLang="en-US" dirty="0">
                <a:cs typeface="Times New Roman" panose="02020603050405020304" pitchFamily="18" charset="0"/>
              </a:rPr>
              <a:t> </a:t>
            </a:r>
            <a:r>
              <a:rPr lang="en-US" altLang="en-US" dirty="0" err="1">
                <a:cs typeface="Times New Roman" panose="02020603050405020304" pitchFamily="18" charset="0"/>
              </a:rPr>
              <a:t>trường</a:t>
            </a:r>
            <a:r>
              <a:rPr lang="en-US" altLang="en-US" dirty="0">
                <a:cs typeface="Times New Roman" panose="02020603050405020304" pitchFamily="18" charset="0"/>
              </a:rPr>
              <a:t> </a:t>
            </a:r>
            <a:r>
              <a:rPr lang="en-US" altLang="en-US" dirty="0" err="1">
                <a:cs typeface="Times New Roman" panose="02020603050405020304" pitchFamily="18" charset="0"/>
              </a:rPr>
              <a:t>hợp</a:t>
            </a:r>
            <a:r>
              <a:rPr lang="en-US" altLang="en-US" dirty="0">
                <a:cs typeface="Times New Roman" panose="02020603050405020304" pitchFamily="18" charset="0"/>
              </a:rPr>
              <a:t> </a:t>
            </a:r>
            <a:r>
              <a:rPr lang="en-US" altLang="en-US" dirty="0" err="1">
                <a:cs typeface="Times New Roman" panose="02020603050405020304" pitchFamily="18" charset="0"/>
              </a:rPr>
              <a:t>bài</a:t>
            </a:r>
            <a:r>
              <a:rPr lang="en-US" altLang="en-US" dirty="0">
                <a:cs typeface="Times New Roman" panose="02020603050405020304" pitchFamily="18" charset="0"/>
              </a:rPr>
              <a:t> </a:t>
            </a:r>
            <a:r>
              <a:rPr lang="en-US" altLang="en-US" dirty="0" err="1">
                <a:cs typeface="Times New Roman" panose="02020603050405020304" pitchFamily="18" charset="0"/>
              </a:rPr>
              <a:t>toán</a:t>
            </a:r>
            <a:r>
              <a:rPr lang="en-US" altLang="en-US" dirty="0">
                <a:cs typeface="Times New Roman" panose="02020603050405020304" pitchFamily="18" charset="0"/>
              </a:rPr>
              <a:t> </a:t>
            </a:r>
            <a:r>
              <a:rPr lang="en-US" altLang="en-US" dirty="0" err="1">
                <a:cs typeface="Times New Roman" panose="02020603050405020304" pitchFamily="18" charset="0"/>
              </a:rPr>
              <a:t>Pn</a:t>
            </a:r>
            <a:r>
              <a:rPr lang="en-US" altLang="en-US" dirty="0">
                <a:cs typeface="Times New Roman" panose="02020603050405020304" pitchFamily="18" charset="0"/>
              </a:rPr>
              <a:t>, </a:t>
            </a:r>
            <a:r>
              <a:rPr lang="en-US" altLang="en-US" dirty="0" err="1">
                <a:cs typeface="Times New Roman" panose="02020603050405020304" pitchFamily="18" charset="0"/>
              </a:rPr>
              <a:t>có</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a:t>
            </a:r>
            <a:r>
              <a:rPr lang="en-US" altLang="en-US" dirty="0" err="1">
                <a:cs typeface="Times New Roman" panose="02020603050405020304" pitchFamily="18" charset="0"/>
              </a:rPr>
              <a:t>mô</a:t>
            </a:r>
            <a:r>
              <a:rPr lang="en-US" altLang="en-US" dirty="0">
                <a:cs typeface="Times New Roman" panose="02020603050405020304" pitchFamily="18" charset="0"/>
              </a:rPr>
              <a:t> </a:t>
            </a:r>
            <a:r>
              <a:rPr lang="en-US" altLang="en-US" dirty="0" err="1">
                <a:cs typeface="Times New Roman" panose="02020603050405020304" pitchFamily="18" charset="0"/>
              </a:rPr>
              <a:t>đủ</a:t>
            </a:r>
            <a:r>
              <a:rPr lang="en-US" altLang="en-US" dirty="0">
                <a:cs typeface="Times New Roman" panose="02020603050405020304" pitchFamily="18" charset="0"/>
              </a:rPr>
              <a:t> </a:t>
            </a:r>
            <a:r>
              <a:rPr lang="en-US" altLang="en-US" dirty="0" err="1">
                <a:cs typeface="Times New Roman" panose="02020603050405020304" pitchFamily="18" charset="0"/>
              </a:rPr>
              <a:t>nhỏ</a:t>
            </a:r>
            <a:r>
              <a:rPr lang="en-US" altLang="en-US" dirty="0">
                <a:cs typeface="Times New Roman" panose="02020603050405020304" pitchFamily="18" charset="0"/>
              </a:rPr>
              <a:t> </a:t>
            </a:r>
            <a:r>
              <a:rPr lang="en-US" altLang="en-US" dirty="0" err="1">
                <a:cs typeface="Times New Roman" panose="02020603050405020304" pitchFamily="18" charset="0"/>
              </a:rPr>
              <a:t>để</a:t>
            </a:r>
            <a:r>
              <a:rPr lang="en-US" altLang="en-US" dirty="0">
                <a:cs typeface="Times New Roman" panose="02020603050405020304" pitchFamily="18" charset="0"/>
              </a:rPr>
              <a:t> ta </a:t>
            </a:r>
            <a:r>
              <a:rPr lang="en-US" altLang="en-US" dirty="0" err="1">
                <a:cs typeface="Times New Roman" panose="02020603050405020304" pitchFamily="18" charset="0"/>
              </a:rPr>
              <a:t>có</a:t>
            </a:r>
            <a:r>
              <a:rPr lang="en-US" altLang="en-US" dirty="0">
                <a:cs typeface="Times New Roman" panose="02020603050405020304" pitchFamily="18" charset="0"/>
              </a:rPr>
              <a:t> </a:t>
            </a:r>
            <a:r>
              <a:rPr lang="en-US" altLang="en-US" dirty="0" err="1">
                <a:cs typeface="Times New Roman" panose="02020603050405020304" pitchFamily="18" charset="0"/>
              </a:rPr>
              <a:t>thể</a:t>
            </a:r>
            <a:r>
              <a:rPr lang="en-US" altLang="en-US" dirty="0">
                <a:cs typeface="Times New Roman" panose="02020603050405020304" pitchFamily="18" charset="0"/>
              </a:rPr>
              <a:t> </a:t>
            </a:r>
            <a:r>
              <a:rPr lang="en-US" altLang="en-US" dirty="0" err="1">
                <a:cs typeface="Times New Roman" panose="02020603050405020304" pitchFamily="18" charset="0"/>
              </a:rPr>
              <a:t>giải</a:t>
            </a:r>
            <a:r>
              <a:rPr lang="en-US" altLang="en-US" dirty="0">
                <a:cs typeface="Times New Roman" panose="02020603050405020304" pitchFamily="18" charset="0"/>
              </a:rPr>
              <a:t> </a:t>
            </a:r>
            <a:r>
              <a:rPr lang="en-US" altLang="en-US" dirty="0" err="1">
                <a:cs typeface="Times New Roman" panose="02020603050405020304" pitchFamily="18" charset="0"/>
              </a:rPr>
              <a:t>trực</a:t>
            </a:r>
            <a:r>
              <a:rPr lang="en-US" altLang="en-US" dirty="0">
                <a:cs typeface="Times New Roman" panose="02020603050405020304" pitchFamily="18" charset="0"/>
              </a:rPr>
              <a:t> </a:t>
            </a:r>
            <a:r>
              <a:rPr lang="en-US" altLang="en-US" dirty="0" err="1">
                <a:cs typeface="Times New Roman" panose="02020603050405020304" pitchFamily="18" charset="0"/>
              </a:rPr>
              <a:t>tiếp</a:t>
            </a:r>
            <a:r>
              <a:rPr lang="en-US" altLang="en-US" dirty="0">
                <a:cs typeface="Times New Roman" panose="02020603050405020304" pitchFamily="18" charset="0"/>
              </a:rPr>
              <a:t>. </a:t>
            </a:r>
            <a:r>
              <a:rPr lang="en-US" altLang="en-US" dirty="0" err="1">
                <a:cs typeface="Times New Roman" panose="02020603050405020304" pitchFamily="18" charset="0"/>
              </a:rPr>
              <a:t>Nó</a:t>
            </a:r>
            <a:r>
              <a:rPr lang="en-US" altLang="en-US" dirty="0">
                <a:cs typeface="Times New Roman" panose="02020603050405020304" pitchFamily="18" charset="0"/>
              </a:rPr>
              <a:t> </a:t>
            </a:r>
            <a:r>
              <a:rPr lang="en-US" altLang="en-US" dirty="0" err="1">
                <a:cs typeface="Times New Roman" panose="02020603050405020304" pitchFamily="18" charset="0"/>
              </a:rPr>
              <a:t>đóng</a:t>
            </a:r>
            <a:r>
              <a:rPr lang="en-US" altLang="en-US" dirty="0">
                <a:cs typeface="Times New Roman" panose="02020603050405020304" pitchFamily="18" charset="0"/>
              </a:rPr>
              <a:t> </a:t>
            </a:r>
            <a:r>
              <a:rPr lang="en-US" altLang="en-US" dirty="0" err="1">
                <a:cs typeface="Times New Roman" panose="02020603050405020304" pitchFamily="18" charset="0"/>
              </a:rPr>
              <a:t>vai</a:t>
            </a:r>
            <a:r>
              <a:rPr lang="en-US" altLang="en-US" dirty="0">
                <a:cs typeface="Times New Roman" panose="02020603050405020304" pitchFamily="18" charset="0"/>
              </a:rPr>
              <a:t> </a:t>
            </a:r>
            <a:r>
              <a:rPr lang="en-US" altLang="en-US" dirty="0" err="1">
                <a:cs typeface="Times New Roman" panose="02020603050405020304" pitchFamily="18" charset="0"/>
              </a:rPr>
              <a:t>trò</a:t>
            </a:r>
            <a:r>
              <a:rPr lang="en-US" altLang="en-US" dirty="0">
                <a:cs typeface="Times New Roman" panose="02020603050405020304" pitchFamily="18" charset="0"/>
              </a:rPr>
              <a:t> </a:t>
            </a:r>
            <a:r>
              <a:rPr lang="en-US" altLang="en-US" dirty="0" err="1">
                <a:cs typeface="Times New Roman" panose="02020603050405020304" pitchFamily="18" charset="0"/>
              </a:rPr>
              <a:t>điểm</a:t>
            </a:r>
            <a:r>
              <a:rPr lang="en-US" altLang="en-US" dirty="0">
                <a:cs typeface="Times New Roman" panose="02020603050405020304" pitchFamily="18" charset="0"/>
              </a:rPr>
              <a:t> </a:t>
            </a:r>
            <a:r>
              <a:rPr lang="en-US" altLang="en-US" dirty="0" err="1">
                <a:cs typeface="Times New Roman" panose="02020603050405020304" pitchFamily="18" charset="0"/>
              </a:rPr>
              <a:t>dừng</a:t>
            </a:r>
            <a:r>
              <a:rPr lang="en-US" altLang="en-US" dirty="0">
                <a:cs typeface="Times New Roman" panose="02020603050405020304" pitchFamily="18" charset="0"/>
              </a:rPr>
              <a:t> </a:t>
            </a:r>
            <a:r>
              <a:rPr lang="en-US" altLang="en-US" dirty="0" err="1">
                <a:cs typeface="Times New Roman" panose="02020603050405020304" pitchFamily="18" charset="0"/>
              </a:rPr>
              <a:t>trong</a:t>
            </a:r>
            <a:r>
              <a:rPr lang="en-US" altLang="en-US" dirty="0">
                <a:cs typeface="Times New Roman" panose="02020603050405020304" pitchFamily="18" charset="0"/>
              </a:rPr>
              <a:t> </a:t>
            </a:r>
            <a:r>
              <a:rPr lang="en-US" altLang="en-US" dirty="0" err="1">
                <a:cs typeface="Times New Roman" panose="02020603050405020304" pitchFamily="18" charset="0"/>
              </a:rPr>
              <a:t>quá</a:t>
            </a:r>
            <a:r>
              <a:rPr lang="en-US" altLang="en-US" dirty="0">
                <a:cs typeface="Times New Roman" panose="02020603050405020304" pitchFamily="18" charset="0"/>
              </a:rPr>
              <a:t> </a:t>
            </a:r>
            <a:r>
              <a:rPr lang="en-US" altLang="en-US" dirty="0" err="1">
                <a:cs typeface="Times New Roman" panose="02020603050405020304" pitchFamily="18" charset="0"/>
              </a:rPr>
              <a:t>trình</a:t>
            </a:r>
            <a:r>
              <a:rPr lang="en-US" altLang="en-US" dirty="0">
                <a:cs typeface="Times New Roman" panose="02020603050405020304" pitchFamily="18" charset="0"/>
              </a:rPr>
              <a:t> </a:t>
            </a:r>
            <a:r>
              <a:rPr lang="en-US" altLang="en-US" dirty="0" err="1">
                <a:cs typeface="Times New Roman" panose="02020603050405020304" pitchFamily="18" charset="0"/>
              </a:rPr>
              <a:t>suy</a:t>
            </a:r>
            <a:r>
              <a:rPr lang="en-US" altLang="en-US" dirty="0">
                <a:cs typeface="Times New Roman" panose="02020603050405020304" pitchFamily="18" charset="0"/>
              </a:rPr>
              <a:t> </a:t>
            </a:r>
            <a:r>
              <a:rPr lang="en-US" altLang="en-US" dirty="0" err="1">
                <a:cs typeface="Times New Roman" panose="02020603050405020304" pitchFamily="18" charset="0"/>
              </a:rPr>
              <a:t>diễn</a:t>
            </a:r>
            <a:r>
              <a:rPr lang="en-US" altLang="en-US" dirty="0">
                <a:cs typeface="Times New Roman" panose="02020603050405020304" pitchFamily="18" charset="0"/>
              </a:rPr>
              <a:t> </a:t>
            </a:r>
            <a:r>
              <a:rPr lang="en-US" altLang="en-US" dirty="0" err="1">
                <a:cs typeface="Times New Roman" panose="02020603050405020304" pitchFamily="18" charset="0"/>
              </a:rPr>
              <a:t>đệ</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a:t>
            </a:r>
            <a:r>
              <a:rPr lang="en-US" altLang="en-US" dirty="0" err="1">
                <a:cs typeface="Times New Roman" panose="02020603050405020304" pitchFamily="18" charset="0"/>
              </a:rPr>
              <a:t>và</a:t>
            </a:r>
            <a:r>
              <a:rPr lang="en-US" altLang="en-US" dirty="0">
                <a:cs typeface="Times New Roman" panose="02020603050405020304" pitchFamily="18" charset="0"/>
              </a:rPr>
              <a:t> </a:t>
            </a:r>
            <a:r>
              <a:rPr lang="en-US" altLang="en-US" dirty="0" err="1">
                <a:cs typeface="Times New Roman" panose="02020603050405020304" pitchFamily="18" charset="0"/>
              </a:rPr>
              <a:t>cũng</a:t>
            </a:r>
            <a:r>
              <a:rPr lang="en-US" altLang="en-US" dirty="0">
                <a:cs typeface="Times New Roman" panose="02020603050405020304" pitchFamily="18" charset="0"/>
              </a:rPr>
              <a:t> </a:t>
            </a:r>
            <a:r>
              <a:rPr lang="en-US" altLang="en-US" dirty="0" err="1">
                <a:cs typeface="Times New Roman" panose="02020603050405020304" pitchFamily="18" charset="0"/>
              </a:rPr>
              <a:t>quyết</a:t>
            </a:r>
            <a:r>
              <a:rPr lang="en-US" altLang="en-US" dirty="0">
                <a:cs typeface="Times New Roman" panose="02020603050405020304" pitchFamily="18" charset="0"/>
              </a:rPr>
              <a:t> </a:t>
            </a:r>
            <a:r>
              <a:rPr lang="en-US" altLang="en-US" dirty="0" err="1">
                <a:cs typeface="Times New Roman" panose="02020603050405020304" pitchFamily="18" charset="0"/>
              </a:rPr>
              <a:t>định</a:t>
            </a:r>
            <a:r>
              <a:rPr lang="en-US" altLang="en-US" dirty="0">
                <a:cs typeface="Times New Roman" panose="02020603050405020304" pitchFamily="18" charset="0"/>
              </a:rPr>
              <a:t> </a:t>
            </a:r>
            <a:r>
              <a:rPr lang="en-US" altLang="en-US" dirty="0" err="1">
                <a:cs typeface="Times New Roman" panose="02020603050405020304" pitchFamily="18" charset="0"/>
              </a:rPr>
              <a:t>tính</a:t>
            </a:r>
            <a:r>
              <a:rPr lang="en-US" altLang="en-US" dirty="0">
                <a:cs typeface="Times New Roman" panose="02020603050405020304" pitchFamily="18" charset="0"/>
              </a:rPr>
              <a:t> </a:t>
            </a:r>
            <a:r>
              <a:rPr lang="en-US" altLang="en-US" dirty="0" err="1">
                <a:cs typeface="Times New Roman" panose="02020603050405020304" pitchFamily="18" charset="0"/>
              </a:rPr>
              <a:t>dừng</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a:t>
            </a:r>
            <a:r>
              <a:rPr lang="en-US" altLang="en-US" dirty="0" err="1">
                <a:cs typeface="Times New Roman" panose="02020603050405020304" pitchFamily="18" charset="0"/>
              </a:rPr>
              <a:t>giải</a:t>
            </a:r>
            <a:r>
              <a:rPr lang="en-US" altLang="en-US" dirty="0">
                <a:cs typeface="Times New Roman" panose="02020603050405020304" pitchFamily="18" charset="0"/>
              </a:rPr>
              <a:t> </a:t>
            </a:r>
            <a:r>
              <a:rPr lang="en-US" altLang="en-US" dirty="0" err="1">
                <a:cs typeface="Times New Roman" panose="02020603050405020304" pitchFamily="18" charset="0"/>
              </a:rPr>
              <a:t>thuật</a:t>
            </a:r>
            <a:r>
              <a:rPr lang="en-US" altLang="en-US" dirty="0">
                <a:cs typeface="Times New Roman" panose="02020603050405020304" pitchFamily="18" charset="0"/>
              </a:rPr>
              <a:t> </a:t>
            </a:r>
            <a:r>
              <a:rPr lang="en-US" altLang="en-US" dirty="0" err="1">
                <a:cs typeface="Times New Roman" panose="02020603050405020304" pitchFamily="18" charset="0"/>
              </a:rPr>
              <a:t>đệ</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a:t>
            </a:r>
          </a:p>
          <a:p>
            <a:pPr lvl="2" eaLnBrk="1" hangingPunct="1">
              <a:lnSpc>
                <a:spcPct val="110000"/>
              </a:lnSpc>
              <a:spcBef>
                <a:spcPct val="10000"/>
              </a:spcBef>
            </a:pPr>
            <a:r>
              <a:rPr lang="en-US" altLang="en-US" i="1" dirty="0" err="1">
                <a:cs typeface="Times New Roman" panose="02020603050405020304" pitchFamily="18" charset="0"/>
              </a:rPr>
              <a:t>Trường</a:t>
            </a:r>
            <a:r>
              <a:rPr lang="en-US" altLang="en-US" i="1" dirty="0">
                <a:cs typeface="Times New Roman" panose="02020603050405020304" pitchFamily="18" charset="0"/>
              </a:rPr>
              <a:t> </a:t>
            </a:r>
            <a:r>
              <a:rPr lang="en-US" altLang="en-US" i="1" dirty="0" err="1">
                <a:cs typeface="Times New Roman" panose="02020603050405020304" pitchFamily="18" charset="0"/>
              </a:rPr>
              <a:t>hợp</a:t>
            </a:r>
            <a:r>
              <a:rPr lang="en-US" altLang="en-US" i="1" dirty="0">
                <a:cs typeface="Times New Roman" panose="02020603050405020304" pitchFamily="18" charset="0"/>
              </a:rPr>
              <a:t> </a:t>
            </a:r>
            <a:r>
              <a:rPr lang="en-US" altLang="en-US" i="1" dirty="0" err="1">
                <a:cs typeface="Times New Roman" panose="02020603050405020304" pitchFamily="18" charset="0"/>
              </a:rPr>
              <a:t>đệ</a:t>
            </a:r>
            <a:r>
              <a:rPr lang="en-US" altLang="en-US" i="1" dirty="0">
                <a:cs typeface="Times New Roman" panose="02020603050405020304" pitchFamily="18" charset="0"/>
              </a:rPr>
              <a:t> </a:t>
            </a:r>
            <a:r>
              <a:rPr lang="en-US" altLang="en-US" i="1" dirty="0" err="1">
                <a:cs typeface="Times New Roman" panose="02020603050405020304" pitchFamily="18" charset="0"/>
              </a:rPr>
              <a:t>quy</a:t>
            </a:r>
            <a:r>
              <a:rPr lang="en-US" altLang="en-US" i="1" dirty="0">
                <a:cs typeface="Times New Roman" panose="02020603050405020304" pitchFamily="18" charset="0"/>
              </a:rPr>
              <a:t>:</a:t>
            </a:r>
            <a:r>
              <a:rPr lang="en-US" altLang="en-US" dirty="0">
                <a:cs typeface="Times New Roman" panose="02020603050405020304" pitchFamily="18" charset="0"/>
              </a:rPr>
              <a:t> </a:t>
            </a:r>
            <a:r>
              <a:rPr lang="en-US" altLang="en-US" dirty="0" err="1">
                <a:cs typeface="Times New Roman" panose="02020603050405020304" pitchFamily="18" charset="0"/>
              </a:rPr>
              <a:t>là</a:t>
            </a:r>
            <a:r>
              <a:rPr lang="en-US" altLang="en-US" dirty="0">
                <a:cs typeface="Times New Roman" panose="02020603050405020304" pitchFamily="18" charset="0"/>
              </a:rPr>
              <a:t> </a:t>
            </a:r>
            <a:r>
              <a:rPr lang="en-US" altLang="en-US" dirty="0" err="1">
                <a:cs typeface="Times New Roman" panose="02020603050405020304" pitchFamily="18" charset="0"/>
              </a:rPr>
              <a:t>trường</a:t>
            </a:r>
            <a:r>
              <a:rPr lang="en-US" altLang="en-US" dirty="0">
                <a:cs typeface="Times New Roman" panose="02020603050405020304" pitchFamily="18" charset="0"/>
              </a:rPr>
              <a:t> </a:t>
            </a:r>
            <a:r>
              <a:rPr lang="en-US" altLang="en-US" dirty="0" err="1">
                <a:cs typeface="Times New Roman" panose="02020603050405020304" pitchFamily="18" charset="0"/>
              </a:rPr>
              <a:t>hợp</a:t>
            </a:r>
            <a:r>
              <a:rPr lang="en-US" altLang="en-US" dirty="0">
                <a:cs typeface="Times New Roman" panose="02020603050405020304" pitchFamily="18" charset="0"/>
              </a:rPr>
              <a:t> </a:t>
            </a:r>
            <a:r>
              <a:rPr lang="en-US" altLang="en-US" dirty="0" err="1">
                <a:cs typeface="Times New Roman" panose="02020603050405020304" pitchFamily="18" charset="0"/>
              </a:rPr>
              <a:t>khái</a:t>
            </a:r>
            <a:r>
              <a:rPr lang="en-US" altLang="en-US" dirty="0">
                <a:cs typeface="Times New Roman" panose="02020603050405020304" pitchFamily="18" charset="0"/>
              </a:rPr>
              <a:t> </a:t>
            </a:r>
            <a:r>
              <a:rPr lang="en-US" altLang="en-US" dirty="0" err="1">
                <a:cs typeface="Times New Roman" panose="02020603050405020304" pitchFamily="18" charset="0"/>
              </a:rPr>
              <a:t>quát</a:t>
            </a:r>
            <a:r>
              <a:rPr lang="en-US" altLang="en-US" dirty="0">
                <a:cs typeface="Times New Roman" panose="02020603050405020304" pitchFamily="18" charset="0"/>
              </a:rPr>
              <a:t> </a:t>
            </a:r>
            <a:r>
              <a:rPr lang="en-US" altLang="en-US" dirty="0" err="1">
                <a:cs typeface="Times New Roman" panose="02020603050405020304" pitchFamily="18" charset="0"/>
              </a:rPr>
              <a:t>chứa</a:t>
            </a:r>
            <a:r>
              <a:rPr lang="en-US" altLang="en-US" dirty="0">
                <a:cs typeface="Times New Roman" panose="02020603050405020304" pitchFamily="18" charset="0"/>
              </a:rPr>
              <a:t> </a:t>
            </a:r>
            <a:r>
              <a:rPr lang="en-US" altLang="en-US" dirty="0" err="1">
                <a:cs typeface="Times New Roman" panose="02020603050405020304" pitchFamily="18" charset="0"/>
              </a:rPr>
              <a:t>cơ</a:t>
            </a:r>
            <a:r>
              <a:rPr lang="en-US" altLang="en-US" dirty="0">
                <a:cs typeface="Times New Roman" panose="02020603050405020304" pitchFamily="18" charset="0"/>
              </a:rPr>
              <a:t> </a:t>
            </a:r>
            <a:r>
              <a:rPr lang="en-US" altLang="en-US" dirty="0" err="1">
                <a:cs typeface="Times New Roman" panose="02020603050405020304" pitchFamily="18" charset="0"/>
              </a:rPr>
              <a:t>chế</a:t>
            </a:r>
            <a:r>
              <a:rPr lang="en-US" altLang="en-US" dirty="0">
                <a:cs typeface="Times New Roman" panose="02020603050405020304" pitchFamily="18" charset="0"/>
              </a:rPr>
              <a:t> </a:t>
            </a:r>
            <a:r>
              <a:rPr lang="en-US" altLang="en-US" dirty="0" err="1">
                <a:cs typeface="Times New Roman" panose="02020603050405020304" pitchFamily="18" charset="0"/>
              </a:rPr>
              <a:t>đệ</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a:t>
            </a:r>
            <a:r>
              <a:rPr lang="en-US" altLang="en-US" dirty="0" err="1">
                <a:cs typeface="Times New Roman" panose="02020603050405020304" pitchFamily="18" charset="0"/>
              </a:rPr>
              <a:t>là</a:t>
            </a:r>
            <a:r>
              <a:rPr lang="en-US" altLang="en-US" dirty="0">
                <a:cs typeface="Times New Roman" panose="02020603050405020304" pitchFamily="18" charset="0"/>
              </a:rPr>
              <a:t> </a:t>
            </a:r>
            <a:r>
              <a:rPr lang="en-US" altLang="en-US" dirty="0" err="1">
                <a:cs typeface="Times New Roman" panose="02020603050405020304" pitchFamily="18" charset="0"/>
              </a:rPr>
              <a:t>cơ</a:t>
            </a:r>
            <a:r>
              <a:rPr lang="en-US" altLang="en-US" dirty="0">
                <a:cs typeface="Times New Roman" panose="02020603050405020304" pitchFamily="18" charset="0"/>
              </a:rPr>
              <a:t> </a:t>
            </a:r>
            <a:r>
              <a:rPr lang="en-US" altLang="en-US" dirty="0" err="1">
                <a:cs typeface="Times New Roman" panose="02020603050405020304" pitchFamily="18" charset="0"/>
              </a:rPr>
              <a:t>chế</a:t>
            </a:r>
            <a:r>
              <a:rPr lang="en-US" altLang="en-US" dirty="0">
                <a:cs typeface="Times New Roman" panose="02020603050405020304" pitchFamily="18" charset="0"/>
              </a:rPr>
              <a:t> </a:t>
            </a:r>
            <a:r>
              <a:rPr lang="en-US" altLang="en-US" dirty="0" err="1">
                <a:cs typeface="Times New Roman" panose="02020603050405020304" pitchFamily="18" charset="0"/>
              </a:rPr>
              <a:t>đưa</a:t>
            </a:r>
            <a:r>
              <a:rPr lang="en-US" altLang="en-US" dirty="0">
                <a:cs typeface="Times New Roman" panose="02020603050405020304" pitchFamily="18" charset="0"/>
              </a:rPr>
              <a:t> </a:t>
            </a:r>
            <a:r>
              <a:rPr lang="en-US" altLang="en-US" dirty="0" err="1">
                <a:cs typeface="Times New Roman" panose="02020603050405020304" pitchFamily="18" charset="0"/>
              </a:rPr>
              <a:t>bài</a:t>
            </a:r>
            <a:r>
              <a:rPr lang="en-US" altLang="en-US" dirty="0">
                <a:cs typeface="Times New Roman" panose="02020603050405020304" pitchFamily="18" charset="0"/>
              </a:rPr>
              <a:t> </a:t>
            </a:r>
            <a:r>
              <a:rPr lang="en-US" altLang="en-US" dirty="0" err="1">
                <a:cs typeface="Times New Roman" panose="02020603050405020304" pitchFamily="18" charset="0"/>
              </a:rPr>
              <a:t>toán</a:t>
            </a:r>
            <a:r>
              <a:rPr lang="en-US" altLang="en-US" dirty="0">
                <a:cs typeface="Times New Roman" panose="02020603050405020304" pitchFamily="18" charset="0"/>
              </a:rPr>
              <a:t> </a:t>
            </a:r>
            <a:r>
              <a:rPr lang="en-US" altLang="en-US" dirty="0" err="1">
                <a:cs typeface="Times New Roman" panose="02020603050405020304" pitchFamily="18" charset="0"/>
              </a:rPr>
              <a:t>cần</a:t>
            </a:r>
            <a:r>
              <a:rPr lang="en-US" altLang="en-US" dirty="0">
                <a:cs typeface="Times New Roman" panose="02020603050405020304" pitchFamily="18" charset="0"/>
              </a:rPr>
              <a:t> </a:t>
            </a:r>
            <a:r>
              <a:rPr lang="en-US" altLang="en-US" dirty="0" err="1">
                <a:cs typeface="Times New Roman" panose="02020603050405020304" pitchFamily="18" charset="0"/>
              </a:rPr>
              <a:t>giải</a:t>
            </a:r>
            <a:r>
              <a:rPr lang="en-US" altLang="en-US" dirty="0">
                <a:cs typeface="Times New Roman" panose="02020603050405020304" pitchFamily="18" charset="0"/>
              </a:rPr>
              <a:t> </a:t>
            </a:r>
            <a:r>
              <a:rPr lang="en-US" altLang="en-US" dirty="0" err="1">
                <a:cs typeface="Times New Roman" panose="02020603050405020304" pitchFamily="18" charset="0"/>
              </a:rPr>
              <a:t>về</a:t>
            </a:r>
            <a:r>
              <a:rPr lang="en-US" altLang="en-US" dirty="0">
                <a:cs typeface="Times New Roman" panose="02020603050405020304" pitchFamily="18" charset="0"/>
              </a:rPr>
              <a:t> </a:t>
            </a:r>
            <a:r>
              <a:rPr lang="en-US" altLang="en-US" dirty="0" err="1">
                <a:cs typeface="Times New Roman" panose="02020603050405020304" pitchFamily="18" charset="0"/>
              </a:rPr>
              <a:t>một</a:t>
            </a:r>
            <a:r>
              <a:rPr lang="en-US" altLang="en-US" dirty="0">
                <a:cs typeface="Times New Roman" panose="02020603050405020304" pitchFamily="18" charset="0"/>
              </a:rPr>
              <a:t> hay </a:t>
            </a:r>
            <a:r>
              <a:rPr lang="en-US" altLang="en-US" dirty="0" err="1">
                <a:cs typeface="Times New Roman" panose="02020603050405020304" pitchFamily="18" charset="0"/>
              </a:rPr>
              <a:t>nhiều</a:t>
            </a:r>
            <a:r>
              <a:rPr lang="en-US" altLang="en-US" dirty="0">
                <a:cs typeface="Times New Roman" panose="02020603050405020304" pitchFamily="18" charset="0"/>
              </a:rPr>
              <a:t> </a:t>
            </a:r>
            <a:r>
              <a:rPr lang="en-US" altLang="en-US" dirty="0" err="1">
                <a:cs typeface="Times New Roman" panose="02020603050405020304" pitchFamily="18" charset="0"/>
              </a:rPr>
              <a:t>bài</a:t>
            </a:r>
            <a:r>
              <a:rPr lang="en-US" altLang="en-US" dirty="0">
                <a:cs typeface="Times New Roman" panose="02020603050405020304" pitchFamily="18" charset="0"/>
              </a:rPr>
              <a:t> </a:t>
            </a:r>
            <a:r>
              <a:rPr lang="en-US" altLang="en-US" dirty="0" err="1">
                <a:cs typeface="Times New Roman" panose="02020603050405020304" pitchFamily="18" charset="0"/>
              </a:rPr>
              <a:t>toán</a:t>
            </a:r>
            <a:r>
              <a:rPr lang="en-US" altLang="en-US" dirty="0">
                <a:cs typeface="Times New Roman" panose="02020603050405020304" pitchFamily="18" charset="0"/>
              </a:rPr>
              <a:t> </a:t>
            </a:r>
            <a:r>
              <a:rPr lang="en-US" altLang="en-US" dirty="0" err="1">
                <a:cs typeface="Times New Roman" panose="02020603050405020304" pitchFamily="18" charset="0"/>
              </a:rPr>
              <a:t>tương</a:t>
            </a:r>
            <a:r>
              <a:rPr lang="en-US" altLang="en-US" dirty="0">
                <a:cs typeface="Times New Roman" panose="02020603050405020304" pitchFamily="18" charset="0"/>
              </a:rPr>
              <a:t> </a:t>
            </a:r>
            <a:r>
              <a:rPr lang="en-US" altLang="en-US" dirty="0" err="1">
                <a:cs typeface="Times New Roman" panose="02020603050405020304" pitchFamily="18" charset="0"/>
              </a:rPr>
              <a:t>tự</a:t>
            </a:r>
            <a:r>
              <a:rPr lang="en-US" altLang="en-US" dirty="0">
                <a:cs typeface="Times New Roman" panose="02020603050405020304" pitchFamily="18" charset="0"/>
              </a:rPr>
              <a:t> </a:t>
            </a:r>
            <a:r>
              <a:rPr lang="en-US" altLang="en-US" dirty="0" err="1">
                <a:cs typeface="Times New Roman" panose="02020603050405020304" pitchFamily="18" charset="0"/>
              </a:rPr>
              <a:t>nhưng</a:t>
            </a:r>
            <a:r>
              <a:rPr lang="en-US" altLang="en-US" dirty="0">
                <a:cs typeface="Times New Roman" panose="02020603050405020304" pitchFamily="18" charset="0"/>
              </a:rPr>
              <a:t> </a:t>
            </a:r>
            <a:r>
              <a:rPr lang="en-US" altLang="en-US" dirty="0" err="1">
                <a:cs typeface="Times New Roman" panose="02020603050405020304" pitchFamily="18" charset="0"/>
              </a:rPr>
              <a:t>có</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a:t>
            </a:r>
            <a:r>
              <a:rPr lang="en-US" altLang="en-US" dirty="0" err="1">
                <a:cs typeface="Times New Roman" panose="02020603050405020304" pitchFamily="18" charset="0"/>
              </a:rPr>
              <a:t>mô</a:t>
            </a:r>
            <a:r>
              <a:rPr lang="en-US" altLang="en-US" dirty="0">
                <a:cs typeface="Times New Roman" panose="02020603050405020304" pitchFamily="18" charset="0"/>
              </a:rPr>
              <a:t> </a:t>
            </a:r>
            <a:r>
              <a:rPr lang="en-US" altLang="en-US" dirty="0" err="1">
                <a:cs typeface="Times New Roman" panose="02020603050405020304" pitchFamily="18" charset="0"/>
              </a:rPr>
              <a:t>nhỏ</a:t>
            </a:r>
            <a:r>
              <a:rPr lang="en-US" altLang="en-US" dirty="0">
                <a:cs typeface="Times New Roman" panose="02020603050405020304" pitchFamily="18" charset="0"/>
              </a:rPr>
              <a:t> </a:t>
            </a:r>
            <a:r>
              <a:rPr lang="en-US" altLang="en-US" dirty="0" err="1">
                <a:cs typeface="Times New Roman" panose="02020603050405020304" pitchFamily="18" charset="0"/>
              </a:rPr>
              <a:t>hơn</a:t>
            </a:r>
            <a:r>
              <a:rPr lang="en-US" altLang="en-US" dirty="0">
                <a:cs typeface="Times New Roman" panose="02020603050405020304" pitchFamily="18" charset="0"/>
              </a:rPr>
              <a:t>. </a:t>
            </a:r>
            <a:r>
              <a:rPr lang="en-US" altLang="en-US" dirty="0" err="1">
                <a:cs typeface="Times New Roman" panose="02020603050405020304" pitchFamily="18" charset="0"/>
              </a:rPr>
              <a:t>Cơ</a:t>
            </a:r>
            <a:r>
              <a:rPr lang="en-US" altLang="en-US" dirty="0">
                <a:cs typeface="Times New Roman" panose="02020603050405020304" pitchFamily="18" charset="0"/>
              </a:rPr>
              <a:t> </a:t>
            </a:r>
            <a:r>
              <a:rPr lang="en-US" altLang="en-US" dirty="0" err="1">
                <a:cs typeface="Times New Roman" panose="02020603050405020304" pitchFamily="18" charset="0"/>
              </a:rPr>
              <a:t>chế</a:t>
            </a:r>
            <a:r>
              <a:rPr lang="en-US" altLang="en-US" dirty="0">
                <a:cs typeface="Times New Roman" panose="02020603050405020304" pitchFamily="18" charset="0"/>
              </a:rPr>
              <a:t> </a:t>
            </a:r>
            <a:r>
              <a:rPr lang="en-US" altLang="en-US" dirty="0" err="1">
                <a:cs typeface="Times New Roman" panose="02020603050405020304" pitchFamily="18" charset="0"/>
              </a:rPr>
              <a:t>này</a:t>
            </a:r>
            <a:r>
              <a:rPr lang="en-US" altLang="en-US" dirty="0">
                <a:cs typeface="Times New Roman" panose="02020603050405020304" pitchFamily="18" charset="0"/>
              </a:rPr>
              <a:t> </a:t>
            </a:r>
            <a:r>
              <a:rPr lang="en-US" altLang="en-US" dirty="0" err="1">
                <a:cs typeface="Times New Roman" panose="02020603050405020304" pitchFamily="18" charset="0"/>
              </a:rPr>
              <a:t>được</a:t>
            </a:r>
            <a:r>
              <a:rPr lang="en-US" altLang="en-US" dirty="0">
                <a:cs typeface="Times New Roman" panose="02020603050405020304" pitchFamily="18" charset="0"/>
              </a:rPr>
              <a:t> </a:t>
            </a:r>
            <a:r>
              <a:rPr lang="en-US" altLang="en-US" dirty="0" err="1">
                <a:cs typeface="Times New Roman" panose="02020603050405020304" pitchFamily="18" charset="0"/>
              </a:rPr>
              <a:t>áp</a:t>
            </a:r>
            <a:r>
              <a:rPr lang="en-US" altLang="en-US" dirty="0">
                <a:cs typeface="Times New Roman" panose="02020603050405020304" pitchFamily="18" charset="0"/>
              </a:rPr>
              <a:t> </a:t>
            </a:r>
            <a:r>
              <a:rPr lang="en-US" altLang="en-US" dirty="0" err="1">
                <a:cs typeface="Times New Roman" panose="02020603050405020304" pitchFamily="18" charset="0"/>
              </a:rPr>
              <a:t>dụng</a:t>
            </a:r>
            <a:r>
              <a:rPr lang="en-US" altLang="en-US" dirty="0">
                <a:cs typeface="Times New Roman" panose="02020603050405020304" pitchFamily="18" charset="0"/>
              </a:rPr>
              <a:t> </a:t>
            </a:r>
            <a:r>
              <a:rPr lang="en-US" altLang="en-US" dirty="0" err="1">
                <a:cs typeface="Times New Roman" panose="02020603050405020304" pitchFamily="18" charset="0"/>
              </a:rPr>
              <a:t>nhiều</a:t>
            </a:r>
            <a:r>
              <a:rPr lang="en-US" altLang="en-US" dirty="0">
                <a:cs typeface="Times New Roman" panose="02020603050405020304" pitchFamily="18" charset="0"/>
              </a:rPr>
              <a:t> </a:t>
            </a:r>
            <a:r>
              <a:rPr lang="en-US" altLang="en-US" dirty="0" err="1">
                <a:cs typeface="Times New Roman" panose="02020603050405020304" pitchFamily="18" charset="0"/>
              </a:rPr>
              <a:t>lần</a:t>
            </a:r>
            <a:r>
              <a:rPr lang="en-US" altLang="en-US" dirty="0">
                <a:cs typeface="Times New Roman" panose="02020603050405020304" pitchFamily="18" charset="0"/>
              </a:rPr>
              <a:t> </a:t>
            </a:r>
            <a:r>
              <a:rPr lang="en-US" altLang="en-US" dirty="0" err="1">
                <a:cs typeface="Times New Roman" panose="02020603050405020304" pitchFamily="18" charset="0"/>
              </a:rPr>
              <a:t>để</a:t>
            </a:r>
            <a:r>
              <a:rPr lang="en-US" altLang="en-US" dirty="0">
                <a:cs typeface="Times New Roman" panose="02020603050405020304" pitchFamily="18" charset="0"/>
              </a:rPr>
              <a:t> </a:t>
            </a:r>
            <a:r>
              <a:rPr lang="en-US" altLang="en-US" dirty="0" err="1">
                <a:cs typeface="Times New Roman" panose="02020603050405020304" pitchFamily="18" charset="0"/>
              </a:rPr>
              <a:t>thu</a:t>
            </a:r>
            <a:r>
              <a:rPr lang="en-US" altLang="en-US" dirty="0">
                <a:cs typeface="Times New Roman" panose="02020603050405020304" pitchFamily="18" charset="0"/>
              </a:rPr>
              <a:t> </a:t>
            </a:r>
            <a:r>
              <a:rPr lang="en-US" altLang="en-US" dirty="0" err="1">
                <a:cs typeface="Times New Roman" panose="02020603050405020304" pitchFamily="18" charset="0"/>
              </a:rPr>
              <a:t>nhỏ</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a:t>
            </a:r>
            <a:r>
              <a:rPr lang="en-US" altLang="en-US" dirty="0" err="1">
                <a:cs typeface="Times New Roman" panose="02020603050405020304" pitchFamily="18" charset="0"/>
              </a:rPr>
              <a:t>mô</a:t>
            </a:r>
            <a:r>
              <a:rPr lang="en-US" altLang="en-US" dirty="0">
                <a:cs typeface="Times New Roman" panose="02020603050405020304" pitchFamily="18" charset="0"/>
              </a:rPr>
              <a:t> </a:t>
            </a:r>
            <a:r>
              <a:rPr lang="en-US" altLang="en-US" dirty="0" err="1">
                <a:cs typeface="Times New Roman" panose="02020603050405020304" pitchFamily="18" charset="0"/>
              </a:rPr>
              <a:t>bài</a:t>
            </a:r>
            <a:r>
              <a:rPr lang="en-US" altLang="en-US" dirty="0">
                <a:cs typeface="Times New Roman" panose="02020603050405020304" pitchFamily="18" charset="0"/>
              </a:rPr>
              <a:t> </a:t>
            </a:r>
            <a:r>
              <a:rPr lang="en-US" altLang="en-US" dirty="0" err="1">
                <a:cs typeface="Times New Roman" panose="02020603050405020304" pitchFamily="18" charset="0"/>
              </a:rPr>
              <a:t>toán</a:t>
            </a:r>
            <a:r>
              <a:rPr lang="en-US" altLang="en-US" dirty="0">
                <a:cs typeface="Times New Roman" panose="02020603050405020304" pitchFamily="18" charset="0"/>
              </a:rPr>
              <a:t> </a:t>
            </a:r>
            <a:r>
              <a:rPr lang="en-US" altLang="en-US" dirty="0" err="1">
                <a:cs typeface="Times New Roman" panose="02020603050405020304" pitchFamily="18" charset="0"/>
              </a:rPr>
              <a:t>cần</a:t>
            </a:r>
            <a:r>
              <a:rPr lang="en-US" altLang="en-US" dirty="0">
                <a:cs typeface="Times New Roman" panose="02020603050405020304" pitchFamily="18" charset="0"/>
              </a:rPr>
              <a:t> </a:t>
            </a:r>
            <a:r>
              <a:rPr lang="en-US" altLang="en-US" dirty="0" err="1">
                <a:cs typeface="Times New Roman" panose="02020603050405020304" pitchFamily="18" charset="0"/>
              </a:rPr>
              <a:t>giải</a:t>
            </a:r>
            <a:r>
              <a:rPr lang="en-US" altLang="en-US" dirty="0">
                <a:cs typeface="Times New Roman" panose="02020603050405020304" pitchFamily="18" charset="0"/>
              </a:rPr>
              <a:t>, </a:t>
            </a:r>
            <a:r>
              <a:rPr lang="en-US" altLang="en-US" dirty="0" err="1">
                <a:cs typeface="Times New Roman" panose="02020603050405020304" pitchFamily="18" charset="0"/>
              </a:rPr>
              <a:t>từ</a:t>
            </a:r>
            <a:r>
              <a:rPr lang="en-US" altLang="en-US" dirty="0">
                <a:cs typeface="Times New Roman" panose="02020603050405020304" pitchFamily="18" charset="0"/>
              </a:rPr>
              <a:t> </a:t>
            </a:r>
            <a:r>
              <a:rPr lang="en-US" altLang="en-US" dirty="0" err="1">
                <a:cs typeface="Times New Roman" panose="02020603050405020304" pitchFamily="18" charset="0"/>
              </a:rPr>
              <a:t>bài</a:t>
            </a:r>
            <a:r>
              <a:rPr lang="en-US" altLang="en-US" dirty="0">
                <a:cs typeface="Times New Roman" panose="02020603050405020304" pitchFamily="18" charset="0"/>
              </a:rPr>
              <a:t> </a:t>
            </a:r>
            <a:r>
              <a:rPr lang="en-US" altLang="en-US" dirty="0" err="1">
                <a:cs typeface="Times New Roman" panose="02020603050405020304" pitchFamily="18" charset="0"/>
              </a:rPr>
              <a:t>toán</a:t>
            </a:r>
            <a:r>
              <a:rPr lang="en-US" altLang="en-US" dirty="0">
                <a:cs typeface="Times New Roman" panose="02020603050405020304" pitchFamily="18" charset="0"/>
              </a:rPr>
              <a:t> ban </a:t>
            </a:r>
            <a:r>
              <a:rPr lang="en-US" altLang="en-US" dirty="0" err="1">
                <a:cs typeface="Times New Roman" panose="02020603050405020304" pitchFamily="18" charset="0"/>
              </a:rPr>
              <a:t>đầu</a:t>
            </a:r>
            <a:r>
              <a:rPr lang="en-US" altLang="en-US" dirty="0">
                <a:cs typeface="Times New Roman" panose="02020603050405020304" pitchFamily="18" charset="0"/>
              </a:rPr>
              <a:t> </a:t>
            </a:r>
            <a:r>
              <a:rPr lang="en-US" altLang="en-US" dirty="0" err="1">
                <a:cs typeface="Times New Roman" panose="02020603050405020304" pitchFamily="18" charset="0"/>
              </a:rPr>
              <a:t>cho</a:t>
            </a:r>
            <a:r>
              <a:rPr lang="en-US" altLang="en-US" dirty="0">
                <a:cs typeface="Times New Roman" panose="02020603050405020304" pitchFamily="18" charset="0"/>
              </a:rPr>
              <a:t> </a:t>
            </a:r>
            <a:r>
              <a:rPr lang="en-US" altLang="en-US" dirty="0" err="1">
                <a:cs typeface="Times New Roman" panose="02020603050405020304" pitchFamily="18" charset="0"/>
              </a:rPr>
              <a:t>đến</a:t>
            </a:r>
            <a:r>
              <a:rPr lang="en-US" altLang="en-US" dirty="0">
                <a:cs typeface="Times New Roman" panose="02020603050405020304" pitchFamily="18" charset="0"/>
              </a:rPr>
              <a:t> </a:t>
            </a:r>
            <a:r>
              <a:rPr lang="en-US" altLang="en-US" dirty="0" err="1">
                <a:cs typeface="Times New Roman" panose="02020603050405020304" pitchFamily="18" charset="0"/>
              </a:rPr>
              <a:t>bài</a:t>
            </a:r>
            <a:r>
              <a:rPr lang="en-US" altLang="en-US" dirty="0">
                <a:cs typeface="Times New Roman" panose="02020603050405020304" pitchFamily="18" charset="0"/>
              </a:rPr>
              <a:t> </a:t>
            </a:r>
            <a:r>
              <a:rPr lang="en-US" altLang="en-US" dirty="0" err="1">
                <a:cs typeface="Times New Roman" panose="02020603050405020304" pitchFamily="18" charset="0"/>
              </a:rPr>
              <a:t>toán</a:t>
            </a:r>
            <a:r>
              <a:rPr lang="en-US" altLang="en-US" dirty="0">
                <a:cs typeface="Times New Roman" panose="02020603050405020304" pitchFamily="18" charset="0"/>
              </a:rPr>
              <a:t> </a:t>
            </a:r>
            <a:r>
              <a:rPr lang="en-US" altLang="en-US" dirty="0" err="1">
                <a:cs typeface="Times New Roman" panose="02020603050405020304" pitchFamily="18" charset="0"/>
              </a:rPr>
              <a:t>nhỏ</a:t>
            </a:r>
            <a:r>
              <a:rPr lang="en-US" altLang="en-US" dirty="0">
                <a:cs typeface="Times New Roman" panose="02020603050405020304" pitchFamily="18" charset="0"/>
              </a:rPr>
              <a:t> </a:t>
            </a:r>
            <a:r>
              <a:rPr lang="en-US" altLang="en-US" dirty="0" err="1">
                <a:cs typeface="Times New Roman" panose="02020603050405020304" pitchFamily="18" charset="0"/>
              </a:rPr>
              <a:t>nhất</a:t>
            </a:r>
            <a:r>
              <a:rPr lang="en-US" altLang="en-US" dirty="0">
                <a:cs typeface="Times New Roman" panose="02020603050405020304" pitchFamily="18" charset="0"/>
              </a:rPr>
              <a:t> </a:t>
            </a:r>
            <a:r>
              <a:rPr lang="en-US" altLang="en-US" dirty="0" err="1">
                <a:cs typeface="Times New Roman" panose="02020603050405020304" pitchFamily="18" charset="0"/>
              </a:rPr>
              <a:t>ở</a:t>
            </a:r>
            <a:r>
              <a:rPr lang="en-US" altLang="en-US" dirty="0">
                <a:cs typeface="Times New Roman" panose="02020603050405020304" pitchFamily="18" charset="0"/>
              </a:rPr>
              <a:t> </a:t>
            </a:r>
            <a:r>
              <a:rPr lang="en-US" altLang="en-US" dirty="0" err="1">
                <a:cs typeface="Times New Roman" panose="02020603050405020304" pitchFamily="18" charset="0"/>
              </a:rPr>
              <a:t>trường</a:t>
            </a:r>
            <a:r>
              <a:rPr lang="en-US" altLang="en-US" dirty="0">
                <a:cs typeface="Times New Roman" panose="02020603050405020304" pitchFamily="18" charset="0"/>
              </a:rPr>
              <a:t> </a:t>
            </a:r>
            <a:r>
              <a:rPr lang="en-US" altLang="en-US" dirty="0" err="1">
                <a:cs typeface="Times New Roman" panose="02020603050405020304" pitchFamily="18" charset="0"/>
              </a:rPr>
              <a:t>hợp</a:t>
            </a:r>
            <a:r>
              <a:rPr lang="en-US" altLang="en-US" dirty="0">
                <a:cs typeface="Times New Roman" panose="02020603050405020304" pitchFamily="18" charset="0"/>
              </a:rPr>
              <a:t> </a:t>
            </a:r>
            <a:r>
              <a:rPr lang="en-US" altLang="en-US" dirty="0" err="1">
                <a:cs typeface="Times New Roman" panose="02020603050405020304" pitchFamily="18" charset="0"/>
              </a:rPr>
              <a:t>cơ</a:t>
            </a:r>
            <a:r>
              <a:rPr lang="en-US" altLang="en-US" dirty="0">
                <a:cs typeface="Times New Roman" panose="02020603050405020304" pitchFamily="18" charset="0"/>
              </a:rPr>
              <a:t> </a:t>
            </a:r>
            <a:r>
              <a:rPr lang="en-US" altLang="en-US" dirty="0" err="1">
                <a:cs typeface="Times New Roman" panose="02020603050405020304" pitchFamily="18" charset="0"/>
              </a:rPr>
              <a:t>sở</a:t>
            </a:r>
            <a:r>
              <a:rPr lang="en-US" altLang="en-US" dirty="0">
                <a:cs typeface="Times New Roman" panose="02020603050405020304" pitchFamily="18" charset="0"/>
              </a:rPr>
              <a:t>. </a:t>
            </a:r>
          </a:p>
          <a:p>
            <a:pPr lvl="2" eaLnBrk="1" hangingPunct="1">
              <a:lnSpc>
                <a:spcPct val="110000"/>
              </a:lnSpc>
              <a:spcBef>
                <a:spcPct val="10000"/>
              </a:spcBef>
            </a:pPr>
            <a:r>
              <a:rPr lang="en-US" altLang="en-US" dirty="0">
                <a:cs typeface="Times New Roman" panose="02020603050405020304" pitchFamily="18" charset="0"/>
              </a:rPr>
              <a:t>Hai </a:t>
            </a:r>
            <a:r>
              <a:rPr lang="en-US" altLang="en-US" dirty="0" err="1">
                <a:cs typeface="Times New Roman" panose="02020603050405020304" pitchFamily="18" charset="0"/>
              </a:rPr>
              <a:t>trường</a:t>
            </a:r>
            <a:r>
              <a:rPr lang="en-US" altLang="en-US" dirty="0">
                <a:cs typeface="Times New Roman" panose="02020603050405020304" pitchFamily="18" charset="0"/>
              </a:rPr>
              <a:t> </a:t>
            </a:r>
            <a:r>
              <a:rPr lang="en-US" altLang="en-US" dirty="0" err="1">
                <a:cs typeface="Times New Roman" panose="02020603050405020304" pitchFamily="18" charset="0"/>
              </a:rPr>
              <a:t>hợp</a:t>
            </a:r>
            <a:r>
              <a:rPr lang="en-US" altLang="en-US" dirty="0">
                <a:cs typeface="Times New Roman" panose="02020603050405020304" pitchFamily="18" charset="0"/>
              </a:rPr>
              <a:t> </a:t>
            </a:r>
            <a:r>
              <a:rPr lang="en-US" altLang="en-US" dirty="0" err="1">
                <a:cs typeface="Times New Roman" panose="02020603050405020304" pitchFamily="18" charset="0"/>
              </a:rPr>
              <a:t>trên</a:t>
            </a:r>
            <a:r>
              <a:rPr lang="en-US" altLang="en-US" dirty="0">
                <a:cs typeface="Times New Roman" panose="02020603050405020304" pitchFamily="18" charset="0"/>
              </a:rPr>
              <a:t> </a:t>
            </a:r>
            <a:r>
              <a:rPr lang="en-US" altLang="en-US" dirty="0" err="1">
                <a:cs typeface="Times New Roman" panose="02020603050405020304" pitchFamily="18" charset="0"/>
              </a:rPr>
              <a:t>có</a:t>
            </a:r>
            <a:r>
              <a:rPr lang="en-US" altLang="en-US" dirty="0">
                <a:cs typeface="Times New Roman" panose="02020603050405020304" pitchFamily="18" charset="0"/>
              </a:rPr>
              <a:t> </a:t>
            </a:r>
            <a:r>
              <a:rPr lang="en-US" altLang="en-US" dirty="0" err="1">
                <a:cs typeface="Times New Roman" panose="02020603050405020304" pitchFamily="18" charset="0"/>
              </a:rPr>
              <a:t>mối</a:t>
            </a:r>
            <a:r>
              <a:rPr lang="en-US" altLang="en-US" dirty="0">
                <a:cs typeface="Times New Roman" panose="02020603050405020304" pitchFamily="18" charset="0"/>
              </a:rPr>
              <a:t> </a:t>
            </a:r>
            <a:r>
              <a:rPr lang="en-US" altLang="en-US" dirty="0" err="1">
                <a:cs typeface="Times New Roman" panose="02020603050405020304" pitchFamily="18" charset="0"/>
              </a:rPr>
              <a:t>quan</a:t>
            </a:r>
            <a:r>
              <a:rPr lang="en-US" altLang="en-US" dirty="0">
                <a:cs typeface="Times New Roman" panose="02020603050405020304" pitchFamily="18" charset="0"/>
              </a:rPr>
              <a:t> </a:t>
            </a:r>
            <a:r>
              <a:rPr lang="en-US" altLang="en-US" dirty="0" err="1">
                <a:cs typeface="Times New Roman" panose="02020603050405020304" pitchFamily="18" charset="0"/>
              </a:rPr>
              <a:t>hệ</a:t>
            </a:r>
            <a:r>
              <a:rPr lang="en-US" altLang="en-US" dirty="0">
                <a:cs typeface="Times New Roman" panose="02020603050405020304" pitchFamily="18" charset="0"/>
              </a:rPr>
              <a:t> </a:t>
            </a:r>
            <a:r>
              <a:rPr lang="en-US" altLang="en-US" dirty="0" err="1">
                <a:cs typeface="Times New Roman" panose="02020603050405020304" pitchFamily="18" charset="0"/>
              </a:rPr>
              <a:t>khăng</a:t>
            </a:r>
            <a:r>
              <a:rPr lang="en-US" altLang="en-US" dirty="0">
                <a:cs typeface="Times New Roman" panose="02020603050405020304" pitchFamily="18" charset="0"/>
              </a:rPr>
              <a:t> </a:t>
            </a:r>
            <a:r>
              <a:rPr lang="en-US" altLang="en-US" dirty="0" err="1">
                <a:cs typeface="Times New Roman" panose="02020603050405020304" pitchFamily="18" charset="0"/>
              </a:rPr>
              <a:t>khít</a:t>
            </a:r>
            <a:r>
              <a:rPr lang="en-US" altLang="en-US" dirty="0">
                <a:cs typeface="Times New Roman" panose="02020603050405020304" pitchFamily="18" charset="0"/>
              </a:rPr>
              <a:t> </a:t>
            </a:r>
            <a:r>
              <a:rPr lang="en-US" altLang="en-US" dirty="0" err="1">
                <a:cs typeface="Times New Roman" panose="02020603050405020304" pitchFamily="18" charset="0"/>
              </a:rPr>
              <a:t>để</a:t>
            </a:r>
            <a:r>
              <a:rPr lang="en-US" altLang="en-US" dirty="0">
                <a:cs typeface="Times New Roman" panose="02020603050405020304" pitchFamily="18" charset="0"/>
              </a:rPr>
              <a:t> </a:t>
            </a:r>
            <a:r>
              <a:rPr lang="en-US" altLang="en-US" dirty="0" err="1">
                <a:cs typeface="Times New Roman" panose="02020603050405020304" pitchFamily="18" charset="0"/>
              </a:rPr>
              <a:t>tạo</a:t>
            </a:r>
            <a:r>
              <a:rPr lang="en-US" altLang="en-US" dirty="0">
                <a:cs typeface="Times New Roman" panose="02020603050405020304" pitchFamily="18" charset="0"/>
              </a:rPr>
              <a:t> </a:t>
            </a:r>
            <a:r>
              <a:rPr lang="en-US" altLang="en-US" dirty="0" err="1">
                <a:cs typeface="Times New Roman" panose="02020603050405020304" pitchFamily="18" charset="0"/>
              </a:rPr>
              <a:t>thành</a:t>
            </a:r>
            <a:r>
              <a:rPr lang="en-US" altLang="en-US" dirty="0">
                <a:cs typeface="Times New Roman" panose="02020603050405020304" pitchFamily="18" charset="0"/>
              </a:rPr>
              <a:t> </a:t>
            </a:r>
            <a:r>
              <a:rPr lang="en-US" altLang="en-US" dirty="0" err="1">
                <a:cs typeface="Times New Roman" panose="02020603050405020304" pitchFamily="18" charset="0"/>
              </a:rPr>
              <a:t>giải</a:t>
            </a:r>
            <a:r>
              <a:rPr lang="en-US" altLang="en-US" dirty="0">
                <a:cs typeface="Times New Roman" panose="02020603050405020304" pitchFamily="18" charset="0"/>
              </a:rPr>
              <a:t> </a:t>
            </a:r>
            <a:r>
              <a:rPr lang="en-US" altLang="en-US" dirty="0" err="1">
                <a:cs typeface="Times New Roman" panose="02020603050405020304" pitchFamily="18" charset="0"/>
              </a:rPr>
              <a:t>thuật</a:t>
            </a:r>
            <a:r>
              <a:rPr lang="en-US" altLang="en-US" dirty="0">
                <a:cs typeface="Times New Roman" panose="02020603050405020304" pitchFamily="18" charset="0"/>
              </a:rPr>
              <a:t> </a:t>
            </a:r>
            <a:r>
              <a:rPr lang="en-US" altLang="en-US" dirty="0" err="1">
                <a:cs typeface="Times New Roman" panose="02020603050405020304" pitchFamily="18" charset="0"/>
              </a:rPr>
              <a:t>đệ</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a:t>
            </a:r>
            <a:r>
              <a:rPr lang="en-US" altLang="en-US" dirty="0" err="1">
                <a:cs typeface="Times New Roman" panose="02020603050405020304" pitchFamily="18" charset="0"/>
              </a:rPr>
              <a:t>và</a:t>
            </a:r>
            <a:r>
              <a:rPr lang="en-US" altLang="en-US" dirty="0">
                <a:cs typeface="Times New Roman" panose="02020603050405020304" pitchFamily="18" charset="0"/>
              </a:rPr>
              <a:t> </a:t>
            </a:r>
            <a:r>
              <a:rPr lang="en-US" altLang="en-US" dirty="0" err="1">
                <a:cs typeface="Times New Roman" panose="02020603050405020304" pitchFamily="18" charset="0"/>
              </a:rPr>
              <a:t>đảm</a:t>
            </a:r>
            <a:r>
              <a:rPr lang="en-US" altLang="en-US" dirty="0">
                <a:cs typeface="Times New Roman" panose="02020603050405020304" pitchFamily="18" charset="0"/>
              </a:rPr>
              <a:t> </a:t>
            </a:r>
            <a:r>
              <a:rPr lang="en-US" altLang="en-US" dirty="0" err="1">
                <a:cs typeface="Times New Roman" panose="02020603050405020304" pitchFamily="18" charset="0"/>
              </a:rPr>
              <a:t>bảo</a:t>
            </a:r>
            <a:r>
              <a:rPr lang="en-US" altLang="en-US" dirty="0">
                <a:cs typeface="Times New Roman" panose="02020603050405020304" pitchFamily="18" charset="0"/>
              </a:rPr>
              <a:t> </a:t>
            </a:r>
            <a:r>
              <a:rPr lang="en-US" altLang="en-US" dirty="0" err="1">
                <a:cs typeface="Times New Roman" panose="02020603050405020304" pitchFamily="18" charset="0"/>
              </a:rPr>
              <a:t>giải</a:t>
            </a:r>
            <a:r>
              <a:rPr lang="en-US" altLang="en-US" dirty="0">
                <a:cs typeface="Times New Roman" panose="02020603050405020304" pitchFamily="18" charset="0"/>
              </a:rPr>
              <a:t> </a:t>
            </a:r>
            <a:r>
              <a:rPr lang="en-US" altLang="en-US" dirty="0" err="1">
                <a:cs typeface="Times New Roman" panose="02020603050405020304" pitchFamily="18" charset="0"/>
              </a:rPr>
              <a:t>thuật</a:t>
            </a:r>
            <a:r>
              <a:rPr lang="en-US" altLang="en-US" dirty="0">
                <a:cs typeface="Times New Roman" panose="02020603050405020304" pitchFamily="18" charset="0"/>
              </a:rPr>
              <a:t> </a:t>
            </a:r>
            <a:r>
              <a:rPr lang="en-US" altLang="en-US" dirty="0" err="1">
                <a:cs typeface="Times New Roman" panose="02020603050405020304" pitchFamily="18" charset="0"/>
              </a:rPr>
              <a:t>đệ</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a:t>
            </a:r>
            <a:r>
              <a:rPr lang="en-US" altLang="en-US" dirty="0" err="1">
                <a:cs typeface="Times New Roman" panose="02020603050405020304" pitchFamily="18" charset="0"/>
              </a:rPr>
              <a:t>có</a:t>
            </a:r>
            <a:r>
              <a:rPr lang="en-US" altLang="en-US" dirty="0">
                <a:cs typeface="Times New Roman" panose="02020603050405020304" pitchFamily="18" charset="0"/>
              </a:rPr>
              <a:t> </a:t>
            </a:r>
            <a:r>
              <a:rPr lang="en-US" altLang="en-US" dirty="0" err="1">
                <a:cs typeface="Times New Roman" panose="02020603050405020304" pitchFamily="18" charset="0"/>
              </a:rPr>
              <a:t>thể</a:t>
            </a:r>
            <a:r>
              <a:rPr lang="en-US" altLang="en-US" dirty="0">
                <a:cs typeface="Times New Roman" panose="02020603050405020304" pitchFamily="18" charset="0"/>
              </a:rPr>
              <a:t> </a:t>
            </a:r>
            <a:r>
              <a:rPr lang="en-US" altLang="en-US" dirty="0" err="1">
                <a:cs typeface="Times New Roman" panose="02020603050405020304" pitchFamily="18" charset="0"/>
              </a:rPr>
              <a:t>giải</a:t>
            </a:r>
            <a:r>
              <a:rPr lang="en-US" altLang="en-US" dirty="0">
                <a:cs typeface="Times New Roman" panose="02020603050405020304" pitchFamily="18" charset="0"/>
              </a:rPr>
              <a:t> </a:t>
            </a:r>
            <a:r>
              <a:rPr lang="en-US" altLang="en-US" dirty="0" err="1">
                <a:cs typeface="Times New Roman" panose="02020603050405020304" pitchFamily="18" charset="0"/>
              </a:rPr>
              <a:t>được</a:t>
            </a:r>
            <a:r>
              <a:rPr lang="en-US" altLang="en-US" dirty="0">
                <a:cs typeface="Times New Roman" panose="02020603050405020304" pitchFamily="18" charset="0"/>
              </a:rPr>
              <a:t> </a:t>
            </a:r>
            <a:r>
              <a:rPr lang="en-US" altLang="en-US" dirty="0" err="1">
                <a:cs typeface="Times New Roman" panose="02020603050405020304" pitchFamily="18" charset="0"/>
              </a:rPr>
              <a:t>và</a:t>
            </a:r>
            <a:r>
              <a:rPr lang="en-US" altLang="en-US" dirty="0">
                <a:cs typeface="Times New Roman" panose="02020603050405020304" pitchFamily="18" charset="0"/>
              </a:rPr>
              <a:t> </a:t>
            </a:r>
            <a:r>
              <a:rPr lang="en-US" altLang="en-US" dirty="0" err="1">
                <a:cs typeface="Times New Roman" panose="02020603050405020304" pitchFamily="18" charset="0"/>
              </a:rPr>
              <a:t>có</a:t>
            </a:r>
            <a:r>
              <a:rPr lang="en-US" altLang="en-US" dirty="0">
                <a:cs typeface="Times New Roman" panose="02020603050405020304" pitchFamily="18" charset="0"/>
              </a:rPr>
              <a:t> </a:t>
            </a:r>
            <a:r>
              <a:rPr lang="en-US" altLang="en-US" dirty="0" err="1">
                <a:cs typeface="Times New Roman" panose="02020603050405020304" pitchFamily="18" charset="0"/>
              </a:rPr>
              <a:t>điểm</a:t>
            </a:r>
            <a:r>
              <a:rPr lang="en-US" altLang="en-US" dirty="0">
                <a:cs typeface="Times New Roman" panose="02020603050405020304" pitchFamily="18" charset="0"/>
              </a:rPr>
              <a:t> </a:t>
            </a:r>
            <a:r>
              <a:rPr lang="en-US" altLang="en-US" dirty="0" err="1">
                <a:cs typeface="Times New Roman" panose="02020603050405020304" pitchFamily="18" charset="0"/>
              </a:rPr>
              <a:t>dừng</a:t>
            </a:r>
            <a:r>
              <a:rPr lang="en-US" altLang="en-US" dirty="0">
                <a:cs typeface="Times New Roman" panose="02020603050405020304" pitchFamily="18" charset="0"/>
              </a:rPr>
              <a:t>. </a:t>
            </a:r>
          </a:p>
          <a:p>
            <a:endParaRPr lang="en-US" dirty="0"/>
          </a:p>
        </p:txBody>
      </p:sp>
      <p:sp>
        <p:nvSpPr>
          <p:cNvPr id="4" name="Slide Number Placeholder 3"/>
          <p:cNvSpPr>
            <a:spLocks noGrp="1"/>
          </p:cNvSpPr>
          <p:nvPr>
            <p:ph type="sldNum" sz="quarter" idx="5"/>
          </p:nvPr>
        </p:nvSpPr>
        <p:spPr/>
        <p:txBody>
          <a:bodyPr/>
          <a:lstStyle/>
          <a:p>
            <a:fld id="{C47F7BA9-BD23-364F-BA23-B1582B7D9A79}" type="slidenum">
              <a:rPr lang="en-US" smtClean="0"/>
              <a:t>74</a:t>
            </a:fld>
            <a:endParaRPr lang="en-US"/>
          </a:p>
        </p:txBody>
      </p:sp>
    </p:spTree>
    <p:extLst>
      <p:ext uri="{BB962C8B-B14F-4D97-AF65-F5344CB8AC3E}">
        <p14:creationId xmlns:p14="http://schemas.microsoft.com/office/powerpoint/2010/main" val="29896222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2" eaLnBrk="1" hangingPunct="1">
              <a:spcBef>
                <a:spcPct val="10000"/>
              </a:spcBef>
            </a:pPr>
            <a:r>
              <a:rPr lang="en-US" altLang="en-US" i="1" dirty="0" err="1">
                <a:cs typeface="Times New Roman" panose="02020603050405020304" pitchFamily="18" charset="0"/>
              </a:rPr>
              <a:t>Quá</a:t>
            </a:r>
            <a:r>
              <a:rPr lang="en-US" altLang="en-US" i="1" dirty="0">
                <a:cs typeface="Times New Roman" panose="02020603050405020304" pitchFamily="18" charset="0"/>
              </a:rPr>
              <a:t> </a:t>
            </a:r>
            <a:r>
              <a:rPr lang="en-US" altLang="en-US" i="1" dirty="0" err="1">
                <a:cs typeface="Times New Roman" panose="02020603050405020304" pitchFamily="18" charset="0"/>
              </a:rPr>
              <a:t>trình</a:t>
            </a:r>
            <a:r>
              <a:rPr lang="en-US" altLang="en-US" i="1" dirty="0">
                <a:cs typeface="Times New Roman" panose="02020603050405020304" pitchFamily="18" charset="0"/>
              </a:rPr>
              <a:t> </a:t>
            </a:r>
            <a:r>
              <a:rPr lang="en-US" altLang="en-US" i="1" dirty="0" err="1">
                <a:cs typeface="Times New Roman" panose="02020603050405020304" pitchFamily="18" charset="0"/>
              </a:rPr>
              <a:t>suy</a:t>
            </a:r>
            <a:r>
              <a:rPr lang="en-US" altLang="en-US" i="1" dirty="0">
                <a:cs typeface="Times New Roman" panose="02020603050405020304" pitchFamily="18" charset="0"/>
              </a:rPr>
              <a:t> </a:t>
            </a:r>
            <a:r>
              <a:rPr lang="en-US" altLang="en-US" i="1" dirty="0" err="1">
                <a:cs typeface="Times New Roman" panose="02020603050405020304" pitchFamily="18" charset="0"/>
              </a:rPr>
              <a:t>diễn</a:t>
            </a:r>
            <a:r>
              <a:rPr lang="en-US" altLang="en-US" i="1" dirty="0">
                <a:cs typeface="Times New Roman" panose="02020603050405020304" pitchFamily="18" charset="0"/>
              </a:rPr>
              <a:t> </a:t>
            </a:r>
            <a:r>
              <a:rPr lang="en-US" altLang="en-US" i="1" dirty="0" err="1">
                <a:cs typeface="Times New Roman" panose="02020603050405020304" pitchFamily="18" charset="0"/>
              </a:rPr>
              <a:t>đệ</a:t>
            </a:r>
            <a:r>
              <a:rPr lang="en-US" altLang="en-US" i="1" dirty="0">
                <a:cs typeface="Times New Roman" panose="02020603050405020304" pitchFamily="18" charset="0"/>
              </a:rPr>
              <a:t> </a:t>
            </a:r>
            <a:r>
              <a:rPr lang="en-US" altLang="en-US" i="1" dirty="0" err="1">
                <a:cs typeface="Times New Roman" panose="02020603050405020304" pitchFamily="18" charset="0"/>
              </a:rPr>
              <a:t>quy</a:t>
            </a:r>
            <a:r>
              <a:rPr lang="en-US" altLang="en-US" i="1" dirty="0">
                <a:cs typeface="Times New Roman" panose="02020603050405020304" pitchFamily="18" charset="0"/>
              </a:rPr>
              <a:t>:</a:t>
            </a:r>
            <a:r>
              <a:rPr lang="en-US" altLang="en-US" dirty="0">
                <a:cs typeface="Times New Roman" panose="02020603050405020304" pitchFamily="18" charset="0"/>
              </a:rPr>
              <a:t> </a:t>
            </a:r>
            <a:r>
              <a:rPr lang="en-US" altLang="en-US" dirty="0" err="1">
                <a:cs typeface="Times New Roman" panose="02020603050405020304" pitchFamily="18" charset="0"/>
              </a:rPr>
              <a:t>là</a:t>
            </a:r>
            <a:r>
              <a:rPr lang="en-US" altLang="en-US" dirty="0">
                <a:cs typeface="Times New Roman" panose="02020603050405020304" pitchFamily="18" charset="0"/>
              </a:rPr>
              <a:t> </a:t>
            </a:r>
            <a:r>
              <a:rPr lang="en-US" altLang="en-US" dirty="0" err="1">
                <a:cs typeface="Times New Roman" panose="02020603050405020304" pitchFamily="18" charset="0"/>
              </a:rPr>
              <a:t>quá</a:t>
            </a:r>
            <a:r>
              <a:rPr lang="en-US" altLang="en-US" dirty="0">
                <a:cs typeface="Times New Roman" panose="02020603050405020304" pitchFamily="18" charset="0"/>
              </a:rPr>
              <a:t> </a:t>
            </a:r>
            <a:r>
              <a:rPr lang="en-US" altLang="en-US" dirty="0" err="1">
                <a:cs typeface="Times New Roman" panose="02020603050405020304" pitchFamily="18" charset="0"/>
              </a:rPr>
              <a:t>trình</a:t>
            </a:r>
            <a:r>
              <a:rPr lang="en-US" altLang="en-US" dirty="0">
                <a:cs typeface="Times New Roman" panose="02020603050405020304" pitchFamily="18" charset="0"/>
              </a:rPr>
              <a:t> </a:t>
            </a:r>
            <a:r>
              <a:rPr lang="en-US" altLang="en-US" dirty="0" err="1">
                <a:cs typeface="Times New Roman" panose="02020603050405020304" pitchFamily="18" charset="0"/>
              </a:rPr>
              <a:t>thu</a:t>
            </a:r>
            <a:r>
              <a:rPr lang="en-US" altLang="en-US" dirty="0">
                <a:cs typeface="Times New Roman" panose="02020603050405020304" pitchFamily="18" charset="0"/>
              </a:rPr>
              <a:t> </a:t>
            </a:r>
            <a:r>
              <a:rPr lang="en-US" altLang="en-US" dirty="0" err="1">
                <a:cs typeface="Times New Roman" panose="02020603050405020304" pitchFamily="18" charset="0"/>
              </a:rPr>
              <a:t>nhỏ</a:t>
            </a:r>
            <a:r>
              <a:rPr lang="en-US" altLang="en-US" dirty="0">
                <a:cs typeface="Times New Roman" panose="02020603050405020304" pitchFamily="18" charset="0"/>
              </a:rPr>
              <a:t> </a:t>
            </a:r>
            <a:r>
              <a:rPr lang="en-US" altLang="en-US" dirty="0" err="1">
                <a:cs typeface="Times New Roman" panose="02020603050405020304" pitchFamily="18" charset="0"/>
              </a:rPr>
              <a:t>bài</a:t>
            </a:r>
            <a:r>
              <a:rPr lang="en-US" altLang="en-US" dirty="0">
                <a:cs typeface="Times New Roman" panose="02020603050405020304" pitchFamily="18" charset="0"/>
              </a:rPr>
              <a:t> </a:t>
            </a:r>
            <a:r>
              <a:rPr lang="en-US" altLang="en-US" dirty="0" err="1">
                <a:cs typeface="Times New Roman" panose="02020603050405020304" pitchFamily="18" charset="0"/>
              </a:rPr>
              <a:t>toán</a:t>
            </a:r>
            <a:r>
              <a:rPr lang="en-US" altLang="en-US" dirty="0">
                <a:cs typeface="Times New Roman" panose="02020603050405020304" pitchFamily="18" charset="0"/>
              </a:rPr>
              <a:t> ban </a:t>
            </a:r>
            <a:r>
              <a:rPr lang="en-US" altLang="en-US" dirty="0" err="1">
                <a:cs typeface="Times New Roman" panose="02020603050405020304" pitchFamily="18" charset="0"/>
              </a:rPr>
              <a:t>đầu</a:t>
            </a:r>
            <a:r>
              <a:rPr lang="en-US" altLang="en-US" dirty="0">
                <a:cs typeface="Times New Roman" panose="02020603050405020304" pitchFamily="18" charset="0"/>
              </a:rPr>
              <a:t> </a:t>
            </a:r>
            <a:r>
              <a:rPr lang="en-US" altLang="en-US" dirty="0" err="1">
                <a:cs typeface="Times New Roman" panose="02020603050405020304" pitchFamily="18" charset="0"/>
              </a:rPr>
              <a:t>về</a:t>
            </a:r>
            <a:r>
              <a:rPr lang="en-US" altLang="en-US" dirty="0">
                <a:cs typeface="Times New Roman" panose="02020603050405020304" pitchFamily="18" charset="0"/>
              </a:rPr>
              <a:t> </a:t>
            </a:r>
            <a:r>
              <a:rPr lang="en-US" altLang="en-US" dirty="0" err="1">
                <a:cs typeface="Times New Roman" panose="02020603050405020304" pitchFamily="18" charset="0"/>
              </a:rPr>
              <a:t>các</a:t>
            </a:r>
            <a:r>
              <a:rPr lang="en-US" altLang="en-US" dirty="0">
                <a:cs typeface="Times New Roman" panose="02020603050405020304" pitchFamily="18" charset="0"/>
              </a:rPr>
              <a:t> </a:t>
            </a:r>
            <a:r>
              <a:rPr lang="en-US" altLang="en-US" dirty="0" err="1">
                <a:cs typeface="Times New Roman" panose="02020603050405020304" pitchFamily="18" charset="0"/>
              </a:rPr>
              <a:t>bài</a:t>
            </a:r>
            <a:r>
              <a:rPr lang="en-US" altLang="en-US" dirty="0">
                <a:cs typeface="Times New Roman" panose="02020603050405020304" pitchFamily="18" charset="0"/>
              </a:rPr>
              <a:t> </a:t>
            </a:r>
            <a:r>
              <a:rPr lang="en-US" altLang="en-US" dirty="0" err="1">
                <a:cs typeface="Times New Roman" panose="02020603050405020304" pitchFamily="18" charset="0"/>
              </a:rPr>
              <a:t>toán</a:t>
            </a:r>
            <a:r>
              <a:rPr lang="en-US" altLang="en-US" dirty="0">
                <a:cs typeface="Times New Roman" panose="02020603050405020304" pitchFamily="18" charset="0"/>
              </a:rPr>
              <a:t> </a:t>
            </a:r>
            <a:r>
              <a:rPr lang="en-US" altLang="en-US" dirty="0" err="1">
                <a:cs typeface="Times New Roman" panose="02020603050405020304" pitchFamily="18" charset="0"/>
              </a:rPr>
              <a:t>trung</a:t>
            </a:r>
            <a:r>
              <a:rPr lang="en-US" altLang="en-US" dirty="0">
                <a:cs typeface="Times New Roman" panose="02020603050405020304" pitchFamily="18" charset="0"/>
              </a:rPr>
              <a:t> </a:t>
            </a:r>
            <a:r>
              <a:rPr lang="en-US" altLang="en-US" dirty="0" err="1">
                <a:cs typeface="Times New Roman" panose="02020603050405020304" pitchFamily="18" charset="0"/>
              </a:rPr>
              <a:t>gian</a:t>
            </a:r>
            <a:r>
              <a:rPr lang="en-US" altLang="en-US" dirty="0">
                <a:cs typeface="Times New Roman" panose="02020603050405020304" pitchFamily="18" charset="0"/>
              </a:rPr>
              <a:t> </a:t>
            </a:r>
            <a:r>
              <a:rPr lang="en-US" altLang="en-US" dirty="0" err="1">
                <a:cs typeface="Times New Roman" panose="02020603050405020304" pitchFamily="18" charset="0"/>
              </a:rPr>
              <a:t>tương</a:t>
            </a:r>
            <a:r>
              <a:rPr lang="en-US" altLang="en-US" dirty="0">
                <a:cs typeface="Times New Roman" panose="02020603050405020304" pitchFamily="18" charset="0"/>
              </a:rPr>
              <a:t> </a:t>
            </a:r>
            <a:r>
              <a:rPr lang="en-US" altLang="en-US" dirty="0" err="1">
                <a:cs typeface="Times New Roman" panose="02020603050405020304" pitchFamily="18" charset="0"/>
              </a:rPr>
              <a:t>tự</a:t>
            </a:r>
            <a:r>
              <a:rPr lang="en-US" altLang="en-US" dirty="0">
                <a:cs typeface="Times New Roman" panose="02020603050405020304" pitchFamily="18" charset="0"/>
              </a:rPr>
              <a:t> </a:t>
            </a:r>
            <a:r>
              <a:rPr lang="en-US" altLang="en-US" dirty="0" err="1">
                <a:cs typeface="Times New Roman" panose="02020603050405020304" pitchFamily="18" charset="0"/>
              </a:rPr>
              <a:t>nhưng</a:t>
            </a:r>
            <a:r>
              <a:rPr lang="en-US" altLang="en-US" dirty="0">
                <a:cs typeface="Times New Roman" panose="02020603050405020304" pitchFamily="18" charset="0"/>
              </a:rPr>
              <a:t> </a:t>
            </a:r>
            <a:r>
              <a:rPr lang="en-US" altLang="en-US" dirty="0" err="1">
                <a:cs typeface="Times New Roman" panose="02020603050405020304" pitchFamily="18" charset="0"/>
              </a:rPr>
              <a:t>có</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a:t>
            </a:r>
            <a:r>
              <a:rPr lang="en-US" altLang="en-US" dirty="0" err="1">
                <a:cs typeface="Times New Roman" panose="02020603050405020304" pitchFamily="18" charset="0"/>
              </a:rPr>
              <a:t>mô</a:t>
            </a:r>
            <a:r>
              <a:rPr lang="en-US" altLang="en-US" dirty="0">
                <a:cs typeface="Times New Roman" panose="02020603050405020304" pitchFamily="18" charset="0"/>
              </a:rPr>
              <a:t> </a:t>
            </a:r>
            <a:r>
              <a:rPr lang="en-US" altLang="en-US" dirty="0" err="1">
                <a:cs typeface="Times New Roman" panose="02020603050405020304" pitchFamily="18" charset="0"/>
              </a:rPr>
              <a:t>giảm</a:t>
            </a:r>
            <a:r>
              <a:rPr lang="en-US" altLang="en-US" dirty="0">
                <a:cs typeface="Times New Roman" panose="02020603050405020304" pitchFamily="18" charset="0"/>
              </a:rPr>
              <a:t> </a:t>
            </a:r>
            <a:r>
              <a:rPr lang="en-US" altLang="en-US" dirty="0" err="1">
                <a:cs typeface="Times New Roman" panose="02020603050405020304" pitchFamily="18" charset="0"/>
              </a:rPr>
              <a:t>dần</a:t>
            </a:r>
            <a:r>
              <a:rPr lang="en-US" altLang="en-US" dirty="0">
                <a:cs typeface="Times New Roman" panose="02020603050405020304" pitchFamily="18" charset="0"/>
              </a:rPr>
              <a:t> </a:t>
            </a:r>
            <a:r>
              <a:rPr lang="en-US" altLang="en-US" dirty="0" err="1">
                <a:cs typeface="Times New Roman" panose="02020603050405020304" pitchFamily="18" charset="0"/>
              </a:rPr>
              <a:t>bằng</a:t>
            </a:r>
            <a:r>
              <a:rPr lang="en-US" altLang="en-US" dirty="0">
                <a:cs typeface="Times New Roman" panose="02020603050405020304" pitchFamily="18" charset="0"/>
              </a:rPr>
              <a:t> </a:t>
            </a:r>
            <a:r>
              <a:rPr lang="en-US" altLang="en-US" dirty="0" err="1">
                <a:cs typeface="Times New Roman" panose="02020603050405020304" pitchFamily="18" charset="0"/>
              </a:rPr>
              <a:t>cách</a:t>
            </a:r>
            <a:r>
              <a:rPr lang="en-US" altLang="en-US" dirty="0">
                <a:cs typeface="Times New Roman" panose="02020603050405020304" pitchFamily="18" charset="0"/>
              </a:rPr>
              <a:t> </a:t>
            </a:r>
            <a:r>
              <a:rPr lang="en-US" altLang="en-US" dirty="0" err="1">
                <a:cs typeface="Times New Roman" panose="02020603050405020304" pitchFamily="18" charset="0"/>
              </a:rPr>
              <a:t>áp</a:t>
            </a:r>
            <a:r>
              <a:rPr lang="en-US" altLang="en-US" dirty="0">
                <a:cs typeface="Times New Roman" panose="02020603050405020304" pitchFamily="18" charset="0"/>
              </a:rPr>
              <a:t> </a:t>
            </a:r>
            <a:r>
              <a:rPr lang="en-US" altLang="en-US" dirty="0" err="1">
                <a:cs typeface="Times New Roman" panose="02020603050405020304" pitchFamily="18" charset="0"/>
              </a:rPr>
              <a:t>dụng</a:t>
            </a:r>
            <a:r>
              <a:rPr lang="en-US" altLang="en-US" dirty="0">
                <a:cs typeface="Times New Roman" panose="02020603050405020304" pitchFamily="18" charset="0"/>
              </a:rPr>
              <a:t> </a:t>
            </a:r>
            <a:r>
              <a:rPr lang="en-US" altLang="en-US" dirty="0" err="1">
                <a:cs typeface="Times New Roman" panose="02020603050405020304" pitchFamily="18" charset="0"/>
              </a:rPr>
              <a:t>cơ</a:t>
            </a:r>
            <a:r>
              <a:rPr lang="en-US" altLang="en-US" dirty="0">
                <a:cs typeface="Times New Roman" panose="02020603050405020304" pitchFamily="18" charset="0"/>
              </a:rPr>
              <a:t> </a:t>
            </a:r>
            <a:r>
              <a:rPr lang="en-US" altLang="en-US" dirty="0" err="1">
                <a:cs typeface="Times New Roman" panose="02020603050405020304" pitchFamily="18" charset="0"/>
              </a:rPr>
              <a:t>chế</a:t>
            </a:r>
            <a:r>
              <a:rPr lang="en-US" altLang="en-US" dirty="0">
                <a:cs typeface="Times New Roman" panose="02020603050405020304" pitchFamily="18" charset="0"/>
              </a:rPr>
              <a:t> </a:t>
            </a:r>
            <a:r>
              <a:rPr lang="en-US" altLang="en-US" dirty="0" err="1">
                <a:cs typeface="Times New Roman" panose="02020603050405020304" pitchFamily="18" charset="0"/>
              </a:rPr>
              <a:t>đệ</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a:t>
            </a:r>
            <a:r>
              <a:rPr lang="en-US" altLang="en-US" dirty="0" err="1">
                <a:cs typeface="Times New Roman" panose="02020603050405020304" pitchFamily="18" charset="0"/>
              </a:rPr>
              <a:t>cho</a:t>
            </a:r>
            <a:r>
              <a:rPr lang="en-US" altLang="en-US" dirty="0">
                <a:cs typeface="Times New Roman" panose="02020603050405020304" pitchFamily="18" charset="0"/>
              </a:rPr>
              <a:t> </a:t>
            </a:r>
            <a:r>
              <a:rPr lang="en-US" altLang="en-US" dirty="0" err="1">
                <a:cs typeface="Times New Roman" panose="02020603050405020304" pitchFamily="18" charset="0"/>
              </a:rPr>
              <a:t>đến</a:t>
            </a:r>
            <a:r>
              <a:rPr lang="en-US" altLang="en-US" dirty="0">
                <a:cs typeface="Times New Roman" panose="02020603050405020304" pitchFamily="18" charset="0"/>
              </a:rPr>
              <a:t> </a:t>
            </a:r>
            <a:r>
              <a:rPr lang="en-US" altLang="en-US" dirty="0" err="1">
                <a:cs typeface="Times New Roman" panose="02020603050405020304" pitchFamily="18" charset="0"/>
              </a:rPr>
              <a:t>khi</a:t>
            </a:r>
            <a:r>
              <a:rPr lang="en-US" altLang="en-US" dirty="0">
                <a:cs typeface="Times New Roman" panose="02020603050405020304" pitchFamily="18" charset="0"/>
              </a:rPr>
              <a:t> </a:t>
            </a:r>
            <a:r>
              <a:rPr lang="en-US" altLang="en-US" dirty="0" err="1">
                <a:cs typeface="Times New Roman" panose="02020603050405020304" pitchFamily="18" charset="0"/>
              </a:rPr>
              <a:t>gặp</a:t>
            </a:r>
            <a:r>
              <a:rPr lang="en-US" altLang="en-US" dirty="0">
                <a:cs typeface="Times New Roman" panose="02020603050405020304" pitchFamily="18" charset="0"/>
              </a:rPr>
              <a:t> </a:t>
            </a:r>
            <a:r>
              <a:rPr lang="en-US" altLang="en-US" dirty="0" err="1">
                <a:cs typeface="Times New Roman" panose="02020603050405020304" pitchFamily="18" charset="0"/>
              </a:rPr>
              <a:t>trường</a:t>
            </a:r>
            <a:r>
              <a:rPr lang="en-US" altLang="en-US" dirty="0">
                <a:cs typeface="Times New Roman" panose="02020603050405020304" pitchFamily="18" charset="0"/>
              </a:rPr>
              <a:t> </a:t>
            </a:r>
            <a:r>
              <a:rPr lang="en-US" altLang="en-US" dirty="0" err="1">
                <a:cs typeface="Times New Roman" panose="02020603050405020304" pitchFamily="18" charset="0"/>
              </a:rPr>
              <a:t>hợp</a:t>
            </a:r>
            <a:r>
              <a:rPr lang="en-US" altLang="en-US" dirty="0">
                <a:cs typeface="Times New Roman" panose="02020603050405020304" pitchFamily="18" charset="0"/>
              </a:rPr>
              <a:t> </a:t>
            </a:r>
            <a:r>
              <a:rPr lang="en-US" altLang="en-US" dirty="0" err="1">
                <a:cs typeface="Times New Roman" panose="02020603050405020304" pitchFamily="18" charset="0"/>
              </a:rPr>
              <a:t>cơ</a:t>
            </a:r>
            <a:r>
              <a:rPr lang="en-US" altLang="en-US" dirty="0">
                <a:cs typeface="Times New Roman" panose="02020603050405020304" pitchFamily="18" charset="0"/>
              </a:rPr>
              <a:t> </a:t>
            </a:r>
            <a:r>
              <a:rPr lang="en-US" altLang="en-US" dirty="0" err="1">
                <a:cs typeface="Times New Roman" panose="02020603050405020304" pitchFamily="18" charset="0"/>
              </a:rPr>
              <a:t>sở</a:t>
            </a:r>
            <a:r>
              <a:rPr lang="en-US" altLang="en-US" dirty="0">
                <a:cs typeface="Times New Roman" panose="02020603050405020304" pitchFamily="18" charset="0"/>
              </a:rPr>
              <a:t> (</a:t>
            </a:r>
            <a:r>
              <a:rPr lang="en-US" altLang="en-US" dirty="0" err="1">
                <a:cs typeface="Times New Roman" panose="02020603050405020304" pitchFamily="18" charset="0"/>
              </a:rPr>
              <a:t>điểm</a:t>
            </a:r>
            <a:r>
              <a:rPr lang="en-US" altLang="en-US" dirty="0">
                <a:cs typeface="Times New Roman" panose="02020603050405020304" pitchFamily="18" charset="0"/>
              </a:rPr>
              <a:t> </a:t>
            </a:r>
            <a:r>
              <a:rPr lang="en-US" altLang="en-US" dirty="0" err="1">
                <a:cs typeface="Times New Roman" panose="02020603050405020304" pitchFamily="18" charset="0"/>
              </a:rPr>
              <a:t>dừng</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a:t>
            </a:r>
            <a:r>
              <a:rPr lang="en-US" altLang="en-US" dirty="0" err="1">
                <a:cs typeface="Times New Roman" panose="02020603050405020304" pitchFamily="18" charset="0"/>
              </a:rPr>
              <a:t>quá</a:t>
            </a:r>
            <a:r>
              <a:rPr lang="en-US" altLang="en-US" dirty="0">
                <a:cs typeface="Times New Roman" panose="02020603050405020304" pitchFamily="18" charset="0"/>
              </a:rPr>
              <a:t> </a:t>
            </a:r>
            <a:r>
              <a:rPr lang="en-US" altLang="en-US" dirty="0" err="1">
                <a:cs typeface="Times New Roman" panose="02020603050405020304" pitchFamily="18" charset="0"/>
              </a:rPr>
              <a:t>trình</a:t>
            </a:r>
            <a:r>
              <a:rPr lang="en-US" altLang="en-US" dirty="0">
                <a:cs typeface="Times New Roman" panose="02020603050405020304" pitchFamily="18" charset="0"/>
              </a:rPr>
              <a:t> </a:t>
            </a:r>
            <a:r>
              <a:rPr lang="en-US" altLang="en-US" dirty="0" err="1">
                <a:cs typeface="Times New Roman" panose="02020603050405020304" pitchFamily="18" charset="0"/>
              </a:rPr>
              <a:t>suy</a:t>
            </a:r>
            <a:r>
              <a:rPr lang="en-US" altLang="en-US" dirty="0">
                <a:cs typeface="Times New Roman" panose="02020603050405020304" pitchFamily="18" charset="0"/>
              </a:rPr>
              <a:t> </a:t>
            </a:r>
            <a:r>
              <a:rPr lang="en-US" altLang="en-US" dirty="0" err="1">
                <a:cs typeface="Times New Roman" panose="02020603050405020304" pitchFamily="18" charset="0"/>
              </a:rPr>
              <a:t>diễn</a:t>
            </a:r>
            <a:r>
              <a:rPr lang="en-US" altLang="en-US" dirty="0">
                <a:cs typeface="Times New Roman" panose="02020603050405020304" pitchFamily="18" charset="0"/>
              </a:rPr>
              <a:t> </a:t>
            </a:r>
            <a:r>
              <a:rPr lang="en-US" altLang="en-US" dirty="0" err="1">
                <a:cs typeface="Times New Roman" panose="02020603050405020304" pitchFamily="18" charset="0"/>
              </a:rPr>
              <a:t>đệ</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a:t>
            </a:r>
          </a:p>
          <a:p>
            <a:pPr lvl="2" eaLnBrk="1" hangingPunct="1">
              <a:spcBef>
                <a:spcPct val="10000"/>
              </a:spcBef>
            </a:pPr>
            <a:r>
              <a:rPr lang="en-US" altLang="en-US" i="1" dirty="0" err="1">
                <a:cs typeface="Times New Roman" panose="02020603050405020304" pitchFamily="18" charset="0"/>
              </a:rPr>
              <a:t>Quá</a:t>
            </a:r>
            <a:r>
              <a:rPr lang="en-US" altLang="en-US" i="1" dirty="0">
                <a:cs typeface="Times New Roman" panose="02020603050405020304" pitchFamily="18" charset="0"/>
              </a:rPr>
              <a:t> </a:t>
            </a:r>
            <a:r>
              <a:rPr lang="en-US" altLang="en-US" i="1" dirty="0" err="1">
                <a:cs typeface="Times New Roman" panose="02020603050405020304" pitchFamily="18" charset="0"/>
              </a:rPr>
              <a:t>trình</a:t>
            </a:r>
            <a:r>
              <a:rPr lang="en-US" altLang="en-US" i="1" dirty="0">
                <a:cs typeface="Times New Roman" panose="02020603050405020304" pitchFamily="18" charset="0"/>
              </a:rPr>
              <a:t> quay </a:t>
            </a:r>
            <a:r>
              <a:rPr lang="en-US" altLang="en-US" i="1" dirty="0" err="1">
                <a:cs typeface="Times New Roman" panose="02020603050405020304" pitchFamily="18" charset="0"/>
              </a:rPr>
              <a:t>lui</a:t>
            </a:r>
            <a:r>
              <a:rPr lang="en-US" altLang="en-US" i="1" dirty="0">
                <a:cs typeface="Times New Roman" panose="02020603050405020304" pitchFamily="18" charset="0"/>
              </a:rPr>
              <a:t> (hay </a:t>
            </a:r>
            <a:r>
              <a:rPr lang="en-US" altLang="en-US" i="1" dirty="0" err="1">
                <a:cs typeface="Times New Roman" panose="02020603050405020304" pitchFamily="18" charset="0"/>
              </a:rPr>
              <a:t>suy</a:t>
            </a:r>
            <a:r>
              <a:rPr lang="en-US" altLang="en-US" i="1" dirty="0">
                <a:cs typeface="Times New Roman" panose="02020603050405020304" pitchFamily="18" charset="0"/>
              </a:rPr>
              <a:t> </a:t>
            </a:r>
            <a:r>
              <a:rPr lang="en-US" altLang="en-US" i="1" dirty="0" err="1">
                <a:cs typeface="Times New Roman" panose="02020603050405020304" pitchFamily="18" charset="0"/>
              </a:rPr>
              <a:t>diễn</a:t>
            </a:r>
            <a:r>
              <a:rPr lang="en-US" altLang="en-US" i="1" dirty="0">
                <a:cs typeface="Times New Roman" panose="02020603050405020304" pitchFamily="18" charset="0"/>
              </a:rPr>
              <a:t> </a:t>
            </a:r>
            <a:r>
              <a:rPr lang="en-US" altLang="en-US" i="1" dirty="0" err="1">
                <a:cs typeface="Times New Roman" panose="02020603050405020304" pitchFamily="18" charset="0"/>
              </a:rPr>
              <a:t>ngược</a:t>
            </a:r>
            <a:r>
              <a:rPr lang="en-US" altLang="en-US" i="1" dirty="0">
                <a:cs typeface="Times New Roman" panose="02020603050405020304" pitchFamily="18" charset="0"/>
              </a:rPr>
              <a:t>):</a:t>
            </a:r>
            <a:r>
              <a:rPr lang="en-US" altLang="en-US" dirty="0">
                <a:cs typeface="Times New Roman" panose="02020603050405020304" pitchFamily="18" charset="0"/>
              </a:rPr>
              <a:t> </a:t>
            </a:r>
            <a:r>
              <a:rPr lang="en-US" altLang="en-US" dirty="0" err="1">
                <a:cs typeface="Times New Roman" panose="02020603050405020304" pitchFamily="18" charset="0"/>
              </a:rPr>
              <a:t>là</a:t>
            </a:r>
            <a:r>
              <a:rPr lang="en-US" altLang="en-US" dirty="0">
                <a:cs typeface="Times New Roman" panose="02020603050405020304" pitchFamily="18" charset="0"/>
              </a:rPr>
              <a:t> </a:t>
            </a:r>
            <a:r>
              <a:rPr lang="en-US" altLang="en-US" dirty="0" err="1">
                <a:cs typeface="Times New Roman" panose="02020603050405020304" pitchFamily="18" charset="0"/>
              </a:rPr>
              <a:t>quá</a:t>
            </a:r>
            <a:r>
              <a:rPr lang="en-US" altLang="en-US" dirty="0">
                <a:cs typeface="Times New Roman" panose="02020603050405020304" pitchFamily="18" charset="0"/>
              </a:rPr>
              <a:t> </a:t>
            </a:r>
            <a:r>
              <a:rPr lang="en-US" altLang="en-US" dirty="0" err="1">
                <a:cs typeface="Times New Roman" panose="02020603050405020304" pitchFamily="18" charset="0"/>
              </a:rPr>
              <a:t>trình</a:t>
            </a:r>
            <a:r>
              <a:rPr lang="en-US" altLang="en-US" dirty="0">
                <a:cs typeface="Times New Roman" panose="02020603050405020304" pitchFamily="18" charset="0"/>
              </a:rPr>
              <a:t> </a:t>
            </a:r>
            <a:r>
              <a:rPr lang="en-US" altLang="en-US" dirty="0" err="1">
                <a:cs typeface="Times New Roman" panose="02020603050405020304" pitchFamily="18" charset="0"/>
              </a:rPr>
              <a:t>từ</a:t>
            </a:r>
            <a:r>
              <a:rPr lang="en-US" altLang="en-US" dirty="0">
                <a:cs typeface="Times New Roman" panose="02020603050405020304" pitchFamily="18" charset="0"/>
              </a:rPr>
              <a:t> </a:t>
            </a:r>
            <a:r>
              <a:rPr lang="en-US" altLang="en-US" dirty="0" err="1">
                <a:cs typeface="Times New Roman" panose="02020603050405020304" pitchFamily="18" charset="0"/>
              </a:rPr>
              <a:t>kết</a:t>
            </a:r>
            <a:r>
              <a:rPr lang="en-US" altLang="en-US" dirty="0">
                <a:cs typeface="Times New Roman" panose="02020603050405020304" pitchFamily="18" charset="0"/>
              </a:rPr>
              <a:t> </a:t>
            </a:r>
            <a:r>
              <a:rPr lang="en-US" altLang="en-US" dirty="0" err="1">
                <a:cs typeface="Times New Roman" panose="02020603050405020304" pitchFamily="18" charset="0"/>
              </a:rPr>
              <a:t>quả</a:t>
            </a:r>
            <a:r>
              <a:rPr lang="en-US" altLang="en-US" dirty="0">
                <a:cs typeface="Times New Roman" panose="02020603050405020304" pitchFamily="18" charset="0"/>
              </a:rPr>
              <a:t> </a:t>
            </a:r>
            <a:r>
              <a:rPr lang="en-US" altLang="en-US" dirty="0" err="1">
                <a:cs typeface="Times New Roman" panose="02020603050405020304" pitchFamily="18" charset="0"/>
              </a:rPr>
              <a:t>thu</a:t>
            </a:r>
            <a:r>
              <a:rPr lang="en-US" altLang="en-US" dirty="0">
                <a:cs typeface="Times New Roman" panose="02020603050405020304" pitchFamily="18" charset="0"/>
              </a:rPr>
              <a:t> </a:t>
            </a:r>
            <a:r>
              <a:rPr lang="en-US" altLang="en-US" dirty="0" err="1">
                <a:cs typeface="Times New Roman" panose="02020603050405020304" pitchFamily="18" charset="0"/>
              </a:rPr>
              <a:t>được</a:t>
            </a:r>
            <a:r>
              <a:rPr lang="en-US" altLang="en-US" dirty="0">
                <a:cs typeface="Times New Roman" panose="02020603050405020304" pitchFamily="18" charset="0"/>
              </a:rPr>
              <a:t> </a:t>
            </a:r>
            <a:r>
              <a:rPr lang="en-US" altLang="en-US" dirty="0" err="1">
                <a:cs typeface="Times New Roman" panose="02020603050405020304" pitchFamily="18" charset="0"/>
              </a:rPr>
              <a:t>trong</a:t>
            </a:r>
            <a:r>
              <a:rPr lang="en-US" altLang="en-US" dirty="0">
                <a:cs typeface="Times New Roman" panose="02020603050405020304" pitchFamily="18" charset="0"/>
              </a:rPr>
              <a:t> </a:t>
            </a:r>
            <a:r>
              <a:rPr lang="en-US" altLang="en-US" dirty="0" err="1">
                <a:cs typeface="Times New Roman" panose="02020603050405020304" pitchFamily="18" charset="0"/>
              </a:rPr>
              <a:t>trường</a:t>
            </a:r>
            <a:r>
              <a:rPr lang="en-US" altLang="en-US" dirty="0">
                <a:cs typeface="Times New Roman" panose="02020603050405020304" pitchFamily="18" charset="0"/>
              </a:rPr>
              <a:t> </a:t>
            </a:r>
            <a:r>
              <a:rPr lang="en-US" altLang="en-US" dirty="0" err="1">
                <a:cs typeface="Times New Roman" panose="02020603050405020304" pitchFamily="18" charset="0"/>
              </a:rPr>
              <a:t>hợp</a:t>
            </a:r>
            <a:r>
              <a:rPr lang="en-US" altLang="en-US" dirty="0">
                <a:cs typeface="Times New Roman" panose="02020603050405020304" pitchFamily="18" charset="0"/>
              </a:rPr>
              <a:t> </a:t>
            </a:r>
            <a:r>
              <a:rPr lang="en-US" altLang="en-US" dirty="0" err="1">
                <a:cs typeface="Times New Roman" panose="02020603050405020304" pitchFamily="18" charset="0"/>
              </a:rPr>
              <a:t>cơ</a:t>
            </a:r>
            <a:r>
              <a:rPr lang="en-US" altLang="en-US" dirty="0">
                <a:cs typeface="Times New Roman" panose="02020603050405020304" pitchFamily="18" charset="0"/>
              </a:rPr>
              <a:t> </a:t>
            </a:r>
            <a:r>
              <a:rPr lang="en-US" altLang="en-US" dirty="0" err="1">
                <a:cs typeface="Times New Roman" panose="02020603050405020304" pitchFamily="18" charset="0"/>
              </a:rPr>
              <a:t>sở</a:t>
            </a:r>
            <a:r>
              <a:rPr lang="en-US" altLang="en-US" dirty="0">
                <a:cs typeface="Times New Roman" panose="02020603050405020304" pitchFamily="18" charset="0"/>
              </a:rPr>
              <a:t>, </a:t>
            </a:r>
            <a:r>
              <a:rPr lang="en-US" altLang="en-US" dirty="0" err="1">
                <a:cs typeface="Times New Roman" panose="02020603050405020304" pitchFamily="18" charset="0"/>
              </a:rPr>
              <a:t>thực</a:t>
            </a:r>
            <a:r>
              <a:rPr lang="en-US" altLang="en-US" dirty="0">
                <a:cs typeface="Times New Roman" panose="02020603050405020304" pitchFamily="18" charset="0"/>
              </a:rPr>
              <a:t> </a:t>
            </a:r>
            <a:r>
              <a:rPr lang="en-US" altLang="en-US" dirty="0" err="1">
                <a:cs typeface="Times New Roman" panose="02020603050405020304" pitchFamily="18" charset="0"/>
              </a:rPr>
              <a:t>hiện</a:t>
            </a:r>
            <a:r>
              <a:rPr lang="en-US" altLang="en-US" dirty="0">
                <a:cs typeface="Times New Roman" panose="02020603050405020304" pitchFamily="18" charset="0"/>
              </a:rPr>
              <a:t> </a:t>
            </a:r>
            <a:r>
              <a:rPr lang="en-US" altLang="en-US" dirty="0" err="1">
                <a:cs typeface="Times New Roman" panose="02020603050405020304" pitchFamily="18" charset="0"/>
              </a:rPr>
              <a:t>giải</a:t>
            </a:r>
            <a:r>
              <a:rPr lang="en-US" altLang="en-US" dirty="0">
                <a:cs typeface="Times New Roman" panose="02020603050405020304" pitchFamily="18" charset="0"/>
              </a:rPr>
              <a:t> </a:t>
            </a:r>
            <a:r>
              <a:rPr lang="en-US" altLang="en-US" dirty="0" err="1">
                <a:cs typeface="Times New Roman" panose="02020603050405020304" pitchFamily="18" charset="0"/>
              </a:rPr>
              <a:t>các</a:t>
            </a:r>
            <a:r>
              <a:rPr lang="en-US" altLang="en-US" dirty="0">
                <a:cs typeface="Times New Roman" panose="02020603050405020304" pitchFamily="18" charset="0"/>
              </a:rPr>
              <a:t> </a:t>
            </a:r>
            <a:r>
              <a:rPr lang="en-US" altLang="en-US" dirty="0" err="1">
                <a:cs typeface="Times New Roman" panose="02020603050405020304" pitchFamily="18" charset="0"/>
              </a:rPr>
              <a:t>bài</a:t>
            </a:r>
            <a:r>
              <a:rPr lang="en-US" altLang="en-US" dirty="0">
                <a:cs typeface="Times New Roman" panose="02020603050405020304" pitchFamily="18" charset="0"/>
              </a:rPr>
              <a:t> </a:t>
            </a:r>
            <a:r>
              <a:rPr lang="en-US" altLang="en-US" dirty="0" err="1">
                <a:cs typeface="Times New Roman" panose="02020603050405020304" pitchFamily="18" charset="0"/>
              </a:rPr>
              <a:t>toán</a:t>
            </a:r>
            <a:r>
              <a:rPr lang="en-US" altLang="en-US" dirty="0">
                <a:cs typeface="Times New Roman" panose="02020603050405020304" pitchFamily="18" charset="0"/>
              </a:rPr>
              <a:t> </a:t>
            </a:r>
            <a:r>
              <a:rPr lang="en-US" altLang="en-US" dirty="0" err="1">
                <a:cs typeface="Times New Roman" panose="02020603050405020304" pitchFamily="18" charset="0"/>
              </a:rPr>
              <a:t>trung</a:t>
            </a:r>
            <a:r>
              <a:rPr lang="en-US" altLang="en-US" dirty="0">
                <a:cs typeface="Times New Roman" panose="02020603050405020304" pitchFamily="18" charset="0"/>
              </a:rPr>
              <a:t> </a:t>
            </a:r>
            <a:r>
              <a:rPr lang="en-US" altLang="en-US" dirty="0" err="1">
                <a:cs typeface="Times New Roman" panose="02020603050405020304" pitchFamily="18" charset="0"/>
              </a:rPr>
              <a:t>gian</a:t>
            </a:r>
            <a:r>
              <a:rPr lang="en-US" altLang="en-US" dirty="0">
                <a:cs typeface="Times New Roman" panose="02020603050405020304" pitchFamily="18" charset="0"/>
              </a:rPr>
              <a:t> </a:t>
            </a:r>
            <a:r>
              <a:rPr lang="en-US" altLang="en-US" dirty="0" err="1">
                <a:cs typeface="Times New Roman" panose="02020603050405020304" pitchFamily="18" charset="0"/>
              </a:rPr>
              <a:t>ở</a:t>
            </a:r>
            <a:r>
              <a:rPr lang="en-US" altLang="en-US" dirty="0">
                <a:cs typeface="Times New Roman" panose="02020603050405020304" pitchFamily="18" charset="0"/>
              </a:rPr>
              <a:t> </a:t>
            </a:r>
            <a:r>
              <a:rPr lang="en-US" altLang="en-US" dirty="0" err="1">
                <a:cs typeface="Times New Roman" panose="02020603050405020304" pitchFamily="18" charset="0"/>
              </a:rPr>
              <a:t>quá</a:t>
            </a:r>
            <a:r>
              <a:rPr lang="en-US" altLang="en-US" dirty="0">
                <a:cs typeface="Times New Roman" panose="02020603050405020304" pitchFamily="18" charset="0"/>
              </a:rPr>
              <a:t> </a:t>
            </a:r>
            <a:r>
              <a:rPr lang="en-US" altLang="en-US" dirty="0" err="1">
                <a:cs typeface="Times New Roman" panose="02020603050405020304" pitchFamily="18" charset="0"/>
              </a:rPr>
              <a:t>trình</a:t>
            </a:r>
            <a:r>
              <a:rPr lang="en-US" altLang="en-US" dirty="0">
                <a:cs typeface="Times New Roman" panose="02020603050405020304" pitchFamily="18" charset="0"/>
              </a:rPr>
              <a:t> </a:t>
            </a:r>
            <a:r>
              <a:rPr lang="en-US" altLang="en-US" dirty="0" err="1">
                <a:cs typeface="Times New Roman" panose="02020603050405020304" pitchFamily="18" charset="0"/>
              </a:rPr>
              <a:t>suy</a:t>
            </a:r>
            <a:r>
              <a:rPr lang="en-US" altLang="en-US" dirty="0">
                <a:cs typeface="Times New Roman" panose="02020603050405020304" pitchFamily="18" charset="0"/>
              </a:rPr>
              <a:t> </a:t>
            </a:r>
            <a:r>
              <a:rPr lang="en-US" altLang="en-US" dirty="0" err="1">
                <a:cs typeface="Times New Roman" panose="02020603050405020304" pitchFamily="18" charset="0"/>
              </a:rPr>
              <a:t>diễn</a:t>
            </a:r>
            <a:r>
              <a:rPr lang="en-US" altLang="en-US" dirty="0">
                <a:cs typeface="Times New Roman" panose="02020603050405020304" pitchFamily="18" charset="0"/>
              </a:rPr>
              <a:t> </a:t>
            </a:r>
            <a:r>
              <a:rPr lang="en-US" altLang="en-US" dirty="0" err="1">
                <a:cs typeface="Times New Roman" panose="02020603050405020304" pitchFamily="18" charset="0"/>
              </a:rPr>
              <a:t>đệ</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a:t>
            </a:r>
            <a:r>
              <a:rPr lang="en-US" altLang="en-US" i="1" dirty="0" err="1">
                <a:cs typeface="Times New Roman" panose="02020603050405020304" pitchFamily="18" charset="0"/>
              </a:rPr>
              <a:t>theo</a:t>
            </a:r>
            <a:r>
              <a:rPr lang="en-US" altLang="en-US" i="1" dirty="0">
                <a:cs typeface="Times New Roman" panose="02020603050405020304" pitchFamily="18" charset="0"/>
              </a:rPr>
              <a:t> </a:t>
            </a:r>
            <a:r>
              <a:rPr lang="en-US" altLang="en-US" i="1" dirty="0" err="1">
                <a:cs typeface="Times New Roman" panose="02020603050405020304" pitchFamily="18" charset="0"/>
              </a:rPr>
              <a:t>trật</a:t>
            </a:r>
            <a:r>
              <a:rPr lang="en-US" altLang="en-US" i="1" dirty="0">
                <a:cs typeface="Times New Roman" panose="02020603050405020304" pitchFamily="18" charset="0"/>
              </a:rPr>
              <a:t> </a:t>
            </a:r>
            <a:r>
              <a:rPr lang="en-US" altLang="en-US" i="1" dirty="0" err="1">
                <a:cs typeface="Times New Roman" panose="02020603050405020304" pitchFamily="18" charset="0"/>
              </a:rPr>
              <a:t>tự</a:t>
            </a:r>
            <a:r>
              <a:rPr lang="en-US" altLang="en-US" i="1" dirty="0">
                <a:cs typeface="Times New Roman" panose="02020603050405020304" pitchFamily="18" charset="0"/>
              </a:rPr>
              <a:t> </a:t>
            </a:r>
            <a:r>
              <a:rPr lang="en-US" altLang="en-US" i="1" dirty="0" err="1">
                <a:cs typeface="Times New Roman" panose="02020603050405020304" pitchFamily="18" charset="0"/>
              </a:rPr>
              <a:t>ngược</a:t>
            </a:r>
            <a:r>
              <a:rPr lang="en-US" altLang="en-US" i="1" dirty="0">
                <a:cs typeface="Times New Roman" panose="02020603050405020304" pitchFamily="18" charset="0"/>
              </a:rPr>
              <a:t> </a:t>
            </a:r>
            <a:r>
              <a:rPr lang="en-US" altLang="en-US" i="1" dirty="0" err="1">
                <a:cs typeface="Times New Roman" panose="02020603050405020304" pitchFamily="18" charset="0"/>
              </a:rPr>
              <a:t>lại</a:t>
            </a:r>
            <a:r>
              <a:rPr lang="en-US" altLang="en-US" dirty="0">
                <a:cs typeface="Times New Roman" panose="02020603050405020304" pitchFamily="18" charset="0"/>
              </a:rPr>
              <a:t>, </a:t>
            </a:r>
            <a:r>
              <a:rPr lang="en-US" altLang="en-US" dirty="0" err="1">
                <a:cs typeface="Times New Roman" panose="02020603050405020304" pitchFamily="18" charset="0"/>
              </a:rPr>
              <a:t>cho</a:t>
            </a:r>
            <a:r>
              <a:rPr lang="en-US" altLang="en-US" dirty="0">
                <a:cs typeface="Times New Roman" panose="02020603050405020304" pitchFamily="18" charset="0"/>
              </a:rPr>
              <a:t> </a:t>
            </a:r>
            <a:r>
              <a:rPr lang="en-US" altLang="en-US" dirty="0" err="1">
                <a:cs typeface="Times New Roman" panose="02020603050405020304" pitchFamily="18" charset="0"/>
              </a:rPr>
              <a:t>đến</a:t>
            </a:r>
            <a:r>
              <a:rPr lang="en-US" altLang="en-US" dirty="0">
                <a:cs typeface="Times New Roman" panose="02020603050405020304" pitchFamily="18" charset="0"/>
              </a:rPr>
              <a:t> </a:t>
            </a:r>
            <a:r>
              <a:rPr lang="en-US" altLang="en-US" dirty="0" err="1">
                <a:cs typeface="Times New Roman" panose="02020603050405020304" pitchFamily="18" charset="0"/>
              </a:rPr>
              <a:t>khi</a:t>
            </a:r>
            <a:r>
              <a:rPr lang="en-US" altLang="en-US" dirty="0">
                <a:cs typeface="Times New Roman" panose="02020603050405020304" pitchFamily="18" charset="0"/>
              </a:rPr>
              <a:t> </a:t>
            </a:r>
            <a:r>
              <a:rPr lang="en-US" altLang="en-US" dirty="0" err="1">
                <a:cs typeface="Times New Roman" panose="02020603050405020304" pitchFamily="18" charset="0"/>
              </a:rPr>
              <a:t>giải</a:t>
            </a:r>
            <a:r>
              <a:rPr lang="en-US" altLang="en-US" dirty="0">
                <a:cs typeface="Times New Roman" panose="02020603050405020304" pitchFamily="18" charset="0"/>
              </a:rPr>
              <a:t> </a:t>
            </a:r>
            <a:r>
              <a:rPr lang="en-US" altLang="en-US" dirty="0" err="1">
                <a:cs typeface="Times New Roman" panose="02020603050405020304" pitchFamily="18" charset="0"/>
              </a:rPr>
              <a:t>quyết</a:t>
            </a:r>
            <a:r>
              <a:rPr lang="en-US" altLang="en-US" dirty="0">
                <a:cs typeface="Times New Roman" panose="02020603050405020304" pitchFamily="18" charset="0"/>
              </a:rPr>
              <a:t> </a:t>
            </a:r>
            <a:r>
              <a:rPr lang="en-US" altLang="en-US" dirty="0" err="1">
                <a:cs typeface="Times New Roman" panose="02020603050405020304" pitchFamily="18" charset="0"/>
              </a:rPr>
              <a:t>được</a:t>
            </a:r>
            <a:r>
              <a:rPr lang="en-US" altLang="en-US" dirty="0">
                <a:cs typeface="Times New Roman" panose="02020603050405020304" pitchFamily="18" charset="0"/>
              </a:rPr>
              <a:t> </a:t>
            </a:r>
            <a:r>
              <a:rPr lang="en-US" altLang="en-US" dirty="0" err="1">
                <a:cs typeface="Times New Roman" panose="02020603050405020304" pitchFamily="18" charset="0"/>
              </a:rPr>
              <a:t>bài</a:t>
            </a:r>
            <a:r>
              <a:rPr lang="en-US" altLang="en-US" dirty="0">
                <a:cs typeface="Times New Roman" panose="02020603050405020304" pitchFamily="18" charset="0"/>
              </a:rPr>
              <a:t> </a:t>
            </a:r>
            <a:r>
              <a:rPr lang="en-US" altLang="en-US" dirty="0" err="1">
                <a:cs typeface="Times New Roman" panose="02020603050405020304" pitchFamily="18" charset="0"/>
              </a:rPr>
              <a:t>toán</a:t>
            </a:r>
            <a:r>
              <a:rPr lang="en-US" altLang="en-US" dirty="0">
                <a:cs typeface="Times New Roman" panose="02020603050405020304" pitchFamily="18" charset="0"/>
              </a:rPr>
              <a:t> ban </a:t>
            </a:r>
            <a:r>
              <a:rPr lang="en-US" altLang="en-US" dirty="0" err="1">
                <a:cs typeface="Times New Roman" panose="02020603050405020304" pitchFamily="18" charset="0"/>
              </a:rPr>
              <a:t>đầu</a:t>
            </a:r>
            <a:r>
              <a:rPr lang="en-US" altLang="en-US" dirty="0">
                <a:cs typeface="Times New Roman" panose="02020603050405020304" pitchFamily="18" charset="0"/>
              </a:rPr>
              <a:t>. </a:t>
            </a:r>
          </a:p>
          <a:p>
            <a:pPr lvl="2" eaLnBrk="1" hangingPunct="1">
              <a:spcBef>
                <a:spcPct val="10000"/>
              </a:spcBef>
            </a:pPr>
            <a:r>
              <a:rPr lang="en-US" altLang="en-US" dirty="0" err="1">
                <a:cs typeface="Times New Roman" panose="02020603050405020304" pitchFamily="18" charset="0"/>
              </a:rPr>
              <a:t>Ví</a:t>
            </a:r>
            <a:r>
              <a:rPr lang="en-US" altLang="en-US" dirty="0">
                <a:cs typeface="Times New Roman" panose="02020603050405020304" pitchFamily="18" charset="0"/>
              </a:rPr>
              <a:t> </a:t>
            </a:r>
            <a:r>
              <a:rPr lang="en-US" altLang="en-US" dirty="0" err="1">
                <a:cs typeface="Times New Roman" panose="02020603050405020304" pitchFamily="18" charset="0"/>
              </a:rPr>
              <a:t>dụ</a:t>
            </a:r>
            <a:r>
              <a:rPr lang="en-US" altLang="en-US" dirty="0">
                <a:cs typeface="Times New Roman" panose="02020603050405020304" pitchFamily="18" charset="0"/>
              </a:rPr>
              <a:t> 5: </a:t>
            </a:r>
            <a:r>
              <a:rPr lang="en-US" altLang="en-US" dirty="0" err="1">
                <a:cs typeface="Times New Roman" panose="02020603050405020304" pitchFamily="18" charset="0"/>
              </a:rPr>
              <a:t>tính</a:t>
            </a:r>
            <a:r>
              <a:rPr lang="en-US" altLang="en-US" dirty="0">
                <a:cs typeface="Times New Roman" panose="02020603050405020304" pitchFamily="18" charset="0"/>
              </a:rPr>
              <a:t> 3! </a:t>
            </a:r>
            <a:r>
              <a:rPr lang="en-US" altLang="en-US" dirty="0" err="1">
                <a:cs typeface="Times New Roman" panose="02020603050405020304" pitchFamily="18" charset="0"/>
              </a:rPr>
              <a:t>theo</a:t>
            </a:r>
            <a:r>
              <a:rPr lang="en-US" altLang="en-US" dirty="0">
                <a:cs typeface="Times New Roman" panose="02020603050405020304" pitchFamily="18" charset="0"/>
              </a:rPr>
              <a:t> </a:t>
            </a:r>
            <a:r>
              <a:rPr lang="en-US" altLang="en-US" dirty="0" err="1">
                <a:cs typeface="Times New Roman" panose="02020603050405020304" pitchFamily="18" charset="0"/>
              </a:rPr>
              <a:t>giải</a:t>
            </a:r>
            <a:r>
              <a:rPr lang="en-US" altLang="en-US" dirty="0">
                <a:cs typeface="Times New Roman" panose="02020603050405020304" pitchFamily="18" charset="0"/>
              </a:rPr>
              <a:t> </a:t>
            </a:r>
            <a:r>
              <a:rPr lang="en-US" altLang="en-US" dirty="0" err="1">
                <a:cs typeface="Times New Roman" panose="02020603050405020304" pitchFamily="18" charset="0"/>
              </a:rPr>
              <a:t>thuật</a:t>
            </a:r>
            <a:r>
              <a:rPr lang="en-US" altLang="en-US" dirty="0">
                <a:cs typeface="Times New Roman" panose="02020603050405020304" pitchFamily="18" charset="0"/>
              </a:rPr>
              <a:t> </a:t>
            </a:r>
            <a:r>
              <a:rPr lang="en-US" altLang="en-US" dirty="0" err="1">
                <a:cs typeface="Times New Roman" panose="02020603050405020304" pitchFamily="18" charset="0"/>
              </a:rPr>
              <a:t>đệ</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a:t>
            </a:r>
          </a:p>
          <a:p>
            <a:endParaRPr lang="en-US" dirty="0"/>
          </a:p>
        </p:txBody>
      </p:sp>
      <p:sp>
        <p:nvSpPr>
          <p:cNvPr id="4" name="Slide Number Placeholder 3"/>
          <p:cNvSpPr>
            <a:spLocks noGrp="1"/>
          </p:cNvSpPr>
          <p:nvPr>
            <p:ph type="sldNum" sz="quarter" idx="5"/>
          </p:nvPr>
        </p:nvSpPr>
        <p:spPr/>
        <p:txBody>
          <a:bodyPr/>
          <a:lstStyle/>
          <a:p>
            <a:fld id="{C47F7BA9-BD23-364F-BA23-B1582B7D9A79}" type="slidenum">
              <a:rPr lang="en-US" smtClean="0"/>
              <a:t>75</a:t>
            </a:fld>
            <a:endParaRPr lang="en-US"/>
          </a:p>
        </p:txBody>
      </p:sp>
    </p:spTree>
    <p:extLst>
      <p:ext uri="{BB962C8B-B14F-4D97-AF65-F5344CB8AC3E}">
        <p14:creationId xmlns:p14="http://schemas.microsoft.com/office/powerpoint/2010/main" val="499106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nSpc>
                <a:spcPct val="95000"/>
              </a:lnSpc>
              <a:spcBef>
                <a:spcPct val="0"/>
              </a:spcBef>
              <a:buFontTx/>
              <a:buChar char="•"/>
            </a:pPr>
            <a:r>
              <a:rPr lang="en-US" altLang="en-US" sz="1400" i="1" dirty="0" err="1">
                <a:cs typeface="Times New Roman" panose="02020603050405020304" pitchFamily="18" charset="0"/>
              </a:rPr>
              <a:t>Bắt</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đầu</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từ</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lời</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gọi</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thủ</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tục</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đầu</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tiên</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đi</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theo</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nhánh</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gọi</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đệ</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quy</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trong</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thân</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thủ</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tục</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để</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liên</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tục</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gọi</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các</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lời</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gọi</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đệ</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quy</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trung</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gian</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cho</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đến</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khi</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gặp</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trường</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hợp</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cơ</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sở</a:t>
            </a:r>
            <a:r>
              <a:rPr lang="en-US" altLang="en-US" sz="1400" i="1" dirty="0">
                <a:cs typeface="Times New Roman" panose="02020603050405020304" pitchFamily="18" charset="0"/>
              </a:rPr>
              <a:t>. </a:t>
            </a:r>
          </a:p>
          <a:p>
            <a:pPr lvl="1">
              <a:lnSpc>
                <a:spcPct val="95000"/>
              </a:lnSpc>
              <a:spcBef>
                <a:spcPct val="0"/>
              </a:spcBef>
              <a:buFontTx/>
              <a:buChar char="•"/>
            </a:pPr>
            <a:r>
              <a:rPr lang="en-US" altLang="en-US" sz="1400" i="1" dirty="0">
                <a:cs typeface="Times New Roman" panose="02020603050405020304" pitchFamily="18" charset="0"/>
              </a:rPr>
              <a:t>Song song </a:t>
            </a:r>
            <a:r>
              <a:rPr lang="en-US" altLang="en-US" sz="1400" i="1" dirty="0" err="1">
                <a:cs typeface="Times New Roman" panose="02020603050405020304" pitchFamily="18" charset="0"/>
              </a:rPr>
              <a:t>với</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quá</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trình</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gọi</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đệ</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quy</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hệ</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thống</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sẽ</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lưu</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các</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lời</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gọi</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đệ</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quy</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và</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các</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kết</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quả</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trung</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vào</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ngăn</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xếp</a:t>
            </a:r>
            <a:r>
              <a:rPr lang="en-US" altLang="en-US" sz="1400" i="1" dirty="0">
                <a:cs typeface="Times New Roman" panose="02020603050405020304" pitchFamily="18" charset="0"/>
              </a:rPr>
              <a:t>. </a:t>
            </a:r>
          </a:p>
          <a:p>
            <a:pPr lvl="1">
              <a:lnSpc>
                <a:spcPct val="95000"/>
              </a:lnSpc>
              <a:spcBef>
                <a:spcPct val="0"/>
              </a:spcBef>
              <a:buFontTx/>
              <a:buChar char="•"/>
            </a:pPr>
            <a:r>
              <a:rPr lang="en-US" altLang="en-US" sz="1200" i="1" dirty="0" err="1">
                <a:cs typeface="Times New Roman" panose="02020603050405020304" pitchFamily="18" charset="0"/>
              </a:rPr>
              <a:t>Khi</a:t>
            </a:r>
            <a:r>
              <a:rPr lang="en-US" altLang="en-US" sz="1200" i="1" dirty="0">
                <a:cs typeface="Times New Roman" panose="02020603050405020304" pitchFamily="18" charset="0"/>
              </a:rPr>
              <a:t> </a:t>
            </a:r>
            <a:r>
              <a:rPr lang="en-US" altLang="en-US" sz="1200" i="1" dirty="0" err="1">
                <a:cs typeface="Times New Roman" panose="02020603050405020304" pitchFamily="18" charset="0"/>
              </a:rPr>
              <a:t>đến</a:t>
            </a:r>
            <a:r>
              <a:rPr lang="en-US" altLang="en-US" sz="1200" i="1" dirty="0">
                <a:cs typeface="Times New Roman" panose="02020603050405020304" pitchFamily="18" charset="0"/>
              </a:rPr>
              <a:t> </a:t>
            </a:r>
            <a:r>
              <a:rPr lang="en-US" altLang="en-US" sz="1200" i="1" dirty="0" err="1">
                <a:cs typeface="Times New Roman" panose="02020603050405020304" pitchFamily="18" charset="0"/>
              </a:rPr>
              <a:t>điểm</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dừng</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hệ</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thống</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sẽ</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tự</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động</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kích</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hoạt</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giai</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đoạn</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thứ</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hai</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là</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giai</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đoạn</a:t>
            </a:r>
            <a:r>
              <a:rPr lang="en-US" altLang="en-US" sz="1400" i="1" dirty="0">
                <a:cs typeface="Times New Roman" panose="02020603050405020304" pitchFamily="18" charset="0"/>
              </a:rPr>
              <a:t> quay </a:t>
            </a:r>
            <a:r>
              <a:rPr lang="en-US" altLang="en-US" sz="1400" i="1" dirty="0" err="1">
                <a:cs typeface="Times New Roman" panose="02020603050405020304" pitchFamily="18" charset="0"/>
              </a:rPr>
              <a:t>lui</a:t>
            </a:r>
            <a:r>
              <a:rPr lang="en-US" altLang="en-US" sz="1400" i="1" dirty="0">
                <a:cs typeface="Times New Roman" panose="02020603050405020304" pitchFamily="18" charset="0"/>
              </a:rPr>
              <a:t>. </a:t>
            </a:r>
          </a:p>
          <a:p>
            <a:pPr lvl="1">
              <a:lnSpc>
                <a:spcPct val="95000"/>
              </a:lnSpc>
              <a:spcBef>
                <a:spcPct val="0"/>
              </a:spcBef>
              <a:buFontTx/>
              <a:buChar char="•"/>
            </a:pPr>
            <a:r>
              <a:rPr lang="en-US" altLang="en-US" sz="1400" i="1" dirty="0">
                <a:cs typeface="Times New Roman" panose="02020603050405020304" pitchFamily="18" charset="0"/>
              </a:rPr>
              <a:t>(3)</a:t>
            </a:r>
          </a:p>
          <a:p>
            <a:pPr lvl="1">
              <a:lnSpc>
                <a:spcPct val="95000"/>
              </a:lnSpc>
              <a:spcBef>
                <a:spcPct val="0"/>
              </a:spcBef>
              <a:buFontTx/>
              <a:buChar char="•"/>
            </a:pPr>
            <a:r>
              <a:rPr lang="en-US" altLang="en-US" sz="1400" i="1" dirty="0">
                <a:cs typeface="Times New Roman" panose="02020603050405020304" pitchFamily="18" charset="0"/>
              </a:rPr>
              <a:t>H </a:t>
            </a:r>
            <a:r>
              <a:rPr lang="en-US" altLang="en-US" sz="1400" i="1" dirty="0" err="1">
                <a:cs typeface="Times New Roman" panose="02020603050405020304" pitchFamily="18" charset="0"/>
              </a:rPr>
              <a:t>ệ</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thống</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lần</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lượt</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lấy</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các</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lời</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gọi</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đệ</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quy</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và</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các</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kết</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quả</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trung</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gian</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trong</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ngăn</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xếp</a:t>
            </a:r>
            <a:r>
              <a:rPr lang="en-US" altLang="en-US" sz="1400" i="1" dirty="0">
                <a:cs typeface="Times New Roman" panose="02020603050405020304" pitchFamily="18" charset="0"/>
              </a:rPr>
              <a:t> ra </a:t>
            </a:r>
            <a:r>
              <a:rPr lang="en-US" altLang="en-US" sz="1400" i="1" dirty="0" err="1">
                <a:cs typeface="Times New Roman" panose="02020603050405020304" pitchFamily="18" charset="0"/>
              </a:rPr>
              <a:t>để</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xử</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lý</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cho</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đến</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khi</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hết</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ngăn</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xếp</a:t>
            </a:r>
            <a:r>
              <a:rPr lang="en-US" altLang="en-US" sz="1400" i="1" dirty="0">
                <a:cs typeface="Times New Roman" panose="02020603050405020304" pitchFamily="18" charset="0"/>
              </a:rPr>
              <a:t>. </a:t>
            </a:r>
          </a:p>
          <a:p>
            <a:pPr lvl="1">
              <a:lnSpc>
                <a:spcPct val="95000"/>
              </a:lnSpc>
              <a:spcBef>
                <a:spcPct val="0"/>
              </a:spcBef>
              <a:buFontTx/>
              <a:buChar char="•"/>
            </a:pPr>
            <a:r>
              <a:rPr lang="en-US" altLang="en-US" sz="1400" i="1" dirty="0" err="1">
                <a:cs typeface="Times New Roman" panose="02020603050405020304" pitchFamily="18" charset="0"/>
              </a:rPr>
              <a:t>Khi</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đó</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giai</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đoạn</a:t>
            </a:r>
            <a:r>
              <a:rPr lang="en-US" altLang="en-US" sz="1400" i="1" dirty="0">
                <a:cs typeface="Times New Roman" panose="02020603050405020304" pitchFamily="18" charset="0"/>
              </a:rPr>
              <a:t> quay </a:t>
            </a:r>
            <a:r>
              <a:rPr lang="en-US" altLang="en-US" sz="1400" i="1" dirty="0" err="1">
                <a:cs typeface="Times New Roman" panose="02020603050405020304" pitchFamily="18" charset="0"/>
              </a:rPr>
              <a:t>lui</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kết</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thúc</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và</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đồng</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thời</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cũng</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kết</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thúc</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hoạt</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động</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của</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thủ</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tục</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đệ</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quy</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Kết</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quả</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cuối</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cùng</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sẽ</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là</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kết</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quả</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của</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thủ</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tục</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đệ</a:t>
            </a:r>
            <a:r>
              <a:rPr lang="en-US" altLang="en-US" sz="1400" i="1" dirty="0">
                <a:cs typeface="Times New Roman" panose="02020603050405020304" pitchFamily="18" charset="0"/>
              </a:rPr>
              <a:t> </a:t>
            </a:r>
            <a:r>
              <a:rPr lang="en-US" altLang="en-US" sz="1400" i="1" dirty="0" err="1">
                <a:cs typeface="Times New Roman" panose="02020603050405020304" pitchFamily="18" charset="0"/>
              </a:rPr>
              <a:t>quy</a:t>
            </a:r>
            <a:r>
              <a:rPr lang="en-US" altLang="en-US" sz="1400" i="1" dirty="0">
                <a:cs typeface="Times New Roman" panose="02020603050405020304" pitchFamily="18" charset="0"/>
              </a:rPr>
              <a:t>.</a:t>
            </a:r>
            <a:r>
              <a:rPr lang="en-US" altLang="en-US" sz="1400" i="1" dirty="0"/>
              <a:t> </a:t>
            </a:r>
          </a:p>
          <a:p>
            <a:r>
              <a:rPr lang="en-US" altLang="en-US" sz="1200" i="1" dirty="0">
                <a:cs typeface="Times New Roman" panose="02020603050405020304" pitchFamily="18" charset="0"/>
              </a:rPr>
              <a:t> </a:t>
            </a:r>
            <a:endParaRPr lang="en-US" dirty="0"/>
          </a:p>
        </p:txBody>
      </p:sp>
      <p:sp>
        <p:nvSpPr>
          <p:cNvPr id="4" name="Slide Number Placeholder 3"/>
          <p:cNvSpPr>
            <a:spLocks noGrp="1"/>
          </p:cNvSpPr>
          <p:nvPr>
            <p:ph type="sldNum" sz="quarter" idx="5"/>
          </p:nvPr>
        </p:nvSpPr>
        <p:spPr/>
        <p:txBody>
          <a:bodyPr/>
          <a:lstStyle/>
          <a:p>
            <a:fld id="{C47F7BA9-BD23-364F-BA23-B1582B7D9A79}" type="slidenum">
              <a:rPr lang="en-US" smtClean="0"/>
              <a:t>80</a:t>
            </a:fld>
            <a:endParaRPr lang="en-US"/>
          </a:p>
        </p:txBody>
      </p:sp>
    </p:spTree>
    <p:extLst>
      <p:ext uri="{BB962C8B-B14F-4D97-AF65-F5344CB8AC3E}">
        <p14:creationId xmlns:p14="http://schemas.microsoft.com/office/powerpoint/2010/main" val="302887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7F7BA9-BD23-364F-BA23-B1582B7D9A79}" type="slidenum">
              <a:rPr lang="en-US" smtClean="0"/>
              <a:t>84</a:t>
            </a:fld>
            <a:endParaRPr lang="en-US"/>
          </a:p>
        </p:txBody>
      </p:sp>
    </p:spTree>
    <p:extLst>
      <p:ext uri="{BB962C8B-B14F-4D97-AF65-F5344CB8AC3E}">
        <p14:creationId xmlns:p14="http://schemas.microsoft.com/office/powerpoint/2010/main" val="35638447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Chuyển</a:t>
            </a:r>
            <a:r>
              <a:rPr lang="en-US" dirty="0"/>
              <a:t> 1 </a:t>
            </a:r>
            <a:r>
              <a:rPr lang="en-US" dirty="0" err="1"/>
              <a:t>đĩa</a:t>
            </a:r>
            <a:r>
              <a:rPr lang="en-US" dirty="0"/>
              <a:t> </a:t>
            </a:r>
            <a:r>
              <a:rPr lang="en-US" dirty="0" err="1"/>
              <a:t>là</a:t>
            </a:r>
            <a:r>
              <a:rPr lang="en-US" dirty="0"/>
              <a:t> </a:t>
            </a:r>
            <a:r>
              <a:rPr lang="en-US" dirty="0" err="1"/>
              <a:t>trường</a:t>
            </a:r>
            <a:r>
              <a:rPr lang="en-US" dirty="0"/>
              <a:t> </a:t>
            </a:r>
            <a:r>
              <a:rPr lang="en-US" dirty="0" err="1"/>
              <a:t>hợp</a:t>
            </a:r>
            <a:r>
              <a:rPr lang="en-US" dirty="0"/>
              <a:t> </a:t>
            </a:r>
            <a:r>
              <a:rPr lang="en-US" dirty="0" err="1"/>
              <a:t>cơ</a:t>
            </a:r>
            <a:r>
              <a:rPr lang="en-US" dirty="0"/>
              <a:t> </a:t>
            </a:r>
            <a:r>
              <a:rPr lang="en-US" dirty="0" err="1"/>
              <a:t>sở</a:t>
            </a:r>
            <a:r>
              <a:rPr lang="en-US" dirty="0"/>
              <a:t> </a:t>
            </a:r>
          </a:p>
        </p:txBody>
      </p:sp>
      <p:sp>
        <p:nvSpPr>
          <p:cNvPr id="4" name="Slide Number Placeholder 3"/>
          <p:cNvSpPr>
            <a:spLocks noGrp="1"/>
          </p:cNvSpPr>
          <p:nvPr>
            <p:ph type="sldNum" sz="quarter" idx="5"/>
          </p:nvPr>
        </p:nvSpPr>
        <p:spPr/>
        <p:txBody>
          <a:bodyPr/>
          <a:lstStyle/>
          <a:p>
            <a:fld id="{C47F7BA9-BD23-364F-BA23-B1582B7D9A79}" type="slidenum">
              <a:rPr lang="en-US" smtClean="0"/>
              <a:t>92</a:t>
            </a:fld>
            <a:endParaRPr lang="en-US"/>
          </a:p>
        </p:txBody>
      </p:sp>
    </p:spTree>
    <p:extLst>
      <p:ext uri="{BB962C8B-B14F-4D97-AF65-F5344CB8AC3E}">
        <p14:creationId xmlns:p14="http://schemas.microsoft.com/office/powerpoint/2010/main" val="20951871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Bố trí Tùy chỉnh">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3613070"/>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1517775322"/>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8809186"/>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10/31/2025</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Tree>
    <p:extLst>
      <p:ext uri="{BB962C8B-B14F-4D97-AF65-F5344CB8AC3E}">
        <p14:creationId xmlns:p14="http://schemas.microsoft.com/office/powerpoint/2010/main" val="3807742730"/>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10/31/2025</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2038449807"/>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10/31/2025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Tree>
    <p:extLst>
      <p:ext uri="{BB962C8B-B14F-4D97-AF65-F5344CB8AC3E}">
        <p14:creationId xmlns:p14="http://schemas.microsoft.com/office/powerpoint/2010/main" val="3372338160"/>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10/31/2025</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3138330013"/>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7"/>
            <a:ext cx="5397627" cy="451739"/>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10/31/2025</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Tree>
    <p:extLst>
      <p:ext uri="{BB962C8B-B14F-4D97-AF65-F5344CB8AC3E}">
        <p14:creationId xmlns:p14="http://schemas.microsoft.com/office/powerpoint/2010/main" val="1189275330"/>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10/31/2025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Tree>
    <p:extLst>
      <p:ext uri="{BB962C8B-B14F-4D97-AF65-F5344CB8AC3E}">
        <p14:creationId xmlns:p14="http://schemas.microsoft.com/office/powerpoint/2010/main" val="2158770218"/>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10/31/2025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Tree>
    <p:extLst>
      <p:ext uri="{BB962C8B-B14F-4D97-AF65-F5344CB8AC3E}">
        <p14:creationId xmlns:p14="http://schemas.microsoft.com/office/powerpoint/2010/main" val="693800507"/>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10/31/2025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Tree>
    <p:extLst>
      <p:ext uri="{BB962C8B-B14F-4D97-AF65-F5344CB8AC3E}">
        <p14:creationId xmlns:p14="http://schemas.microsoft.com/office/powerpoint/2010/main" val="797323366"/>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10/31/2025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Tree>
    <p:extLst>
      <p:ext uri="{BB962C8B-B14F-4D97-AF65-F5344CB8AC3E}">
        <p14:creationId xmlns:p14="http://schemas.microsoft.com/office/powerpoint/2010/main" val="1451854583"/>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75F532A-FD4E-8846-AC2B-AE27267BA6A0}" type="datetime1">
              <a:rPr lang="en-US" smtClean="0"/>
              <a:t>10/31/2025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a:t>
            </a:fld>
            <a:endParaRPr lang="en-US"/>
          </a:p>
        </p:txBody>
      </p:sp>
    </p:spTree>
    <p:extLst>
      <p:ext uri="{BB962C8B-B14F-4D97-AF65-F5344CB8AC3E}">
        <p14:creationId xmlns:p14="http://schemas.microsoft.com/office/powerpoint/2010/main" val="3350965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a:t>
            </a:fld>
            <a:endParaRPr lang="en-US"/>
          </a:p>
        </p:txBody>
      </p:sp>
    </p:spTree>
    <p:extLst>
      <p:ext uri="{BB962C8B-B14F-4D97-AF65-F5344CB8AC3E}">
        <p14:creationId xmlns:p14="http://schemas.microsoft.com/office/powerpoint/2010/main" val="13002732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24DEDA-45EA-5245-B088-170BC4869872}" type="datetime1">
              <a:rPr lang="en-US" smtClean="0"/>
              <a:t>10/31/2025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a:t>
            </a:fld>
            <a:endParaRPr lang="en-US"/>
          </a:p>
        </p:txBody>
      </p:sp>
    </p:spTree>
    <p:extLst>
      <p:ext uri="{BB962C8B-B14F-4D97-AF65-F5344CB8AC3E}">
        <p14:creationId xmlns:p14="http://schemas.microsoft.com/office/powerpoint/2010/main" val="27192140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AD50BBF-27A9-A648-BCB5-CBC281029004}" type="datetime1">
              <a:rPr lang="en-US" smtClean="0"/>
              <a:t>10/31/2025</a:t>
            </a:fld>
            <a:endParaRPr lang="en-US"/>
          </a:p>
        </p:txBody>
      </p:sp>
      <p:sp>
        <p:nvSpPr>
          <p:cNvPr id="4" name="Footer Placeholder 3"/>
          <p:cNvSpPr>
            <a:spLocks noGrp="1"/>
          </p:cNvSpPr>
          <p:nvPr>
            <p:ph type="ftr" sz="quarter" idx="11"/>
          </p:nvPr>
        </p:nvSpPr>
        <p:spPr/>
        <p:txBody>
          <a:bodyPr/>
          <a:lstStyle/>
          <a:p>
            <a:r>
              <a:rPr lang="is-IS"/>
              <a:t>Cấu trúc dữ liệu và giải thuật</a:t>
            </a:r>
            <a:endParaRPr lang="en-US"/>
          </a:p>
        </p:txBody>
      </p:sp>
      <p:sp>
        <p:nvSpPr>
          <p:cNvPr id="5" name="Slide Number Placeholder 4"/>
          <p:cNvSpPr>
            <a:spLocks noGrp="1"/>
          </p:cNvSpPr>
          <p:nvPr>
            <p:ph type="sldNum" sz="quarter" idx="12"/>
          </p:nvPr>
        </p:nvSpPr>
        <p:spPr/>
        <p:txBody>
          <a:bodyPr/>
          <a:lstStyle/>
          <a:p>
            <a:fld id="{BA7BC09B-FE30-A349-B1D2-5A364F511F98}" type="slidenum">
              <a:rPr lang="en-US" smtClean="0"/>
              <a:t>‹#›</a:t>
            </a:fld>
            <a:endParaRPr lang="en-US"/>
          </a:p>
        </p:txBody>
      </p:sp>
    </p:spTree>
    <p:extLst>
      <p:ext uri="{BB962C8B-B14F-4D97-AF65-F5344CB8AC3E}">
        <p14:creationId xmlns:p14="http://schemas.microsoft.com/office/powerpoint/2010/main" val="27102489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8CF92E8-93D1-4246-9203-88234E64793C}" type="datetime1">
              <a:rPr lang="en-US" smtClean="0"/>
              <a:t>10/31/2025</a:t>
            </a:fld>
            <a:endParaRPr lang="en-US"/>
          </a:p>
        </p:txBody>
      </p:sp>
      <p:sp>
        <p:nvSpPr>
          <p:cNvPr id="6" name="Footer Placeholder 5"/>
          <p:cNvSpPr>
            <a:spLocks noGrp="1"/>
          </p:cNvSpPr>
          <p:nvPr>
            <p:ph type="ftr" sz="quarter" idx="11"/>
          </p:nvPr>
        </p:nvSpPr>
        <p:spPr/>
        <p:txBody>
          <a:bodyPr/>
          <a:lstStyle/>
          <a:p>
            <a:r>
              <a:rPr lang="is-IS"/>
              <a:t>Cấu trúc dữ liệu và giải thuật</a:t>
            </a:r>
            <a:endParaRPr lang="en-US"/>
          </a:p>
        </p:txBody>
      </p:sp>
      <p:sp>
        <p:nvSpPr>
          <p:cNvPr id="7" name="Slide Number Placeholder 6"/>
          <p:cNvSpPr>
            <a:spLocks noGrp="1"/>
          </p:cNvSpPr>
          <p:nvPr>
            <p:ph type="sldNum" sz="quarter" idx="12"/>
          </p:nvPr>
        </p:nvSpPr>
        <p:spPr/>
        <p:txBody>
          <a:bodyPr/>
          <a:lstStyle/>
          <a:p>
            <a:fld id="{BA7BC09B-FE30-A349-B1D2-5A364F511F98}" type="slidenum">
              <a:rPr lang="en-US" smtClean="0"/>
              <a:t>‹#›</a:t>
            </a:fld>
            <a:endParaRPr lang="en-US"/>
          </a:p>
        </p:txBody>
      </p:sp>
    </p:spTree>
    <p:extLst>
      <p:ext uri="{BB962C8B-B14F-4D97-AF65-F5344CB8AC3E}">
        <p14:creationId xmlns:p14="http://schemas.microsoft.com/office/powerpoint/2010/main" val="29157787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D91678-4A33-4B49-BC80-A7DE587E330C}" type="datetime1">
              <a:rPr lang="en-US" smtClean="0"/>
              <a:t>10/31/2025</a:t>
            </a:fld>
            <a:endParaRPr lang="en-US"/>
          </a:p>
        </p:txBody>
      </p:sp>
      <p:sp>
        <p:nvSpPr>
          <p:cNvPr id="3" name="Footer Placeholder 2"/>
          <p:cNvSpPr>
            <a:spLocks noGrp="1"/>
          </p:cNvSpPr>
          <p:nvPr>
            <p:ph type="ftr" sz="quarter" idx="11"/>
          </p:nvPr>
        </p:nvSpPr>
        <p:spPr/>
        <p:txBody>
          <a:bodyPr/>
          <a:lstStyle/>
          <a:p>
            <a:r>
              <a:rPr lang="is-IS"/>
              <a:t>Cấu trúc dữ liệu và giải thuật</a:t>
            </a:r>
            <a:endParaRPr lang="en-US"/>
          </a:p>
        </p:txBody>
      </p:sp>
      <p:sp>
        <p:nvSpPr>
          <p:cNvPr id="4" name="Slide Number Placeholder 3"/>
          <p:cNvSpPr>
            <a:spLocks noGrp="1"/>
          </p:cNvSpPr>
          <p:nvPr>
            <p:ph type="sldNum" sz="quarter" idx="12"/>
          </p:nvPr>
        </p:nvSpPr>
        <p:spPr/>
        <p:txBody>
          <a:bodyPr/>
          <a:lstStyle/>
          <a:p>
            <a:fld id="{BA7BC09B-FE30-A349-B1D2-5A364F511F98}" type="slidenum">
              <a:rPr lang="en-US" smtClean="0"/>
              <a:t>‹#›</a:t>
            </a:fld>
            <a:endParaRPr lang="en-US"/>
          </a:p>
        </p:txBody>
      </p:sp>
    </p:spTree>
    <p:extLst>
      <p:ext uri="{BB962C8B-B14F-4D97-AF65-F5344CB8AC3E}">
        <p14:creationId xmlns:p14="http://schemas.microsoft.com/office/powerpoint/2010/main" val="160100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67093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4" r:id="rId13"/>
    <p:sldLayoutId id="2147483675" r:id="rId14"/>
    <p:sldLayoutId id="2147483676" r:id="rId15"/>
    <p:sldLayoutId id="2147483677" r:id="rId16"/>
    <p:sldLayoutId id="2147483678" r:id="rId17"/>
    <p:sldLayoutId id="2147483679" r:id="rId18"/>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hyperlink" Target="mailto:hue.tathikim@hust.edu.vn" TargetMode="Externa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1.e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image" Target="../media/image29.png"/><Relationship Id="rId21" Type="http://schemas.openxmlformats.org/officeDocument/2006/relationships/image" Target="../media/image394.png"/><Relationship Id="rId2" Type="http://schemas.openxmlformats.org/officeDocument/2006/relationships/notesSlide" Target="../notesSlides/notesSlide19.xml"/><Relationship Id="rId20" Type="http://schemas.openxmlformats.org/officeDocument/2006/relationships/customXml" Target="../ink/ink2.xml"/><Relationship Id="rId1" Type="http://schemas.openxmlformats.org/officeDocument/2006/relationships/slideLayout" Target="../slideLayouts/slideLayout4.xml"/><Relationship Id="rId23" Type="http://schemas.openxmlformats.org/officeDocument/2006/relationships/image" Target="../media/image395.png"/><Relationship Id="rId19" Type="http://schemas.openxmlformats.org/officeDocument/2006/relationships/image" Target="../media/image393.png"/><Relationship Id="rId4" Type="http://schemas.openxmlformats.org/officeDocument/2006/relationships/customXml" Target="../ink/ink1.xml"/><Relationship Id="rId22" Type="http://schemas.openxmlformats.org/officeDocument/2006/relationships/customXml" Target="../ink/ink3.xml"/></Relationships>
</file>

<file path=ppt/slides/_rels/slide8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6" Type="http://schemas.openxmlformats.org/officeDocument/2006/relationships/customXml" Target="../ink/ink16.xml"/><Relationship Id="rId21" Type="http://schemas.openxmlformats.org/officeDocument/2006/relationships/image" Target="../media/image417.png"/><Relationship Id="rId42" Type="http://schemas.openxmlformats.org/officeDocument/2006/relationships/customXml" Target="../ink/ink24.xml"/><Relationship Id="rId47" Type="http://schemas.openxmlformats.org/officeDocument/2006/relationships/image" Target="../media/image430.png"/><Relationship Id="rId63" Type="http://schemas.openxmlformats.org/officeDocument/2006/relationships/image" Target="../media/image438.png"/><Relationship Id="rId68" Type="http://schemas.openxmlformats.org/officeDocument/2006/relationships/customXml" Target="../ink/ink37.xml"/><Relationship Id="rId84" Type="http://schemas.openxmlformats.org/officeDocument/2006/relationships/customXml" Target="../ink/ink45.xml"/><Relationship Id="rId89" Type="http://schemas.openxmlformats.org/officeDocument/2006/relationships/image" Target="../media/image451.png"/><Relationship Id="rId112" Type="http://schemas.openxmlformats.org/officeDocument/2006/relationships/customXml" Target="../ink/ink59.xml"/><Relationship Id="rId16" Type="http://schemas.openxmlformats.org/officeDocument/2006/relationships/customXml" Target="../ink/ink11.xml"/><Relationship Id="rId107" Type="http://schemas.openxmlformats.org/officeDocument/2006/relationships/image" Target="../media/image460.png"/><Relationship Id="rId11" Type="http://schemas.openxmlformats.org/officeDocument/2006/relationships/image" Target="../media/image412.png"/><Relationship Id="rId32" Type="http://schemas.openxmlformats.org/officeDocument/2006/relationships/customXml" Target="../ink/ink19.xml"/><Relationship Id="rId37" Type="http://schemas.openxmlformats.org/officeDocument/2006/relationships/image" Target="../media/image425.png"/><Relationship Id="rId53" Type="http://schemas.openxmlformats.org/officeDocument/2006/relationships/image" Target="../media/image433.png"/><Relationship Id="rId58" Type="http://schemas.openxmlformats.org/officeDocument/2006/relationships/customXml" Target="../ink/ink32.xml"/><Relationship Id="rId74" Type="http://schemas.openxmlformats.org/officeDocument/2006/relationships/customXml" Target="../ink/ink40.xml"/><Relationship Id="rId79" Type="http://schemas.openxmlformats.org/officeDocument/2006/relationships/image" Target="../media/image446.png"/><Relationship Id="rId102" Type="http://schemas.openxmlformats.org/officeDocument/2006/relationships/customXml" Target="../ink/ink54.xml"/><Relationship Id="rId5" Type="http://schemas.openxmlformats.org/officeDocument/2006/relationships/image" Target="../media/image409.png"/><Relationship Id="rId90" Type="http://schemas.openxmlformats.org/officeDocument/2006/relationships/customXml" Target="../ink/ink48.xml"/><Relationship Id="rId95" Type="http://schemas.openxmlformats.org/officeDocument/2006/relationships/image" Target="../media/image454.png"/><Relationship Id="rId22" Type="http://schemas.openxmlformats.org/officeDocument/2006/relationships/customXml" Target="../ink/ink14.xml"/><Relationship Id="rId27" Type="http://schemas.openxmlformats.org/officeDocument/2006/relationships/image" Target="../media/image420.png"/><Relationship Id="rId43" Type="http://schemas.openxmlformats.org/officeDocument/2006/relationships/image" Target="../media/image428.png"/><Relationship Id="rId48" Type="http://schemas.openxmlformats.org/officeDocument/2006/relationships/customXml" Target="../ink/ink27.xml"/><Relationship Id="rId64" Type="http://schemas.openxmlformats.org/officeDocument/2006/relationships/customXml" Target="../ink/ink35.xml"/><Relationship Id="rId69" Type="http://schemas.openxmlformats.org/officeDocument/2006/relationships/image" Target="../media/image441.png"/><Relationship Id="rId113" Type="http://schemas.openxmlformats.org/officeDocument/2006/relationships/image" Target="../media/image463.png"/><Relationship Id="rId80" Type="http://schemas.openxmlformats.org/officeDocument/2006/relationships/customXml" Target="../ink/ink43.xml"/><Relationship Id="rId85" Type="http://schemas.openxmlformats.org/officeDocument/2006/relationships/image" Target="../media/image449.png"/><Relationship Id="rId12" Type="http://schemas.openxmlformats.org/officeDocument/2006/relationships/customXml" Target="../ink/ink9.xml"/><Relationship Id="rId17" Type="http://schemas.openxmlformats.org/officeDocument/2006/relationships/image" Target="../media/image415.png"/><Relationship Id="rId33" Type="http://schemas.openxmlformats.org/officeDocument/2006/relationships/image" Target="../media/image423.png"/><Relationship Id="rId38" Type="http://schemas.openxmlformats.org/officeDocument/2006/relationships/customXml" Target="../ink/ink22.xml"/><Relationship Id="rId59" Type="http://schemas.openxmlformats.org/officeDocument/2006/relationships/image" Target="../media/image436.png"/><Relationship Id="rId103" Type="http://schemas.openxmlformats.org/officeDocument/2006/relationships/image" Target="../media/image458.png"/><Relationship Id="rId108" Type="http://schemas.openxmlformats.org/officeDocument/2006/relationships/customXml" Target="../ink/ink57.xml"/><Relationship Id="rId54" Type="http://schemas.openxmlformats.org/officeDocument/2006/relationships/customXml" Target="../ink/ink30.xml"/><Relationship Id="rId70" Type="http://schemas.openxmlformats.org/officeDocument/2006/relationships/customXml" Target="../ink/ink38.xml"/><Relationship Id="rId75" Type="http://schemas.openxmlformats.org/officeDocument/2006/relationships/image" Target="../media/image444.png"/><Relationship Id="rId91" Type="http://schemas.openxmlformats.org/officeDocument/2006/relationships/image" Target="../media/image452.png"/><Relationship Id="rId96" Type="http://schemas.openxmlformats.org/officeDocument/2006/relationships/customXml" Target="../ink/ink51.xml"/><Relationship Id="rId1" Type="http://schemas.openxmlformats.org/officeDocument/2006/relationships/slideLayout" Target="../slideLayouts/slideLayout4.xml"/><Relationship Id="rId6" Type="http://schemas.openxmlformats.org/officeDocument/2006/relationships/customXml" Target="../ink/ink6.xml"/><Relationship Id="rId15" Type="http://schemas.openxmlformats.org/officeDocument/2006/relationships/image" Target="../media/image414.png"/><Relationship Id="rId23" Type="http://schemas.openxmlformats.org/officeDocument/2006/relationships/image" Target="../media/image418.png"/><Relationship Id="rId28" Type="http://schemas.openxmlformats.org/officeDocument/2006/relationships/customXml" Target="../ink/ink17.xml"/><Relationship Id="rId36" Type="http://schemas.openxmlformats.org/officeDocument/2006/relationships/customXml" Target="../ink/ink21.xml"/><Relationship Id="rId49" Type="http://schemas.openxmlformats.org/officeDocument/2006/relationships/image" Target="../media/image431.png"/><Relationship Id="rId57" Type="http://schemas.openxmlformats.org/officeDocument/2006/relationships/image" Target="../media/image435.png"/><Relationship Id="rId106" Type="http://schemas.openxmlformats.org/officeDocument/2006/relationships/customXml" Target="../ink/ink56.xml"/><Relationship Id="rId114" Type="http://schemas.openxmlformats.org/officeDocument/2006/relationships/customXml" Target="../ink/ink60.xml"/><Relationship Id="rId10" Type="http://schemas.openxmlformats.org/officeDocument/2006/relationships/customXml" Target="../ink/ink8.xml"/><Relationship Id="rId31" Type="http://schemas.openxmlformats.org/officeDocument/2006/relationships/image" Target="../media/image422.png"/><Relationship Id="rId44" Type="http://schemas.openxmlformats.org/officeDocument/2006/relationships/customXml" Target="../ink/ink25.xml"/><Relationship Id="rId52" Type="http://schemas.openxmlformats.org/officeDocument/2006/relationships/customXml" Target="../ink/ink29.xml"/><Relationship Id="rId60" Type="http://schemas.openxmlformats.org/officeDocument/2006/relationships/customXml" Target="../ink/ink33.xml"/><Relationship Id="rId65" Type="http://schemas.openxmlformats.org/officeDocument/2006/relationships/image" Target="../media/image439.png"/><Relationship Id="rId73" Type="http://schemas.openxmlformats.org/officeDocument/2006/relationships/image" Target="../media/image443.png"/><Relationship Id="rId78" Type="http://schemas.openxmlformats.org/officeDocument/2006/relationships/customXml" Target="../ink/ink42.xml"/><Relationship Id="rId81" Type="http://schemas.openxmlformats.org/officeDocument/2006/relationships/image" Target="../media/image447.png"/><Relationship Id="rId86" Type="http://schemas.openxmlformats.org/officeDocument/2006/relationships/customXml" Target="../ink/ink46.xml"/><Relationship Id="rId94" Type="http://schemas.openxmlformats.org/officeDocument/2006/relationships/customXml" Target="../ink/ink50.xml"/><Relationship Id="rId99" Type="http://schemas.openxmlformats.org/officeDocument/2006/relationships/image" Target="../media/image456.png"/><Relationship Id="rId101" Type="http://schemas.openxmlformats.org/officeDocument/2006/relationships/image" Target="../media/image457.png"/><Relationship Id="rId4" Type="http://schemas.openxmlformats.org/officeDocument/2006/relationships/customXml" Target="../ink/ink5.xml"/><Relationship Id="rId9" Type="http://schemas.openxmlformats.org/officeDocument/2006/relationships/image" Target="../media/image411.png"/><Relationship Id="rId13" Type="http://schemas.openxmlformats.org/officeDocument/2006/relationships/image" Target="../media/image413.png"/><Relationship Id="rId18" Type="http://schemas.openxmlformats.org/officeDocument/2006/relationships/customXml" Target="../ink/ink12.xml"/><Relationship Id="rId39" Type="http://schemas.openxmlformats.org/officeDocument/2006/relationships/image" Target="../media/image426.png"/><Relationship Id="rId109" Type="http://schemas.openxmlformats.org/officeDocument/2006/relationships/image" Target="../media/image461.png"/><Relationship Id="rId34" Type="http://schemas.openxmlformats.org/officeDocument/2006/relationships/customXml" Target="../ink/ink20.xml"/><Relationship Id="rId50" Type="http://schemas.openxmlformats.org/officeDocument/2006/relationships/customXml" Target="../ink/ink28.xml"/><Relationship Id="rId55" Type="http://schemas.openxmlformats.org/officeDocument/2006/relationships/image" Target="../media/image434.png"/><Relationship Id="rId76" Type="http://schemas.openxmlformats.org/officeDocument/2006/relationships/customXml" Target="../ink/ink41.xml"/><Relationship Id="rId97" Type="http://schemas.openxmlformats.org/officeDocument/2006/relationships/image" Target="../media/image455.png"/><Relationship Id="rId104" Type="http://schemas.openxmlformats.org/officeDocument/2006/relationships/customXml" Target="../ink/ink55.xml"/><Relationship Id="rId7" Type="http://schemas.openxmlformats.org/officeDocument/2006/relationships/image" Target="../media/image410.png"/><Relationship Id="rId71" Type="http://schemas.openxmlformats.org/officeDocument/2006/relationships/image" Target="../media/image442.png"/><Relationship Id="rId92" Type="http://schemas.openxmlformats.org/officeDocument/2006/relationships/customXml" Target="../ink/ink49.xml"/><Relationship Id="rId2" Type="http://schemas.openxmlformats.org/officeDocument/2006/relationships/customXml" Target="../ink/ink4.xml"/><Relationship Id="rId29" Type="http://schemas.openxmlformats.org/officeDocument/2006/relationships/image" Target="../media/image421.png"/><Relationship Id="rId24" Type="http://schemas.openxmlformats.org/officeDocument/2006/relationships/customXml" Target="../ink/ink15.xml"/><Relationship Id="rId40" Type="http://schemas.openxmlformats.org/officeDocument/2006/relationships/customXml" Target="../ink/ink23.xml"/><Relationship Id="rId45" Type="http://schemas.openxmlformats.org/officeDocument/2006/relationships/image" Target="../media/image429.png"/><Relationship Id="rId66" Type="http://schemas.openxmlformats.org/officeDocument/2006/relationships/customXml" Target="../ink/ink36.xml"/><Relationship Id="rId87" Type="http://schemas.openxmlformats.org/officeDocument/2006/relationships/image" Target="../media/image450.png"/><Relationship Id="rId110" Type="http://schemas.openxmlformats.org/officeDocument/2006/relationships/customXml" Target="../ink/ink58.xml"/><Relationship Id="rId115" Type="http://schemas.openxmlformats.org/officeDocument/2006/relationships/image" Target="../media/image464.png"/><Relationship Id="rId61" Type="http://schemas.openxmlformats.org/officeDocument/2006/relationships/image" Target="../media/image437.png"/><Relationship Id="rId82" Type="http://schemas.openxmlformats.org/officeDocument/2006/relationships/customXml" Target="../ink/ink44.xml"/><Relationship Id="rId19" Type="http://schemas.openxmlformats.org/officeDocument/2006/relationships/image" Target="../media/image416.png"/><Relationship Id="rId14" Type="http://schemas.openxmlformats.org/officeDocument/2006/relationships/customXml" Target="../ink/ink10.xml"/><Relationship Id="rId30" Type="http://schemas.openxmlformats.org/officeDocument/2006/relationships/customXml" Target="../ink/ink18.xml"/><Relationship Id="rId35" Type="http://schemas.openxmlformats.org/officeDocument/2006/relationships/image" Target="../media/image424.png"/><Relationship Id="rId56" Type="http://schemas.openxmlformats.org/officeDocument/2006/relationships/customXml" Target="../ink/ink31.xml"/><Relationship Id="rId77" Type="http://schemas.openxmlformats.org/officeDocument/2006/relationships/image" Target="../media/image445.png"/><Relationship Id="rId100" Type="http://schemas.openxmlformats.org/officeDocument/2006/relationships/customXml" Target="../ink/ink53.xml"/><Relationship Id="rId105" Type="http://schemas.openxmlformats.org/officeDocument/2006/relationships/image" Target="../media/image459.png"/><Relationship Id="rId8" Type="http://schemas.openxmlformats.org/officeDocument/2006/relationships/customXml" Target="../ink/ink7.xml"/><Relationship Id="rId51" Type="http://schemas.openxmlformats.org/officeDocument/2006/relationships/image" Target="../media/image432.png"/><Relationship Id="rId72" Type="http://schemas.openxmlformats.org/officeDocument/2006/relationships/customXml" Target="../ink/ink39.xml"/><Relationship Id="rId93" Type="http://schemas.openxmlformats.org/officeDocument/2006/relationships/image" Target="../media/image453.png"/><Relationship Id="rId98" Type="http://schemas.openxmlformats.org/officeDocument/2006/relationships/customXml" Target="../ink/ink52.xml"/><Relationship Id="rId3" Type="http://schemas.openxmlformats.org/officeDocument/2006/relationships/image" Target="../media/image408.png"/><Relationship Id="rId25" Type="http://schemas.openxmlformats.org/officeDocument/2006/relationships/image" Target="../media/image419.png"/><Relationship Id="rId46" Type="http://schemas.openxmlformats.org/officeDocument/2006/relationships/customXml" Target="../ink/ink26.xml"/><Relationship Id="rId67" Type="http://schemas.openxmlformats.org/officeDocument/2006/relationships/image" Target="../media/image440.png"/><Relationship Id="rId20" Type="http://schemas.openxmlformats.org/officeDocument/2006/relationships/customXml" Target="../ink/ink13.xml"/><Relationship Id="rId41" Type="http://schemas.openxmlformats.org/officeDocument/2006/relationships/image" Target="../media/image427.png"/><Relationship Id="rId62" Type="http://schemas.openxmlformats.org/officeDocument/2006/relationships/customXml" Target="../ink/ink34.xml"/><Relationship Id="rId83" Type="http://schemas.openxmlformats.org/officeDocument/2006/relationships/image" Target="../media/image448.png"/><Relationship Id="rId88" Type="http://schemas.openxmlformats.org/officeDocument/2006/relationships/customXml" Target="../ink/ink47.xml"/><Relationship Id="rId111" Type="http://schemas.openxmlformats.org/officeDocument/2006/relationships/image" Target="../media/image46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Ngày tháng 3">
            <a:extLst>
              <a:ext uri="{FF2B5EF4-FFF2-40B4-BE49-F238E27FC236}">
                <a16:creationId xmlns:a16="http://schemas.microsoft.com/office/drawing/2014/main" id="{F1E7D835-AB2B-211D-0298-3A8D111E77D7}"/>
              </a:ext>
            </a:extLst>
          </p:cNvPr>
          <p:cNvSpPr>
            <a:spLocks noGrp="1"/>
          </p:cNvSpPr>
          <p:nvPr>
            <p:ph type="dt" sz="half" idx="4294967295"/>
          </p:nvPr>
        </p:nvSpPr>
        <p:spPr>
          <a:xfrm>
            <a:off x="0" y="6565900"/>
            <a:ext cx="2057400" cy="365125"/>
          </a:xfrm>
          <a:prstGeom prst="rect">
            <a:avLst/>
          </a:prstGeom>
        </p:spPr>
        <p:txBody>
          <a:bodyPr/>
          <a:lstStyle/>
          <a:p>
            <a:fld id="{1F08F515-62EF-DE45-9E05-883F1744AD72}" type="datetime1">
              <a:rPr lang="en-US" smtClean="0"/>
              <a:t>10/31/2025</a:t>
            </a:fld>
            <a:endParaRPr lang="en-US"/>
          </a:p>
        </p:txBody>
      </p:sp>
      <p:sp>
        <p:nvSpPr>
          <p:cNvPr id="5" name="Chỗ dành sẵn cho Chân trang 4">
            <a:extLst>
              <a:ext uri="{FF2B5EF4-FFF2-40B4-BE49-F238E27FC236}">
                <a16:creationId xmlns:a16="http://schemas.microsoft.com/office/drawing/2014/main" id="{D0E90A62-D43B-0E9B-7A19-8CD793C25A74}"/>
              </a:ext>
            </a:extLst>
          </p:cNvPr>
          <p:cNvSpPr>
            <a:spLocks noGrp="1"/>
          </p:cNvSpPr>
          <p:nvPr>
            <p:ph type="ftr" sz="quarter" idx="4294967295"/>
          </p:nvPr>
        </p:nvSpPr>
        <p:spPr>
          <a:xfrm>
            <a:off x="639954" y="3049606"/>
            <a:ext cx="7864092" cy="1040074"/>
          </a:xfrm>
          <a:prstGeom prst="rect">
            <a:avLst/>
          </a:prstGeom>
        </p:spPr>
        <p:txBody>
          <a:bodyPr/>
          <a:lstStyle/>
          <a:p>
            <a:r>
              <a:rPr lang="is-IS" sz="4400" b="1">
                <a:solidFill>
                  <a:srgbClr val="FF0000"/>
                </a:solidFill>
              </a:rPr>
              <a:t>Cấu trúc dữ liệu và giải thuật</a:t>
            </a:r>
            <a:endParaRPr lang="en-US" sz="4400" b="1">
              <a:solidFill>
                <a:srgbClr val="FF0000"/>
              </a:solidFill>
            </a:endParaRPr>
          </a:p>
        </p:txBody>
      </p:sp>
      <p:sp>
        <p:nvSpPr>
          <p:cNvPr id="6" name="Chỗ dành sẵn cho Số hiệu Bản chiếu 5">
            <a:extLst>
              <a:ext uri="{FF2B5EF4-FFF2-40B4-BE49-F238E27FC236}">
                <a16:creationId xmlns:a16="http://schemas.microsoft.com/office/drawing/2014/main" id="{FA41D14D-CABD-505A-5070-BC26F6F3BAD6}"/>
              </a:ext>
            </a:extLst>
          </p:cNvPr>
          <p:cNvSpPr>
            <a:spLocks noGrp="1"/>
          </p:cNvSpPr>
          <p:nvPr>
            <p:ph type="sldNum" sz="quarter" idx="4294967295"/>
          </p:nvPr>
        </p:nvSpPr>
        <p:spPr>
          <a:xfrm>
            <a:off x="7086600" y="6572250"/>
            <a:ext cx="2057400" cy="365125"/>
          </a:xfrm>
          <a:prstGeom prst="rect">
            <a:avLst/>
          </a:prstGeom>
        </p:spPr>
        <p:txBody>
          <a:bodyPr/>
          <a:lstStyle/>
          <a:p>
            <a:fld id="{BA7BC09B-FE30-A349-B1D2-5A364F511F98}" type="slidenum">
              <a:rPr lang="en-US" smtClean="0"/>
              <a:t>1</a:t>
            </a:fld>
            <a:endParaRPr lang="en-US"/>
          </a:p>
        </p:txBody>
      </p:sp>
    </p:spTree>
    <p:extLst>
      <p:ext uri="{BB962C8B-B14F-4D97-AF65-F5344CB8AC3E}">
        <p14:creationId xmlns:p14="http://schemas.microsoft.com/office/powerpoint/2010/main" val="3437070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E248C2AF-A119-EBC3-9988-AFDFCA5C240A}"/>
              </a:ext>
            </a:extLst>
          </p:cNvPr>
          <p:cNvSpPr>
            <a:spLocks noGrp="1"/>
          </p:cNvSpPr>
          <p:nvPr>
            <p:ph type="title"/>
          </p:nvPr>
        </p:nvSpPr>
        <p:spPr/>
        <p:txBody>
          <a:bodyPr/>
          <a:lstStyle/>
          <a:p>
            <a:r>
              <a:rPr lang="en-US"/>
              <a:t>Giới thiệu môn học</a:t>
            </a:r>
            <a:endParaRPr lang="vi-VN"/>
          </a:p>
        </p:txBody>
      </p:sp>
      <p:sp>
        <p:nvSpPr>
          <p:cNvPr id="3" name="Chỗ dành sẵn cho Văn bản 2">
            <a:extLst>
              <a:ext uri="{FF2B5EF4-FFF2-40B4-BE49-F238E27FC236}">
                <a16:creationId xmlns:a16="http://schemas.microsoft.com/office/drawing/2014/main" id="{240896AC-B8F3-76A3-16D3-86301B4FA49F}"/>
              </a:ext>
            </a:extLst>
          </p:cNvPr>
          <p:cNvSpPr>
            <a:spLocks noGrp="1"/>
          </p:cNvSpPr>
          <p:nvPr>
            <p:ph type="body" sz="quarter" idx="13"/>
          </p:nvPr>
        </p:nvSpPr>
        <p:spPr/>
        <p:txBody>
          <a:bodyPr/>
          <a:lstStyle/>
          <a:p>
            <a:r>
              <a:rPr lang="en-US" sz="2800" dirty="0" err="1"/>
              <a:t>Cấu</a:t>
            </a:r>
            <a:r>
              <a:rPr lang="en-US" sz="2800" dirty="0"/>
              <a:t> </a:t>
            </a:r>
            <a:r>
              <a:rPr lang="en-US" sz="2800" dirty="0" err="1"/>
              <a:t>trúc</a:t>
            </a:r>
            <a:r>
              <a:rPr lang="en-US" sz="2800" dirty="0"/>
              <a:t> </a:t>
            </a:r>
            <a:r>
              <a:rPr lang="en-US" sz="2800" dirty="0" err="1"/>
              <a:t>dữ</a:t>
            </a:r>
            <a:r>
              <a:rPr lang="en-US" sz="2800" dirty="0"/>
              <a:t> </a:t>
            </a:r>
            <a:r>
              <a:rPr lang="en-US" sz="2800" dirty="0" err="1"/>
              <a:t>liệu</a:t>
            </a:r>
            <a:r>
              <a:rPr lang="en-US" sz="2800" dirty="0"/>
              <a:t> </a:t>
            </a:r>
            <a:r>
              <a:rPr lang="en-US" sz="2800" dirty="0" err="1"/>
              <a:t>và</a:t>
            </a:r>
            <a:r>
              <a:rPr lang="en-US" sz="2800" dirty="0"/>
              <a:t> </a:t>
            </a:r>
            <a:r>
              <a:rPr lang="en-US" sz="2800" dirty="0" err="1"/>
              <a:t>giải</a:t>
            </a:r>
            <a:r>
              <a:rPr lang="en-US" sz="2800" dirty="0"/>
              <a:t> </a:t>
            </a:r>
            <a:r>
              <a:rPr lang="en-US" sz="2800" dirty="0" err="1"/>
              <a:t>thuật</a:t>
            </a:r>
            <a:r>
              <a:rPr lang="en-US" sz="2800" dirty="0"/>
              <a:t>: Data structures and Algorithms </a:t>
            </a:r>
          </a:p>
          <a:p>
            <a:r>
              <a:rPr lang="en-US" sz="2800" dirty="0" err="1"/>
              <a:t>Giảng</a:t>
            </a:r>
            <a:r>
              <a:rPr lang="en-US" sz="2800" dirty="0"/>
              <a:t> </a:t>
            </a:r>
            <a:r>
              <a:rPr lang="en-US" sz="2800" dirty="0" err="1"/>
              <a:t>viên</a:t>
            </a:r>
            <a:r>
              <a:rPr lang="en-US" sz="2800" dirty="0"/>
              <a:t>: TS. </a:t>
            </a:r>
            <a:r>
              <a:rPr lang="en-US" sz="2800" dirty="0" err="1"/>
              <a:t>Tạ</a:t>
            </a:r>
            <a:r>
              <a:rPr lang="en-US" sz="2800" dirty="0"/>
              <a:t> </a:t>
            </a:r>
            <a:r>
              <a:rPr lang="en-US" sz="2800" dirty="0" err="1"/>
              <a:t>Thị</a:t>
            </a:r>
            <a:r>
              <a:rPr lang="en-US" sz="2800" dirty="0"/>
              <a:t> Kim </a:t>
            </a:r>
            <a:r>
              <a:rPr lang="en-US" sz="2800" dirty="0" err="1"/>
              <a:t>Huệ</a:t>
            </a:r>
            <a:r>
              <a:rPr lang="en-US" sz="2800" dirty="0"/>
              <a:t> </a:t>
            </a:r>
          </a:p>
          <a:p>
            <a:r>
              <a:rPr lang="en-US" sz="2800" dirty="0"/>
              <a:t>Email: </a:t>
            </a:r>
            <a:r>
              <a:rPr lang="en-US" sz="2800" dirty="0">
                <a:hlinkClick r:id="rId2"/>
              </a:rPr>
              <a:t>hue.tathikim@hust.edu.vn</a:t>
            </a:r>
            <a:endParaRPr lang="en-US" sz="2800" dirty="0"/>
          </a:p>
          <a:p>
            <a:r>
              <a:rPr lang="en-US" sz="2800" dirty="0"/>
              <a:t>Website: https://</a:t>
            </a:r>
            <a:r>
              <a:rPr lang="en-US" sz="2800" dirty="0" err="1"/>
              <a:t>sites.google.com</a:t>
            </a:r>
            <a:r>
              <a:rPr lang="en-US" sz="2800" dirty="0"/>
              <a:t>/site/</a:t>
            </a:r>
            <a:r>
              <a:rPr lang="en-US" sz="2800" dirty="0" err="1"/>
              <a:t>kimhuetadtvtbk</a:t>
            </a:r>
            <a:r>
              <a:rPr lang="en-US" sz="2800" dirty="0"/>
              <a:t>/</a:t>
            </a:r>
            <a:r>
              <a:rPr lang="en-US" sz="2800" dirty="0" err="1"/>
              <a:t>cac</a:t>
            </a:r>
            <a:r>
              <a:rPr lang="en-US" sz="2800" dirty="0"/>
              <a:t>-</a:t>
            </a:r>
            <a:r>
              <a:rPr lang="en-US" sz="2800" dirty="0" err="1"/>
              <a:t>mon</a:t>
            </a:r>
            <a:r>
              <a:rPr lang="en-US" sz="2800" dirty="0"/>
              <a:t>-</a:t>
            </a:r>
            <a:r>
              <a:rPr lang="en-US" sz="2800" dirty="0" err="1"/>
              <a:t>giang</a:t>
            </a:r>
            <a:r>
              <a:rPr lang="en-US" sz="2800" dirty="0"/>
              <a:t>-day/</a:t>
            </a:r>
            <a:r>
              <a:rPr lang="en-US" sz="2800" dirty="0" err="1"/>
              <a:t>cau</a:t>
            </a:r>
            <a:r>
              <a:rPr lang="en-US" sz="2800" dirty="0"/>
              <a:t>-</a:t>
            </a:r>
            <a:r>
              <a:rPr lang="en-US" sz="2800" dirty="0" err="1"/>
              <a:t>truc</a:t>
            </a:r>
            <a:r>
              <a:rPr lang="en-US" sz="2800" dirty="0"/>
              <a:t>-du-lieu-</a:t>
            </a:r>
            <a:r>
              <a:rPr lang="en-US" sz="2800" dirty="0" err="1"/>
              <a:t>va</a:t>
            </a:r>
            <a:r>
              <a:rPr lang="en-US" sz="2800" dirty="0"/>
              <a:t>-</a:t>
            </a:r>
            <a:r>
              <a:rPr lang="en-US" sz="2800" dirty="0" err="1"/>
              <a:t>giai-thuat</a:t>
            </a:r>
            <a:endParaRPr lang="en-US" sz="2800" dirty="0"/>
          </a:p>
          <a:p>
            <a:endParaRPr lang="vi-VN" dirty="0"/>
          </a:p>
        </p:txBody>
      </p:sp>
      <p:sp>
        <p:nvSpPr>
          <p:cNvPr id="4" name="Chỗ dành sẵn cho Ngày tháng 3">
            <a:extLst>
              <a:ext uri="{FF2B5EF4-FFF2-40B4-BE49-F238E27FC236}">
                <a16:creationId xmlns:a16="http://schemas.microsoft.com/office/drawing/2014/main" id="{2C1D394B-1059-73B1-6FD9-CFAE98CA1EF8}"/>
              </a:ext>
            </a:extLst>
          </p:cNvPr>
          <p:cNvSpPr>
            <a:spLocks noGrp="1"/>
          </p:cNvSpPr>
          <p:nvPr>
            <p:ph type="dt" sz="half" idx="10"/>
          </p:nvPr>
        </p:nvSpPr>
        <p:spPr/>
        <p:txBody>
          <a:bodyPr/>
          <a:lstStyle/>
          <a:p>
            <a:fld id="{1F08F515-62EF-DE45-9E05-883F1744AD72}" type="datetime1">
              <a:rPr lang="en-US" smtClean="0"/>
              <a:t>10/31/2025</a:t>
            </a:fld>
            <a:endParaRPr lang="en-US"/>
          </a:p>
        </p:txBody>
      </p:sp>
      <p:sp>
        <p:nvSpPr>
          <p:cNvPr id="5" name="Chỗ dành sẵn cho Chân trang 4">
            <a:extLst>
              <a:ext uri="{FF2B5EF4-FFF2-40B4-BE49-F238E27FC236}">
                <a16:creationId xmlns:a16="http://schemas.microsoft.com/office/drawing/2014/main" id="{E0A628F5-118A-5BF3-9152-6B1EF7B124A6}"/>
              </a:ext>
            </a:extLst>
          </p:cNvPr>
          <p:cNvSpPr>
            <a:spLocks noGrp="1"/>
          </p:cNvSpPr>
          <p:nvPr>
            <p:ph type="ftr" sz="quarter" idx="11"/>
          </p:nvPr>
        </p:nvSpPr>
        <p:spPr/>
        <p:txBody>
          <a:bodyPr/>
          <a:lstStyle/>
          <a:p>
            <a:r>
              <a:rPr lang="is-IS"/>
              <a:t>Cấu trúc dữ liệu và giải thuật</a:t>
            </a:r>
            <a:endParaRPr lang="en-US"/>
          </a:p>
        </p:txBody>
      </p:sp>
      <p:sp>
        <p:nvSpPr>
          <p:cNvPr id="6" name="Chỗ dành sẵn cho Số hiệu Bản chiếu 5">
            <a:extLst>
              <a:ext uri="{FF2B5EF4-FFF2-40B4-BE49-F238E27FC236}">
                <a16:creationId xmlns:a16="http://schemas.microsoft.com/office/drawing/2014/main" id="{F91D910C-A701-935E-CDB0-9CD85EDAA57A}"/>
              </a:ext>
            </a:extLst>
          </p:cNvPr>
          <p:cNvSpPr>
            <a:spLocks noGrp="1"/>
          </p:cNvSpPr>
          <p:nvPr>
            <p:ph type="sldNum" sz="quarter" idx="12"/>
          </p:nvPr>
        </p:nvSpPr>
        <p:spPr/>
        <p:txBody>
          <a:bodyPr/>
          <a:lstStyle/>
          <a:p>
            <a:fld id="{BA7BC09B-FE30-A349-B1D2-5A364F511F98}" type="slidenum">
              <a:rPr lang="en-US" smtClean="0"/>
              <a:t>2</a:t>
            </a:fld>
            <a:endParaRPr lang="en-US"/>
          </a:p>
        </p:txBody>
      </p:sp>
    </p:spTree>
    <p:extLst>
      <p:ext uri="{BB962C8B-B14F-4D97-AF65-F5344CB8AC3E}">
        <p14:creationId xmlns:p14="http://schemas.microsoft.com/office/powerpoint/2010/main" val="4125064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3</a:t>
            </a:fld>
            <a:endParaRPr lang="en-US"/>
          </a:p>
        </p:txBody>
      </p:sp>
      <p:sp>
        <p:nvSpPr>
          <p:cNvPr id="2" name="Title 1"/>
          <p:cNvSpPr>
            <a:spLocks noGrp="1"/>
          </p:cNvSpPr>
          <p:nvPr>
            <p:ph type="title"/>
          </p:nvPr>
        </p:nvSpPr>
        <p:spPr/>
        <p:txBody>
          <a:bodyPr/>
          <a:lstStyle/>
          <a:p>
            <a:r>
              <a:rPr lang="en-US" dirty="0" err="1"/>
              <a:t>Tài</a:t>
            </a:r>
            <a:r>
              <a:rPr lang="en-US" dirty="0"/>
              <a:t> </a:t>
            </a:r>
            <a:r>
              <a:rPr lang="en-US" dirty="0" err="1"/>
              <a:t>liệu</a:t>
            </a:r>
            <a:r>
              <a:rPr lang="en-US" dirty="0"/>
              <a:t> </a:t>
            </a:r>
            <a:r>
              <a:rPr lang="en-US" dirty="0" err="1"/>
              <a:t>tham</a:t>
            </a:r>
            <a:r>
              <a:rPr lang="en-US" dirty="0"/>
              <a:t> </a:t>
            </a:r>
            <a:r>
              <a:rPr lang="en-US" dirty="0" err="1"/>
              <a:t>khảo</a:t>
            </a:r>
            <a:r>
              <a:rPr lang="en-US" dirty="0"/>
              <a:t> </a:t>
            </a:r>
          </a:p>
        </p:txBody>
      </p:sp>
      <p:sp>
        <p:nvSpPr>
          <p:cNvPr id="3" name="Content Placeholder 2"/>
          <p:cNvSpPr>
            <a:spLocks noGrp="1"/>
          </p:cNvSpPr>
          <p:nvPr>
            <p:ph sz="quarter" idx="13"/>
          </p:nvPr>
        </p:nvSpPr>
        <p:spPr/>
        <p:txBody>
          <a:bodyPr>
            <a:normAutofit/>
          </a:bodyPr>
          <a:lstStyle/>
          <a:p>
            <a:r>
              <a:rPr lang="en-US" dirty="0"/>
              <a:t>The recommended textbook for the module is: Data Structures and Algorithm Analysis in C++ (Mark A. Weiss, 3rded., 2005)</a:t>
            </a:r>
          </a:p>
          <a:p>
            <a:r>
              <a:rPr lang="en-US" i="1" dirty="0" err="1"/>
              <a:t>Cấu</a:t>
            </a:r>
            <a:r>
              <a:rPr lang="en-US" i="1" dirty="0"/>
              <a:t> </a:t>
            </a:r>
            <a:r>
              <a:rPr lang="en-US" i="1" dirty="0" err="1"/>
              <a:t>trúc</a:t>
            </a:r>
            <a:r>
              <a:rPr lang="en-US" i="1" dirty="0"/>
              <a:t> </a:t>
            </a:r>
            <a:r>
              <a:rPr lang="en-US" i="1" dirty="0" err="1"/>
              <a:t>dữ</a:t>
            </a:r>
            <a:r>
              <a:rPr lang="en-US" i="1" dirty="0"/>
              <a:t> </a:t>
            </a:r>
            <a:r>
              <a:rPr lang="en-US" i="1" dirty="0" err="1"/>
              <a:t>liệu</a:t>
            </a:r>
            <a:r>
              <a:rPr lang="en-US" i="1" dirty="0"/>
              <a:t> </a:t>
            </a:r>
            <a:r>
              <a:rPr lang="en-US" i="1" dirty="0" err="1"/>
              <a:t>và</a:t>
            </a:r>
            <a:r>
              <a:rPr lang="en-US" i="1" dirty="0"/>
              <a:t> </a:t>
            </a:r>
            <a:r>
              <a:rPr lang="en-US" i="1" dirty="0" err="1"/>
              <a:t>giải</a:t>
            </a:r>
            <a:r>
              <a:rPr lang="en-US" i="1" dirty="0"/>
              <a:t> </a:t>
            </a:r>
            <a:r>
              <a:rPr lang="en-US" i="1" dirty="0" err="1"/>
              <a:t>thuật</a:t>
            </a:r>
            <a:r>
              <a:rPr lang="en-US" i="1" dirty="0"/>
              <a:t> – </a:t>
            </a:r>
            <a:r>
              <a:rPr lang="en-US" i="1" dirty="0" err="1"/>
              <a:t>Nguyễn</a:t>
            </a:r>
            <a:r>
              <a:rPr lang="en-US" i="1" dirty="0"/>
              <a:t> </a:t>
            </a:r>
            <a:r>
              <a:rPr lang="en-US" i="1" dirty="0" err="1"/>
              <a:t>Đức</a:t>
            </a:r>
            <a:r>
              <a:rPr lang="en-US" i="1" dirty="0"/>
              <a:t> </a:t>
            </a:r>
            <a:r>
              <a:rPr lang="en-US" i="1" dirty="0" err="1"/>
              <a:t>Nghĩa</a:t>
            </a:r>
            <a:r>
              <a:rPr lang="en-US" i="1" dirty="0"/>
              <a:t> – </a:t>
            </a:r>
            <a:r>
              <a:rPr lang="en-US" i="1" dirty="0" err="1"/>
              <a:t>nxb</a:t>
            </a:r>
            <a:r>
              <a:rPr lang="en-US" i="1" dirty="0"/>
              <a:t> ĐHBK HN</a:t>
            </a:r>
            <a:endParaRPr lang="en-US" dirty="0"/>
          </a:p>
          <a:p>
            <a:endParaRPr lang="en-US" dirty="0"/>
          </a:p>
        </p:txBody>
      </p:sp>
    </p:spTree>
    <p:extLst>
      <p:ext uri="{BB962C8B-B14F-4D97-AF65-F5344CB8AC3E}">
        <p14:creationId xmlns:p14="http://schemas.microsoft.com/office/powerpoint/2010/main" val="4121062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4</a:t>
            </a:fld>
            <a:endParaRPr lang="en-US"/>
          </a:p>
        </p:txBody>
      </p:sp>
      <p:sp>
        <p:nvSpPr>
          <p:cNvPr id="2" name="Title 1"/>
          <p:cNvSpPr>
            <a:spLocks noGrp="1"/>
          </p:cNvSpPr>
          <p:nvPr>
            <p:ph type="title"/>
          </p:nvPr>
        </p:nvSpPr>
        <p:spPr/>
        <p:txBody>
          <a:bodyPr/>
          <a:lstStyle/>
          <a:p>
            <a:r>
              <a:rPr lang="fr-BE"/>
              <a:t>Đánh giá môn học</a:t>
            </a:r>
            <a:endParaRPr lang="en-US"/>
          </a:p>
        </p:txBody>
      </p:sp>
      <p:sp>
        <p:nvSpPr>
          <p:cNvPr id="3" name="Content Placeholder 2"/>
          <p:cNvSpPr>
            <a:spLocks noGrp="1"/>
          </p:cNvSpPr>
          <p:nvPr>
            <p:ph sz="quarter" idx="13"/>
          </p:nvPr>
        </p:nvSpPr>
        <p:spPr/>
        <p:txBody>
          <a:bodyPr/>
          <a:lstStyle/>
          <a:p>
            <a:r>
              <a:rPr lang="fr-BE" dirty="0" err="1"/>
              <a:t>Điểm</a:t>
            </a:r>
            <a:r>
              <a:rPr lang="fr-BE" dirty="0"/>
              <a:t> </a:t>
            </a:r>
            <a:r>
              <a:rPr lang="fr-BE" dirty="0" err="1"/>
              <a:t>quá</a:t>
            </a:r>
            <a:r>
              <a:rPr lang="fr-BE" dirty="0"/>
              <a:t> </a:t>
            </a:r>
            <a:r>
              <a:rPr lang="fr-BE" dirty="0" err="1"/>
              <a:t>trình</a:t>
            </a:r>
            <a:r>
              <a:rPr lang="fr-BE" dirty="0"/>
              <a:t> : 30% </a:t>
            </a:r>
          </a:p>
          <a:p>
            <a:pPr lvl="1"/>
            <a:r>
              <a:rPr lang="fr-BE" dirty="0" err="1"/>
              <a:t>Điểm</a:t>
            </a:r>
            <a:r>
              <a:rPr lang="fr-BE" dirty="0"/>
              <a:t> </a:t>
            </a:r>
            <a:r>
              <a:rPr lang="fr-BE" dirty="0" err="1"/>
              <a:t>chuyên</a:t>
            </a:r>
            <a:r>
              <a:rPr lang="fr-BE" dirty="0"/>
              <a:t> </a:t>
            </a:r>
            <a:r>
              <a:rPr lang="fr-BE" dirty="0" err="1"/>
              <a:t>cần</a:t>
            </a:r>
            <a:r>
              <a:rPr lang="fr-BE" dirty="0"/>
              <a:t> : </a:t>
            </a:r>
            <a:r>
              <a:rPr lang="fr-BE" dirty="0" err="1"/>
              <a:t>Điểm</a:t>
            </a:r>
            <a:r>
              <a:rPr lang="fr-BE" dirty="0"/>
              <a:t> </a:t>
            </a:r>
            <a:r>
              <a:rPr lang="fr-BE" dirty="0" err="1"/>
              <a:t>danh</a:t>
            </a:r>
            <a:r>
              <a:rPr lang="fr-BE" dirty="0"/>
              <a:t> + </a:t>
            </a:r>
            <a:r>
              <a:rPr lang="fr-BE" dirty="0" err="1"/>
              <a:t>bài</a:t>
            </a:r>
            <a:r>
              <a:rPr lang="fr-BE" dirty="0"/>
              <a:t> </a:t>
            </a:r>
            <a:r>
              <a:rPr lang="fr-BE" dirty="0" err="1"/>
              <a:t>tập</a:t>
            </a:r>
            <a:r>
              <a:rPr lang="fr-BE" dirty="0"/>
              <a:t> </a:t>
            </a:r>
            <a:r>
              <a:rPr lang="fr-BE" dirty="0" err="1"/>
              <a:t>tại</a:t>
            </a:r>
            <a:r>
              <a:rPr lang="fr-BE" dirty="0"/>
              <a:t> </a:t>
            </a:r>
            <a:r>
              <a:rPr lang="fr-BE" dirty="0" err="1"/>
              <a:t>lớp</a:t>
            </a:r>
            <a:r>
              <a:rPr lang="fr-BE" dirty="0"/>
              <a:t> + </a:t>
            </a:r>
            <a:r>
              <a:rPr lang="fr-BE" dirty="0" err="1"/>
              <a:t>bài</a:t>
            </a:r>
            <a:r>
              <a:rPr lang="fr-BE" dirty="0"/>
              <a:t> </a:t>
            </a:r>
            <a:r>
              <a:rPr lang="fr-BE" dirty="0" err="1"/>
              <a:t>tập</a:t>
            </a:r>
            <a:r>
              <a:rPr lang="fr-BE" dirty="0"/>
              <a:t> </a:t>
            </a:r>
            <a:r>
              <a:rPr lang="fr-BE" dirty="0" err="1"/>
              <a:t>về</a:t>
            </a:r>
            <a:r>
              <a:rPr lang="fr-BE" dirty="0"/>
              <a:t> </a:t>
            </a:r>
            <a:r>
              <a:rPr lang="fr-BE" dirty="0" err="1"/>
              <a:t>nhà</a:t>
            </a:r>
            <a:r>
              <a:rPr lang="fr-BE" dirty="0"/>
              <a:t> + </a:t>
            </a:r>
            <a:r>
              <a:rPr lang="fr-BE" dirty="0" err="1"/>
              <a:t>bài</a:t>
            </a:r>
            <a:r>
              <a:rPr lang="fr-BE" dirty="0"/>
              <a:t> test </a:t>
            </a:r>
            <a:r>
              <a:rPr lang="fr-BE" dirty="0" err="1"/>
              <a:t>nhanh</a:t>
            </a:r>
            <a:r>
              <a:rPr lang="fr-BE" dirty="0"/>
              <a:t> </a:t>
            </a:r>
          </a:p>
          <a:p>
            <a:pPr lvl="1"/>
            <a:r>
              <a:rPr lang="fr-BE" dirty="0" err="1"/>
              <a:t>Điểm</a:t>
            </a:r>
            <a:r>
              <a:rPr lang="fr-BE" dirty="0"/>
              <a:t> </a:t>
            </a:r>
            <a:r>
              <a:rPr lang="fr-BE" dirty="0" err="1"/>
              <a:t>giữa</a:t>
            </a:r>
            <a:r>
              <a:rPr lang="fr-BE" dirty="0"/>
              <a:t> </a:t>
            </a:r>
            <a:r>
              <a:rPr lang="fr-BE" dirty="0" err="1"/>
              <a:t>kỳ</a:t>
            </a:r>
            <a:r>
              <a:rPr lang="fr-BE" dirty="0"/>
              <a:t> </a:t>
            </a:r>
          </a:p>
          <a:p>
            <a:r>
              <a:rPr lang="fr-BE" dirty="0" err="1"/>
              <a:t>Điểm</a:t>
            </a:r>
            <a:r>
              <a:rPr lang="fr-BE" dirty="0"/>
              <a:t> </a:t>
            </a:r>
            <a:r>
              <a:rPr lang="fr-BE" dirty="0" err="1"/>
              <a:t>cuối</a:t>
            </a:r>
            <a:r>
              <a:rPr lang="fr-BE" dirty="0"/>
              <a:t> </a:t>
            </a:r>
            <a:r>
              <a:rPr lang="fr-BE" dirty="0" err="1"/>
              <a:t>kỳ</a:t>
            </a:r>
            <a:r>
              <a:rPr lang="fr-BE" dirty="0"/>
              <a:t> : 70 %</a:t>
            </a:r>
          </a:p>
          <a:p>
            <a:r>
              <a:rPr lang="fr-BE" dirty="0" err="1"/>
              <a:t>Thi</a:t>
            </a:r>
            <a:r>
              <a:rPr lang="fr-BE" dirty="0"/>
              <a:t> </a:t>
            </a:r>
            <a:r>
              <a:rPr lang="fr-BE" dirty="0" err="1"/>
              <a:t>cuối</a:t>
            </a:r>
            <a:r>
              <a:rPr lang="fr-BE" dirty="0"/>
              <a:t> </a:t>
            </a:r>
            <a:r>
              <a:rPr lang="fr-BE" dirty="0" err="1"/>
              <a:t>kỳ</a:t>
            </a:r>
            <a:r>
              <a:rPr lang="fr-BE" dirty="0"/>
              <a:t> : </a:t>
            </a:r>
            <a:r>
              <a:rPr lang="fr-BE" dirty="0" err="1"/>
              <a:t>tự</a:t>
            </a:r>
            <a:r>
              <a:rPr lang="fr-BE" dirty="0"/>
              <a:t> </a:t>
            </a:r>
            <a:r>
              <a:rPr lang="fr-BE" dirty="0" err="1"/>
              <a:t>luận</a:t>
            </a:r>
            <a:r>
              <a:rPr lang="fr-BE" dirty="0"/>
              <a:t>/</a:t>
            </a:r>
            <a:r>
              <a:rPr lang="fr-BE" dirty="0" err="1"/>
              <a:t>trắc</a:t>
            </a:r>
            <a:r>
              <a:rPr lang="fr-BE" dirty="0"/>
              <a:t> </a:t>
            </a:r>
            <a:r>
              <a:rPr lang="fr-BE" dirty="0" err="1"/>
              <a:t>nghiệm</a:t>
            </a:r>
            <a:r>
              <a:rPr lang="fr-BE" dirty="0"/>
              <a:t> </a:t>
            </a:r>
            <a:endParaRPr lang="en-US" dirty="0"/>
          </a:p>
        </p:txBody>
      </p:sp>
    </p:spTree>
    <p:extLst>
      <p:ext uri="{BB962C8B-B14F-4D97-AF65-F5344CB8AC3E}">
        <p14:creationId xmlns:p14="http://schemas.microsoft.com/office/powerpoint/2010/main" val="1512093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5</a:t>
            </a:fld>
            <a:endParaRPr lang="en-US"/>
          </a:p>
        </p:txBody>
      </p:sp>
      <p:sp>
        <p:nvSpPr>
          <p:cNvPr id="2" name="Title 1"/>
          <p:cNvSpPr>
            <a:spLocks noGrp="1"/>
          </p:cNvSpPr>
          <p:nvPr>
            <p:ph type="title"/>
          </p:nvPr>
        </p:nvSpPr>
        <p:spPr/>
        <p:txBody>
          <a:bodyPr/>
          <a:lstStyle/>
          <a:p>
            <a:r>
              <a:rPr lang="en-US" dirty="0" err="1"/>
              <a:t>Nội</a:t>
            </a:r>
            <a:r>
              <a:rPr lang="en-US" dirty="0"/>
              <a:t> dung </a:t>
            </a:r>
            <a:r>
              <a:rPr lang="en-US" dirty="0" err="1"/>
              <a:t>chính</a:t>
            </a:r>
            <a:r>
              <a:rPr lang="en-US" dirty="0"/>
              <a:t> </a:t>
            </a:r>
          </a:p>
        </p:txBody>
      </p:sp>
      <p:sp>
        <p:nvSpPr>
          <p:cNvPr id="3" name="Content Placeholder 2"/>
          <p:cNvSpPr>
            <a:spLocks noGrp="1"/>
          </p:cNvSpPr>
          <p:nvPr>
            <p:ph sz="quarter" idx="13"/>
          </p:nvPr>
        </p:nvSpPr>
        <p:spPr/>
        <p:txBody>
          <a:bodyPr>
            <a:normAutofit/>
          </a:bodyPr>
          <a:lstStyle/>
          <a:p>
            <a:r>
              <a:rPr lang="en-US" dirty="0" err="1">
                <a:solidFill>
                  <a:srgbClr val="0000FF"/>
                </a:solidFill>
              </a:rPr>
              <a:t>Giới</a:t>
            </a:r>
            <a:r>
              <a:rPr lang="en-US" dirty="0">
                <a:solidFill>
                  <a:srgbClr val="0000FF"/>
                </a:solidFill>
              </a:rPr>
              <a:t> </a:t>
            </a:r>
            <a:r>
              <a:rPr lang="en-US" dirty="0" err="1">
                <a:solidFill>
                  <a:srgbClr val="0000FF"/>
                </a:solidFill>
              </a:rPr>
              <a:t>thiệu</a:t>
            </a:r>
            <a:r>
              <a:rPr lang="en-US" dirty="0">
                <a:solidFill>
                  <a:srgbClr val="0000FF"/>
                </a:solidFill>
              </a:rPr>
              <a:t> </a:t>
            </a:r>
            <a:r>
              <a:rPr lang="en-US" dirty="0" err="1">
                <a:solidFill>
                  <a:srgbClr val="0000FF"/>
                </a:solidFill>
              </a:rPr>
              <a:t>chung</a:t>
            </a:r>
            <a:r>
              <a:rPr lang="en-US" dirty="0">
                <a:solidFill>
                  <a:srgbClr val="0000FF"/>
                </a:solidFill>
              </a:rPr>
              <a:t> </a:t>
            </a:r>
            <a:r>
              <a:rPr lang="en-US" dirty="0" err="1">
                <a:solidFill>
                  <a:srgbClr val="0000FF"/>
                </a:solidFill>
              </a:rPr>
              <a:t>về</a:t>
            </a:r>
            <a:r>
              <a:rPr lang="en-US" dirty="0">
                <a:solidFill>
                  <a:srgbClr val="0000FF"/>
                </a:solidFill>
              </a:rPr>
              <a:t> </a:t>
            </a:r>
            <a:r>
              <a:rPr lang="en-US" dirty="0" err="1">
                <a:solidFill>
                  <a:srgbClr val="0000FF"/>
                </a:solidFill>
              </a:rPr>
              <a:t>tổ</a:t>
            </a:r>
            <a:r>
              <a:rPr lang="en-US" dirty="0">
                <a:solidFill>
                  <a:srgbClr val="0000FF"/>
                </a:solidFill>
              </a:rPr>
              <a:t> </a:t>
            </a:r>
            <a:r>
              <a:rPr lang="en-US" dirty="0" err="1">
                <a:solidFill>
                  <a:srgbClr val="0000FF"/>
                </a:solidFill>
              </a:rPr>
              <a:t>chức</a:t>
            </a:r>
            <a:r>
              <a:rPr lang="en-US" dirty="0">
                <a:solidFill>
                  <a:srgbClr val="0000FF"/>
                </a:solidFill>
              </a:rPr>
              <a:t> </a:t>
            </a:r>
            <a:r>
              <a:rPr lang="en-US" dirty="0" err="1">
                <a:solidFill>
                  <a:srgbClr val="0000FF"/>
                </a:solidFill>
              </a:rPr>
              <a:t>dữ</a:t>
            </a:r>
            <a:r>
              <a:rPr lang="en-US" dirty="0">
                <a:solidFill>
                  <a:srgbClr val="0000FF"/>
                </a:solidFill>
              </a:rPr>
              <a:t> </a:t>
            </a:r>
            <a:r>
              <a:rPr lang="en-US" dirty="0" err="1">
                <a:solidFill>
                  <a:srgbClr val="0000FF"/>
                </a:solidFill>
              </a:rPr>
              <a:t>liệu</a:t>
            </a:r>
            <a:r>
              <a:rPr lang="en-US" dirty="0">
                <a:solidFill>
                  <a:srgbClr val="0000FF"/>
                </a:solidFill>
              </a:rPr>
              <a:t> </a:t>
            </a:r>
            <a:r>
              <a:rPr lang="en-US" dirty="0" err="1">
                <a:solidFill>
                  <a:srgbClr val="0000FF"/>
                </a:solidFill>
              </a:rPr>
              <a:t>và</a:t>
            </a:r>
            <a:r>
              <a:rPr lang="en-US" dirty="0">
                <a:solidFill>
                  <a:srgbClr val="0000FF"/>
                </a:solidFill>
              </a:rPr>
              <a:t> </a:t>
            </a:r>
            <a:r>
              <a:rPr lang="en-US" dirty="0" err="1">
                <a:solidFill>
                  <a:srgbClr val="0000FF"/>
                </a:solidFill>
              </a:rPr>
              <a:t>giải</a:t>
            </a:r>
            <a:r>
              <a:rPr lang="en-US" dirty="0">
                <a:solidFill>
                  <a:srgbClr val="0000FF"/>
                </a:solidFill>
              </a:rPr>
              <a:t> </a:t>
            </a:r>
            <a:r>
              <a:rPr lang="en-US" dirty="0" err="1">
                <a:solidFill>
                  <a:srgbClr val="0000FF"/>
                </a:solidFill>
              </a:rPr>
              <a:t>thuật</a:t>
            </a:r>
            <a:r>
              <a:rPr lang="en-US" dirty="0">
                <a:solidFill>
                  <a:srgbClr val="0000FF"/>
                </a:solidFill>
              </a:rPr>
              <a:t> (Data and Analysis tools)</a:t>
            </a:r>
          </a:p>
          <a:p>
            <a:r>
              <a:rPr lang="en-US" dirty="0" err="1">
                <a:solidFill>
                  <a:srgbClr val="0000FF"/>
                </a:solidFill>
              </a:rPr>
              <a:t>Cấu</a:t>
            </a:r>
            <a:r>
              <a:rPr lang="en-US" dirty="0">
                <a:solidFill>
                  <a:srgbClr val="0000FF"/>
                </a:solidFill>
              </a:rPr>
              <a:t> </a:t>
            </a:r>
            <a:r>
              <a:rPr lang="en-US" dirty="0" err="1">
                <a:solidFill>
                  <a:srgbClr val="0000FF"/>
                </a:solidFill>
              </a:rPr>
              <a:t>trúc</a:t>
            </a:r>
            <a:r>
              <a:rPr lang="en-US" dirty="0">
                <a:solidFill>
                  <a:srgbClr val="0000FF"/>
                </a:solidFill>
              </a:rPr>
              <a:t> </a:t>
            </a:r>
            <a:r>
              <a:rPr lang="en-US" dirty="0" err="1">
                <a:solidFill>
                  <a:srgbClr val="0000FF"/>
                </a:solidFill>
              </a:rPr>
              <a:t>dữ</a:t>
            </a:r>
            <a:r>
              <a:rPr lang="en-US" dirty="0">
                <a:solidFill>
                  <a:srgbClr val="0000FF"/>
                </a:solidFill>
              </a:rPr>
              <a:t> </a:t>
            </a:r>
            <a:r>
              <a:rPr lang="en-US" dirty="0" err="1">
                <a:solidFill>
                  <a:srgbClr val="0000FF"/>
                </a:solidFill>
              </a:rPr>
              <a:t>liệu</a:t>
            </a:r>
            <a:r>
              <a:rPr lang="en-US" dirty="0">
                <a:solidFill>
                  <a:srgbClr val="0000FF"/>
                </a:solidFill>
              </a:rPr>
              <a:t> </a:t>
            </a:r>
          </a:p>
          <a:p>
            <a:pPr lvl="1"/>
            <a:r>
              <a:rPr lang="en-US" dirty="0" err="1"/>
              <a:t>Cấu</a:t>
            </a:r>
            <a:r>
              <a:rPr lang="en-US" dirty="0"/>
              <a:t> </a:t>
            </a:r>
            <a:r>
              <a:rPr lang="en-US" dirty="0" err="1"/>
              <a:t>trúc</a:t>
            </a:r>
            <a:r>
              <a:rPr lang="en-US" dirty="0"/>
              <a:t> </a:t>
            </a:r>
            <a:r>
              <a:rPr lang="en-US" dirty="0" err="1"/>
              <a:t>mảng</a:t>
            </a:r>
            <a:r>
              <a:rPr lang="en-US" dirty="0"/>
              <a:t> (Arrays)</a:t>
            </a:r>
          </a:p>
          <a:p>
            <a:pPr lvl="1"/>
            <a:r>
              <a:rPr lang="en-US" dirty="0" err="1"/>
              <a:t>Danh</a:t>
            </a:r>
            <a:r>
              <a:rPr lang="en-US" dirty="0"/>
              <a:t> </a:t>
            </a:r>
            <a:r>
              <a:rPr lang="en-US" dirty="0" err="1"/>
              <a:t>sách</a:t>
            </a:r>
            <a:r>
              <a:rPr lang="en-US" dirty="0"/>
              <a:t> (Lists)</a:t>
            </a:r>
          </a:p>
          <a:p>
            <a:pPr lvl="1"/>
            <a:r>
              <a:rPr lang="en-US" dirty="0" err="1"/>
              <a:t>Ngăn</a:t>
            </a:r>
            <a:r>
              <a:rPr lang="en-US" dirty="0"/>
              <a:t> </a:t>
            </a:r>
            <a:r>
              <a:rPr lang="en-US" dirty="0" err="1"/>
              <a:t>xếp</a:t>
            </a:r>
            <a:r>
              <a:rPr lang="en-US" dirty="0"/>
              <a:t> </a:t>
            </a:r>
            <a:r>
              <a:rPr lang="en-US" dirty="0" err="1"/>
              <a:t>và</a:t>
            </a:r>
            <a:r>
              <a:rPr lang="en-US" dirty="0"/>
              <a:t> </a:t>
            </a:r>
            <a:r>
              <a:rPr lang="en-US" dirty="0" err="1"/>
              <a:t>hàng</a:t>
            </a:r>
            <a:r>
              <a:rPr lang="en-US" dirty="0"/>
              <a:t> </a:t>
            </a:r>
            <a:r>
              <a:rPr lang="en-US" dirty="0" err="1"/>
              <a:t>đợi</a:t>
            </a:r>
            <a:r>
              <a:rPr lang="en-US" dirty="0"/>
              <a:t> (Stacks and Queues)</a:t>
            </a:r>
          </a:p>
          <a:p>
            <a:pPr lvl="1"/>
            <a:r>
              <a:rPr lang="en-US" dirty="0" err="1"/>
              <a:t>Cấu</a:t>
            </a:r>
            <a:r>
              <a:rPr lang="en-US" dirty="0"/>
              <a:t> </a:t>
            </a:r>
            <a:r>
              <a:rPr lang="en-US" dirty="0" err="1"/>
              <a:t>trúc</a:t>
            </a:r>
            <a:r>
              <a:rPr lang="en-US" dirty="0"/>
              <a:t> </a:t>
            </a:r>
            <a:r>
              <a:rPr lang="en-US" dirty="0" err="1"/>
              <a:t>cây</a:t>
            </a:r>
            <a:r>
              <a:rPr lang="en-US" dirty="0"/>
              <a:t> (Trees)</a:t>
            </a:r>
          </a:p>
          <a:p>
            <a:pPr lvl="1"/>
            <a:r>
              <a:rPr lang="en-US" dirty="0" err="1"/>
              <a:t>Đồ</a:t>
            </a:r>
            <a:r>
              <a:rPr lang="en-US" dirty="0"/>
              <a:t> </a:t>
            </a:r>
            <a:r>
              <a:rPr lang="en-US" dirty="0" err="1"/>
              <a:t>thị</a:t>
            </a:r>
            <a:r>
              <a:rPr lang="en-US" dirty="0"/>
              <a:t> (Graphs)</a:t>
            </a:r>
          </a:p>
          <a:p>
            <a:r>
              <a:rPr lang="en-US" dirty="0" err="1">
                <a:solidFill>
                  <a:srgbClr val="0000FF"/>
                </a:solidFill>
              </a:rPr>
              <a:t>Giải</a:t>
            </a:r>
            <a:r>
              <a:rPr lang="en-US" dirty="0">
                <a:solidFill>
                  <a:srgbClr val="0000FF"/>
                </a:solidFill>
              </a:rPr>
              <a:t> </a:t>
            </a:r>
            <a:r>
              <a:rPr lang="en-US" dirty="0" err="1">
                <a:solidFill>
                  <a:srgbClr val="0000FF"/>
                </a:solidFill>
              </a:rPr>
              <a:t>thuật</a:t>
            </a:r>
            <a:endParaRPr lang="en-US" dirty="0">
              <a:solidFill>
                <a:srgbClr val="0000FF"/>
              </a:solidFill>
            </a:endParaRPr>
          </a:p>
          <a:p>
            <a:pPr lvl="1"/>
            <a:r>
              <a:rPr lang="en-US" dirty="0" err="1"/>
              <a:t>Đệ</a:t>
            </a:r>
            <a:r>
              <a:rPr lang="en-US" dirty="0"/>
              <a:t> </a:t>
            </a:r>
            <a:r>
              <a:rPr lang="en-US" dirty="0" err="1"/>
              <a:t>quy</a:t>
            </a:r>
            <a:endParaRPr lang="en-US" dirty="0"/>
          </a:p>
          <a:p>
            <a:pPr lvl="1"/>
            <a:r>
              <a:rPr lang="en-US" dirty="0" err="1"/>
              <a:t>Sắp</a:t>
            </a:r>
            <a:r>
              <a:rPr lang="en-US" dirty="0"/>
              <a:t> </a:t>
            </a:r>
            <a:r>
              <a:rPr lang="en-US" dirty="0" err="1"/>
              <a:t>xếp</a:t>
            </a:r>
            <a:endParaRPr lang="en-US" dirty="0"/>
          </a:p>
          <a:p>
            <a:pPr lvl="1"/>
            <a:r>
              <a:rPr lang="en-US" dirty="0" err="1"/>
              <a:t>Tìm</a:t>
            </a:r>
            <a:r>
              <a:rPr lang="en-US" dirty="0"/>
              <a:t> </a:t>
            </a:r>
            <a:r>
              <a:rPr lang="en-US" dirty="0" err="1"/>
              <a:t>kiếm</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2300804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6</a:t>
            </a:fld>
            <a:endParaRPr lang="en-US"/>
          </a:p>
        </p:txBody>
      </p:sp>
      <p:sp>
        <p:nvSpPr>
          <p:cNvPr id="2" name="Title 1"/>
          <p:cNvSpPr>
            <a:spLocks noGrp="1"/>
          </p:cNvSpPr>
          <p:nvPr>
            <p:ph type="title"/>
          </p:nvPr>
        </p:nvSpPr>
        <p:spPr/>
        <p:txBody>
          <a:bodyPr/>
          <a:lstStyle/>
          <a:p>
            <a:r>
              <a:rPr lang="en-US"/>
              <a:t>Lịch học  </a:t>
            </a:r>
            <a:endParaRPr lang="en-US" dirty="0"/>
          </a:p>
        </p:txBody>
      </p:sp>
      <p:sp>
        <p:nvSpPr>
          <p:cNvPr id="3" name="Chỗ dành sẵn cho Nội dung 2">
            <a:extLst>
              <a:ext uri="{FF2B5EF4-FFF2-40B4-BE49-F238E27FC236}">
                <a16:creationId xmlns:a16="http://schemas.microsoft.com/office/drawing/2014/main" id="{722D546A-5F73-7D43-66EC-8446AFC1D61C}"/>
              </a:ext>
            </a:extLst>
          </p:cNvPr>
          <p:cNvSpPr>
            <a:spLocks noGrp="1"/>
          </p:cNvSpPr>
          <p:nvPr>
            <p:ph sz="quarter" idx="13"/>
          </p:nvPr>
        </p:nvSpPr>
        <p:spPr/>
        <p:txBody>
          <a:bodyPr/>
          <a:lstStyle/>
          <a:p>
            <a:endParaRPr lang="vi-VN"/>
          </a:p>
        </p:txBody>
      </p:sp>
      <p:graphicFrame>
        <p:nvGraphicFramePr>
          <p:cNvPr id="7" name="Table 6"/>
          <p:cNvGraphicFramePr>
            <a:graphicFrameLocks noGrp="1"/>
          </p:cNvGraphicFramePr>
          <p:nvPr>
            <p:extLst>
              <p:ext uri="{D42A27DB-BD31-4B8C-83A1-F6EECF244321}">
                <p14:modId xmlns:p14="http://schemas.microsoft.com/office/powerpoint/2010/main" val="1370297370"/>
              </p:ext>
            </p:extLst>
          </p:nvPr>
        </p:nvGraphicFramePr>
        <p:xfrm>
          <a:off x="1524000" y="1397000"/>
          <a:ext cx="6670840" cy="4622800"/>
        </p:xfrm>
        <a:graphic>
          <a:graphicData uri="http://schemas.openxmlformats.org/drawingml/2006/table">
            <a:tbl>
              <a:tblPr firstRow="1" bandRow="1">
                <a:tableStyleId>{5C22544A-7EE6-4342-B048-85BDC9FD1C3A}</a:tableStyleId>
              </a:tblPr>
              <a:tblGrid>
                <a:gridCol w="1978232">
                  <a:extLst>
                    <a:ext uri="{9D8B030D-6E8A-4147-A177-3AD203B41FA5}">
                      <a16:colId xmlns:a16="http://schemas.microsoft.com/office/drawing/2014/main" val="20000"/>
                    </a:ext>
                  </a:extLst>
                </a:gridCol>
                <a:gridCol w="2468994">
                  <a:extLst>
                    <a:ext uri="{9D8B030D-6E8A-4147-A177-3AD203B41FA5}">
                      <a16:colId xmlns:a16="http://schemas.microsoft.com/office/drawing/2014/main" val="20001"/>
                    </a:ext>
                  </a:extLst>
                </a:gridCol>
                <a:gridCol w="2223614">
                  <a:extLst>
                    <a:ext uri="{9D8B030D-6E8A-4147-A177-3AD203B41FA5}">
                      <a16:colId xmlns:a16="http://schemas.microsoft.com/office/drawing/2014/main" val="20002"/>
                    </a:ext>
                  </a:extLst>
                </a:gridCol>
              </a:tblGrid>
              <a:tr h="370840">
                <a:tc>
                  <a:txBody>
                    <a:bodyPr/>
                    <a:lstStyle/>
                    <a:p>
                      <a:r>
                        <a:rPr lang="en-US" dirty="0" err="1"/>
                        <a:t>Tuần</a:t>
                      </a:r>
                      <a:r>
                        <a:rPr lang="en-US" dirty="0"/>
                        <a:t> </a:t>
                      </a:r>
                    </a:p>
                  </a:txBody>
                  <a:tcPr/>
                </a:tc>
                <a:tc>
                  <a:txBody>
                    <a:bodyPr/>
                    <a:lstStyle/>
                    <a:p>
                      <a:r>
                        <a:rPr lang="fr-BE" dirty="0" err="1"/>
                        <a:t>Chương</a:t>
                      </a:r>
                      <a:endParaRPr lang="en-US" dirty="0" err="1"/>
                    </a:p>
                  </a:txBody>
                  <a:tcPr/>
                </a:tc>
                <a:tc>
                  <a:txBody>
                    <a:bodyPr/>
                    <a:lstStyle/>
                    <a:p>
                      <a:r>
                        <a:rPr lang="fr-BE" dirty="0" err="1"/>
                        <a:t>Nội</a:t>
                      </a:r>
                      <a:r>
                        <a:rPr lang="fr-BE" baseline="0" dirty="0"/>
                        <a:t> </a:t>
                      </a:r>
                      <a:r>
                        <a:rPr lang="fr-BE" baseline="0" dirty="0" err="1"/>
                        <a:t>dung</a:t>
                      </a:r>
                      <a:endParaRPr lang="en-US" dirty="0" err="1"/>
                    </a:p>
                  </a:txBody>
                  <a:tcPr/>
                </a:tc>
                <a:extLst>
                  <a:ext uri="{0D108BD9-81ED-4DB2-BD59-A6C34878D82A}">
                    <a16:rowId xmlns:a16="http://schemas.microsoft.com/office/drawing/2014/main" val="10000"/>
                  </a:ext>
                </a:extLst>
              </a:tr>
              <a:tr h="370840">
                <a:tc>
                  <a:txBody>
                    <a:bodyPr/>
                    <a:lstStyle/>
                    <a:p>
                      <a:r>
                        <a:rPr lang="en-US" dirty="0"/>
                        <a:t>1,2</a:t>
                      </a:r>
                    </a:p>
                  </a:txBody>
                  <a:tcPr/>
                </a:tc>
                <a:tc>
                  <a:txBody>
                    <a:bodyPr/>
                    <a:lstStyle/>
                    <a:p>
                      <a:r>
                        <a:rPr lang="en-US" dirty="0" err="1"/>
                        <a:t>Chương</a:t>
                      </a:r>
                      <a:r>
                        <a:rPr lang="en-US" dirty="0"/>
                        <a:t> 1</a:t>
                      </a:r>
                    </a:p>
                  </a:txBody>
                  <a:tcPr/>
                </a:tc>
                <a:tc>
                  <a:txBody>
                    <a:bodyPr/>
                    <a:lstStyle/>
                    <a:p>
                      <a:r>
                        <a:rPr lang="en-US" dirty="0" err="1"/>
                        <a:t>Giới</a:t>
                      </a:r>
                      <a:r>
                        <a:rPr lang="en-US" dirty="0"/>
                        <a:t> </a:t>
                      </a:r>
                      <a:r>
                        <a:rPr lang="en-US" dirty="0" err="1"/>
                        <a:t>thiệu</a:t>
                      </a:r>
                      <a:endParaRPr lang="en-US" dirty="0"/>
                    </a:p>
                  </a:txBody>
                  <a:tcPr/>
                </a:tc>
                <a:extLst>
                  <a:ext uri="{0D108BD9-81ED-4DB2-BD59-A6C34878D82A}">
                    <a16:rowId xmlns:a16="http://schemas.microsoft.com/office/drawing/2014/main" val="10001"/>
                  </a:ext>
                </a:extLst>
              </a:tr>
              <a:tr h="370840">
                <a:tc>
                  <a:txBody>
                    <a:bodyPr/>
                    <a:lstStyle/>
                    <a:p>
                      <a:r>
                        <a:rPr lang="en-US" dirty="0"/>
                        <a:t>3,4</a:t>
                      </a:r>
                    </a:p>
                  </a:txBody>
                  <a:tcPr/>
                </a:tc>
                <a:tc>
                  <a:txBody>
                    <a:bodyPr/>
                    <a:lstStyle/>
                    <a:p>
                      <a:r>
                        <a:rPr lang="en-US" dirty="0" err="1"/>
                        <a:t>Chương</a:t>
                      </a:r>
                      <a:r>
                        <a:rPr lang="en-US" dirty="0"/>
                        <a:t> 2</a:t>
                      </a:r>
                    </a:p>
                  </a:txBody>
                  <a:tcPr/>
                </a:tc>
                <a:tc>
                  <a:txBody>
                    <a:bodyPr/>
                    <a:lstStyle/>
                    <a:p>
                      <a:r>
                        <a:rPr lang="en-US" dirty="0" err="1"/>
                        <a:t>Mảng</a:t>
                      </a:r>
                      <a:endParaRPr lang="en-US" dirty="0"/>
                    </a:p>
                  </a:txBody>
                  <a:tcPr/>
                </a:tc>
                <a:extLst>
                  <a:ext uri="{0D108BD9-81ED-4DB2-BD59-A6C34878D82A}">
                    <a16:rowId xmlns:a16="http://schemas.microsoft.com/office/drawing/2014/main" val="10002"/>
                  </a:ext>
                </a:extLst>
              </a:tr>
              <a:tr h="370840">
                <a:tc>
                  <a:txBody>
                    <a:bodyPr/>
                    <a:lstStyle/>
                    <a:p>
                      <a:r>
                        <a:rPr lang="en-US" dirty="0"/>
                        <a:t>5,6</a:t>
                      </a:r>
                    </a:p>
                  </a:txBody>
                  <a:tcPr/>
                </a:tc>
                <a:tc>
                  <a:txBody>
                    <a:bodyPr/>
                    <a:lstStyle/>
                    <a:p>
                      <a:r>
                        <a:rPr lang="en-US" dirty="0" err="1"/>
                        <a:t>Chương</a:t>
                      </a:r>
                      <a:r>
                        <a:rPr lang="en-US" dirty="0"/>
                        <a:t> 3</a:t>
                      </a:r>
                    </a:p>
                  </a:txBody>
                  <a:tcPr/>
                </a:tc>
                <a:tc>
                  <a:txBody>
                    <a:bodyPr/>
                    <a:lstStyle/>
                    <a:p>
                      <a:r>
                        <a:rPr lang="en-US" dirty="0"/>
                        <a:t>Danh </a:t>
                      </a:r>
                      <a:r>
                        <a:rPr lang="en-US" dirty="0" err="1"/>
                        <a:t>sách</a:t>
                      </a:r>
                      <a:endParaRPr lang="en-US" dirty="0"/>
                    </a:p>
                  </a:txBody>
                  <a:tcPr/>
                </a:tc>
                <a:extLst>
                  <a:ext uri="{0D108BD9-81ED-4DB2-BD59-A6C34878D82A}">
                    <a16:rowId xmlns:a16="http://schemas.microsoft.com/office/drawing/2014/main" val="10003"/>
                  </a:ext>
                </a:extLst>
              </a:tr>
              <a:tr h="370840">
                <a:tc>
                  <a:txBody>
                    <a:bodyPr/>
                    <a:lstStyle/>
                    <a:p>
                      <a:r>
                        <a:rPr lang="en-US" dirty="0"/>
                        <a:t>7,8</a:t>
                      </a:r>
                    </a:p>
                  </a:txBody>
                  <a:tcPr/>
                </a:tc>
                <a:tc>
                  <a:txBody>
                    <a:bodyPr/>
                    <a:lstStyle/>
                    <a:p>
                      <a:r>
                        <a:rPr lang="en-US" dirty="0" err="1"/>
                        <a:t>Chương</a:t>
                      </a:r>
                      <a:r>
                        <a:rPr lang="en-US" dirty="0"/>
                        <a:t> </a:t>
                      </a:r>
                      <a:r>
                        <a:rPr lang="en-US" baseline="0" dirty="0"/>
                        <a:t>4</a:t>
                      </a:r>
                      <a:endParaRPr lang="en-US" dirty="0"/>
                    </a:p>
                  </a:txBody>
                  <a:tcPr/>
                </a:tc>
                <a:tc>
                  <a:txBody>
                    <a:bodyPr/>
                    <a:lstStyle/>
                    <a:p>
                      <a:r>
                        <a:rPr lang="en-US" dirty="0" err="1"/>
                        <a:t>Ngăn</a:t>
                      </a:r>
                      <a:r>
                        <a:rPr lang="en-US" dirty="0"/>
                        <a:t> </a:t>
                      </a:r>
                      <a:r>
                        <a:rPr lang="en-US" dirty="0" err="1"/>
                        <a:t>xếp</a:t>
                      </a:r>
                      <a:r>
                        <a:rPr lang="en-US" dirty="0"/>
                        <a:t> &amp;</a:t>
                      </a:r>
                      <a:r>
                        <a:rPr lang="en-US" baseline="0" dirty="0"/>
                        <a:t> </a:t>
                      </a:r>
                      <a:r>
                        <a:rPr lang="en-US" baseline="0" dirty="0" err="1"/>
                        <a:t>hàng</a:t>
                      </a:r>
                      <a:r>
                        <a:rPr lang="en-US" baseline="0" dirty="0"/>
                        <a:t> </a:t>
                      </a:r>
                      <a:r>
                        <a:rPr lang="en-US" baseline="0" dirty="0" err="1"/>
                        <a:t>đợi</a:t>
                      </a:r>
                      <a:r>
                        <a:rPr lang="en-US" baseline="0" dirty="0"/>
                        <a:t> </a:t>
                      </a:r>
                      <a:endParaRPr lang="en-US" dirty="0"/>
                    </a:p>
                  </a:txBody>
                  <a:tcPr/>
                </a:tc>
                <a:extLst>
                  <a:ext uri="{0D108BD9-81ED-4DB2-BD59-A6C34878D82A}">
                    <a16:rowId xmlns:a16="http://schemas.microsoft.com/office/drawing/2014/main" val="10004"/>
                  </a:ext>
                </a:extLst>
              </a:tr>
              <a:tr h="370840">
                <a:tc>
                  <a:txBody>
                    <a:bodyPr/>
                    <a:lstStyle/>
                    <a:p>
                      <a:r>
                        <a:rPr lang="fr-BE" dirty="0"/>
                        <a:t>9</a:t>
                      </a:r>
                      <a:endParaRPr lang="en-US" dirty="0"/>
                    </a:p>
                  </a:txBody>
                  <a:tcPr/>
                </a:tc>
                <a:tc>
                  <a:txBody>
                    <a:bodyPr/>
                    <a:lstStyle/>
                    <a:p>
                      <a:r>
                        <a:rPr lang="fr-BE" dirty="0" err="1"/>
                        <a:t>Ôn</a:t>
                      </a:r>
                      <a:r>
                        <a:rPr lang="fr-BE" baseline="0" dirty="0"/>
                        <a:t> </a:t>
                      </a:r>
                      <a:r>
                        <a:rPr lang="fr-BE" baseline="0" dirty="0" err="1"/>
                        <a:t>tập</a:t>
                      </a:r>
                      <a:r>
                        <a:rPr lang="fr-BE" baseline="0" dirty="0"/>
                        <a:t> </a:t>
                      </a:r>
                      <a:r>
                        <a:rPr lang="fr-BE" baseline="0" dirty="0" err="1"/>
                        <a:t>giữa</a:t>
                      </a:r>
                      <a:r>
                        <a:rPr lang="fr-BE" baseline="0" dirty="0"/>
                        <a:t> </a:t>
                      </a:r>
                      <a:r>
                        <a:rPr lang="fr-BE" baseline="0" dirty="0" err="1"/>
                        <a:t>kỳ</a:t>
                      </a:r>
                      <a:endParaRPr lang="en-US" dirty="0" err="1"/>
                    </a:p>
                  </a:txBody>
                  <a:tcPr/>
                </a:tc>
                <a:tc>
                  <a:txBody>
                    <a:bodyPr/>
                    <a:lstStyle/>
                    <a:p>
                      <a:endParaRPr lang="en-US" dirty="0"/>
                    </a:p>
                  </a:txBody>
                  <a:tcPr/>
                </a:tc>
                <a:extLst>
                  <a:ext uri="{0D108BD9-81ED-4DB2-BD59-A6C34878D82A}">
                    <a16:rowId xmlns:a16="http://schemas.microsoft.com/office/drawing/2014/main" val="10010"/>
                  </a:ext>
                </a:extLst>
              </a:tr>
              <a:tr h="370840">
                <a:tc>
                  <a:txBody>
                    <a:bodyPr/>
                    <a:lstStyle/>
                    <a:p>
                      <a:r>
                        <a:rPr lang="en-US" dirty="0"/>
                        <a:t>10</a:t>
                      </a:r>
                    </a:p>
                  </a:txBody>
                  <a:tcPr/>
                </a:tc>
                <a:tc>
                  <a:txBody>
                    <a:bodyPr/>
                    <a:lstStyle/>
                    <a:p>
                      <a:r>
                        <a:rPr lang="en-US" dirty="0" err="1"/>
                        <a:t>Nghỉ</a:t>
                      </a:r>
                      <a:r>
                        <a:rPr lang="en-US" dirty="0"/>
                        <a:t> </a:t>
                      </a:r>
                      <a:r>
                        <a:rPr lang="en-US" dirty="0" err="1"/>
                        <a:t>giữa</a:t>
                      </a:r>
                      <a:r>
                        <a:rPr lang="en-US" dirty="0"/>
                        <a:t> </a:t>
                      </a:r>
                      <a:r>
                        <a:rPr lang="en-US" dirty="0" err="1"/>
                        <a:t>kỳ</a:t>
                      </a:r>
                      <a:endParaRPr lang="en-US" dirty="0"/>
                    </a:p>
                  </a:txBody>
                  <a:tcPr/>
                </a:tc>
                <a:tc>
                  <a:txBody>
                    <a:bodyPr/>
                    <a:lstStyle/>
                    <a:p>
                      <a:endParaRPr lang="en-US" dirty="0"/>
                    </a:p>
                  </a:txBody>
                  <a:tcPr/>
                </a:tc>
                <a:extLst>
                  <a:ext uri="{0D108BD9-81ED-4DB2-BD59-A6C34878D82A}">
                    <a16:rowId xmlns:a16="http://schemas.microsoft.com/office/drawing/2014/main" val="10005"/>
                  </a:ext>
                </a:extLst>
              </a:tr>
              <a:tr h="370840">
                <a:tc>
                  <a:txBody>
                    <a:bodyPr/>
                    <a:lstStyle/>
                    <a:p>
                      <a:r>
                        <a:rPr lang="en-US" dirty="0"/>
                        <a:t>11,12</a:t>
                      </a:r>
                    </a:p>
                  </a:txBody>
                  <a:tcPr/>
                </a:tc>
                <a:tc>
                  <a:txBody>
                    <a:bodyPr/>
                    <a:lstStyle/>
                    <a:p>
                      <a:r>
                        <a:rPr lang="en-US" dirty="0" err="1"/>
                        <a:t>Chương</a:t>
                      </a:r>
                      <a:r>
                        <a:rPr lang="en-US" dirty="0"/>
                        <a:t> 5</a:t>
                      </a:r>
                    </a:p>
                  </a:txBody>
                  <a:tcPr/>
                </a:tc>
                <a:tc>
                  <a:txBody>
                    <a:bodyPr/>
                    <a:lstStyle/>
                    <a:p>
                      <a:r>
                        <a:rPr lang="en-US" dirty="0" err="1"/>
                        <a:t>Cây</a:t>
                      </a:r>
                      <a:endParaRPr lang="en-US" dirty="0"/>
                    </a:p>
                  </a:txBody>
                  <a:tcPr/>
                </a:tc>
                <a:extLst>
                  <a:ext uri="{0D108BD9-81ED-4DB2-BD59-A6C34878D82A}">
                    <a16:rowId xmlns:a16="http://schemas.microsoft.com/office/drawing/2014/main" val="10006"/>
                  </a:ext>
                </a:extLst>
              </a:tr>
              <a:tr h="370840">
                <a:tc>
                  <a:txBody>
                    <a:bodyPr/>
                    <a:lstStyle/>
                    <a:p>
                      <a:r>
                        <a:rPr lang="en-US" dirty="0"/>
                        <a:t>13,14</a:t>
                      </a:r>
                    </a:p>
                  </a:txBody>
                  <a:tcPr/>
                </a:tc>
                <a:tc>
                  <a:txBody>
                    <a:bodyPr/>
                    <a:lstStyle/>
                    <a:p>
                      <a:r>
                        <a:rPr lang="en-US" dirty="0" err="1"/>
                        <a:t>Chương</a:t>
                      </a:r>
                      <a:r>
                        <a:rPr lang="en-US" dirty="0"/>
                        <a:t> 6</a:t>
                      </a:r>
                    </a:p>
                  </a:txBody>
                  <a:tcPr/>
                </a:tc>
                <a:tc>
                  <a:txBody>
                    <a:bodyPr/>
                    <a:lstStyle/>
                    <a:p>
                      <a:r>
                        <a:rPr lang="en-US" dirty="0" err="1"/>
                        <a:t>Đồ</a:t>
                      </a:r>
                      <a:r>
                        <a:rPr lang="en-US" dirty="0"/>
                        <a:t> </a:t>
                      </a:r>
                      <a:r>
                        <a:rPr lang="en-US" dirty="0" err="1"/>
                        <a:t>thị</a:t>
                      </a:r>
                      <a:endParaRPr lang="en-US" dirty="0"/>
                    </a:p>
                  </a:txBody>
                  <a:tcPr/>
                </a:tc>
                <a:extLst>
                  <a:ext uri="{0D108BD9-81ED-4DB2-BD59-A6C34878D82A}">
                    <a16:rowId xmlns:a16="http://schemas.microsoft.com/office/drawing/2014/main" val="10007"/>
                  </a:ext>
                </a:extLst>
              </a:tr>
              <a:tr h="370840">
                <a:tc>
                  <a:txBody>
                    <a:bodyPr/>
                    <a:lstStyle/>
                    <a:p>
                      <a:r>
                        <a:rPr lang="en-US" dirty="0"/>
                        <a:t>15,16</a:t>
                      </a:r>
                    </a:p>
                  </a:txBody>
                  <a:tcPr/>
                </a:tc>
                <a:tc>
                  <a:txBody>
                    <a:bodyPr/>
                    <a:lstStyle/>
                    <a:p>
                      <a:r>
                        <a:rPr lang="en-US" dirty="0" err="1"/>
                        <a:t>Chương</a:t>
                      </a:r>
                      <a:r>
                        <a:rPr lang="en-US" dirty="0"/>
                        <a:t> 7</a:t>
                      </a:r>
                    </a:p>
                  </a:txBody>
                  <a:tcPr/>
                </a:tc>
                <a:tc>
                  <a:txBody>
                    <a:bodyPr/>
                    <a:lstStyle/>
                    <a:p>
                      <a:r>
                        <a:rPr lang="en-US" dirty="0" err="1"/>
                        <a:t>Giải</a:t>
                      </a:r>
                      <a:r>
                        <a:rPr lang="en-US" dirty="0"/>
                        <a:t> </a:t>
                      </a:r>
                      <a:r>
                        <a:rPr lang="en-US" dirty="0" err="1"/>
                        <a:t>thuật</a:t>
                      </a:r>
                      <a:r>
                        <a:rPr lang="en-US" dirty="0"/>
                        <a:t> </a:t>
                      </a:r>
                      <a:r>
                        <a:rPr lang="en-US" dirty="0" err="1"/>
                        <a:t>nâng</a:t>
                      </a:r>
                      <a:r>
                        <a:rPr lang="en-US" dirty="0"/>
                        <a:t> </a:t>
                      </a:r>
                      <a:r>
                        <a:rPr lang="en-US" dirty="0" err="1"/>
                        <a:t>cao</a:t>
                      </a:r>
                      <a:r>
                        <a:rPr lang="en-US" dirty="0"/>
                        <a:t> : </a:t>
                      </a:r>
                      <a:r>
                        <a:rPr lang="en-US" dirty="0" err="1"/>
                        <a:t>băm</a:t>
                      </a:r>
                      <a:r>
                        <a:rPr lang="en-US" dirty="0"/>
                        <a:t> , </a:t>
                      </a:r>
                      <a:r>
                        <a:rPr lang="en-US" dirty="0" err="1"/>
                        <a:t>tìm</a:t>
                      </a:r>
                      <a:r>
                        <a:rPr lang="en-US" dirty="0"/>
                        <a:t> </a:t>
                      </a:r>
                      <a:r>
                        <a:rPr lang="en-US" dirty="0" err="1"/>
                        <a:t>kiếm</a:t>
                      </a:r>
                      <a:r>
                        <a:rPr lang="en-US" dirty="0"/>
                        <a:t> </a:t>
                      </a:r>
                      <a:r>
                        <a:rPr lang="en-US" dirty="0" err="1"/>
                        <a:t>nâng</a:t>
                      </a:r>
                      <a:r>
                        <a:rPr lang="en-US" dirty="0"/>
                        <a:t> </a:t>
                      </a:r>
                      <a:r>
                        <a:rPr lang="en-US" dirty="0" err="1"/>
                        <a:t>cao</a:t>
                      </a:r>
                      <a:r>
                        <a:rPr lang="en-US" dirty="0"/>
                        <a:t> </a:t>
                      </a:r>
                    </a:p>
                  </a:txBody>
                  <a:tcPr/>
                </a:tc>
                <a:extLst>
                  <a:ext uri="{0D108BD9-81ED-4DB2-BD59-A6C34878D82A}">
                    <a16:rowId xmlns:a16="http://schemas.microsoft.com/office/drawing/2014/main" val="10008"/>
                  </a:ext>
                </a:extLst>
              </a:tr>
              <a:tr h="370840">
                <a:tc>
                  <a:txBody>
                    <a:bodyPr/>
                    <a:lstStyle/>
                    <a:p>
                      <a:r>
                        <a:rPr lang="fr-BE" dirty="0"/>
                        <a:t>17</a:t>
                      </a:r>
                      <a:endParaRPr lang="en-US" dirty="0"/>
                    </a:p>
                  </a:txBody>
                  <a:tcPr/>
                </a:tc>
                <a:tc>
                  <a:txBody>
                    <a:bodyPr/>
                    <a:lstStyle/>
                    <a:p>
                      <a:r>
                        <a:rPr lang="en-US" dirty="0" err="1"/>
                        <a:t>Ôn</a:t>
                      </a:r>
                      <a:r>
                        <a:rPr lang="en-US" dirty="0"/>
                        <a:t> </a:t>
                      </a:r>
                      <a:r>
                        <a:rPr lang="en-US" dirty="0" err="1"/>
                        <a:t>tập</a:t>
                      </a:r>
                      <a:r>
                        <a:rPr lang="en-US" dirty="0"/>
                        <a:t> </a:t>
                      </a:r>
                      <a:r>
                        <a:rPr lang="en-US" dirty="0" err="1"/>
                        <a:t>cuối</a:t>
                      </a:r>
                      <a:r>
                        <a:rPr lang="en-US" baseline="0" dirty="0"/>
                        <a:t> </a:t>
                      </a:r>
                      <a:r>
                        <a:rPr lang="en-US" baseline="0" dirty="0" err="1"/>
                        <a:t>kỳ</a:t>
                      </a:r>
                      <a:endParaRPr lang="en-US" dirty="0" err="1"/>
                    </a:p>
                  </a:txBody>
                  <a:tcPr/>
                </a:tc>
                <a:tc>
                  <a:txBody>
                    <a:bodyPr/>
                    <a:lstStyle/>
                    <a:p>
                      <a:endParaRPr lang="en-US"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408704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7</a:t>
            </a:fld>
            <a:endParaRPr lang="en-US"/>
          </a:p>
        </p:txBody>
      </p:sp>
      <p:sp>
        <p:nvSpPr>
          <p:cNvPr id="2" name="Title 1"/>
          <p:cNvSpPr>
            <a:spLocks noGrp="1"/>
          </p:cNvSpPr>
          <p:nvPr>
            <p:ph type="title"/>
          </p:nvPr>
        </p:nvSpPr>
        <p:spPr/>
        <p:txBody>
          <a:bodyPr/>
          <a:lstStyle/>
          <a:p>
            <a:r>
              <a:rPr lang="en-US" b="1"/>
              <a:t>Cấu trúc phân cấp của </a:t>
            </a:r>
            <a:r>
              <a:rPr lang="en-US" b="1" dirty="0" err="1"/>
              <a:t>máy</a:t>
            </a:r>
            <a:r>
              <a:rPr lang="en-US" b="1" dirty="0"/>
              <a:t> </a:t>
            </a:r>
            <a:r>
              <a:rPr lang="en-US" b="1" dirty="0" err="1"/>
              <a:t>tính</a:t>
            </a:r>
            <a:r>
              <a:rPr lang="en-US" b="1" dirty="0"/>
              <a:t> </a:t>
            </a:r>
          </a:p>
        </p:txBody>
      </p:sp>
      <p:sp>
        <p:nvSpPr>
          <p:cNvPr id="3" name="Chỗ dành sẵn cho Nội dung 2">
            <a:extLst>
              <a:ext uri="{FF2B5EF4-FFF2-40B4-BE49-F238E27FC236}">
                <a16:creationId xmlns:a16="http://schemas.microsoft.com/office/drawing/2014/main" id="{17B03584-4B03-22FE-0BDF-63143F4851B4}"/>
              </a:ext>
            </a:extLst>
          </p:cNvPr>
          <p:cNvSpPr>
            <a:spLocks noGrp="1"/>
          </p:cNvSpPr>
          <p:nvPr>
            <p:ph sz="quarter" idx="13"/>
          </p:nvPr>
        </p:nvSpPr>
        <p:spPr/>
        <p:txBody>
          <a:bodyPr/>
          <a:lstStyle/>
          <a:p>
            <a:endParaRPr lang="vi-VN"/>
          </a:p>
        </p:txBody>
      </p:sp>
      <p:grpSp>
        <p:nvGrpSpPr>
          <p:cNvPr id="9" name="Group 42"/>
          <p:cNvGrpSpPr/>
          <p:nvPr/>
        </p:nvGrpSpPr>
        <p:grpSpPr>
          <a:xfrm>
            <a:off x="694719" y="1908613"/>
            <a:ext cx="8130115" cy="3766055"/>
            <a:chOff x="1104900" y="2171952"/>
            <a:chExt cx="7467600" cy="3459163"/>
          </a:xfrm>
        </p:grpSpPr>
        <p:sp>
          <p:nvSpPr>
            <p:cNvPr id="11" name="Rectangle 7"/>
            <p:cNvSpPr>
              <a:spLocks noChangeArrowheads="1"/>
            </p:cNvSpPr>
            <p:nvPr/>
          </p:nvSpPr>
          <p:spPr bwMode="auto">
            <a:xfrm>
              <a:off x="4914900" y="3848352"/>
              <a:ext cx="1282700" cy="305783"/>
            </a:xfrm>
            <a:prstGeom prst="rect">
              <a:avLst/>
            </a:prstGeom>
            <a:noFill/>
            <a:ln w="12700">
              <a:noFill/>
              <a:miter lim="800000"/>
              <a:headEnd/>
              <a:tailEnd/>
            </a:ln>
          </p:spPr>
          <p:txBody>
            <a:bodyPr wrap="square" lIns="63500" tIns="25400" rIns="63500" bIns="25400">
              <a:prstTxWarp prst="textNoShape">
                <a:avLst/>
              </a:prstTxWarp>
              <a:spAutoFit/>
            </a:bodyPr>
            <a:lstStyle/>
            <a:p>
              <a:pPr algn="l">
                <a:lnSpc>
                  <a:spcPct val="102000"/>
                </a:lnSpc>
              </a:pPr>
              <a:r>
                <a:rPr lang="en-US" sz="1800" b="1">
                  <a:solidFill>
                    <a:schemeClr val="tx1"/>
                  </a:solidFill>
                </a:rPr>
                <a:t>I/O system</a:t>
              </a:r>
            </a:p>
          </p:txBody>
        </p:sp>
        <p:sp>
          <p:nvSpPr>
            <p:cNvPr id="12" name="Rectangle 8"/>
            <p:cNvSpPr>
              <a:spLocks noChangeArrowheads="1"/>
            </p:cNvSpPr>
            <p:nvPr/>
          </p:nvSpPr>
          <p:spPr bwMode="auto">
            <a:xfrm>
              <a:off x="3251200" y="5265990"/>
              <a:ext cx="25400" cy="279400"/>
            </a:xfrm>
            <a:prstGeom prst="rect">
              <a:avLst/>
            </a:prstGeom>
            <a:noFill/>
            <a:ln w="76200">
              <a:noFill/>
              <a:miter lim="800000"/>
              <a:headEnd/>
              <a:tailEnd/>
            </a:ln>
          </p:spPr>
          <p:txBody>
            <a:bodyPr wrap="none" anchor="ctr">
              <a:prstTxWarp prst="textNoShape">
                <a:avLst/>
              </a:prstTxWarp>
            </a:bodyPr>
            <a:lstStyle/>
            <a:p>
              <a:endParaRPr lang="en-US"/>
            </a:p>
          </p:txBody>
        </p:sp>
        <p:sp>
          <p:nvSpPr>
            <p:cNvPr id="13" name="Rectangle 9"/>
            <p:cNvSpPr>
              <a:spLocks noChangeArrowheads="1"/>
            </p:cNvSpPr>
            <p:nvPr/>
          </p:nvSpPr>
          <p:spPr bwMode="auto">
            <a:xfrm>
              <a:off x="2705100" y="3848352"/>
              <a:ext cx="1244600" cy="305783"/>
            </a:xfrm>
            <a:prstGeom prst="rect">
              <a:avLst/>
            </a:prstGeom>
            <a:noFill/>
            <a:ln w="12700">
              <a:noFill/>
              <a:miter lim="800000"/>
              <a:headEnd/>
              <a:tailEnd/>
            </a:ln>
          </p:spPr>
          <p:txBody>
            <a:bodyPr wrap="square" lIns="63500" tIns="25400" rIns="63500" bIns="25400">
              <a:prstTxWarp prst="textNoShape">
                <a:avLst/>
              </a:prstTxWarp>
              <a:spAutoFit/>
            </a:bodyPr>
            <a:lstStyle/>
            <a:p>
              <a:pPr algn="l">
                <a:lnSpc>
                  <a:spcPct val="102000"/>
                </a:lnSpc>
              </a:pPr>
              <a:r>
                <a:rPr lang="en-US" sz="1800" b="1">
                  <a:solidFill>
                    <a:schemeClr val="tx1"/>
                  </a:solidFill>
                </a:rPr>
                <a:t>Processor</a:t>
              </a:r>
            </a:p>
          </p:txBody>
        </p:sp>
        <p:sp>
          <p:nvSpPr>
            <p:cNvPr id="14" name="Rectangle 10"/>
            <p:cNvSpPr>
              <a:spLocks noChangeArrowheads="1"/>
            </p:cNvSpPr>
            <p:nvPr/>
          </p:nvSpPr>
          <p:spPr bwMode="auto">
            <a:xfrm>
              <a:off x="2628900" y="3842002"/>
              <a:ext cx="3810000" cy="381000"/>
            </a:xfrm>
            <a:prstGeom prst="rect">
              <a:avLst/>
            </a:prstGeom>
            <a:noFill/>
            <a:ln w="28575">
              <a:solidFill>
                <a:schemeClr val="tx1"/>
              </a:solidFill>
              <a:miter lim="800000"/>
              <a:headEnd/>
              <a:tailEnd/>
            </a:ln>
          </p:spPr>
          <p:txBody>
            <a:bodyPr wrap="none" anchor="ctr">
              <a:prstTxWarp prst="textNoShape">
                <a:avLst/>
              </a:prstTxWarp>
            </a:bodyPr>
            <a:lstStyle/>
            <a:p>
              <a:endParaRPr lang="en-US"/>
            </a:p>
          </p:txBody>
        </p:sp>
        <p:sp>
          <p:nvSpPr>
            <p:cNvPr id="15" name="Line 11"/>
            <p:cNvSpPr>
              <a:spLocks noChangeShapeType="1"/>
            </p:cNvSpPr>
            <p:nvPr/>
          </p:nvSpPr>
          <p:spPr bwMode="auto">
            <a:xfrm>
              <a:off x="4914900" y="3848352"/>
              <a:ext cx="0" cy="371475"/>
            </a:xfrm>
            <a:prstGeom prst="line">
              <a:avLst/>
            </a:prstGeom>
            <a:noFill/>
            <a:ln w="28575">
              <a:solidFill>
                <a:schemeClr val="tx1"/>
              </a:solidFill>
              <a:round/>
              <a:headEnd/>
              <a:tailEnd/>
            </a:ln>
          </p:spPr>
          <p:txBody>
            <a:bodyPr wrap="none" anchor="ctr">
              <a:prstTxWarp prst="textNoShape">
                <a:avLst/>
              </a:prstTxWarp>
            </a:bodyPr>
            <a:lstStyle/>
            <a:p>
              <a:endParaRPr lang="en-US"/>
            </a:p>
          </p:txBody>
        </p:sp>
        <p:sp>
          <p:nvSpPr>
            <p:cNvPr id="16" name="Rectangle 12"/>
            <p:cNvSpPr>
              <a:spLocks noChangeArrowheads="1"/>
            </p:cNvSpPr>
            <p:nvPr/>
          </p:nvSpPr>
          <p:spPr bwMode="auto">
            <a:xfrm>
              <a:off x="3086100" y="2933952"/>
              <a:ext cx="1117600" cy="305783"/>
            </a:xfrm>
            <a:prstGeom prst="rect">
              <a:avLst/>
            </a:prstGeom>
            <a:noFill/>
            <a:ln w="12700">
              <a:noFill/>
              <a:miter lim="800000"/>
              <a:headEnd/>
              <a:tailEnd/>
            </a:ln>
          </p:spPr>
          <p:txBody>
            <a:bodyPr wrap="square" lIns="63500" tIns="25400" rIns="63500" bIns="25400">
              <a:prstTxWarp prst="textNoShape">
                <a:avLst/>
              </a:prstTxWarp>
              <a:spAutoFit/>
            </a:bodyPr>
            <a:lstStyle/>
            <a:p>
              <a:pPr algn="l">
                <a:lnSpc>
                  <a:spcPct val="102000"/>
                </a:lnSpc>
              </a:pPr>
              <a:r>
                <a:rPr lang="en-US" sz="1800" b="1">
                  <a:solidFill>
                    <a:schemeClr val="tx1"/>
                  </a:solidFill>
                </a:rPr>
                <a:t>Compiler</a:t>
              </a:r>
            </a:p>
          </p:txBody>
        </p:sp>
        <p:sp>
          <p:nvSpPr>
            <p:cNvPr id="17" name="Rectangle 13"/>
            <p:cNvSpPr>
              <a:spLocks noChangeArrowheads="1"/>
            </p:cNvSpPr>
            <p:nvPr/>
          </p:nvSpPr>
          <p:spPr bwMode="auto">
            <a:xfrm>
              <a:off x="3086100" y="3314952"/>
              <a:ext cx="1295400" cy="330200"/>
            </a:xfrm>
            <a:prstGeom prst="rect">
              <a:avLst/>
            </a:prstGeom>
            <a:noFill/>
            <a:ln w="28575">
              <a:solidFill>
                <a:schemeClr val="tx1"/>
              </a:solidFill>
              <a:miter lim="800000"/>
              <a:headEnd/>
              <a:tailEnd/>
            </a:ln>
          </p:spPr>
          <p:txBody>
            <a:bodyPr wrap="none" anchor="ctr">
              <a:prstTxWarp prst="textNoShape">
                <a:avLst/>
              </a:prstTxWarp>
            </a:bodyPr>
            <a:lstStyle/>
            <a:p>
              <a:endParaRPr lang="en-US"/>
            </a:p>
          </p:txBody>
        </p:sp>
        <p:sp>
          <p:nvSpPr>
            <p:cNvPr id="18" name="Rectangle 14"/>
            <p:cNvSpPr>
              <a:spLocks noChangeArrowheads="1"/>
            </p:cNvSpPr>
            <p:nvPr/>
          </p:nvSpPr>
          <p:spPr bwMode="auto">
            <a:xfrm>
              <a:off x="4610100" y="2629153"/>
              <a:ext cx="1206500" cy="305783"/>
            </a:xfrm>
            <a:prstGeom prst="rect">
              <a:avLst/>
            </a:prstGeom>
            <a:noFill/>
            <a:ln w="12700">
              <a:noFill/>
              <a:miter lim="800000"/>
              <a:headEnd/>
              <a:tailEnd/>
            </a:ln>
          </p:spPr>
          <p:txBody>
            <a:bodyPr wrap="square" lIns="63500" tIns="25400" rIns="63500" bIns="25400">
              <a:prstTxWarp prst="textNoShape">
                <a:avLst/>
              </a:prstTxWarp>
              <a:spAutoFit/>
            </a:bodyPr>
            <a:lstStyle/>
            <a:p>
              <a:pPr algn="l">
                <a:lnSpc>
                  <a:spcPct val="102000"/>
                </a:lnSpc>
              </a:pPr>
              <a:r>
                <a:rPr lang="en-US" sz="1800" b="1">
                  <a:solidFill>
                    <a:schemeClr val="tx1"/>
                  </a:solidFill>
                </a:rPr>
                <a:t>Operating</a:t>
              </a:r>
            </a:p>
          </p:txBody>
        </p:sp>
        <p:sp>
          <p:nvSpPr>
            <p:cNvPr id="19" name="Rectangle 15"/>
            <p:cNvSpPr>
              <a:spLocks noChangeArrowheads="1"/>
            </p:cNvSpPr>
            <p:nvPr/>
          </p:nvSpPr>
          <p:spPr bwMode="auto">
            <a:xfrm>
              <a:off x="4622800" y="2933952"/>
              <a:ext cx="1270000" cy="565299"/>
            </a:xfrm>
            <a:prstGeom prst="rect">
              <a:avLst/>
            </a:prstGeom>
            <a:noFill/>
            <a:ln w="12700">
              <a:noFill/>
              <a:miter lim="800000"/>
              <a:headEnd/>
              <a:tailEnd/>
            </a:ln>
          </p:spPr>
          <p:txBody>
            <a:bodyPr wrap="square" lIns="63500" tIns="25400" rIns="63500" bIns="25400">
              <a:prstTxWarp prst="textNoShape">
                <a:avLst/>
              </a:prstTxWarp>
              <a:spAutoFit/>
            </a:bodyPr>
            <a:lstStyle/>
            <a:p>
              <a:pPr>
                <a:lnSpc>
                  <a:spcPct val="102000"/>
                </a:lnSpc>
              </a:pPr>
              <a:r>
                <a:rPr lang="en-US" sz="1800" b="1">
                  <a:solidFill>
                    <a:schemeClr val="tx1"/>
                  </a:solidFill>
                </a:rPr>
                <a:t>System</a:t>
              </a:r>
            </a:p>
            <a:p>
              <a:pPr>
                <a:lnSpc>
                  <a:spcPct val="102000"/>
                </a:lnSpc>
              </a:pPr>
              <a:r>
                <a:rPr lang="en-US" sz="1800" b="1">
                  <a:solidFill>
                    <a:schemeClr val="tx1"/>
                  </a:solidFill>
                </a:rPr>
                <a:t>(Mac OSX)</a:t>
              </a:r>
            </a:p>
          </p:txBody>
        </p:sp>
        <p:sp>
          <p:nvSpPr>
            <p:cNvPr id="20" name="Line 16"/>
            <p:cNvSpPr>
              <a:spLocks noChangeShapeType="1"/>
            </p:cNvSpPr>
            <p:nvPr/>
          </p:nvSpPr>
          <p:spPr bwMode="auto">
            <a:xfrm flipV="1">
              <a:off x="3848100" y="2629152"/>
              <a:ext cx="0" cy="355600"/>
            </a:xfrm>
            <a:prstGeom prst="line">
              <a:avLst/>
            </a:prstGeom>
            <a:noFill/>
            <a:ln w="28575">
              <a:solidFill>
                <a:schemeClr val="tx1"/>
              </a:solidFill>
              <a:round/>
              <a:headEnd/>
              <a:tailEnd/>
            </a:ln>
          </p:spPr>
          <p:txBody>
            <a:bodyPr wrap="none" anchor="ctr">
              <a:prstTxWarp prst="textNoShape">
                <a:avLst/>
              </a:prstTxWarp>
            </a:bodyPr>
            <a:lstStyle/>
            <a:p>
              <a:endParaRPr lang="en-US"/>
            </a:p>
          </p:txBody>
        </p:sp>
        <p:sp>
          <p:nvSpPr>
            <p:cNvPr id="21" name="Line 17"/>
            <p:cNvSpPr>
              <a:spLocks noChangeShapeType="1"/>
            </p:cNvSpPr>
            <p:nvPr/>
          </p:nvSpPr>
          <p:spPr bwMode="auto">
            <a:xfrm>
              <a:off x="3854450" y="2629152"/>
              <a:ext cx="2203450" cy="0"/>
            </a:xfrm>
            <a:prstGeom prst="line">
              <a:avLst/>
            </a:prstGeom>
            <a:noFill/>
            <a:ln w="28575">
              <a:solidFill>
                <a:schemeClr val="tx1"/>
              </a:solidFill>
              <a:round/>
              <a:headEnd/>
              <a:tailEnd/>
            </a:ln>
          </p:spPr>
          <p:txBody>
            <a:bodyPr wrap="none" anchor="ctr">
              <a:prstTxWarp prst="textNoShape">
                <a:avLst/>
              </a:prstTxWarp>
            </a:bodyPr>
            <a:lstStyle/>
            <a:p>
              <a:endParaRPr lang="en-US"/>
            </a:p>
          </p:txBody>
        </p:sp>
        <p:sp>
          <p:nvSpPr>
            <p:cNvPr id="22" name="Line 18"/>
            <p:cNvSpPr>
              <a:spLocks noChangeShapeType="1"/>
            </p:cNvSpPr>
            <p:nvPr/>
          </p:nvSpPr>
          <p:spPr bwMode="auto">
            <a:xfrm>
              <a:off x="6057900" y="2629152"/>
              <a:ext cx="0" cy="1054100"/>
            </a:xfrm>
            <a:prstGeom prst="line">
              <a:avLst/>
            </a:prstGeom>
            <a:noFill/>
            <a:ln w="28575">
              <a:solidFill>
                <a:schemeClr val="tx1"/>
              </a:solidFill>
              <a:round/>
              <a:headEnd/>
              <a:tailEnd/>
            </a:ln>
          </p:spPr>
          <p:txBody>
            <a:bodyPr wrap="none" anchor="ctr">
              <a:prstTxWarp prst="textNoShape">
                <a:avLst/>
              </a:prstTxWarp>
            </a:bodyPr>
            <a:lstStyle/>
            <a:p>
              <a:endParaRPr lang="en-US"/>
            </a:p>
          </p:txBody>
        </p:sp>
        <p:sp>
          <p:nvSpPr>
            <p:cNvPr id="23" name="Rectangle 19"/>
            <p:cNvSpPr>
              <a:spLocks noChangeArrowheads="1"/>
            </p:cNvSpPr>
            <p:nvPr/>
          </p:nvSpPr>
          <p:spPr bwMode="auto">
            <a:xfrm>
              <a:off x="3009900" y="2273552"/>
              <a:ext cx="2870200" cy="305783"/>
            </a:xfrm>
            <a:prstGeom prst="rect">
              <a:avLst/>
            </a:prstGeom>
            <a:noFill/>
            <a:ln w="12700">
              <a:noFill/>
              <a:miter lim="800000"/>
              <a:headEnd/>
              <a:tailEnd/>
            </a:ln>
          </p:spPr>
          <p:txBody>
            <a:bodyPr wrap="square" lIns="63500" tIns="25400" rIns="63500" bIns="25400">
              <a:prstTxWarp prst="textNoShape">
                <a:avLst/>
              </a:prstTxWarp>
              <a:spAutoFit/>
            </a:bodyPr>
            <a:lstStyle/>
            <a:p>
              <a:pPr algn="l">
                <a:lnSpc>
                  <a:spcPct val="102000"/>
                </a:lnSpc>
              </a:pPr>
              <a:r>
                <a:rPr lang="en-US" sz="1800" b="1">
                  <a:solidFill>
                    <a:schemeClr val="tx1"/>
                  </a:solidFill>
                </a:rPr>
                <a:t>Application (ex: browser)</a:t>
              </a:r>
            </a:p>
          </p:txBody>
        </p:sp>
        <p:sp>
          <p:nvSpPr>
            <p:cNvPr id="24" name="Line 20"/>
            <p:cNvSpPr>
              <a:spLocks noChangeShapeType="1"/>
            </p:cNvSpPr>
            <p:nvPr/>
          </p:nvSpPr>
          <p:spPr bwMode="auto">
            <a:xfrm flipV="1">
              <a:off x="2781300" y="2171952"/>
              <a:ext cx="0" cy="1447800"/>
            </a:xfrm>
            <a:prstGeom prst="line">
              <a:avLst/>
            </a:prstGeom>
            <a:noFill/>
            <a:ln w="28575">
              <a:solidFill>
                <a:schemeClr val="tx1"/>
              </a:solidFill>
              <a:round/>
              <a:headEnd/>
              <a:tailEnd/>
            </a:ln>
          </p:spPr>
          <p:txBody>
            <a:bodyPr wrap="none" anchor="ctr">
              <a:prstTxWarp prst="textNoShape">
                <a:avLst/>
              </a:prstTxWarp>
            </a:bodyPr>
            <a:lstStyle/>
            <a:p>
              <a:endParaRPr lang="en-US"/>
            </a:p>
          </p:txBody>
        </p:sp>
        <p:sp>
          <p:nvSpPr>
            <p:cNvPr id="25" name="Line 21"/>
            <p:cNvSpPr>
              <a:spLocks noChangeShapeType="1"/>
            </p:cNvSpPr>
            <p:nvPr/>
          </p:nvSpPr>
          <p:spPr bwMode="auto">
            <a:xfrm>
              <a:off x="5905500" y="2178302"/>
              <a:ext cx="0" cy="444500"/>
            </a:xfrm>
            <a:prstGeom prst="line">
              <a:avLst/>
            </a:prstGeom>
            <a:noFill/>
            <a:ln w="28575">
              <a:solidFill>
                <a:schemeClr val="tx1"/>
              </a:solidFill>
              <a:round/>
              <a:headEnd/>
              <a:tailEnd/>
            </a:ln>
          </p:spPr>
          <p:txBody>
            <a:bodyPr wrap="none" anchor="ctr">
              <a:prstTxWarp prst="textNoShape">
                <a:avLst/>
              </a:prstTxWarp>
            </a:bodyPr>
            <a:lstStyle/>
            <a:p>
              <a:endParaRPr lang="en-US"/>
            </a:p>
          </p:txBody>
        </p:sp>
        <p:sp>
          <p:nvSpPr>
            <p:cNvPr id="26" name="Rectangle 22"/>
            <p:cNvSpPr>
              <a:spLocks noChangeArrowheads="1"/>
            </p:cNvSpPr>
            <p:nvPr/>
          </p:nvSpPr>
          <p:spPr bwMode="auto">
            <a:xfrm>
              <a:off x="3540125" y="4669090"/>
              <a:ext cx="1651000" cy="305783"/>
            </a:xfrm>
            <a:prstGeom prst="rect">
              <a:avLst/>
            </a:prstGeom>
            <a:noFill/>
            <a:ln w="50800">
              <a:noFill/>
              <a:miter lim="800000"/>
              <a:headEnd/>
              <a:tailEnd/>
            </a:ln>
          </p:spPr>
          <p:txBody>
            <a:bodyPr wrap="square" lIns="63500" tIns="25400" rIns="63500" bIns="25400">
              <a:prstTxWarp prst="textNoShape">
                <a:avLst/>
              </a:prstTxWarp>
              <a:spAutoFit/>
            </a:bodyPr>
            <a:lstStyle/>
            <a:p>
              <a:pPr algn="l">
                <a:lnSpc>
                  <a:spcPct val="102000"/>
                </a:lnSpc>
              </a:pPr>
              <a:r>
                <a:rPr lang="en-US" sz="1800" b="1">
                  <a:solidFill>
                    <a:schemeClr val="tx1"/>
                  </a:solidFill>
                </a:rPr>
                <a:t>Digital Design</a:t>
              </a:r>
            </a:p>
          </p:txBody>
        </p:sp>
        <p:sp>
          <p:nvSpPr>
            <p:cNvPr id="27" name="Rectangle 23"/>
            <p:cNvSpPr>
              <a:spLocks noChangeArrowheads="1"/>
            </p:cNvSpPr>
            <p:nvPr/>
          </p:nvSpPr>
          <p:spPr bwMode="auto">
            <a:xfrm>
              <a:off x="3076575" y="4672265"/>
              <a:ext cx="2654300" cy="342900"/>
            </a:xfrm>
            <a:prstGeom prst="rect">
              <a:avLst/>
            </a:prstGeom>
            <a:noFill/>
            <a:ln w="28575">
              <a:solidFill>
                <a:schemeClr val="tx1"/>
              </a:solidFill>
              <a:miter lim="800000"/>
              <a:headEnd/>
              <a:tailEnd/>
            </a:ln>
          </p:spPr>
          <p:txBody>
            <a:bodyPr wrap="none" anchor="ctr">
              <a:prstTxWarp prst="textNoShape">
                <a:avLst/>
              </a:prstTxWarp>
            </a:bodyPr>
            <a:lstStyle/>
            <a:p>
              <a:endParaRPr lang="en-US"/>
            </a:p>
          </p:txBody>
        </p:sp>
        <p:sp>
          <p:nvSpPr>
            <p:cNvPr id="28" name="Rectangle 24"/>
            <p:cNvSpPr>
              <a:spLocks noChangeArrowheads="1"/>
            </p:cNvSpPr>
            <p:nvPr/>
          </p:nvSpPr>
          <p:spPr bwMode="auto">
            <a:xfrm>
              <a:off x="3527425" y="4996115"/>
              <a:ext cx="1676400" cy="305783"/>
            </a:xfrm>
            <a:prstGeom prst="rect">
              <a:avLst/>
            </a:prstGeom>
            <a:noFill/>
            <a:ln w="50800">
              <a:noFill/>
              <a:miter lim="800000"/>
              <a:headEnd/>
              <a:tailEnd/>
            </a:ln>
          </p:spPr>
          <p:txBody>
            <a:bodyPr wrap="square" lIns="63500" tIns="25400" rIns="63500" bIns="25400">
              <a:prstTxWarp prst="textNoShape">
                <a:avLst/>
              </a:prstTxWarp>
              <a:spAutoFit/>
            </a:bodyPr>
            <a:lstStyle/>
            <a:p>
              <a:pPr algn="l">
                <a:lnSpc>
                  <a:spcPct val="102000"/>
                </a:lnSpc>
              </a:pPr>
              <a:r>
                <a:rPr lang="en-US" sz="1800" b="1" dirty="0">
                  <a:solidFill>
                    <a:schemeClr val="tx1"/>
                  </a:solidFill>
                </a:rPr>
                <a:t>Circuit Design</a:t>
              </a:r>
            </a:p>
          </p:txBody>
        </p:sp>
        <p:sp>
          <p:nvSpPr>
            <p:cNvPr id="29" name="Rectangle 25"/>
            <p:cNvSpPr>
              <a:spLocks noChangeArrowheads="1"/>
            </p:cNvSpPr>
            <p:nvPr/>
          </p:nvSpPr>
          <p:spPr bwMode="auto">
            <a:xfrm>
              <a:off x="3248025" y="5021515"/>
              <a:ext cx="2247900" cy="304800"/>
            </a:xfrm>
            <a:prstGeom prst="rect">
              <a:avLst/>
            </a:prstGeom>
            <a:noFill/>
            <a:ln w="28575">
              <a:solidFill>
                <a:schemeClr val="tx1"/>
              </a:solidFill>
              <a:miter lim="800000"/>
              <a:headEnd/>
              <a:tailEnd/>
            </a:ln>
          </p:spPr>
          <p:txBody>
            <a:bodyPr wrap="none" anchor="ctr">
              <a:prstTxWarp prst="textNoShape">
                <a:avLst/>
              </a:prstTxWarp>
            </a:bodyPr>
            <a:lstStyle/>
            <a:p>
              <a:endParaRPr lang="en-US"/>
            </a:p>
          </p:txBody>
        </p:sp>
        <p:sp>
          <p:nvSpPr>
            <p:cNvPr id="30" name="Rectangle 26" descr="50%"/>
            <p:cNvSpPr>
              <a:spLocks noChangeArrowheads="1"/>
            </p:cNvSpPr>
            <p:nvPr/>
          </p:nvSpPr>
          <p:spPr bwMode="auto">
            <a:xfrm>
              <a:off x="1181100" y="3619752"/>
              <a:ext cx="5670550" cy="225425"/>
            </a:xfrm>
            <a:prstGeom prst="rect">
              <a:avLst/>
            </a:prstGeom>
            <a:pattFill prst="pct50">
              <a:fgClr>
                <a:schemeClr val="accent1"/>
              </a:fgClr>
              <a:bgClr>
                <a:schemeClr val="bg1"/>
              </a:bgClr>
            </a:pattFill>
            <a:ln w="12700">
              <a:solidFill>
                <a:schemeClr val="tx1"/>
              </a:solidFill>
              <a:miter lim="800000"/>
              <a:headEnd/>
              <a:tailEnd/>
            </a:ln>
          </p:spPr>
          <p:txBody>
            <a:bodyPr wrap="none" anchor="ctr">
              <a:prstTxWarp prst="textNoShape">
                <a:avLst/>
              </a:prstTxWarp>
            </a:bodyPr>
            <a:lstStyle/>
            <a:p>
              <a:endParaRPr lang="en-US"/>
            </a:p>
          </p:txBody>
        </p:sp>
        <p:sp>
          <p:nvSpPr>
            <p:cNvPr id="31" name="Rectangle 27"/>
            <p:cNvSpPr>
              <a:spLocks noChangeArrowheads="1"/>
            </p:cNvSpPr>
            <p:nvPr/>
          </p:nvSpPr>
          <p:spPr bwMode="auto">
            <a:xfrm>
              <a:off x="6845300" y="3619752"/>
              <a:ext cx="1727200" cy="486002"/>
            </a:xfrm>
            <a:prstGeom prst="rect">
              <a:avLst/>
            </a:prstGeom>
            <a:noFill/>
            <a:ln w="12700">
              <a:noFill/>
              <a:miter lim="800000"/>
              <a:headEnd/>
              <a:tailEnd/>
            </a:ln>
          </p:spPr>
          <p:txBody>
            <a:bodyPr wrap="square" lIns="63500" tIns="25400" rIns="63500" bIns="25400">
              <a:prstTxWarp prst="textNoShape">
                <a:avLst/>
              </a:prstTxWarp>
              <a:spAutoFit/>
            </a:bodyPr>
            <a:lstStyle/>
            <a:p>
              <a:pPr algn="l">
                <a:lnSpc>
                  <a:spcPct val="85000"/>
                </a:lnSpc>
              </a:pPr>
              <a:r>
                <a:rPr lang="en-US" sz="1800" b="1">
                  <a:solidFill>
                    <a:schemeClr val="tx1"/>
                  </a:solidFill>
                </a:rPr>
                <a:t>Instruction Set</a:t>
              </a:r>
            </a:p>
            <a:p>
              <a:pPr algn="l">
                <a:lnSpc>
                  <a:spcPct val="85000"/>
                </a:lnSpc>
              </a:pPr>
              <a:r>
                <a:rPr lang="en-US" sz="1800" b="1">
                  <a:solidFill>
                    <a:schemeClr val="tx1"/>
                  </a:solidFill>
                </a:rPr>
                <a:t> Architecture</a:t>
              </a:r>
            </a:p>
          </p:txBody>
        </p:sp>
        <p:sp>
          <p:nvSpPr>
            <p:cNvPr id="32" name="Line 28"/>
            <p:cNvSpPr>
              <a:spLocks noChangeShapeType="1"/>
            </p:cNvSpPr>
            <p:nvPr/>
          </p:nvSpPr>
          <p:spPr bwMode="auto">
            <a:xfrm>
              <a:off x="2787650" y="2171952"/>
              <a:ext cx="3117850" cy="0"/>
            </a:xfrm>
            <a:prstGeom prst="line">
              <a:avLst/>
            </a:prstGeom>
            <a:noFill/>
            <a:ln w="28575">
              <a:solidFill>
                <a:schemeClr val="tx1"/>
              </a:solidFill>
              <a:round/>
              <a:headEnd/>
              <a:tailEnd/>
            </a:ln>
          </p:spPr>
          <p:txBody>
            <a:bodyPr wrap="none" anchor="ctr">
              <a:prstTxWarp prst="textNoShape">
                <a:avLst/>
              </a:prstTxWarp>
            </a:bodyPr>
            <a:lstStyle/>
            <a:p>
              <a:endParaRPr lang="en-US"/>
            </a:p>
          </p:txBody>
        </p:sp>
        <p:sp>
          <p:nvSpPr>
            <p:cNvPr id="33" name="Rectangle 29"/>
            <p:cNvSpPr>
              <a:spLocks noChangeArrowheads="1"/>
            </p:cNvSpPr>
            <p:nvPr/>
          </p:nvSpPr>
          <p:spPr bwMode="auto">
            <a:xfrm>
              <a:off x="3224213" y="4273802"/>
              <a:ext cx="2327275" cy="336880"/>
            </a:xfrm>
            <a:prstGeom prst="rect">
              <a:avLst/>
            </a:prstGeom>
            <a:noFill/>
            <a:ln w="12700">
              <a:noFill/>
              <a:miter lim="800000"/>
              <a:headEnd/>
              <a:tailEnd/>
            </a:ln>
          </p:spPr>
          <p:txBody>
            <a:bodyPr wrap="square" lIns="90487" tIns="44450" rIns="90487" bIns="44450">
              <a:prstTxWarp prst="textNoShape">
                <a:avLst/>
              </a:prstTxWarp>
              <a:spAutoFit/>
            </a:bodyPr>
            <a:lstStyle/>
            <a:p>
              <a:pPr algn="l"/>
              <a:r>
                <a:rPr lang="en-US" sz="1800" b="1">
                  <a:solidFill>
                    <a:schemeClr val="tx1"/>
                  </a:solidFill>
                </a:rPr>
                <a:t>Datapath &amp; Control </a:t>
              </a:r>
            </a:p>
          </p:txBody>
        </p:sp>
        <p:sp>
          <p:nvSpPr>
            <p:cNvPr id="34" name="Rectangle 30"/>
            <p:cNvSpPr>
              <a:spLocks noChangeArrowheads="1"/>
            </p:cNvSpPr>
            <p:nvPr/>
          </p:nvSpPr>
          <p:spPr bwMode="auto">
            <a:xfrm>
              <a:off x="2940050" y="4226177"/>
              <a:ext cx="2882900" cy="444500"/>
            </a:xfrm>
            <a:prstGeom prst="rect">
              <a:avLst/>
            </a:prstGeom>
            <a:noFill/>
            <a:ln w="28575">
              <a:solidFill>
                <a:schemeClr val="tx1"/>
              </a:solidFill>
              <a:miter lim="800000"/>
              <a:headEnd/>
              <a:tailEnd/>
            </a:ln>
          </p:spPr>
          <p:txBody>
            <a:bodyPr wrap="none" anchor="ctr">
              <a:prstTxWarp prst="textNoShape">
                <a:avLst/>
              </a:prstTxWarp>
            </a:bodyPr>
            <a:lstStyle/>
            <a:p>
              <a:endParaRPr lang="en-US"/>
            </a:p>
          </p:txBody>
        </p:sp>
        <p:sp>
          <p:nvSpPr>
            <p:cNvPr id="35" name="Rectangle 31"/>
            <p:cNvSpPr>
              <a:spLocks noChangeArrowheads="1"/>
            </p:cNvSpPr>
            <p:nvPr/>
          </p:nvSpPr>
          <p:spPr bwMode="auto">
            <a:xfrm>
              <a:off x="3695700" y="5297740"/>
              <a:ext cx="1295400" cy="308610"/>
            </a:xfrm>
            <a:prstGeom prst="rect">
              <a:avLst/>
            </a:prstGeom>
            <a:noFill/>
            <a:ln w="12700">
              <a:noFill/>
              <a:miter lim="800000"/>
              <a:headEnd/>
              <a:tailEnd/>
            </a:ln>
          </p:spPr>
          <p:txBody>
            <a:bodyPr wrap="square" lIns="90487" tIns="44450" rIns="90487" bIns="44450">
              <a:prstTxWarp prst="textNoShape">
                <a:avLst/>
              </a:prstTxWarp>
              <a:spAutoFit/>
            </a:bodyPr>
            <a:lstStyle/>
            <a:p>
              <a:r>
                <a:rPr lang="en-US" sz="1600" b="1">
                  <a:solidFill>
                    <a:schemeClr val="tx1"/>
                  </a:solidFill>
                </a:rPr>
                <a:t>transistors</a:t>
              </a:r>
            </a:p>
          </p:txBody>
        </p:sp>
        <p:sp>
          <p:nvSpPr>
            <p:cNvPr id="36" name="Rectangle 32"/>
            <p:cNvSpPr>
              <a:spLocks noChangeArrowheads="1"/>
            </p:cNvSpPr>
            <p:nvPr/>
          </p:nvSpPr>
          <p:spPr bwMode="auto">
            <a:xfrm>
              <a:off x="3330575" y="5332665"/>
              <a:ext cx="2044700" cy="298450"/>
            </a:xfrm>
            <a:prstGeom prst="rect">
              <a:avLst/>
            </a:prstGeom>
            <a:noFill/>
            <a:ln w="28575">
              <a:solidFill>
                <a:schemeClr val="tx1"/>
              </a:solidFill>
              <a:miter lim="800000"/>
              <a:headEnd/>
              <a:tailEnd/>
            </a:ln>
          </p:spPr>
          <p:txBody>
            <a:bodyPr wrap="none" anchor="ctr">
              <a:prstTxWarp prst="textNoShape">
                <a:avLst/>
              </a:prstTxWarp>
            </a:bodyPr>
            <a:lstStyle/>
            <a:p>
              <a:endParaRPr lang="en-US"/>
            </a:p>
          </p:txBody>
        </p:sp>
        <p:sp>
          <p:nvSpPr>
            <p:cNvPr id="37" name="Line 33"/>
            <p:cNvSpPr>
              <a:spLocks noChangeShapeType="1"/>
            </p:cNvSpPr>
            <p:nvPr/>
          </p:nvSpPr>
          <p:spPr bwMode="auto">
            <a:xfrm>
              <a:off x="3924300" y="3848352"/>
              <a:ext cx="0" cy="381000"/>
            </a:xfrm>
            <a:prstGeom prst="line">
              <a:avLst/>
            </a:prstGeom>
            <a:noFill/>
            <a:ln w="28575">
              <a:solidFill>
                <a:schemeClr val="tx1"/>
              </a:solidFill>
              <a:round/>
              <a:headEnd/>
              <a:tailEnd/>
            </a:ln>
          </p:spPr>
          <p:txBody>
            <a:bodyPr wrap="none" anchor="ctr">
              <a:prstTxWarp prst="textNoShape">
                <a:avLst/>
              </a:prstTxWarp>
            </a:bodyPr>
            <a:lstStyle/>
            <a:p>
              <a:endParaRPr lang="en-US"/>
            </a:p>
          </p:txBody>
        </p:sp>
        <p:sp>
          <p:nvSpPr>
            <p:cNvPr id="38" name="Rectangle 34"/>
            <p:cNvSpPr>
              <a:spLocks noChangeArrowheads="1"/>
            </p:cNvSpPr>
            <p:nvPr/>
          </p:nvSpPr>
          <p:spPr bwMode="auto">
            <a:xfrm>
              <a:off x="3911600" y="3848352"/>
              <a:ext cx="1003300" cy="305783"/>
            </a:xfrm>
            <a:prstGeom prst="rect">
              <a:avLst/>
            </a:prstGeom>
            <a:noFill/>
            <a:ln w="12700">
              <a:noFill/>
              <a:miter lim="800000"/>
              <a:headEnd/>
              <a:tailEnd/>
            </a:ln>
          </p:spPr>
          <p:txBody>
            <a:bodyPr wrap="square" lIns="63500" tIns="25400" rIns="63500" bIns="25400">
              <a:prstTxWarp prst="textNoShape">
                <a:avLst/>
              </a:prstTxWarp>
              <a:spAutoFit/>
            </a:bodyPr>
            <a:lstStyle/>
            <a:p>
              <a:pPr algn="l">
                <a:lnSpc>
                  <a:spcPct val="102000"/>
                </a:lnSpc>
              </a:pPr>
              <a:r>
                <a:rPr lang="en-US" sz="1800" b="1">
                  <a:solidFill>
                    <a:schemeClr val="tx1"/>
                  </a:solidFill>
                </a:rPr>
                <a:t>Memory</a:t>
              </a:r>
            </a:p>
          </p:txBody>
        </p:sp>
        <p:sp>
          <p:nvSpPr>
            <p:cNvPr id="39" name="Text Box 35"/>
            <p:cNvSpPr txBox="1">
              <a:spLocks noChangeArrowheads="1"/>
            </p:cNvSpPr>
            <p:nvPr/>
          </p:nvSpPr>
          <p:spPr bwMode="auto">
            <a:xfrm>
              <a:off x="1104900" y="3772153"/>
              <a:ext cx="1341438" cy="367505"/>
            </a:xfrm>
            <a:prstGeom prst="rect">
              <a:avLst/>
            </a:prstGeom>
            <a:noFill/>
            <a:ln w="12700">
              <a:noFill/>
              <a:miter lim="800000"/>
              <a:headEnd/>
              <a:tailEnd/>
            </a:ln>
          </p:spPr>
          <p:txBody>
            <a:bodyPr wrap="square">
              <a:prstTxWarp prst="textNoShape">
                <a:avLst/>
              </a:prstTxWarp>
              <a:spAutoFit/>
            </a:bodyPr>
            <a:lstStyle/>
            <a:p>
              <a:pPr algn="l"/>
              <a:r>
                <a:rPr lang="en-US" sz="2000" b="1"/>
                <a:t>Hardware</a:t>
              </a:r>
            </a:p>
          </p:txBody>
        </p:sp>
        <p:sp>
          <p:nvSpPr>
            <p:cNvPr id="40" name="Text Box 36"/>
            <p:cNvSpPr txBox="1">
              <a:spLocks noChangeArrowheads="1"/>
            </p:cNvSpPr>
            <p:nvPr/>
          </p:nvSpPr>
          <p:spPr bwMode="auto">
            <a:xfrm>
              <a:off x="1104900" y="3238752"/>
              <a:ext cx="1257300" cy="367505"/>
            </a:xfrm>
            <a:prstGeom prst="rect">
              <a:avLst/>
            </a:prstGeom>
            <a:noFill/>
            <a:ln w="12700">
              <a:noFill/>
              <a:miter lim="800000"/>
              <a:headEnd/>
              <a:tailEnd/>
            </a:ln>
          </p:spPr>
          <p:txBody>
            <a:bodyPr wrap="square">
              <a:prstTxWarp prst="textNoShape">
                <a:avLst/>
              </a:prstTxWarp>
              <a:spAutoFit/>
            </a:bodyPr>
            <a:lstStyle/>
            <a:p>
              <a:pPr algn="l"/>
              <a:r>
                <a:rPr lang="en-US" sz="2000" b="1"/>
                <a:t>Software</a:t>
              </a:r>
            </a:p>
          </p:txBody>
        </p:sp>
        <p:sp>
          <p:nvSpPr>
            <p:cNvPr id="41" name="Line 37"/>
            <p:cNvSpPr>
              <a:spLocks noChangeShapeType="1"/>
            </p:cNvSpPr>
            <p:nvPr/>
          </p:nvSpPr>
          <p:spPr bwMode="auto">
            <a:xfrm flipV="1">
              <a:off x="2476500" y="2629152"/>
              <a:ext cx="0" cy="990600"/>
            </a:xfrm>
            <a:prstGeom prst="line">
              <a:avLst/>
            </a:prstGeom>
            <a:noFill/>
            <a:ln w="38100">
              <a:solidFill>
                <a:schemeClr val="tx1"/>
              </a:solidFill>
              <a:round/>
              <a:headEnd/>
              <a:tailEnd type="triangle" w="med" len="med"/>
            </a:ln>
          </p:spPr>
          <p:txBody>
            <a:bodyPr wrap="none" anchor="ctr">
              <a:prstTxWarp prst="textNoShape">
                <a:avLst/>
              </a:prstTxWarp>
            </a:bodyPr>
            <a:lstStyle/>
            <a:p>
              <a:endParaRPr lang="en-US"/>
            </a:p>
          </p:txBody>
        </p:sp>
        <p:sp>
          <p:nvSpPr>
            <p:cNvPr id="42" name="Line 38"/>
            <p:cNvSpPr>
              <a:spLocks noChangeShapeType="1"/>
            </p:cNvSpPr>
            <p:nvPr/>
          </p:nvSpPr>
          <p:spPr bwMode="auto">
            <a:xfrm>
              <a:off x="2476500" y="3843590"/>
              <a:ext cx="0" cy="1066800"/>
            </a:xfrm>
            <a:prstGeom prst="line">
              <a:avLst/>
            </a:prstGeom>
            <a:noFill/>
            <a:ln w="38100">
              <a:solidFill>
                <a:schemeClr val="tx1"/>
              </a:solidFill>
              <a:round/>
              <a:headEnd/>
              <a:tailEnd type="triangle" w="med" len="med"/>
            </a:ln>
          </p:spPr>
          <p:txBody>
            <a:bodyPr wrap="none" anchor="ctr">
              <a:prstTxWarp prst="textNoShape">
                <a:avLst/>
              </a:prstTxWarp>
            </a:bodyPr>
            <a:lstStyle/>
            <a:p>
              <a:endParaRPr lang="en-US"/>
            </a:p>
          </p:txBody>
        </p:sp>
        <p:sp>
          <p:nvSpPr>
            <p:cNvPr id="43" name="Rectangle 39"/>
            <p:cNvSpPr>
              <a:spLocks noChangeArrowheads="1"/>
            </p:cNvSpPr>
            <p:nvPr/>
          </p:nvSpPr>
          <p:spPr bwMode="auto">
            <a:xfrm>
              <a:off x="3098800" y="2984752"/>
              <a:ext cx="1143000" cy="330200"/>
            </a:xfrm>
            <a:prstGeom prst="rect">
              <a:avLst/>
            </a:prstGeom>
            <a:noFill/>
            <a:ln w="28575">
              <a:solidFill>
                <a:schemeClr val="tx1"/>
              </a:solidFill>
              <a:miter lim="800000"/>
              <a:headEnd/>
              <a:tailEnd/>
            </a:ln>
          </p:spPr>
          <p:txBody>
            <a:bodyPr wrap="none" anchor="ctr">
              <a:prstTxWarp prst="textNoShape">
                <a:avLst/>
              </a:prstTxWarp>
            </a:bodyPr>
            <a:lstStyle/>
            <a:p>
              <a:endParaRPr lang="en-US"/>
            </a:p>
          </p:txBody>
        </p:sp>
        <p:sp>
          <p:nvSpPr>
            <p:cNvPr id="44" name="Rectangle 40"/>
            <p:cNvSpPr>
              <a:spLocks noChangeArrowheads="1"/>
            </p:cNvSpPr>
            <p:nvPr/>
          </p:nvSpPr>
          <p:spPr bwMode="auto">
            <a:xfrm>
              <a:off x="3086100" y="3314952"/>
              <a:ext cx="1371600" cy="305783"/>
            </a:xfrm>
            <a:prstGeom prst="rect">
              <a:avLst/>
            </a:prstGeom>
            <a:noFill/>
            <a:ln w="12700">
              <a:noFill/>
              <a:miter lim="800000"/>
              <a:headEnd/>
              <a:tailEnd/>
            </a:ln>
          </p:spPr>
          <p:txBody>
            <a:bodyPr wrap="square" lIns="63500" tIns="25400" rIns="63500" bIns="25400">
              <a:prstTxWarp prst="textNoShape">
                <a:avLst/>
              </a:prstTxWarp>
              <a:spAutoFit/>
            </a:bodyPr>
            <a:lstStyle/>
            <a:p>
              <a:pPr algn="l">
                <a:lnSpc>
                  <a:spcPct val="102000"/>
                </a:lnSpc>
              </a:pPr>
              <a:r>
                <a:rPr lang="en-US" sz="1800" b="1">
                  <a:solidFill>
                    <a:schemeClr val="tx1"/>
                  </a:solidFill>
                </a:rPr>
                <a:t>Assembler</a:t>
              </a:r>
            </a:p>
          </p:txBody>
        </p:sp>
      </p:grpSp>
    </p:spTree>
    <p:extLst>
      <p:ext uri="{BB962C8B-B14F-4D97-AF65-F5344CB8AC3E}">
        <p14:creationId xmlns:p14="http://schemas.microsoft.com/office/powerpoint/2010/main" val="2268303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7D1EB67-6C63-42DC-B777-339142E8246B}"/>
              </a:ext>
            </a:extLst>
          </p:cNvPr>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a:extLst>
              <a:ext uri="{FF2B5EF4-FFF2-40B4-BE49-F238E27FC236}">
                <a16:creationId xmlns:a16="http://schemas.microsoft.com/office/drawing/2014/main" id="{13270EBC-BA1E-4490-98C0-1CF9DFF282EE}"/>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C6216CA0-2322-46AD-A061-5473A52CA9F2}"/>
              </a:ext>
            </a:extLst>
          </p:cNvPr>
          <p:cNvSpPr>
            <a:spLocks noGrp="1"/>
          </p:cNvSpPr>
          <p:nvPr>
            <p:ph type="sldNum" sz="quarter" idx="12"/>
          </p:nvPr>
        </p:nvSpPr>
        <p:spPr/>
        <p:txBody>
          <a:bodyPr/>
          <a:lstStyle/>
          <a:p>
            <a:fld id="{BA7BC09B-FE30-A349-B1D2-5A364F511F98}" type="slidenum">
              <a:rPr lang="en-US" smtClean="0"/>
              <a:t>8</a:t>
            </a:fld>
            <a:endParaRPr lang="en-US" dirty="0"/>
          </a:p>
        </p:txBody>
      </p:sp>
      <p:sp>
        <p:nvSpPr>
          <p:cNvPr id="2" name="Title 1">
            <a:extLst>
              <a:ext uri="{FF2B5EF4-FFF2-40B4-BE49-F238E27FC236}">
                <a16:creationId xmlns:a16="http://schemas.microsoft.com/office/drawing/2014/main" id="{4E8CC796-E714-43CA-AB22-04E1F180F412}"/>
              </a:ext>
            </a:extLst>
          </p:cNvPr>
          <p:cNvSpPr>
            <a:spLocks noGrp="1"/>
          </p:cNvSpPr>
          <p:nvPr>
            <p:ph type="title"/>
          </p:nvPr>
        </p:nvSpPr>
        <p:spPr/>
        <p:txBody>
          <a:bodyPr/>
          <a:lstStyle/>
          <a:p>
            <a:r>
              <a:rPr lang="en-US" b="1" dirty="0" err="1">
                <a:latin typeface="Calibri" panose="020F0502020204030204" pitchFamily="34" charset="0"/>
                <a:cs typeface="Calibri" panose="020F0502020204030204" pitchFamily="34" charset="0"/>
              </a:rPr>
              <a:t>Tổ</a:t>
            </a:r>
            <a:r>
              <a:rPr lang="en-US" b="1"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chức</a:t>
            </a:r>
            <a:r>
              <a:rPr lang="en-US" b="1"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bộ</a:t>
            </a:r>
            <a:r>
              <a:rPr lang="en-US" b="1"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nhớ</a:t>
            </a:r>
            <a:endParaRPr lang="en-US" dirty="0"/>
          </a:p>
        </p:txBody>
      </p:sp>
      <p:sp>
        <p:nvSpPr>
          <p:cNvPr id="29" name="Chỗ dành sẵn cho Nội dung 28">
            <a:extLst>
              <a:ext uri="{FF2B5EF4-FFF2-40B4-BE49-F238E27FC236}">
                <a16:creationId xmlns:a16="http://schemas.microsoft.com/office/drawing/2014/main" id="{48828CE5-8EB7-DA74-1C51-682AE358D024}"/>
              </a:ext>
            </a:extLst>
          </p:cNvPr>
          <p:cNvSpPr>
            <a:spLocks noGrp="1"/>
          </p:cNvSpPr>
          <p:nvPr>
            <p:ph sz="quarter" idx="13"/>
          </p:nvPr>
        </p:nvSpPr>
        <p:spPr/>
        <p:txBody>
          <a:bodyPr/>
          <a:lstStyle/>
          <a:p>
            <a:endParaRPr lang="vi-VN"/>
          </a:p>
        </p:txBody>
      </p:sp>
      <p:sp>
        <p:nvSpPr>
          <p:cNvPr id="7" name="Rectangle 7">
            <a:extLst>
              <a:ext uri="{FF2B5EF4-FFF2-40B4-BE49-F238E27FC236}">
                <a16:creationId xmlns:a16="http://schemas.microsoft.com/office/drawing/2014/main" id="{F6BACAC9-0417-4F5C-A408-8F3DC851E342}"/>
              </a:ext>
            </a:extLst>
          </p:cNvPr>
          <p:cNvSpPr>
            <a:spLocks noChangeArrowheads="1"/>
          </p:cNvSpPr>
          <p:nvPr/>
        </p:nvSpPr>
        <p:spPr bwMode="auto">
          <a:xfrm>
            <a:off x="663575" y="1465263"/>
            <a:ext cx="2000250" cy="4549775"/>
          </a:xfrm>
          <a:prstGeom prst="rect">
            <a:avLst/>
          </a:prstGeom>
          <a:solidFill>
            <a:schemeClr val="folHlink"/>
          </a:solidFill>
          <a:ln w="12700">
            <a:solidFill>
              <a:schemeClr val="tx1"/>
            </a:solidFill>
            <a:miter lim="800000"/>
            <a:headEnd type="none" w="sm" len="sm"/>
            <a:tailEnd type="none" w="sm" len="sm"/>
          </a:ln>
          <a:effectLst/>
        </p:spPr>
        <p:txBody>
          <a:bodyPr wrap="none" anchor="ctr"/>
          <a:lstStyle/>
          <a:p>
            <a:endParaRPr lang="en-US"/>
          </a:p>
        </p:txBody>
      </p:sp>
      <p:sp>
        <p:nvSpPr>
          <p:cNvPr id="8" name="Rectangle 4">
            <a:extLst>
              <a:ext uri="{FF2B5EF4-FFF2-40B4-BE49-F238E27FC236}">
                <a16:creationId xmlns:a16="http://schemas.microsoft.com/office/drawing/2014/main" id="{18A0DF9E-7EDA-4580-AAAF-6B0E063A7C18}"/>
              </a:ext>
            </a:extLst>
          </p:cNvPr>
          <p:cNvSpPr>
            <a:spLocks noChangeArrowheads="1"/>
          </p:cNvSpPr>
          <p:nvPr/>
        </p:nvSpPr>
        <p:spPr bwMode="auto">
          <a:xfrm>
            <a:off x="663575" y="2435225"/>
            <a:ext cx="2001838" cy="560388"/>
          </a:xfrm>
          <a:prstGeom prst="rect">
            <a:avLst/>
          </a:prstGeom>
          <a:solidFill>
            <a:schemeClr val="bg1">
              <a:lumMod val="95000"/>
            </a:schemeClr>
          </a:solidFill>
          <a:ln w="12700">
            <a:solidFill>
              <a:schemeClr val="tx1"/>
            </a:solidFill>
            <a:miter lim="800000"/>
            <a:headEnd type="none" w="sm" len="sm"/>
            <a:tailEnd type="none" w="sm" len="sm"/>
          </a:ln>
          <a:effectLst/>
        </p:spPr>
        <p:txBody>
          <a:bodyPr anchor="ctr"/>
          <a:lstStyle/>
          <a:p>
            <a:pPr algn="ctr"/>
            <a:r>
              <a:rPr lang="en-US" sz="1600" dirty="0" err="1">
                <a:latin typeface="Arial" pitchFamily="34" charset="0"/>
              </a:rPr>
              <a:t>Mã</a:t>
            </a:r>
            <a:r>
              <a:rPr lang="en-US" sz="1600" dirty="0">
                <a:latin typeface="Arial" pitchFamily="34" charset="0"/>
              </a:rPr>
              <a:t> </a:t>
            </a:r>
            <a:r>
              <a:rPr lang="en-US" sz="1600" dirty="0" err="1">
                <a:latin typeface="Arial" pitchFamily="34" charset="0"/>
              </a:rPr>
              <a:t>chương</a:t>
            </a:r>
            <a:r>
              <a:rPr lang="en-US" sz="1600" dirty="0">
                <a:latin typeface="Arial" pitchFamily="34" charset="0"/>
              </a:rPr>
              <a:t> </a:t>
            </a:r>
            <a:r>
              <a:rPr lang="en-US" sz="1600" dirty="0" err="1">
                <a:latin typeface="Arial" pitchFamily="34" charset="0"/>
              </a:rPr>
              <a:t>trình</a:t>
            </a:r>
            <a:endParaRPr lang="en-US" sz="1600" dirty="0">
              <a:latin typeface="Arial" pitchFamily="34" charset="0"/>
            </a:endParaRPr>
          </a:p>
        </p:txBody>
      </p:sp>
      <p:sp>
        <p:nvSpPr>
          <p:cNvPr id="9" name="Rectangle 5">
            <a:extLst>
              <a:ext uri="{FF2B5EF4-FFF2-40B4-BE49-F238E27FC236}">
                <a16:creationId xmlns:a16="http://schemas.microsoft.com/office/drawing/2014/main" id="{F4D5532C-FC6A-430F-B220-0B7A1656F8A8}"/>
              </a:ext>
            </a:extLst>
          </p:cNvPr>
          <p:cNvSpPr>
            <a:spLocks noChangeArrowheads="1"/>
          </p:cNvSpPr>
          <p:nvPr/>
        </p:nvSpPr>
        <p:spPr bwMode="auto">
          <a:xfrm>
            <a:off x="673100" y="2984500"/>
            <a:ext cx="2000250" cy="469900"/>
          </a:xfrm>
          <a:prstGeom prst="rect">
            <a:avLst/>
          </a:prstGeom>
          <a:solidFill>
            <a:schemeClr val="accent1"/>
          </a:solidFill>
          <a:ln w="12700">
            <a:solidFill>
              <a:schemeClr val="tx1"/>
            </a:solidFill>
            <a:miter lim="800000"/>
            <a:headEnd type="none" w="sm" len="sm"/>
            <a:tailEnd type="none" w="sm" len="sm"/>
          </a:ln>
          <a:effectLst/>
        </p:spPr>
        <p:txBody>
          <a:bodyPr anchor="ctr"/>
          <a:lstStyle/>
          <a:p>
            <a:pPr algn="ctr"/>
            <a:r>
              <a:rPr lang="en-US" sz="1600">
                <a:latin typeface="Arial" pitchFamily="34" charset="0"/>
              </a:rPr>
              <a:t>Dữ liệu toàn cục</a:t>
            </a:r>
          </a:p>
        </p:txBody>
      </p:sp>
      <p:sp>
        <p:nvSpPr>
          <p:cNvPr id="10" name="Rectangle 6">
            <a:extLst>
              <a:ext uri="{FF2B5EF4-FFF2-40B4-BE49-F238E27FC236}">
                <a16:creationId xmlns:a16="http://schemas.microsoft.com/office/drawing/2014/main" id="{8EE11ED9-81C2-4EA5-A61B-AD99F26C3333}"/>
              </a:ext>
            </a:extLst>
          </p:cNvPr>
          <p:cNvSpPr>
            <a:spLocks noChangeArrowheads="1"/>
          </p:cNvSpPr>
          <p:nvPr/>
        </p:nvSpPr>
        <p:spPr bwMode="auto">
          <a:xfrm>
            <a:off x="673100" y="4519613"/>
            <a:ext cx="2000250" cy="857250"/>
          </a:xfrm>
          <a:prstGeom prst="rect">
            <a:avLst/>
          </a:prstGeom>
          <a:solidFill>
            <a:schemeClr val="accent1"/>
          </a:solidFill>
          <a:ln w="12700">
            <a:solidFill>
              <a:schemeClr val="tx1"/>
            </a:solidFill>
            <a:miter lim="800000"/>
            <a:headEnd type="none" w="sm" len="sm"/>
            <a:tailEnd type="none" w="sm" len="sm"/>
          </a:ln>
          <a:effectLst/>
        </p:spPr>
        <p:txBody>
          <a:bodyPr anchor="ctr"/>
          <a:lstStyle/>
          <a:p>
            <a:pPr algn="ctr"/>
            <a:r>
              <a:rPr lang="en-US" sz="1600">
                <a:latin typeface="Arial" pitchFamily="34" charset="0"/>
              </a:rPr>
              <a:t>Ngăn xếp </a:t>
            </a:r>
          </a:p>
          <a:p>
            <a:pPr algn="ctr"/>
            <a:r>
              <a:rPr lang="en-US" sz="1600">
                <a:latin typeface="Arial" pitchFamily="34" charset="0"/>
              </a:rPr>
              <a:t>(tham biến, biến cục bộ)</a:t>
            </a:r>
          </a:p>
        </p:txBody>
      </p:sp>
      <p:sp>
        <p:nvSpPr>
          <p:cNvPr id="11" name="Rectangle 8">
            <a:extLst>
              <a:ext uri="{FF2B5EF4-FFF2-40B4-BE49-F238E27FC236}">
                <a16:creationId xmlns:a16="http://schemas.microsoft.com/office/drawing/2014/main" id="{275E0A7F-ADEA-45D9-A472-072FA672CDC6}"/>
              </a:ext>
            </a:extLst>
          </p:cNvPr>
          <p:cNvSpPr>
            <a:spLocks noChangeArrowheads="1"/>
          </p:cNvSpPr>
          <p:nvPr/>
        </p:nvSpPr>
        <p:spPr bwMode="auto">
          <a:xfrm>
            <a:off x="674688" y="1476375"/>
            <a:ext cx="1978025" cy="388938"/>
          </a:xfrm>
          <a:prstGeom prst="rect">
            <a:avLst/>
          </a:prstGeom>
          <a:solidFill>
            <a:srgbClr val="993300"/>
          </a:solidFill>
          <a:ln w="12700">
            <a:solidFill>
              <a:schemeClr val="tx1"/>
            </a:solidFill>
            <a:miter lim="800000"/>
            <a:headEnd type="none" w="sm" len="sm"/>
            <a:tailEnd type="none" w="sm" len="sm"/>
          </a:ln>
          <a:effectLst/>
        </p:spPr>
        <p:txBody>
          <a:bodyPr anchor="ctr"/>
          <a:lstStyle/>
          <a:p>
            <a:pPr algn="ctr"/>
            <a:r>
              <a:rPr lang="en-US" sz="1600">
                <a:solidFill>
                  <a:schemeClr val="bg1"/>
                </a:solidFill>
                <a:latin typeface="Arial" pitchFamily="34" charset="0"/>
              </a:rPr>
              <a:t>H</a:t>
            </a:r>
            <a:r>
              <a:rPr lang="en-US">
                <a:solidFill>
                  <a:schemeClr val="bg1"/>
                </a:solidFill>
                <a:latin typeface="Arial" pitchFamily="34" charset="0"/>
              </a:rPr>
              <a:t>ệ điều hành</a:t>
            </a:r>
          </a:p>
        </p:txBody>
      </p:sp>
      <p:sp>
        <p:nvSpPr>
          <p:cNvPr id="12" name="Rectangle 9">
            <a:extLst>
              <a:ext uri="{FF2B5EF4-FFF2-40B4-BE49-F238E27FC236}">
                <a16:creationId xmlns:a16="http://schemas.microsoft.com/office/drawing/2014/main" id="{ED89FE05-5CD6-4882-9E38-6811B2D0326F}"/>
              </a:ext>
            </a:extLst>
          </p:cNvPr>
          <p:cNvSpPr>
            <a:spLocks noChangeArrowheads="1"/>
          </p:cNvSpPr>
          <p:nvPr/>
        </p:nvSpPr>
        <p:spPr bwMode="auto">
          <a:xfrm>
            <a:off x="674688" y="1876425"/>
            <a:ext cx="1978025" cy="549275"/>
          </a:xfrm>
          <a:prstGeom prst="rect">
            <a:avLst/>
          </a:prstGeom>
          <a:solidFill>
            <a:srgbClr val="FFFF00"/>
          </a:solidFill>
          <a:ln w="12700">
            <a:solidFill>
              <a:schemeClr val="tx1"/>
            </a:solidFill>
            <a:miter lim="800000"/>
            <a:headEnd type="none" w="sm" len="sm"/>
            <a:tailEnd type="none" w="sm" len="sm"/>
          </a:ln>
          <a:effectLst/>
        </p:spPr>
        <p:txBody>
          <a:bodyPr anchor="ctr"/>
          <a:lstStyle/>
          <a:p>
            <a:pPr algn="ctr"/>
            <a:r>
              <a:rPr lang="en-US" sz="1600">
                <a:latin typeface="Arial" pitchFamily="34" charset="0"/>
              </a:rPr>
              <a:t>C</a:t>
            </a:r>
            <a:r>
              <a:rPr lang="en-US">
                <a:latin typeface="Arial" pitchFamily="34" charset="0"/>
              </a:rPr>
              <a:t>ác CT khác</a:t>
            </a:r>
          </a:p>
        </p:txBody>
      </p:sp>
      <p:sp>
        <p:nvSpPr>
          <p:cNvPr id="13" name="Rectangle 10">
            <a:extLst>
              <a:ext uri="{FF2B5EF4-FFF2-40B4-BE49-F238E27FC236}">
                <a16:creationId xmlns:a16="http://schemas.microsoft.com/office/drawing/2014/main" id="{53317700-E260-4AC6-B3F3-C8F1DAF1A68C}"/>
              </a:ext>
            </a:extLst>
          </p:cNvPr>
          <p:cNvSpPr>
            <a:spLocks noChangeArrowheads="1"/>
          </p:cNvSpPr>
          <p:nvPr/>
        </p:nvSpPr>
        <p:spPr bwMode="auto">
          <a:xfrm>
            <a:off x="674688" y="3657600"/>
            <a:ext cx="2001837" cy="560388"/>
          </a:xfrm>
          <a:prstGeom prst="rect">
            <a:avLst/>
          </a:prstGeom>
          <a:noFill/>
          <a:ln w="12700">
            <a:noFill/>
            <a:miter lim="800000"/>
            <a:headEnd type="none" w="sm" len="sm"/>
            <a:tailEnd type="none" w="sm" len="sm"/>
          </a:ln>
          <a:effectLst/>
        </p:spPr>
        <p:txBody>
          <a:bodyPr anchor="ctr"/>
          <a:lstStyle/>
          <a:p>
            <a:pPr algn="ctr"/>
            <a:r>
              <a:rPr lang="en-US" sz="1600" dirty="0" err="1">
                <a:latin typeface="Arial" pitchFamily="34" charset="0"/>
              </a:rPr>
              <a:t>Vùng</a:t>
            </a:r>
            <a:r>
              <a:rPr lang="en-US" sz="1600" dirty="0">
                <a:latin typeface="Arial" pitchFamily="34" charset="0"/>
              </a:rPr>
              <a:t> </a:t>
            </a:r>
            <a:r>
              <a:rPr lang="en-US" sz="1600" dirty="0" err="1">
                <a:latin typeface="Arial" pitchFamily="34" charset="0"/>
              </a:rPr>
              <a:t>nhớ</a:t>
            </a:r>
            <a:r>
              <a:rPr lang="en-US" sz="1600" dirty="0">
                <a:latin typeface="Arial" pitchFamily="34" charset="0"/>
              </a:rPr>
              <a:t> </a:t>
            </a:r>
            <a:r>
              <a:rPr lang="en-US" sz="1600" dirty="0" err="1">
                <a:latin typeface="Arial" pitchFamily="34" charset="0"/>
              </a:rPr>
              <a:t>tự</a:t>
            </a:r>
            <a:r>
              <a:rPr lang="en-US" sz="1600" dirty="0">
                <a:latin typeface="Arial" pitchFamily="34" charset="0"/>
              </a:rPr>
              <a:t> do</a:t>
            </a:r>
          </a:p>
        </p:txBody>
      </p:sp>
      <p:sp>
        <p:nvSpPr>
          <p:cNvPr id="14" name="Rectangle 11">
            <a:extLst>
              <a:ext uri="{FF2B5EF4-FFF2-40B4-BE49-F238E27FC236}">
                <a16:creationId xmlns:a16="http://schemas.microsoft.com/office/drawing/2014/main" id="{F5CF1FDB-FAD1-4042-BF80-83D903B0B2C0}"/>
              </a:ext>
            </a:extLst>
          </p:cNvPr>
          <p:cNvSpPr>
            <a:spLocks noChangeArrowheads="1"/>
          </p:cNvSpPr>
          <p:nvPr/>
        </p:nvSpPr>
        <p:spPr bwMode="auto">
          <a:xfrm>
            <a:off x="652463" y="5429250"/>
            <a:ext cx="2001837" cy="560388"/>
          </a:xfrm>
          <a:prstGeom prst="rect">
            <a:avLst/>
          </a:prstGeom>
          <a:noFill/>
          <a:ln w="12700">
            <a:noFill/>
            <a:miter lim="800000"/>
            <a:headEnd type="none" w="sm" len="sm"/>
            <a:tailEnd type="none" w="sm" len="sm"/>
          </a:ln>
          <a:effectLst/>
        </p:spPr>
        <p:txBody>
          <a:bodyPr anchor="ctr"/>
          <a:lstStyle/>
          <a:p>
            <a:pPr algn="ctr"/>
            <a:r>
              <a:rPr lang="en-US" sz="1600">
                <a:latin typeface="Arial" pitchFamily="34" charset="0"/>
              </a:rPr>
              <a:t>Vùng nhớ tự do</a:t>
            </a:r>
          </a:p>
        </p:txBody>
      </p:sp>
      <p:sp>
        <p:nvSpPr>
          <p:cNvPr id="15" name="Rectangle 12">
            <a:extLst>
              <a:ext uri="{FF2B5EF4-FFF2-40B4-BE49-F238E27FC236}">
                <a16:creationId xmlns:a16="http://schemas.microsoft.com/office/drawing/2014/main" id="{C6845068-910F-45A1-8BEC-46E913E9AC21}"/>
              </a:ext>
            </a:extLst>
          </p:cNvPr>
          <p:cNvSpPr>
            <a:spLocks noChangeArrowheads="1"/>
          </p:cNvSpPr>
          <p:nvPr/>
        </p:nvSpPr>
        <p:spPr bwMode="auto">
          <a:xfrm>
            <a:off x="4827588" y="5321300"/>
            <a:ext cx="2000250" cy="238125"/>
          </a:xfrm>
          <a:prstGeom prst="rect">
            <a:avLst/>
          </a:prstGeom>
          <a:solidFill>
            <a:schemeClr val="accent1"/>
          </a:solidFill>
          <a:ln w="12700">
            <a:solidFill>
              <a:schemeClr val="tx1"/>
            </a:solidFill>
            <a:miter lim="800000"/>
            <a:headEnd type="none" w="sm" len="sm"/>
            <a:tailEnd type="none" w="sm" len="sm"/>
          </a:ln>
          <a:effectLst/>
        </p:spPr>
        <p:txBody>
          <a:bodyPr anchor="ctr"/>
          <a:lstStyle/>
          <a:p>
            <a:pPr algn="ctr"/>
            <a:r>
              <a:rPr lang="en-US" sz="1600">
                <a:latin typeface="Arial" pitchFamily="34" charset="0"/>
              </a:rPr>
              <a:t>a</a:t>
            </a:r>
          </a:p>
        </p:txBody>
      </p:sp>
      <p:sp>
        <p:nvSpPr>
          <p:cNvPr id="16" name="Line 13">
            <a:extLst>
              <a:ext uri="{FF2B5EF4-FFF2-40B4-BE49-F238E27FC236}">
                <a16:creationId xmlns:a16="http://schemas.microsoft.com/office/drawing/2014/main" id="{BC476F56-C23C-41DE-9A25-2A55C832E402}"/>
              </a:ext>
            </a:extLst>
          </p:cNvPr>
          <p:cNvSpPr>
            <a:spLocks noChangeShapeType="1"/>
          </p:cNvSpPr>
          <p:nvPr/>
        </p:nvSpPr>
        <p:spPr bwMode="auto">
          <a:xfrm flipV="1">
            <a:off x="2754313" y="3144838"/>
            <a:ext cx="2033587" cy="1370012"/>
          </a:xfrm>
          <a:prstGeom prst="line">
            <a:avLst/>
          </a:prstGeom>
          <a:noFill/>
          <a:ln w="12700">
            <a:solidFill>
              <a:schemeClr val="tx1"/>
            </a:solidFill>
            <a:round/>
            <a:headEnd type="none" w="sm" len="sm"/>
            <a:tailEnd type="none" w="sm" len="sm"/>
          </a:ln>
          <a:effectLst/>
        </p:spPr>
        <p:txBody>
          <a:bodyPr/>
          <a:lstStyle/>
          <a:p>
            <a:endParaRPr lang="en-US"/>
          </a:p>
        </p:txBody>
      </p:sp>
      <p:sp>
        <p:nvSpPr>
          <p:cNvPr id="17" name="Line 14">
            <a:extLst>
              <a:ext uri="{FF2B5EF4-FFF2-40B4-BE49-F238E27FC236}">
                <a16:creationId xmlns:a16="http://schemas.microsoft.com/office/drawing/2014/main" id="{4C8F0319-4B92-4968-BCCA-72175D86E97F}"/>
              </a:ext>
            </a:extLst>
          </p:cNvPr>
          <p:cNvSpPr>
            <a:spLocks noChangeShapeType="1"/>
          </p:cNvSpPr>
          <p:nvPr/>
        </p:nvSpPr>
        <p:spPr bwMode="auto">
          <a:xfrm>
            <a:off x="2720975" y="5394325"/>
            <a:ext cx="2101850" cy="160338"/>
          </a:xfrm>
          <a:prstGeom prst="line">
            <a:avLst/>
          </a:prstGeom>
          <a:noFill/>
          <a:ln w="12700">
            <a:solidFill>
              <a:schemeClr val="tx1"/>
            </a:solidFill>
            <a:round/>
            <a:headEnd type="none" w="sm" len="sm"/>
            <a:tailEnd type="none" w="sm" len="sm"/>
          </a:ln>
          <a:effectLst/>
        </p:spPr>
        <p:txBody>
          <a:bodyPr/>
          <a:lstStyle/>
          <a:p>
            <a:endParaRPr lang="en-US"/>
          </a:p>
        </p:txBody>
      </p:sp>
      <p:sp>
        <p:nvSpPr>
          <p:cNvPr id="18" name="Rectangle 15">
            <a:extLst>
              <a:ext uri="{FF2B5EF4-FFF2-40B4-BE49-F238E27FC236}">
                <a16:creationId xmlns:a16="http://schemas.microsoft.com/office/drawing/2014/main" id="{A6745985-C43F-4A76-8719-89F76DF035F8}"/>
              </a:ext>
            </a:extLst>
          </p:cNvPr>
          <p:cNvSpPr>
            <a:spLocks noChangeArrowheads="1"/>
          </p:cNvSpPr>
          <p:nvPr/>
        </p:nvSpPr>
        <p:spPr bwMode="auto">
          <a:xfrm>
            <a:off x="4827588" y="5078413"/>
            <a:ext cx="2000250" cy="238125"/>
          </a:xfrm>
          <a:prstGeom prst="rect">
            <a:avLst/>
          </a:prstGeom>
          <a:solidFill>
            <a:schemeClr val="accent1"/>
          </a:solidFill>
          <a:ln w="12700">
            <a:solidFill>
              <a:schemeClr val="tx1"/>
            </a:solidFill>
            <a:miter lim="800000"/>
            <a:headEnd type="none" w="sm" len="sm"/>
            <a:tailEnd type="none" w="sm" len="sm"/>
          </a:ln>
          <a:effectLst/>
        </p:spPr>
        <p:txBody>
          <a:bodyPr anchor="ctr"/>
          <a:lstStyle/>
          <a:p>
            <a:pPr algn="ctr"/>
            <a:r>
              <a:rPr lang="en-US" sz="1600">
                <a:latin typeface="Arial" pitchFamily="34" charset="0"/>
              </a:rPr>
              <a:t>count</a:t>
            </a:r>
          </a:p>
        </p:txBody>
      </p:sp>
      <p:sp>
        <p:nvSpPr>
          <p:cNvPr id="19" name="Line 16">
            <a:extLst>
              <a:ext uri="{FF2B5EF4-FFF2-40B4-BE49-F238E27FC236}">
                <a16:creationId xmlns:a16="http://schemas.microsoft.com/office/drawing/2014/main" id="{7EEDCD61-06FB-4232-B1BF-F8A1E9D38F77}"/>
              </a:ext>
            </a:extLst>
          </p:cNvPr>
          <p:cNvSpPr>
            <a:spLocks noChangeShapeType="1"/>
          </p:cNvSpPr>
          <p:nvPr/>
        </p:nvSpPr>
        <p:spPr bwMode="auto">
          <a:xfrm>
            <a:off x="879475" y="4217988"/>
            <a:ext cx="0" cy="571500"/>
          </a:xfrm>
          <a:prstGeom prst="line">
            <a:avLst/>
          </a:prstGeom>
          <a:noFill/>
          <a:ln w="28575">
            <a:solidFill>
              <a:schemeClr val="tx1"/>
            </a:solidFill>
            <a:round/>
            <a:headEnd type="triangle" w="med" len="med"/>
            <a:tailEnd type="triangle" w="med" len="med"/>
          </a:ln>
          <a:effectLst/>
        </p:spPr>
        <p:txBody>
          <a:bodyPr/>
          <a:lstStyle/>
          <a:p>
            <a:endParaRPr lang="en-US"/>
          </a:p>
        </p:txBody>
      </p:sp>
      <p:sp>
        <p:nvSpPr>
          <p:cNvPr id="20" name="Rectangle 17">
            <a:extLst>
              <a:ext uri="{FF2B5EF4-FFF2-40B4-BE49-F238E27FC236}">
                <a16:creationId xmlns:a16="http://schemas.microsoft.com/office/drawing/2014/main" id="{5DA3C084-144A-4ABF-8DC3-CC97873D365F}"/>
              </a:ext>
            </a:extLst>
          </p:cNvPr>
          <p:cNvSpPr>
            <a:spLocks noChangeArrowheads="1"/>
          </p:cNvSpPr>
          <p:nvPr/>
        </p:nvSpPr>
        <p:spPr bwMode="auto">
          <a:xfrm>
            <a:off x="4827588" y="4837113"/>
            <a:ext cx="2000250" cy="238125"/>
          </a:xfrm>
          <a:prstGeom prst="rect">
            <a:avLst/>
          </a:prstGeom>
          <a:solidFill>
            <a:schemeClr val="accent1"/>
          </a:solidFill>
          <a:ln w="12700">
            <a:solidFill>
              <a:schemeClr val="tx1"/>
            </a:solidFill>
            <a:miter lim="800000"/>
            <a:headEnd type="none" w="sm" len="sm"/>
            <a:tailEnd type="none" w="sm" len="sm"/>
          </a:ln>
          <a:effectLst/>
        </p:spPr>
        <p:txBody>
          <a:bodyPr anchor="ctr"/>
          <a:lstStyle/>
          <a:p>
            <a:pPr algn="ctr"/>
            <a:r>
              <a:rPr lang="en-US" sz="1600">
                <a:latin typeface="Arial" pitchFamily="34" charset="0"/>
              </a:rPr>
              <a:t>i</a:t>
            </a:r>
          </a:p>
        </p:txBody>
      </p:sp>
      <p:sp>
        <p:nvSpPr>
          <p:cNvPr id="21" name="Rectangle 18">
            <a:extLst>
              <a:ext uri="{FF2B5EF4-FFF2-40B4-BE49-F238E27FC236}">
                <a16:creationId xmlns:a16="http://schemas.microsoft.com/office/drawing/2014/main" id="{DE9A0649-D427-4E4A-8D46-57C859E65EA8}"/>
              </a:ext>
            </a:extLst>
          </p:cNvPr>
          <p:cNvSpPr>
            <a:spLocks noChangeArrowheads="1"/>
          </p:cNvSpPr>
          <p:nvPr/>
        </p:nvSpPr>
        <p:spPr bwMode="auto">
          <a:xfrm>
            <a:off x="4827588" y="4595813"/>
            <a:ext cx="2000250" cy="238125"/>
          </a:xfrm>
          <a:prstGeom prst="rect">
            <a:avLst/>
          </a:prstGeom>
          <a:solidFill>
            <a:schemeClr val="accent1"/>
          </a:solidFill>
          <a:ln w="12700">
            <a:solidFill>
              <a:schemeClr val="tx1"/>
            </a:solidFill>
            <a:miter lim="800000"/>
            <a:headEnd type="none" w="sm" len="sm"/>
            <a:tailEnd type="none" w="sm" len="sm"/>
          </a:ln>
          <a:effectLst/>
        </p:spPr>
        <p:txBody>
          <a:bodyPr anchor="ctr"/>
          <a:lstStyle/>
          <a:p>
            <a:pPr algn="ctr"/>
            <a:r>
              <a:rPr lang="en-US" sz="1600">
                <a:latin typeface="Arial" pitchFamily="34" charset="0"/>
              </a:rPr>
              <a:t>k</a:t>
            </a:r>
          </a:p>
        </p:txBody>
      </p:sp>
      <p:sp>
        <p:nvSpPr>
          <p:cNvPr id="22" name="Rectangle 19">
            <a:extLst>
              <a:ext uri="{FF2B5EF4-FFF2-40B4-BE49-F238E27FC236}">
                <a16:creationId xmlns:a16="http://schemas.microsoft.com/office/drawing/2014/main" id="{9723C4AE-21D8-4D39-B8EA-37DCAB7BAE5C}"/>
              </a:ext>
            </a:extLst>
          </p:cNvPr>
          <p:cNvSpPr>
            <a:spLocks noChangeArrowheads="1"/>
          </p:cNvSpPr>
          <p:nvPr/>
        </p:nvSpPr>
        <p:spPr bwMode="auto">
          <a:xfrm>
            <a:off x="4827588" y="4102100"/>
            <a:ext cx="2000250" cy="488950"/>
          </a:xfrm>
          <a:prstGeom prst="rect">
            <a:avLst/>
          </a:prstGeom>
          <a:solidFill>
            <a:schemeClr val="accent1"/>
          </a:solidFill>
          <a:ln w="12700">
            <a:solidFill>
              <a:schemeClr val="tx1"/>
            </a:solidFill>
            <a:miter lim="800000"/>
            <a:headEnd type="none" w="sm" len="sm"/>
            <a:tailEnd type="none" w="sm" len="sm"/>
          </a:ln>
          <a:effectLst/>
        </p:spPr>
        <p:txBody>
          <a:bodyPr anchor="ctr"/>
          <a:lstStyle/>
          <a:p>
            <a:pPr algn="ctr"/>
            <a:r>
              <a:rPr lang="en-US" sz="1600">
                <a:latin typeface="Arial" pitchFamily="34" charset="0"/>
              </a:rPr>
              <a:t>f</a:t>
            </a:r>
          </a:p>
        </p:txBody>
      </p:sp>
      <p:sp>
        <p:nvSpPr>
          <p:cNvPr id="23" name="Rectangle 21">
            <a:extLst>
              <a:ext uri="{FF2B5EF4-FFF2-40B4-BE49-F238E27FC236}">
                <a16:creationId xmlns:a16="http://schemas.microsoft.com/office/drawing/2014/main" id="{524D3B50-4477-4257-93A4-1FF494E6080F}"/>
              </a:ext>
            </a:extLst>
          </p:cNvPr>
          <p:cNvSpPr>
            <a:spLocks noChangeArrowheads="1"/>
          </p:cNvSpPr>
          <p:nvPr/>
        </p:nvSpPr>
        <p:spPr bwMode="auto">
          <a:xfrm>
            <a:off x="4827588" y="3367088"/>
            <a:ext cx="2000250" cy="741362"/>
          </a:xfrm>
          <a:prstGeom prst="rect">
            <a:avLst/>
          </a:prstGeom>
          <a:solidFill>
            <a:schemeClr val="accent1"/>
          </a:solidFill>
          <a:ln w="12700">
            <a:solidFill>
              <a:schemeClr val="tx1"/>
            </a:solidFill>
            <a:miter lim="800000"/>
            <a:headEnd type="none" w="sm" len="sm"/>
            <a:tailEnd type="none" w="sm" len="sm"/>
          </a:ln>
          <a:effectLst/>
        </p:spPr>
        <p:txBody>
          <a:bodyPr anchor="ctr"/>
          <a:lstStyle/>
          <a:p>
            <a:pPr algn="ctr"/>
            <a:r>
              <a:rPr lang="vi-VN" sz="1600">
                <a:latin typeface="Arial" pitchFamily="34" charset="0"/>
              </a:rPr>
              <a:t>Array_A</a:t>
            </a:r>
            <a:endParaRPr lang="en-US">
              <a:latin typeface="Arial" pitchFamily="34" charset="0"/>
            </a:endParaRPr>
          </a:p>
        </p:txBody>
      </p:sp>
      <p:sp>
        <p:nvSpPr>
          <p:cNvPr id="24" name="Rectangle 24">
            <a:extLst>
              <a:ext uri="{FF2B5EF4-FFF2-40B4-BE49-F238E27FC236}">
                <a16:creationId xmlns:a16="http://schemas.microsoft.com/office/drawing/2014/main" id="{078D24B0-5785-43BD-8CC1-9DA0BA0D0FAE}"/>
              </a:ext>
            </a:extLst>
          </p:cNvPr>
          <p:cNvSpPr>
            <a:spLocks noChangeArrowheads="1"/>
          </p:cNvSpPr>
          <p:nvPr/>
        </p:nvSpPr>
        <p:spPr bwMode="auto">
          <a:xfrm>
            <a:off x="4827588" y="3138488"/>
            <a:ext cx="2000250" cy="238125"/>
          </a:xfrm>
          <a:prstGeom prst="rect">
            <a:avLst/>
          </a:prstGeom>
          <a:solidFill>
            <a:schemeClr val="accent1"/>
          </a:solidFill>
          <a:ln w="12700">
            <a:solidFill>
              <a:schemeClr val="tx1"/>
            </a:solidFill>
            <a:miter lim="800000"/>
            <a:headEnd type="none" w="sm" len="sm"/>
            <a:tailEnd type="none" w="sm" len="sm"/>
          </a:ln>
          <a:effectLst/>
        </p:spPr>
        <p:txBody>
          <a:bodyPr anchor="ctr"/>
          <a:lstStyle/>
          <a:p>
            <a:pPr algn="ctr"/>
            <a:r>
              <a:rPr lang="en-US" sz="1600">
                <a:latin typeface="Arial" pitchFamily="34" charset="0"/>
              </a:rPr>
              <a:t>n</a:t>
            </a:r>
          </a:p>
        </p:txBody>
      </p:sp>
      <p:sp>
        <p:nvSpPr>
          <p:cNvPr id="25" name="Line 25">
            <a:extLst>
              <a:ext uri="{FF2B5EF4-FFF2-40B4-BE49-F238E27FC236}">
                <a16:creationId xmlns:a16="http://schemas.microsoft.com/office/drawing/2014/main" id="{675B431D-6482-4081-88BD-F4C0237F3C17}"/>
              </a:ext>
            </a:extLst>
          </p:cNvPr>
          <p:cNvSpPr>
            <a:spLocks noChangeShapeType="1"/>
          </p:cNvSpPr>
          <p:nvPr/>
        </p:nvSpPr>
        <p:spPr bwMode="auto">
          <a:xfrm flipH="1">
            <a:off x="7346950" y="2628900"/>
            <a:ext cx="14288" cy="2936875"/>
          </a:xfrm>
          <a:prstGeom prst="line">
            <a:avLst/>
          </a:prstGeom>
          <a:noFill/>
          <a:ln w="28575">
            <a:solidFill>
              <a:schemeClr val="tx1"/>
            </a:solidFill>
            <a:round/>
            <a:headEnd type="triangle" w="med" len="med"/>
            <a:tailEnd type="triangle" w="med" len="med"/>
          </a:ln>
          <a:effectLst/>
        </p:spPr>
        <p:txBody>
          <a:bodyPr/>
          <a:lstStyle/>
          <a:p>
            <a:endParaRPr lang="en-US"/>
          </a:p>
        </p:txBody>
      </p:sp>
      <p:sp>
        <p:nvSpPr>
          <p:cNvPr id="26" name="Line 26">
            <a:extLst>
              <a:ext uri="{FF2B5EF4-FFF2-40B4-BE49-F238E27FC236}">
                <a16:creationId xmlns:a16="http://schemas.microsoft.com/office/drawing/2014/main" id="{76738C2B-E988-4B0B-B360-05F9825AE8B2}"/>
              </a:ext>
            </a:extLst>
          </p:cNvPr>
          <p:cNvSpPr>
            <a:spLocks noChangeShapeType="1"/>
          </p:cNvSpPr>
          <p:nvPr/>
        </p:nvSpPr>
        <p:spPr bwMode="auto">
          <a:xfrm>
            <a:off x="4229100" y="3130550"/>
            <a:ext cx="503238" cy="0"/>
          </a:xfrm>
          <a:prstGeom prst="line">
            <a:avLst/>
          </a:prstGeom>
          <a:noFill/>
          <a:ln w="19050">
            <a:solidFill>
              <a:schemeClr val="tx1"/>
            </a:solidFill>
            <a:round/>
            <a:headEnd type="none" w="sm" len="sm"/>
            <a:tailEnd type="triangle" w="med" len="med"/>
          </a:ln>
          <a:effectLst/>
        </p:spPr>
        <p:txBody>
          <a:bodyPr/>
          <a:lstStyle/>
          <a:p>
            <a:endParaRPr lang="en-US"/>
          </a:p>
        </p:txBody>
      </p:sp>
      <p:sp>
        <p:nvSpPr>
          <p:cNvPr id="27" name="Text Box 27">
            <a:extLst>
              <a:ext uri="{FF2B5EF4-FFF2-40B4-BE49-F238E27FC236}">
                <a16:creationId xmlns:a16="http://schemas.microsoft.com/office/drawing/2014/main" id="{08373D38-1B01-4903-8A7B-8B081BB33086}"/>
              </a:ext>
            </a:extLst>
          </p:cNvPr>
          <p:cNvSpPr txBox="1">
            <a:spLocks noChangeArrowheads="1"/>
          </p:cNvSpPr>
          <p:nvPr/>
        </p:nvSpPr>
        <p:spPr bwMode="auto">
          <a:xfrm>
            <a:off x="3622675" y="2520950"/>
            <a:ext cx="1657350" cy="366713"/>
          </a:xfrm>
          <a:prstGeom prst="rect">
            <a:avLst/>
          </a:prstGeom>
          <a:noFill/>
          <a:ln w="12700">
            <a:noFill/>
            <a:miter lim="800000"/>
            <a:headEnd type="none" w="sm" len="sm"/>
            <a:tailEnd type="none" w="sm" len="sm"/>
          </a:ln>
          <a:effectLst/>
        </p:spPr>
        <p:txBody>
          <a:bodyPr wrap="none">
            <a:spAutoFit/>
          </a:bodyPr>
          <a:lstStyle/>
          <a:p>
            <a:r>
              <a:rPr lang="en-US">
                <a:latin typeface="Arial" pitchFamily="34" charset="0"/>
              </a:rPr>
              <a:t>Đỉnh ngăn xếp</a:t>
            </a:r>
          </a:p>
        </p:txBody>
      </p:sp>
      <p:sp>
        <p:nvSpPr>
          <p:cNvPr id="28" name="Text Box 28">
            <a:extLst>
              <a:ext uri="{FF2B5EF4-FFF2-40B4-BE49-F238E27FC236}">
                <a16:creationId xmlns:a16="http://schemas.microsoft.com/office/drawing/2014/main" id="{FA585B9A-9448-4127-90BC-57071BF24446}"/>
              </a:ext>
            </a:extLst>
          </p:cNvPr>
          <p:cNvSpPr txBox="1">
            <a:spLocks noChangeArrowheads="1"/>
          </p:cNvSpPr>
          <p:nvPr/>
        </p:nvSpPr>
        <p:spPr bwMode="auto">
          <a:xfrm>
            <a:off x="3689350" y="2932113"/>
            <a:ext cx="488950" cy="366712"/>
          </a:xfrm>
          <a:prstGeom prst="rect">
            <a:avLst/>
          </a:prstGeom>
          <a:noFill/>
          <a:ln w="12700">
            <a:noFill/>
            <a:miter lim="800000"/>
            <a:headEnd type="none" w="sm" len="sm"/>
            <a:tailEnd type="none" w="sm" len="sm"/>
          </a:ln>
          <a:effectLst/>
        </p:spPr>
        <p:txBody>
          <a:bodyPr wrap="none">
            <a:spAutoFit/>
          </a:bodyPr>
          <a:lstStyle/>
          <a:p>
            <a:r>
              <a:rPr lang="en-US">
                <a:latin typeface="Arial" pitchFamily="34" charset="0"/>
              </a:rPr>
              <a:t>SP</a:t>
            </a:r>
          </a:p>
        </p:txBody>
      </p:sp>
    </p:spTree>
    <p:extLst>
      <p:ext uri="{BB962C8B-B14F-4D97-AF65-F5344CB8AC3E}">
        <p14:creationId xmlns:p14="http://schemas.microsoft.com/office/powerpoint/2010/main" val="4091104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p:cNvSpPr/>
          <p:nvPr/>
        </p:nvSpPr>
        <p:spPr>
          <a:xfrm>
            <a:off x="235077" y="882556"/>
            <a:ext cx="8636000" cy="2726284"/>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i="1" dirty="0">
              <a:solidFill>
                <a:schemeClr val="bg1"/>
              </a:solidFill>
            </a:endParaRPr>
          </a:p>
        </p:txBody>
      </p:sp>
      <p:sp>
        <p:nvSpPr>
          <p:cNvPr id="27" name="Slide Number Placeholder 26"/>
          <p:cNvSpPr>
            <a:spLocks noGrp="1"/>
          </p:cNvSpPr>
          <p:nvPr>
            <p:ph type="sldNum" sz="quarter" idx="12"/>
          </p:nvPr>
        </p:nvSpPr>
        <p:spPr/>
        <p:txBody>
          <a:bodyPr/>
          <a:lstStyle/>
          <a:p>
            <a:fld id="{3CC63E4C-4642-794D-A2FD-70F6B81535F5}" type="slidenum">
              <a:rPr lang="en-US" smtClean="0"/>
              <a:pPr/>
              <a:t>9</a:t>
            </a:fld>
            <a:endParaRPr lang="en-US"/>
          </a:p>
        </p:txBody>
      </p:sp>
      <p:sp>
        <p:nvSpPr>
          <p:cNvPr id="28675" name="Rectangle 5"/>
          <p:cNvSpPr>
            <a:spLocks noGrp="1" noChangeArrowheads="1"/>
          </p:cNvSpPr>
          <p:nvPr>
            <p:ph type="title"/>
          </p:nvPr>
        </p:nvSpPr>
        <p:spPr>
          <a:noFill/>
        </p:spPr>
        <p:txBody>
          <a:bodyPr>
            <a:normAutofit/>
          </a:bodyPr>
          <a:lstStyle/>
          <a:p>
            <a:pPr>
              <a:lnSpc>
                <a:spcPct val="80000"/>
              </a:lnSpc>
            </a:pPr>
            <a:r>
              <a:rPr lang="en-US" b="1"/>
              <a:t>Các phân lớp </a:t>
            </a:r>
            <a:r>
              <a:rPr lang="en-US" b="1" dirty="0" err="1"/>
              <a:t>trừu</a:t>
            </a:r>
            <a:r>
              <a:rPr lang="en-US" b="1" dirty="0"/>
              <a:t> </a:t>
            </a:r>
            <a:r>
              <a:rPr lang="en-US" b="1" dirty="0" err="1"/>
              <a:t>tượng</a:t>
            </a:r>
            <a:r>
              <a:rPr lang="en-US" b="1" dirty="0"/>
              <a:t> </a:t>
            </a:r>
            <a:r>
              <a:rPr lang="en-US" b="1" dirty="0" err="1"/>
              <a:t>của</a:t>
            </a:r>
            <a:r>
              <a:rPr lang="en-US" b="1" dirty="0"/>
              <a:t> </a:t>
            </a:r>
            <a:r>
              <a:rPr lang="en-US" b="1" dirty="0" err="1"/>
              <a:t>máy</a:t>
            </a:r>
            <a:r>
              <a:rPr lang="en-US" b="1" dirty="0"/>
              <a:t> </a:t>
            </a:r>
            <a:r>
              <a:rPr lang="en-US" b="1" dirty="0" err="1"/>
              <a:t>tính</a:t>
            </a:r>
            <a:endParaRPr lang="en-US" b="1" dirty="0"/>
          </a:p>
        </p:txBody>
      </p:sp>
      <p:graphicFrame>
        <p:nvGraphicFramePr>
          <p:cNvPr id="28674" name="Object 2"/>
          <p:cNvGraphicFramePr>
            <a:graphicFrameLocks noGrp="1" noChangeAspect="1"/>
          </p:cNvGraphicFramePr>
          <p:nvPr>
            <p:ph sz="quarter" idx="13"/>
            <p:extLst>
              <p:ext uri="{D42A27DB-BD31-4B8C-83A1-F6EECF244321}">
                <p14:modId xmlns:p14="http://schemas.microsoft.com/office/powerpoint/2010/main" val="2649219918"/>
              </p:ext>
            </p:extLst>
          </p:nvPr>
        </p:nvGraphicFramePr>
        <p:xfrm>
          <a:off x="5408213" y="5140678"/>
          <a:ext cx="1828800" cy="1257300"/>
        </p:xfrm>
        <a:graphic>
          <a:graphicData uri="http://schemas.openxmlformats.org/presentationml/2006/ole">
            <mc:AlternateContent xmlns:mc="http://schemas.openxmlformats.org/markup-compatibility/2006">
              <mc:Choice xmlns:v="urn:schemas-microsoft-com:vml" Requires="v">
                <p:oleObj name="Image" r:id="rId3" imgW="3492063" imgH="2400000" progId="">
                  <p:embed/>
                </p:oleObj>
              </mc:Choice>
              <mc:Fallback>
                <p:oleObj name="Image" r:id="rId3" imgW="3492063" imgH="2400000" progId="">
                  <p:embed/>
                  <p:pic>
                    <p:nvPicPr>
                      <p:cNvPr id="2867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8213" y="5140678"/>
                        <a:ext cx="1828800" cy="125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676" name="Rectangle 18"/>
          <p:cNvSpPr>
            <a:spLocks noGrp="1" noChangeArrowheads="1"/>
          </p:cNvSpPr>
          <p:nvPr>
            <p:ph type="body" sz="half" idx="4294967295"/>
          </p:nvPr>
        </p:nvSpPr>
        <p:spPr>
          <a:xfrm>
            <a:off x="5251577" y="1789019"/>
            <a:ext cx="3848100" cy="896937"/>
          </a:xfrm>
          <a:prstGeom prst="rect">
            <a:avLst/>
          </a:prstGeom>
          <a:noFill/>
        </p:spPr>
        <p:txBody>
          <a:bodyPr>
            <a:normAutofit lnSpcReduction="10000"/>
          </a:bodyPr>
          <a:lstStyle/>
          <a:p>
            <a:pPr marL="342900" indent="-342900">
              <a:lnSpc>
                <a:spcPct val="90000"/>
              </a:lnSpc>
              <a:spcBef>
                <a:spcPct val="0"/>
              </a:spcBef>
              <a:buFont typeface="Times" charset="0"/>
              <a:buNone/>
              <a:tabLst>
                <a:tab pos="1066800" algn="l"/>
              </a:tabLst>
            </a:pPr>
            <a:r>
              <a:rPr lang="en-US" sz="1600" dirty="0" err="1"/>
              <a:t>lw</a:t>
            </a:r>
            <a:r>
              <a:rPr lang="en-US" sz="1600" dirty="0"/>
              <a:t>	  $t0, 0($2)</a:t>
            </a:r>
          </a:p>
          <a:p>
            <a:pPr marL="342900" indent="-342900">
              <a:lnSpc>
                <a:spcPct val="90000"/>
              </a:lnSpc>
              <a:spcBef>
                <a:spcPct val="0"/>
              </a:spcBef>
              <a:buFont typeface="Times" charset="0"/>
              <a:buNone/>
              <a:tabLst>
                <a:tab pos="1066800" algn="l"/>
              </a:tabLst>
            </a:pPr>
            <a:r>
              <a:rPr lang="en-US" sz="1600" dirty="0" err="1"/>
              <a:t>lw</a:t>
            </a:r>
            <a:r>
              <a:rPr lang="en-US" sz="1600" dirty="0"/>
              <a:t>	  $t1, 4($2)</a:t>
            </a:r>
          </a:p>
          <a:p>
            <a:pPr marL="342900" indent="-342900">
              <a:lnSpc>
                <a:spcPct val="90000"/>
              </a:lnSpc>
              <a:spcBef>
                <a:spcPct val="0"/>
              </a:spcBef>
              <a:buFont typeface="Times" charset="0"/>
              <a:buNone/>
              <a:tabLst>
                <a:tab pos="1066800" algn="l"/>
              </a:tabLst>
            </a:pPr>
            <a:r>
              <a:rPr lang="en-US" sz="1600" dirty="0" err="1"/>
              <a:t>sw</a:t>
            </a:r>
            <a:r>
              <a:rPr lang="en-US" sz="1600" dirty="0"/>
              <a:t>	  $t1, 0($2)</a:t>
            </a:r>
          </a:p>
          <a:p>
            <a:pPr marL="342900" indent="-342900">
              <a:spcBef>
                <a:spcPct val="0"/>
              </a:spcBef>
              <a:buFont typeface="Times" charset="0"/>
              <a:buNone/>
              <a:tabLst>
                <a:tab pos="1066800" algn="l"/>
              </a:tabLst>
            </a:pPr>
            <a:r>
              <a:rPr lang="en-US" sz="1600" dirty="0" err="1"/>
              <a:t>sw</a:t>
            </a:r>
            <a:r>
              <a:rPr lang="en-US" sz="1600" dirty="0"/>
              <a:t>	  $t0, 4($2)</a:t>
            </a:r>
          </a:p>
        </p:txBody>
      </p:sp>
      <p:sp>
        <p:nvSpPr>
          <p:cNvPr id="28678" name="Rectangle 7"/>
          <p:cNvSpPr>
            <a:spLocks noChangeArrowheads="1"/>
          </p:cNvSpPr>
          <p:nvPr/>
        </p:nvSpPr>
        <p:spPr bwMode="auto">
          <a:xfrm>
            <a:off x="812927" y="1022446"/>
            <a:ext cx="2590800" cy="529119"/>
          </a:xfrm>
          <a:prstGeom prst="rect">
            <a:avLst/>
          </a:prstGeom>
          <a:noFill/>
          <a:ln w="28575">
            <a:solidFill>
              <a:schemeClr val="tx1"/>
            </a:solidFill>
            <a:miter lim="800000"/>
            <a:headEnd/>
            <a:tailEnd/>
          </a:ln>
        </p:spPr>
        <p:txBody>
          <a:bodyPr lIns="63500" tIns="25400" rIns="63500" bIns="25400">
            <a:prstTxWarp prst="textNoShape">
              <a:avLst/>
            </a:prstTxWarp>
            <a:spAutoFit/>
          </a:bodyPr>
          <a:lstStyle/>
          <a:p>
            <a:pPr algn="ctr">
              <a:lnSpc>
                <a:spcPct val="85000"/>
              </a:lnSpc>
              <a:spcBef>
                <a:spcPct val="41000"/>
              </a:spcBef>
            </a:pPr>
            <a:r>
              <a:rPr lang="en-US" sz="1800" b="1" dirty="0">
                <a:solidFill>
                  <a:srgbClr val="FFFFFF"/>
                </a:solidFill>
              </a:rPr>
              <a:t>High Level Language</a:t>
            </a:r>
            <a:br>
              <a:rPr lang="en-US" sz="1800" b="1" dirty="0">
                <a:solidFill>
                  <a:srgbClr val="FFFFFF"/>
                </a:solidFill>
              </a:rPr>
            </a:br>
            <a:r>
              <a:rPr lang="en-US" sz="1800" b="1" dirty="0">
                <a:solidFill>
                  <a:srgbClr val="FFFFFF"/>
                </a:solidFill>
              </a:rPr>
              <a:t>Program (e.g., C)</a:t>
            </a:r>
          </a:p>
        </p:txBody>
      </p:sp>
      <p:sp>
        <p:nvSpPr>
          <p:cNvPr id="28679" name="Rectangle 8"/>
          <p:cNvSpPr>
            <a:spLocks noChangeArrowheads="1"/>
          </p:cNvSpPr>
          <p:nvPr/>
        </p:nvSpPr>
        <p:spPr bwMode="auto">
          <a:xfrm>
            <a:off x="812927" y="1968596"/>
            <a:ext cx="2800350" cy="529119"/>
          </a:xfrm>
          <a:prstGeom prst="rect">
            <a:avLst/>
          </a:prstGeom>
          <a:noFill/>
          <a:ln w="28575">
            <a:solidFill>
              <a:schemeClr val="tx1"/>
            </a:solidFill>
            <a:miter lim="800000"/>
            <a:headEnd/>
            <a:tailEnd/>
          </a:ln>
        </p:spPr>
        <p:txBody>
          <a:bodyPr lIns="63500" tIns="25400" rIns="63500" bIns="25400">
            <a:prstTxWarp prst="textNoShape">
              <a:avLst/>
            </a:prstTxWarp>
            <a:spAutoFit/>
          </a:bodyPr>
          <a:lstStyle/>
          <a:p>
            <a:pPr algn="ctr">
              <a:lnSpc>
                <a:spcPct val="85000"/>
              </a:lnSpc>
              <a:spcBef>
                <a:spcPct val="41000"/>
              </a:spcBef>
            </a:pPr>
            <a:r>
              <a:rPr lang="en-US" sz="1800" b="1" dirty="0">
                <a:solidFill>
                  <a:schemeClr val="bg1"/>
                </a:solidFill>
              </a:rPr>
              <a:t>Assembly  Language Program (e.g., MIPS)</a:t>
            </a:r>
          </a:p>
        </p:txBody>
      </p:sp>
      <p:sp>
        <p:nvSpPr>
          <p:cNvPr id="28680" name="Rectangle 9"/>
          <p:cNvSpPr>
            <a:spLocks noChangeArrowheads="1"/>
          </p:cNvSpPr>
          <p:nvPr/>
        </p:nvSpPr>
        <p:spPr bwMode="auto">
          <a:xfrm>
            <a:off x="863727" y="2882996"/>
            <a:ext cx="2590800" cy="546100"/>
          </a:xfrm>
          <a:prstGeom prst="rect">
            <a:avLst/>
          </a:prstGeom>
          <a:noFill/>
          <a:ln w="28575">
            <a:solidFill>
              <a:schemeClr val="tx1"/>
            </a:solidFill>
            <a:miter lim="800000"/>
            <a:headEnd/>
            <a:tailEnd/>
          </a:ln>
        </p:spPr>
        <p:txBody>
          <a:bodyPr lIns="63500" tIns="25400" rIns="63500" bIns="25400">
            <a:prstTxWarp prst="textNoShape">
              <a:avLst/>
            </a:prstTxWarp>
            <a:spAutoFit/>
          </a:bodyPr>
          <a:lstStyle/>
          <a:p>
            <a:pPr algn="ctr">
              <a:lnSpc>
                <a:spcPct val="85000"/>
              </a:lnSpc>
              <a:spcBef>
                <a:spcPct val="41000"/>
              </a:spcBef>
            </a:pPr>
            <a:r>
              <a:rPr lang="en-US" sz="1800" b="1" dirty="0">
                <a:solidFill>
                  <a:schemeClr val="bg1"/>
                </a:solidFill>
              </a:rPr>
              <a:t>Machine  Language Program (MIPS)</a:t>
            </a:r>
          </a:p>
        </p:txBody>
      </p:sp>
      <p:sp>
        <p:nvSpPr>
          <p:cNvPr id="28681" name="Rectangle 10"/>
          <p:cNvSpPr>
            <a:spLocks noChangeArrowheads="1"/>
          </p:cNvSpPr>
          <p:nvPr/>
        </p:nvSpPr>
        <p:spPr bwMode="auto">
          <a:xfrm>
            <a:off x="260477" y="4254596"/>
            <a:ext cx="4038600" cy="561975"/>
          </a:xfrm>
          <a:prstGeom prst="rect">
            <a:avLst/>
          </a:prstGeom>
          <a:noFill/>
          <a:ln w="28575">
            <a:pattFill prst="pct70">
              <a:fgClr>
                <a:schemeClr val="tx1"/>
              </a:fgClr>
              <a:bgClr>
                <a:schemeClr val="bg1"/>
              </a:bgClr>
            </a:pattFill>
            <a:miter lim="800000"/>
            <a:headEnd/>
            <a:tailEnd/>
          </a:ln>
        </p:spPr>
        <p:txBody>
          <a:bodyPr lIns="63500" tIns="25400" rIns="63500" bIns="25400">
            <a:prstTxWarp prst="textNoShape">
              <a:avLst/>
            </a:prstTxWarp>
            <a:spAutoFit/>
          </a:bodyPr>
          <a:lstStyle/>
          <a:p>
            <a:pPr algn="ctr">
              <a:lnSpc>
                <a:spcPct val="88000"/>
              </a:lnSpc>
              <a:spcBef>
                <a:spcPct val="43000"/>
              </a:spcBef>
            </a:pPr>
            <a:r>
              <a:rPr lang="en-US" sz="1800" b="1" dirty="0">
                <a:solidFill>
                  <a:srgbClr val="3366FF"/>
                </a:solidFill>
              </a:rPr>
              <a:t>Hardware Architecture Description</a:t>
            </a:r>
            <a:br>
              <a:rPr lang="en-US" sz="1800" b="1" dirty="0">
                <a:solidFill>
                  <a:srgbClr val="3366FF"/>
                </a:solidFill>
              </a:rPr>
            </a:br>
            <a:r>
              <a:rPr lang="en-US" sz="1800" b="1" dirty="0">
                <a:solidFill>
                  <a:srgbClr val="3366FF"/>
                </a:solidFill>
              </a:rPr>
              <a:t>(e.g., block diagrams)</a:t>
            </a:r>
            <a:r>
              <a:rPr lang="en-US" sz="1800" dirty="0">
                <a:solidFill>
                  <a:srgbClr val="3366FF"/>
                </a:solidFill>
              </a:rPr>
              <a:t> </a:t>
            </a:r>
          </a:p>
        </p:txBody>
      </p:sp>
      <p:sp>
        <p:nvSpPr>
          <p:cNvPr id="28682" name="Line 11"/>
          <p:cNvSpPr>
            <a:spLocks noChangeShapeType="1"/>
          </p:cNvSpPr>
          <p:nvPr/>
        </p:nvSpPr>
        <p:spPr bwMode="auto">
          <a:xfrm>
            <a:off x="2013077" y="1568546"/>
            <a:ext cx="0" cy="400050"/>
          </a:xfrm>
          <a:prstGeom prst="line">
            <a:avLst/>
          </a:prstGeom>
          <a:noFill/>
          <a:ln w="28575">
            <a:solidFill>
              <a:schemeClr val="tx1"/>
            </a:solidFill>
            <a:round/>
            <a:headEnd/>
            <a:tailEnd/>
          </a:ln>
        </p:spPr>
        <p:txBody>
          <a:bodyPr wrap="none" anchor="ctr">
            <a:prstTxWarp prst="textNoShape">
              <a:avLst/>
            </a:prstTxWarp>
          </a:bodyPr>
          <a:lstStyle/>
          <a:p>
            <a:endParaRPr lang="en-US"/>
          </a:p>
        </p:txBody>
      </p:sp>
      <p:sp>
        <p:nvSpPr>
          <p:cNvPr id="28683" name="Rectangle 13"/>
          <p:cNvSpPr>
            <a:spLocks noChangeArrowheads="1"/>
          </p:cNvSpPr>
          <p:nvPr/>
        </p:nvSpPr>
        <p:spPr bwMode="auto">
          <a:xfrm>
            <a:off x="2152777" y="1663796"/>
            <a:ext cx="1308100" cy="284163"/>
          </a:xfrm>
          <a:prstGeom prst="rect">
            <a:avLst/>
          </a:prstGeom>
          <a:noFill/>
          <a:ln w="12700">
            <a:noFill/>
            <a:miter lim="800000"/>
            <a:headEnd/>
            <a:tailEnd/>
          </a:ln>
        </p:spPr>
        <p:txBody>
          <a:bodyPr lIns="63500" tIns="25400" rIns="63500" bIns="25400">
            <a:prstTxWarp prst="textNoShape">
              <a:avLst/>
            </a:prstTxWarp>
            <a:spAutoFit/>
          </a:bodyPr>
          <a:lstStyle/>
          <a:p>
            <a:pPr algn="l">
              <a:lnSpc>
                <a:spcPct val="85000"/>
              </a:lnSpc>
            </a:pPr>
            <a:r>
              <a:rPr lang="en-US" sz="1800" b="1" i="1" dirty="0">
                <a:solidFill>
                  <a:schemeClr val="tx1"/>
                </a:solidFill>
              </a:rPr>
              <a:t>Compiler</a:t>
            </a:r>
          </a:p>
        </p:txBody>
      </p:sp>
      <p:sp>
        <p:nvSpPr>
          <p:cNvPr id="28684" name="Rectangle 14"/>
          <p:cNvSpPr>
            <a:spLocks noChangeArrowheads="1"/>
          </p:cNvSpPr>
          <p:nvPr/>
        </p:nvSpPr>
        <p:spPr bwMode="auto">
          <a:xfrm>
            <a:off x="2178177" y="2578196"/>
            <a:ext cx="1435100" cy="284163"/>
          </a:xfrm>
          <a:prstGeom prst="rect">
            <a:avLst/>
          </a:prstGeom>
          <a:noFill/>
          <a:ln w="12700">
            <a:noFill/>
            <a:miter lim="800000"/>
            <a:headEnd/>
            <a:tailEnd/>
          </a:ln>
        </p:spPr>
        <p:txBody>
          <a:bodyPr lIns="63500" tIns="25400" rIns="63500" bIns="25400">
            <a:prstTxWarp prst="textNoShape">
              <a:avLst/>
            </a:prstTxWarp>
            <a:spAutoFit/>
          </a:bodyPr>
          <a:lstStyle/>
          <a:p>
            <a:pPr algn="l">
              <a:lnSpc>
                <a:spcPct val="85000"/>
              </a:lnSpc>
            </a:pPr>
            <a:r>
              <a:rPr lang="en-US" sz="1800" b="1" i="1">
                <a:solidFill>
                  <a:schemeClr val="tx1"/>
                </a:solidFill>
              </a:rPr>
              <a:t>Assembler</a:t>
            </a:r>
          </a:p>
        </p:txBody>
      </p:sp>
      <p:sp>
        <p:nvSpPr>
          <p:cNvPr id="28685" name="Line 15"/>
          <p:cNvSpPr>
            <a:spLocks noChangeShapeType="1"/>
          </p:cNvSpPr>
          <p:nvPr/>
        </p:nvSpPr>
        <p:spPr bwMode="auto">
          <a:xfrm>
            <a:off x="2063877" y="3403696"/>
            <a:ext cx="0" cy="850900"/>
          </a:xfrm>
          <a:prstGeom prst="line">
            <a:avLst/>
          </a:prstGeom>
          <a:noFill/>
          <a:ln w="28575">
            <a:solidFill>
              <a:schemeClr val="tx1"/>
            </a:solidFill>
            <a:round/>
            <a:headEnd/>
            <a:tailEnd/>
          </a:ln>
        </p:spPr>
        <p:txBody>
          <a:bodyPr wrap="none" anchor="ctr">
            <a:prstTxWarp prst="textNoShape">
              <a:avLst/>
            </a:prstTxWarp>
          </a:bodyPr>
          <a:lstStyle/>
          <a:p>
            <a:endParaRPr lang="en-US"/>
          </a:p>
        </p:txBody>
      </p:sp>
      <p:sp>
        <p:nvSpPr>
          <p:cNvPr id="28686" name="Rectangle 16"/>
          <p:cNvSpPr>
            <a:spLocks noChangeArrowheads="1"/>
          </p:cNvSpPr>
          <p:nvPr/>
        </p:nvSpPr>
        <p:spPr bwMode="auto">
          <a:xfrm>
            <a:off x="336677" y="3644996"/>
            <a:ext cx="1676400" cy="517525"/>
          </a:xfrm>
          <a:prstGeom prst="rect">
            <a:avLst/>
          </a:prstGeom>
          <a:noFill/>
          <a:ln w="12700">
            <a:noFill/>
            <a:miter lim="800000"/>
            <a:headEnd/>
            <a:tailEnd/>
          </a:ln>
        </p:spPr>
        <p:txBody>
          <a:bodyPr lIns="63500" tIns="25400" rIns="63500" bIns="25400">
            <a:prstTxWarp prst="textNoShape">
              <a:avLst/>
            </a:prstTxWarp>
            <a:spAutoFit/>
          </a:bodyPr>
          <a:lstStyle/>
          <a:p>
            <a:pPr algn="l">
              <a:lnSpc>
                <a:spcPct val="85000"/>
              </a:lnSpc>
            </a:pPr>
            <a:r>
              <a:rPr lang="en-US" sz="1800" b="1" i="1">
                <a:solidFill>
                  <a:schemeClr val="tx1"/>
                </a:solidFill>
              </a:rPr>
              <a:t>Machine Interpretation</a:t>
            </a:r>
          </a:p>
        </p:txBody>
      </p:sp>
      <p:sp>
        <p:nvSpPr>
          <p:cNvPr id="28687" name="Rectangle 17"/>
          <p:cNvSpPr>
            <a:spLocks noChangeArrowheads="1"/>
          </p:cNvSpPr>
          <p:nvPr/>
        </p:nvSpPr>
        <p:spPr bwMode="auto">
          <a:xfrm>
            <a:off x="4580262" y="924163"/>
            <a:ext cx="3086100" cy="709630"/>
          </a:xfrm>
          <a:prstGeom prst="rect">
            <a:avLst/>
          </a:prstGeom>
          <a:noFill/>
          <a:ln w="12700">
            <a:noFill/>
            <a:miter lim="800000"/>
            <a:headEnd/>
            <a:tailEnd/>
          </a:ln>
        </p:spPr>
        <p:txBody>
          <a:bodyPr lIns="63500" tIns="25400" rIns="63500" bIns="25400">
            <a:prstTxWarp prst="textNoShape">
              <a:avLst/>
            </a:prstTxWarp>
            <a:spAutoFit/>
          </a:bodyPr>
          <a:lstStyle/>
          <a:p>
            <a:pPr marL="342900" indent="-342900" algn="l">
              <a:lnSpc>
                <a:spcPct val="78000"/>
              </a:lnSpc>
            </a:pPr>
            <a:r>
              <a:rPr lang="en-US" sz="1800" b="1" dirty="0">
                <a:solidFill>
                  <a:srgbClr val="000000"/>
                </a:solidFill>
              </a:rPr>
              <a:t>temp = </a:t>
            </a:r>
            <a:r>
              <a:rPr lang="en-US" sz="1800" b="1" dirty="0" err="1">
                <a:solidFill>
                  <a:srgbClr val="000000"/>
                </a:solidFill>
              </a:rPr>
              <a:t>v[k</a:t>
            </a:r>
            <a:r>
              <a:rPr lang="en-US" sz="1800" b="1" dirty="0">
                <a:solidFill>
                  <a:srgbClr val="000000"/>
                </a:solidFill>
              </a:rPr>
              <a:t>];</a:t>
            </a:r>
          </a:p>
          <a:p>
            <a:pPr marL="342900" indent="-342900" algn="l">
              <a:lnSpc>
                <a:spcPct val="78000"/>
              </a:lnSpc>
            </a:pPr>
            <a:r>
              <a:rPr lang="en-US" sz="1800" b="1" dirty="0" err="1">
                <a:solidFill>
                  <a:srgbClr val="000000"/>
                </a:solidFill>
              </a:rPr>
              <a:t>v[k</a:t>
            </a:r>
            <a:r>
              <a:rPr lang="en-US" sz="1800" b="1" dirty="0">
                <a:solidFill>
                  <a:srgbClr val="000000"/>
                </a:solidFill>
              </a:rPr>
              <a:t>] = v[k+1];</a:t>
            </a:r>
          </a:p>
          <a:p>
            <a:pPr marL="342900" indent="-342900" algn="l">
              <a:lnSpc>
                <a:spcPct val="78000"/>
              </a:lnSpc>
            </a:pPr>
            <a:r>
              <a:rPr lang="en-US" sz="1800" b="1" dirty="0">
                <a:solidFill>
                  <a:srgbClr val="000000"/>
                </a:solidFill>
              </a:rPr>
              <a:t>v[k+1] = temp;</a:t>
            </a:r>
            <a:endParaRPr lang="en-US" sz="1200" dirty="0">
              <a:solidFill>
                <a:srgbClr val="000000"/>
              </a:solidFill>
            </a:endParaRPr>
          </a:p>
        </p:txBody>
      </p:sp>
      <p:sp>
        <p:nvSpPr>
          <p:cNvPr id="28688" name="Rectangle 19"/>
          <p:cNvSpPr>
            <a:spLocks noChangeArrowheads="1"/>
          </p:cNvSpPr>
          <p:nvPr/>
        </p:nvSpPr>
        <p:spPr bwMode="auto">
          <a:xfrm>
            <a:off x="4580262" y="3886296"/>
            <a:ext cx="2984500" cy="266700"/>
          </a:xfrm>
          <a:prstGeom prst="rect">
            <a:avLst/>
          </a:prstGeom>
          <a:noFill/>
          <a:ln w="12700">
            <a:noFill/>
            <a:miter lim="800000"/>
            <a:headEnd/>
            <a:tailEnd/>
          </a:ln>
        </p:spPr>
        <p:txBody>
          <a:bodyPr wrap="none" anchor="ctr">
            <a:prstTxWarp prst="textNoShape">
              <a:avLst/>
            </a:prstTxWarp>
          </a:bodyPr>
          <a:lstStyle/>
          <a:p>
            <a:endParaRPr lang="en-US"/>
          </a:p>
        </p:txBody>
      </p:sp>
      <p:sp>
        <p:nvSpPr>
          <p:cNvPr id="28689" name="Rectangle 20"/>
          <p:cNvSpPr>
            <a:spLocks noChangeArrowheads="1"/>
          </p:cNvSpPr>
          <p:nvPr/>
        </p:nvSpPr>
        <p:spPr bwMode="auto">
          <a:xfrm>
            <a:off x="4580262" y="2712606"/>
            <a:ext cx="4384575" cy="951542"/>
          </a:xfrm>
          <a:prstGeom prst="rect">
            <a:avLst/>
          </a:prstGeom>
          <a:noFill/>
          <a:ln w="12700">
            <a:noFill/>
            <a:miter lim="800000"/>
            <a:headEnd/>
            <a:tailEnd/>
          </a:ln>
        </p:spPr>
        <p:txBody>
          <a:bodyPr wrap="none" lIns="90487" tIns="44450" rIns="90487" bIns="44450">
            <a:prstTxWarp prst="textNoShape">
              <a:avLst/>
            </a:prstTxWarp>
            <a:spAutoFit/>
          </a:bodyPr>
          <a:lstStyle/>
          <a:p>
            <a:pPr algn="l"/>
            <a:r>
              <a:rPr lang="en-US" sz="1400" dirty="0">
                <a:solidFill>
                  <a:schemeClr val="bg1"/>
                </a:solidFill>
                <a:latin typeface="Courier New" charset="0"/>
              </a:rPr>
              <a:t>0000 1001 1100 0110 1010 1111 0101 1000</a:t>
            </a:r>
          </a:p>
          <a:p>
            <a:pPr algn="l"/>
            <a:r>
              <a:rPr lang="en-US" sz="1400" dirty="0">
                <a:solidFill>
                  <a:schemeClr val="bg1"/>
                </a:solidFill>
                <a:latin typeface="Courier New" charset="0"/>
              </a:rPr>
              <a:t>1010 1111 0101 1000 0000 1001 1100 0110 </a:t>
            </a:r>
          </a:p>
          <a:p>
            <a:pPr algn="l"/>
            <a:r>
              <a:rPr lang="en-US" sz="1400" dirty="0">
                <a:solidFill>
                  <a:schemeClr val="bg1"/>
                </a:solidFill>
                <a:latin typeface="Courier New" charset="0"/>
              </a:rPr>
              <a:t>1100 0110 1010 1111 0101 1000 0000 1001 </a:t>
            </a:r>
          </a:p>
          <a:p>
            <a:pPr algn="l"/>
            <a:r>
              <a:rPr lang="en-US" sz="1400" dirty="0">
                <a:solidFill>
                  <a:schemeClr val="bg1"/>
                </a:solidFill>
                <a:latin typeface="Courier New" charset="0"/>
              </a:rPr>
              <a:t>0101 1000 0000 1001 1100 0110 1010 1111</a:t>
            </a:r>
            <a:r>
              <a:rPr lang="en-US" sz="1400" dirty="0">
                <a:solidFill>
                  <a:schemeClr val="bg1"/>
                </a:solidFill>
                <a:latin typeface="Courier" charset="0"/>
              </a:rPr>
              <a:t> </a:t>
            </a:r>
          </a:p>
        </p:txBody>
      </p:sp>
      <p:sp>
        <p:nvSpPr>
          <p:cNvPr id="28690" name="Rectangle 22"/>
          <p:cNvSpPr>
            <a:spLocks noChangeArrowheads="1"/>
          </p:cNvSpPr>
          <p:nvPr/>
        </p:nvSpPr>
        <p:spPr bwMode="auto">
          <a:xfrm>
            <a:off x="800227" y="3403696"/>
            <a:ext cx="2730500" cy="139700"/>
          </a:xfrm>
          <a:prstGeom prst="rect">
            <a:avLst/>
          </a:prstGeom>
          <a:solidFill>
            <a:srgbClr val="FF8DA0"/>
          </a:solidFill>
          <a:ln w="12700">
            <a:solidFill>
              <a:schemeClr val="tx1"/>
            </a:solidFill>
            <a:miter lim="800000"/>
            <a:headEnd/>
            <a:tailEnd/>
          </a:ln>
        </p:spPr>
        <p:txBody>
          <a:bodyPr wrap="none" anchor="ctr">
            <a:prstTxWarp prst="textNoShape">
              <a:avLst/>
            </a:prstTxWarp>
          </a:bodyPr>
          <a:lstStyle/>
          <a:p>
            <a:endParaRPr lang="en-US">
              <a:solidFill>
                <a:schemeClr val="bg1"/>
              </a:solidFill>
            </a:endParaRPr>
          </a:p>
        </p:txBody>
      </p:sp>
      <p:sp>
        <p:nvSpPr>
          <p:cNvPr id="28691" name="Line 23"/>
          <p:cNvSpPr>
            <a:spLocks noChangeShapeType="1"/>
          </p:cNvSpPr>
          <p:nvPr/>
        </p:nvSpPr>
        <p:spPr bwMode="auto">
          <a:xfrm flipH="1">
            <a:off x="2038477" y="2509934"/>
            <a:ext cx="3175" cy="366522"/>
          </a:xfrm>
          <a:prstGeom prst="line">
            <a:avLst/>
          </a:prstGeom>
          <a:noFill/>
          <a:ln w="28575">
            <a:solidFill>
              <a:schemeClr val="tx1"/>
            </a:solidFill>
            <a:round/>
            <a:headEnd/>
            <a:tailEnd/>
          </a:ln>
        </p:spPr>
        <p:txBody>
          <a:bodyPr wrap="none" anchor="ctr">
            <a:prstTxWarp prst="textNoShape">
              <a:avLst/>
            </a:prstTxWarp>
          </a:bodyPr>
          <a:lstStyle/>
          <a:p>
            <a:endParaRPr lang="en-US"/>
          </a:p>
        </p:txBody>
      </p:sp>
      <p:sp>
        <p:nvSpPr>
          <p:cNvPr id="28693" name="Line 26"/>
          <p:cNvSpPr>
            <a:spLocks noChangeShapeType="1"/>
          </p:cNvSpPr>
          <p:nvPr/>
        </p:nvSpPr>
        <p:spPr bwMode="auto">
          <a:xfrm>
            <a:off x="2241677" y="4811809"/>
            <a:ext cx="0" cy="850900"/>
          </a:xfrm>
          <a:prstGeom prst="line">
            <a:avLst/>
          </a:prstGeom>
          <a:noFill/>
          <a:ln w="28575">
            <a:solidFill>
              <a:schemeClr val="tx1"/>
            </a:solidFill>
            <a:round/>
            <a:headEnd/>
            <a:tailEnd/>
          </a:ln>
        </p:spPr>
        <p:txBody>
          <a:bodyPr wrap="none" anchor="ctr">
            <a:prstTxWarp prst="textNoShape">
              <a:avLst/>
            </a:prstTxWarp>
          </a:bodyPr>
          <a:lstStyle/>
          <a:p>
            <a:endParaRPr lang="en-US"/>
          </a:p>
        </p:txBody>
      </p:sp>
      <p:sp>
        <p:nvSpPr>
          <p:cNvPr id="28694" name="Rectangle 27"/>
          <p:cNvSpPr>
            <a:spLocks noChangeArrowheads="1"/>
          </p:cNvSpPr>
          <p:nvPr/>
        </p:nvSpPr>
        <p:spPr bwMode="auto">
          <a:xfrm>
            <a:off x="336677" y="4956271"/>
            <a:ext cx="1981200" cy="517525"/>
          </a:xfrm>
          <a:prstGeom prst="rect">
            <a:avLst/>
          </a:prstGeom>
          <a:noFill/>
          <a:ln w="12700">
            <a:noFill/>
            <a:miter lim="800000"/>
            <a:headEnd/>
            <a:tailEnd/>
          </a:ln>
        </p:spPr>
        <p:txBody>
          <a:bodyPr lIns="63500" tIns="25400" rIns="63500" bIns="25400">
            <a:prstTxWarp prst="textNoShape">
              <a:avLst/>
            </a:prstTxWarp>
            <a:spAutoFit/>
          </a:bodyPr>
          <a:lstStyle/>
          <a:p>
            <a:pPr algn="l">
              <a:lnSpc>
                <a:spcPct val="85000"/>
              </a:lnSpc>
            </a:pPr>
            <a:r>
              <a:rPr lang="en-US" sz="1800" b="1" i="1">
                <a:solidFill>
                  <a:schemeClr val="tx1"/>
                </a:solidFill>
              </a:rPr>
              <a:t>Architecture Implementation</a:t>
            </a:r>
          </a:p>
        </p:txBody>
      </p:sp>
      <p:pic>
        <p:nvPicPr>
          <p:cNvPr id="28695" name="Picture 35" descr="Picture 1"/>
          <p:cNvPicPr>
            <a:picLocks noChangeAspect="1" noChangeArrowheads="1"/>
          </p:cNvPicPr>
          <p:nvPr/>
        </p:nvPicPr>
        <p:blipFill>
          <a:blip r:embed="rId5"/>
          <a:srcRect/>
          <a:stretch>
            <a:fillRect/>
          </a:stretch>
        </p:blipFill>
        <p:spPr bwMode="auto">
          <a:xfrm>
            <a:off x="4580262" y="3765166"/>
            <a:ext cx="1638300" cy="1373188"/>
          </a:xfrm>
          <a:prstGeom prst="rect">
            <a:avLst/>
          </a:prstGeom>
          <a:noFill/>
          <a:ln w="9525">
            <a:noFill/>
            <a:miter lim="800000"/>
            <a:headEnd/>
            <a:tailEnd/>
          </a:ln>
        </p:spPr>
      </p:pic>
      <p:sp>
        <p:nvSpPr>
          <p:cNvPr id="28696" name="Rectangle 36"/>
          <p:cNvSpPr>
            <a:spLocks noChangeArrowheads="1"/>
          </p:cNvSpPr>
          <p:nvPr/>
        </p:nvSpPr>
        <p:spPr bwMode="auto">
          <a:xfrm>
            <a:off x="5964870" y="4878821"/>
            <a:ext cx="304800" cy="336550"/>
          </a:xfrm>
          <a:prstGeom prst="rect">
            <a:avLst/>
          </a:prstGeom>
          <a:solidFill>
            <a:schemeClr val="bg1"/>
          </a:solidFill>
          <a:ln w="12700">
            <a:noFill/>
            <a:miter lim="800000"/>
            <a:headEnd/>
            <a:tailEnd/>
          </a:ln>
        </p:spPr>
        <p:txBody>
          <a:bodyPr wrap="none" anchor="ctr">
            <a:prstTxWarp prst="textNoShape">
              <a:avLst/>
            </a:prstTxWarp>
          </a:bodyPr>
          <a:lstStyle/>
          <a:p>
            <a:endParaRPr lang="en-US"/>
          </a:p>
        </p:txBody>
      </p:sp>
      <p:sp>
        <p:nvSpPr>
          <p:cNvPr id="25" name="TextBox 24"/>
          <p:cNvSpPr txBox="1"/>
          <p:nvPr/>
        </p:nvSpPr>
        <p:spPr>
          <a:xfrm>
            <a:off x="6322613" y="1771594"/>
            <a:ext cx="2583760" cy="830997"/>
          </a:xfrm>
          <a:prstGeom prst="rect">
            <a:avLst/>
          </a:prstGeom>
          <a:noFill/>
        </p:spPr>
        <p:txBody>
          <a:bodyPr wrap="none" rtlCol="0">
            <a:spAutoFit/>
          </a:bodyPr>
          <a:lstStyle/>
          <a:p>
            <a:pPr algn="r"/>
            <a:r>
              <a:rPr lang="en-US" sz="1600" dirty="0"/>
              <a:t>Anything can be represented</a:t>
            </a:r>
            <a:br>
              <a:rPr lang="en-US" sz="1600" dirty="0"/>
            </a:br>
            <a:r>
              <a:rPr lang="en-US" sz="1600" dirty="0"/>
              <a:t>as a </a:t>
            </a:r>
            <a:r>
              <a:rPr lang="en-US" sz="1600" i="1" dirty="0"/>
              <a:t>number</a:t>
            </a:r>
            <a:r>
              <a:rPr lang="en-US" sz="1600" dirty="0"/>
              <a:t>, </a:t>
            </a:r>
            <a:br>
              <a:rPr lang="en-US" sz="1600" dirty="0"/>
            </a:br>
            <a:r>
              <a:rPr lang="en-US" sz="1600" dirty="0"/>
              <a:t>i.e., data or instructions</a:t>
            </a:r>
          </a:p>
        </p:txBody>
      </p:sp>
      <p:sp>
        <p:nvSpPr>
          <p:cNvPr id="28692" name="Rectangle 24"/>
          <p:cNvSpPr>
            <a:spLocks noChangeArrowheads="1"/>
          </p:cNvSpPr>
          <p:nvPr/>
        </p:nvSpPr>
        <p:spPr bwMode="auto">
          <a:xfrm>
            <a:off x="565277" y="5657946"/>
            <a:ext cx="3708400" cy="561975"/>
          </a:xfrm>
          <a:prstGeom prst="rect">
            <a:avLst/>
          </a:prstGeom>
          <a:noFill/>
          <a:ln w="28575">
            <a:pattFill prst="pct70">
              <a:fgClr>
                <a:schemeClr val="tx1"/>
              </a:fgClr>
              <a:bgClr>
                <a:schemeClr val="bg1"/>
              </a:bgClr>
            </a:pattFill>
            <a:miter lim="800000"/>
            <a:headEnd/>
            <a:tailEnd/>
          </a:ln>
        </p:spPr>
        <p:txBody>
          <a:bodyPr lIns="63500" tIns="25400" rIns="63500" bIns="25400">
            <a:prstTxWarp prst="textNoShape">
              <a:avLst/>
            </a:prstTxWarp>
            <a:spAutoFit/>
          </a:bodyPr>
          <a:lstStyle/>
          <a:p>
            <a:pPr algn="ctr">
              <a:lnSpc>
                <a:spcPct val="88000"/>
              </a:lnSpc>
              <a:spcBef>
                <a:spcPct val="43000"/>
              </a:spcBef>
            </a:pPr>
            <a:r>
              <a:rPr lang="en-US" sz="1800" b="1" dirty="0">
                <a:solidFill>
                  <a:srgbClr val="005400"/>
                </a:solidFill>
              </a:rPr>
              <a:t>Logic Circuit Description</a:t>
            </a:r>
            <a:br>
              <a:rPr lang="en-US" sz="1800" b="1" dirty="0">
                <a:solidFill>
                  <a:srgbClr val="005400"/>
                </a:solidFill>
              </a:rPr>
            </a:br>
            <a:r>
              <a:rPr lang="en-US" sz="1800" b="1" dirty="0">
                <a:solidFill>
                  <a:srgbClr val="005400"/>
                </a:solidFill>
              </a:rPr>
              <a:t>(Circuit Schematic Diagrams)</a:t>
            </a:r>
          </a:p>
        </p:txBody>
      </p:sp>
      <p:sp>
        <p:nvSpPr>
          <p:cNvPr id="2" name="TextBox 1"/>
          <p:cNvSpPr txBox="1"/>
          <p:nvPr/>
        </p:nvSpPr>
        <p:spPr>
          <a:xfrm>
            <a:off x="6661277" y="3625756"/>
            <a:ext cx="2438400" cy="1384995"/>
          </a:xfrm>
          <a:prstGeom prst="rect">
            <a:avLst/>
          </a:prstGeom>
          <a:noFill/>
        </p:spPr>
        <p:txBody>
          <a:bodyPr wrap="square" rtlCol="0">
            <a:spAutoFit/>
          </a:bodyPr>
          <a:lstStyle/>
          <a:p>
            <a:r>
              <a:rPr lang="en-US" sz="2800" dirty="0"/>
              <a:t>+ How to take a program and run it </a:t>
            </a:r>
          </a:p>
        </p:txBody>
      </p:sp>
    </p:spTree>
    <p:extLst>
      <p:ext uri="{BB962C8B-B14F-4D97-AF65-F5344CB8AC3E}">
        <p14:creationId xmlns:p14="http://schemas.microsoft.com/office/powerpoint/2010/main" val="18183137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7138" name="Rectangle 2"/>
          <p:cNvSpPr>
            <a:spLocks noGrp="1" noChangeArrowheads="1"/>
          </p:cNvSpPr>
          <p:nvPr>
            <p:ph type="title"/>
          </p:nvPr>
        </p:nvSpPr>
        <p:spPr/>
        <p:txBody>
          <a:bodyPr/>
          <a:lstStyle/>
          <a:p>
            <a:r>
              <a:rPr lang="en-US" sz="3600" b="1" dirty="0" err="1"/>
              <a:t>Các</a:t>
            </a:r>
            <a:r>
              <a:rPr lang="en-US" sz="3600" b="1" dirty="0"/>
              <a:t> </a:t>
            </a:r>
            <a:r>
              <a:rPr lang="en-US" sz="3600" b="1" dirty="0" err="1"/>
              <a:t>bước</a:t>
            </a:r>
            <a:r>
              <a:rPr lang="en-US" sz="3600" b="1" dirty="0"/>
              <a:t> </a:t>
            </a:r>
            <a:r>
              <a:rPr lang="en-US" sz="3600" b="1" dirty="0" err="1"/>
              <a:t>biên</a:t>
            </a:r>
            <a:r>
              <a:rPr lang="en-US" sz="3600" b="1" dirty="0"/>
              <a:t> </a:t>
            </a:r>
            <a:r>
              <a:rPr lang="en-US" sz="3600" b="1" dirty="0" err="1"/>
              <a:t>dịch</a:t>
            </a:r>
            <a:r>
              <a:rPr lang="en-US" sz="3600" b="1" dirty="0"/>
              <a:t> </a:t>
            </a:r>
            <a:r>
              <a:rPr lang="en-US" sz="3600" b="1" dirty="0" err="1"/>
              <a:t>một</a:t>
            </a:r>
            <a:r>
              <a:rPr lang="en-US" sz="3600" b="1" dirty="0"/>
              <a:t> </a:t>
            </a:r>
            <a:r>
              <a:rPr lang="en-US" sz="3600" b="1" dirty="0" err="1"/>
              <a:t>chương</a:t>
            </a:r>
            <a:r>
              <a:rPr lang="en-US" sz="3600" b="1" dirty="0"/>
              <a:t> </a:t>
            </a:r>
            <a:r>
              <a:rPr lang="en-US" sz="3600" b="1" dirty="0" err="1"/>
              <a:t>trình</a:t>
            </a:r>
            <a:r>
              <a:rPr lang="en-US" sz="3600" b="1" dirty="0"/>
              <a:t> C</a:t>
            </a:r>
          </a:p>
        </p:txBody>
      </p:sp>
      <p:sp>
        <p:nvSpPr>
          <p:cNvPr id="2" name="Chỗ dành sẵn cho Nội dung 1">
            <a:extLst>
              <a:ext uri="{FF2B5EF4-FFF2-40B4-BE49-F238E27FC236}">
                <a16:creationId xmlns:a16="http://schemas.microsoft.com/office/drawing/2014/main" id="{CCA8ABDC-5EFE-9276-FAA4-0382490CE28C}"/>
              </a:ext>
            </a:extLst>
          </p:cNvPr>
          <p:cNvSpPr>
            <a:spLocks noGrp="1"/>
          </p:cNvSpPr>
          <p:nvPr>
            <p:ph sz="quarter" idx="13"/>
          </p:nvPr>
        </p:nvSpPr>
        <p:spPr/>
        <p:txBody>
          <a:bodyPr/>
          <a:lstStyle/>
          <a:p>
            <a:endParaRPr lang="vi-VN"/>
          </a:p>
        </p:txBody>
      </p:sp>
      <p:graphicFrame>
        <p:nvGraphicFramePr>
          <p:cNvPr id="34" name="Diagram 33"/>
          <p:cNvGraphicFramePr/>
          <p:nvPr>
            <p:extLst>
              <p:ext uri="{D42A27DB-BD31-4B8C-83A1-F6EECF244321}">
                <p14:modId xmlns:p14="http://schemas.microsoft.com/office/powerpoint/2010/main" val="2525481112"/>
              </p:ext>
            </p:extLst>
          </p:nvPr>
        </p:nvGraphicFramePr>
        <p:xfrm>
          <a:off x="2514600" y="228600"/>
          <a:ext cx="4114800" cy="6553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5" name="Diagram 34"/>
          <p:cNvGraphicFramePr/>
          <p:nvPr>
            <p:extLst>
              <p:ext uri="{D42A27DB-BD31-4B8C-83A1-F6EECF244321}">
                <p14:modId xmlns:p14="http://schemas.microsoft.com/office/powerpoint/2010/main" val="1324863586"/>
              </p:ext>
            </p:extLst>
          </p:nvPr>
        </p:nvGraphicFramePr>
        <p:xfrm>
          <a:off x="6477000" y="3810000"/>
          <a:ext cx="1524000" cy="6096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317897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err="1"/>
              <a:t>Tỷ</a:t>
            </a:r>
            <a:r>
              <a:rPr lang="fr-BE" dirty="0"/>
              <a:t> </a:t>
            </a:r>
            <a:r>
              <a:rPr lang="fr-BE" dirty="0" err="1"/>
              <a:t>lệ</a:t>
            </a:r>
            <a:r>
              <a:rPr lang="fr-BE" dirty="0"/>
              <a:t> </a:t>
            </a:r>
            <a:r>
              <a:rPr lang="fr-BE" dirty="0" err="1"/>
              <a:t>dùng</a:t>
            </a:r>
            <a:r>
              <a:rPr lang="fr-BE" dirty="0"/>
              <a:t> </a:t>
            </a:r>
            <a:r>
              <a:rPr lang="fr-BE" dirty="0" err="1"/>
              <a:t>ngôn</a:t>
            </a:r>
            <a:r>
              <a:rPr lang="fr-BE" dirty="0"/>
              <a:t> </a:t>
            </a:r>
            <a:r>
              <a:rPr lang="fr-BE" dirty="0" err="1"/>
              <a:t>ngữ</a:t>
            </a:r>
            <a:r>
              <a:rPr lang="fr-BE" dirty="0"/>
              <a:t> </a:t>
            </a:r>
            <a:r>
              <a:rPr lang="fr-BE" dirty="0" err="1"/>
              <a:t>lập</a:t>
            </a:r>
            <a:r>
              <a:rPr lang="fr-BE" dirty="0"/>
              <a:t> </a:t>
            </a:r>
            <a:r>
              <a:rPr lang="fr-BE" dirty="0" err="1"/>
              <a:t>trình</a:t>
            </a:r>
            <a:endParaRPr lang="en-US" dirty="0"/>
          </a:p>
        </p:txBody>
      </p:sp>
      <p:sp>
        <p:nvSpPr>
          <p:cNvPr id="3" name="Chỗ dành sẵn cho Nội dung 2">
            <a:extLst>
              <a:ext uri="{FF2B5EF4-FFF2-40B4-BE49-F238E27FC236}">
                <a16:creationId xmlns:a16="http://schemas.microsoft.com/office/drawing/2014/main" id="{562B3657-D1DD-E61E-D321-28B791F9DF1C}"/>
              </a:ext>
            </a:extLst>
          </p:cNvPr>
          <p:cNvSpPr>
            <a:spLocks noGrp="1"/>
          </p:cNvSpPr>
          <p:nvPr>
            <p:ph sz="quarter" idx="13"/>
          </p:nvPr>
        </p:nvSpPr>
        <p:spPr/>
        <p:txBody>
          <a:bodyPr/>
          <a:lstStyle/>
          <a:p>
            <a:endParaRPr lang="vi-VN"/>
          </a:p>
        </p:txBody>
      </p:sp>
      <p:pic>
        <p:nvPicPr>
          <p:cNvPr id="62466" name="Picture 2" descr="Graph of top programming languages 2017 from Tiobe Index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7303" y="810640"/>
            <a:ext cx="5334000" cy="533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1999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err="1"/>
              <a:t>Đặc</a:t>
            </a:r>
            <a:r>
              <a:rPr lang="fr-BE" dirty="0"/>
              <a:t> </a:t>
            </a:r>
            <a:r>
              <a:rPr lang="fr-BE" dirty="0" err="1"/>
              <a:t>điểm</a:t>
            </a:r>
            <a:r>
              <a:rPr lang="fr-BE" dirty="0"/>
              <a:t> </a:t>
            </a:r>
            <a:r>
              <a:rPr lang="fr-BE" dirty="0" err="1"/>
              <a:t>của</a:t>
            </a:r>
            <a:r>
              <a:rPr lang="fr-BE" dirty="0"/>
              <a:t> </a:t>
            </a:r>
            <a:r>
              <a:rPr lang="fr-BE" dirty="0" err="1"/>
              <a:t>ngôn</a:t>
            </a:r>
            <a:r>
              <a:rPr lang="fr-BE" dirty="0"/>
              <a:t> </a:t>
            </a:r>
            <a:r>
              <a:rPr lang="fr-BE" dirty="0" err="1"/>
              <a:t>ngữ</a:t>
            </a:r>
            <a:r>
              <a:rPr lang="fr-BE" dirty="0"/>
              <a:t> </a:t>
            </a:r>
            <a:r>
              <a:rPr lang="fr-BE" dirty="0" err="1"/>
              <a:t>lập</a:t>
            </a:r>
            <a:r>
              <a:rPr lang="fr-BE" dirty="0"/>
              <a:t> </a:t>
            </a:r>
            <a:r>
              <a:rPr lang="fr-BE" dirty="0" err="1"/>
              <a:t>trình</a:t>
            </a:r>
            <a:r>
              <a:rPr lang="fr-BE" dirty="0"/>
              <a:t> </a:t>
            </a:r>
            <a:endParaRPr lang="en-US" dirty="0"/>
          </a:p>
        </p:txBody>
      </p:sp>
      <p:sp>
        <p:nvSpPr>
          <p:cNvPr id="3" name="Content Placeholder 2"/>
          <p:cNvSpPr>
            <a:spLocks noGrp="1"/>
          </p:cNvSpPr>
          <p:nvPr>
            <p:ph sz="quarter" idx="13"/>
          </p:nvPr>
        </p:nvSpPr>
        <p:spPr/>
        <p:txBody>
          <a:bodyPr/>
          <a:lstStyle/>
          <a:p>
            <a:r>
              <a:rPr lang="vi-VN" b="1" dirty="0">
                <a:solidFill>
                  <a:srgbClr val="FF0000"/>
                </a:solidFill>
              </a:rPr>
              <a:t>Dữ liệu và cấu trúc dữ liệu</a:t>
            </a:r>
          </a:p>
          <a:p>
            <a:r>
              <a:rPr lang="vi-VN" dirty="0"/>
              <a:t>Câu lệnh và dòng điều khiển</a:t>
            </a:r>
          </a:p>
          <a:p>
            <a:r>
              <a:rPr lang="vi-VN" dirty="0"/>
              <a:t>Các tên và các tham số</a:t>
            </a:r>
          </a:p>
          <a:p>
            <a:r>
              <a:rPr lang="vi-VN" dirty="0"/>
              <a:t>Các cơ chế tham khảo và sự tái sử dụng</a:t>
            </a:r>
          </a:p>
          <a:p>
            <a:pPr marL="0" indent="0">
              <a:buNone/>
            </a:pPr>
            <a:endParaRPr lang="en-US" dirty="0"/>
          </a:p>
        </p:txBody>
      </p:sp>
    </p:spTree>
    <p:extLst>
      <p:ext uri="{BB962C8B-B14F-4D97-AF65-F5344CB8AC3E}">
        <p14:creationId xmlns:p14="http://schemas.microsoft.com/office/powerpoint/2010/main" val="42102265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D34B668-64C2-7A44-AB1C-7B88359EACFC}"/>
              </a:ext>
            </a:extLst>
          </p:cNvPr>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a:extLst>
              <a:ext uri="{FF2B5EF4-FFF2-40B4-BE49-F238E27FC236}">
                <a16:creationId xmlns:a16="http://schemas.microsoft.com/office/drawing/2014/main" id="{96F31C8A-BE16-F64F-A4C5-E2AB12BA6F32}"/>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D5E40AF5-01DA-CD41-A770-68B132198CB2}"/>
              </a:ext>
            </a:extLst>
          </p:cNvPr>
          <p:cNvSpPr>
            <a:spLocks noGrp="1"/>
          </p:cNvSpPr>
          <p:nvPr>
            <p:ph type="sldNum" sz="quarter" idx="12"/>
          </p:nvPr>
        </p:nvSpPr>
        <p:spPr/>
        <p:txBody>
          <a:bodyPr/>
          <a:lstStyle/>
          <a:p>
            <a:fld id="{BA7BC09B-FE30-A349-B1D2-5A364F511F98}" type="slidenum">
              <a:rPr lang="en-US" smtClean="0"/>
              <a:t>13</a:t>
            </a:fld>
            <a:endParaRPr lang="en-US"/>
          </a:p>
        </p:txBody>
      </p:sp>
      <p:sp>
        <p:nvSpPr>
          <p:cNvPr id="2" name="Title 1">
            <a:extLst>
              <a:ext uri="{FF2B5EF4-FFF2-40B4-BE49-F238E27FC236}">
                <a16:creationId xmlns:a16="http://schemas.microsoft.com/office/drawing/2014/main" id="{013CE959-55AA-C140-9921-A6D337FF15A7}"/>
              </a:ext>
            </a:extLst>
          </p:cNvPr>
          <p:cNvSpPr>
            <a:spLocks noGrp="1"/>
          </p:cNvSpPr>
          <p:nvPr>
            <p:ph type="title"/>
          </p:nvPr>
        </p:nvSpPr>
        <p:spPr/>
        <p:txBody>
          <a:bodyPr>
            <a:normAutofit fontScale="90000"/>
          </a:bodyPr>
          <a:lstStyle/>
          <a:p>
            <a:r>
              <a:rPr lang="en-US" dirty="0" err="1"/>
              <a:t>Dữ</a:t>
            </a:r>
            <a:r>
              <a:rPr lang="en-US" dirty="0"/>
              <a:t> </a:t>
            </a:r>
            <a:r>
              <a:rPr lang="en-US" dirty="0" err="1"/>
              <a:t>liệu</a:t>
            </a:r>
            <a:r>
              <a:rPr lang="en-US" dirty="0"/>
              <a:t>, </a:t>
            </a:r>
            <a:r>
              <a:rPr lang="en-US" dirty="0" err="1"/>
              <a:t>kiểu</a:t>
            </a:r>
            <a:r>
              <a:rPr lang="en-US" dirty="0"/>
              <a:t> </a:t>
            </a:r>
            <a:r>
              <a:rPr lang="en-US" dirty="0" err="1"/>
              <a:t>dữ</a:t>
            </a:r>
            <a:r>
              <a:rPr lang="en-US" dirty="0"/>
              <a:t> </a:t>
            </a:r>
            <a:r>
              <a:rPr lang="en-US" dirty="0" err="1"/>
              <a:t>liệu</a:t>
            </a:r>
            <a:r>
              <a:rPr lang="en-US" dirty="0"/>
              <a:t> &amp; </a:t>
            </a:r>
            <a:r>
              <a:rPr lang="en-US" dirty="0" err="1"/>
              <a:t>cấu</a:t>
            </a:r>
            <a:r>
              <a:rPr lang="en-US" dirty="0"/>
              <a:t> </a:t>
            </a:r>
            <a:r>
              <a:rPr lang="en-US" dirty="0" err="1"/>
              <a:t>trúc</a:t>
            </a:r>
            <a:r>
              <a:rPr lang="en-US" dirty="0"/>
              <a:t> </a:t>
            </a:r>
            <a:r>
              <a:rPr lang="en-US" dirty="0" err="1"/>
              <a:t>dữ</a:t>
            </a:r>
            <a:r>
              <a:rPr lang="en-US" dirty="0"/>
              <a:t> </a:t>
            </a:r>
            <a:r>
              <a:rPr lang="en-US" dirty="0" err="1"/>
              <a:t>liệu</a:t>
            </a:r>
            <a:endParaRPr dirty="0"/>
          </a:p>
        </p:txBody>
      </p:sp>
      <p:pic>
        <p:nvPicPr>
          <p:cNvPr id="8" name="Content Placeholder 7" descr="A picture containing chart&#10;&#10;Description automatically generated">
            <a:extLst>
              <a:ext uri="{FF2B5EF4-FFF2-40B4-BE49-F238E27FC236}">
                <a16:creationId xmlns:a16="http://schemas.microsoft.com/office/drawing/2014/main" id="{EEF8B4DF-89E4-4140-B011-F4A3387303BE}"/>
              </a:ext>
            </a:extLst>
          </p:cNvPr>
          <p:cNvPicPr>
            <a:picLocks noGrp="1" noChangeAspect="1"/>
          </p:cNvPicPr>
          <p:nvPr>
            <p:ph sz="quarter" idx="13"/>
          </p:nvPr>
        </p:nvPicPr>
        <p:blipFill>
          <a:blip r:embed="rId2"/>
          <a:stretch>
            <a:fillRect/>
          </a:stretch>
        </p:blipFill>
        <p:spPr>
          <a:xfrm>
            <a:off x="234950" y="1026923"/>
            <a:ext cx="8674100" cy="4932741"/>
          </a:xfrm>
        </p:spPr>
      </p:pic>
    </p:spTree>
    <p:extLst>
      <p:ext uri="{BB962C8B-B14F-4D97-AF65-F5344CB8AC3E}">
        <p14:creationId xmlns:p14="http://schemas.microsoft.com/office/powerpoint/2010/main" val="3200065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E5D65BC0-C8DB-DE4A-B255-560F099E9E4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spcBef>
                <a:spcPct val="0"/>
              </a:spcBef>
              <a:buClrTx/>
              <a:buSzTx/>
              <a:buFontTx/>
              <a:buNone/>
            </a:pPr>
            <a:fld id="{80959E7C-4BC5-024C-A6B3-EC0760B05680}" type="slidenum">
              <a:rPr lang="en-US" altLang="en-US" sz="1200" smtClean="0">
                <a:latin typeface="Garamond" panose="02020404030301010803" pitchFamily="18" charset="0"/>
              </a:rPr>
              <a:pPr>
                <a:spcBef>
                  <a:spcPct val="0"/>
                </a:spcBef>
                <a:buClrTx/>
                <a:buSzTx/>
                <a:buFontTx/>
                <a:buNone/>
              </a:pPr>
              <a:t>14</a:t>
            </a:fld>
            <a:endParaRPr lang="en-US" altLang="en-US" sz="1200">
              <a:latin typeface="Garamond" panose="02020404030301010803" pitchFamily="18" charset="0"/>
            </a:endParaRPr>
          </a:p>
        </p:txBody>
      </p:sp>
      <p:sp>
        <p:nvSpPr>
          <p:cNvPr id="12291" name="Rectangle 2">
            <a:extLst>
              <a:ext uri="{FF2B5EF4-FFF2-40B4-BE49-F238E27FC236}">
                <a16:creationId xmlns:a16="http://schemas.microsoft.com/office/drawing/2014/main" id="{A4DDC7B4-1F2F-D746-84F1-3F025FBA9247}"/>
              </a:ext>
            </a:extLst>
          </p:cNvPr>
          <p:cNvSpPr>
            <a:spLocks noGrp="1" noChangeArrowheads="1"/>
          </p:cNvSpPr>
          <p:nvPr>
            <p:ph type="title"/>
          </p:nvPr>
        </p:nvSpPr>
        <p:spPr/>
        <p:txBody>
          <a:bodyPr/>
          <a:lstStyle/>
          <a:p>
            <a:pPr eaLnBrk="1" hangingPunct="1"/>
            <a:r>
              <a:rPr lang="en-US" altLang="en-US"/>
              <a:t>Dữ liệu</a:t>
            </a:r>
          </a:p>
        </p:txBody>
      </p:sp>
      <p:sp>
        <p:nvSpPr>
          <p:cNvPr id="12292" name="Rectangle 3">
            <a:extLst>
              <a:ext uri="{FF2B5EF4-FFF2-40B4-BE49-F238E27FC236}">
                <a16:creationId xmlns:a16="http://schemas.microsoft.com/office/drawing/2014/main" id="{BA1A1E99-BFCC-7B46-9AAD-D3D1C3E13454}"/>
              </a:ext>
            </a:extLst>
          </p:cNvPr>
          <p:cNvSpPr>
            <a:spLocks noGrp="1" noChangeArrowheads="1"/>
          </p:cNvSpPr>
          <p:nvPr>
            <p:ph sz="quarter" idx="13"/>
          </p:nvPr>
        </p:nvSpPr>
        <p:spPr/>
        <p:txBody>
          <a:bodyPr>
            <a:normAutofit/>
          </a:bodyPr>
          <a:lstStyle/>
          <a:p>
            <a:r>
              <a:rPr lang="en-US" altLang="en-US" b="1" dirty="0" err="1"/>
              <a:t>Dữ</a:t>
            </a:r>
            <a:r>
              <a:rPr lang="en-US" altLang="en-US" b="1" dirty="0"/>
              <a:t> </a:t>
            </a:r>
            <a:r>
              <a:rPr lang="en-US" altLang="en-US" b="1" dirty="0" err="1"/>
              <a:t>liệu</a:t>
            </a:r>
            <a:r>
              <a:rPr lang="en-US" altLang="en-US" dirty="0"/>
              <a:t> (data): </a:t>
            </a:r>
          </a:p>
          <a:p>
            <a:pPr lvl="1"/>
            <a:r>
              <a:rPr lang="en-US" altLang="en-US" dirty="0" err="1"/>
              <a:t>Là</a:t>
            </a:r>
            <a:r>
              <a:rPr lang="en-US" altLang="en-US" dirty="0"/>
              <a:t> </a:t>
            </a:r>
            <a:r>
              <a:rPr lang="en-US" altLang="en-US" dirty="0" err="1"/>
              <a:t>các</a:t>
            </a:r>
            <a:r>
              <a:rPr lang="en-US" altLang="en-US" dirty="0"/>
              <a:t> </a:t>
            </a:r>
            <a:r>
              <a:rPr lang="en-US" altLang="en-US" dirty="0" err="1"/>
              <a:t>đối</a:t>
            </a:r>
            <a:r>
              <a:rPr lang="en-US" altLang="en-US" dirty="0"/>
              <a:t> </a:t>
            </a:r>
            <a:r>
              <a:rPr lang="en-US" altLang="en-US" dirty="0" err="1"/>
              <a:t>tượng</a:t>
            </a:r>
            <a:r>
              <a:rPr lang="en-US" altLang="en-US" dirty="0"/>
              <a:t> </a:t>
            </a:r>
            <a:r>
              <a:rPr lang="en-US" altLang="en-US" dirty="0" err="1"/>
              <a:t>mà</a:t>
            </a:r>
            <a:r>
              <a:rPr lang="en-US" altLang="en-US" dirty="0"/>
              <a:t> </a:t>
            </a:r>
            <a:r>
              <a:rPr lang="en-US" altLang="en-US" dirty="0" err="1"/>
              <a:t>thuật</a:t>
            </a:r>
            <a:r>
              <a:rPr lang="en-US" altLang="en-US" dirty="0"/>
              <a:t> </a:t>
            </a:r>
            <a:r>
              <a:rPr lang="en-US" altLang="en-US" dirty="0" err="1"/>
              <a:t>toán</a:t>
            </a:r>
            <a:r>
              <a:rPr lang="en-US" altLang="en-US" dirty="0"/>
              <a:t> </a:t>
            </a:r>
            <a:r>
              <a:rPr lang="en-US" altLang="en-US" dirty="0" err="1"/>
              <a:t>sẽ</a:t>
            </a:r>
            <a:r>
              <a:rPr lang="en-US" altLang="en-US" dirty="0"/>
              <a:t> </a:t>
            </a:r>
            <a:r>
              <a:rPr lang="en-US" altLang="en-US" dirty="0" err="1"/>
              <a:t>sử</a:t>
            </a:r>
            <a:r>
              <a:rPr lang="en-US" altLang="en-US" dirty="0"/>
              <a:t> </a:t>
            </a:r>
            <a:r>
              <a:rPr lang="en-US" altLang="en-US" dirty="0" err="1"/>
              <a:t>dụng</a:t>
            </a:r>
            <a:r>
              <a:rPr lang="en-US" altLang="en-US" dirty="0"/>
              <a:t> </a:t>
            </a:r>
            <a:r>
              <a:rPr lang="en-US" altLang="en-US" dirty="0" err="1"/>
              <a:t>để</a:t>
            </a:r>
            <a:r>
              <a:rPr lang="en-US" altLang="en-US" dirty="0"/>
              <a:t> </a:t>
            </a:r>
            <a:r>
              <a:rPr lang="en-US" altLang="en-US" dirty="0" err="1"/>
              <a:t>đạt</a:t>
            </a:r>
            <a:r>
              <a:rPr lang="en-US" altLang="en-US" dirty="0"/>
              <a:t> </a:t>
            </a:r>
            <a:r>
              <a:rPr lang="en-US" altLang="en-US" dirty="0" err="1"/>
              <a:t>được</a:t>
            </a:r>
            <a:r>
              <a:rPr lang="en-US" altLang="en-US" dirty="0"/>
              <a:t> </a:t>
            </a:r>
            <a:r>
              <a:rPr lang="en-US" altLang="en-US" dirty="0" err="1"/>
              <a:t>kết</a:t>
            </a:r>
            <a:r>
              <a:rPr lang="en-US" altLang="en-US" dirty="0"/>
              <a:t> </a:t>
            </a:r>
            <a:r>
              <a:rPr lang="en-US" altLang="en-US" dirty="0" err="1"/>
              <a:t>quả</a:t>
            </a:r>
            <a:r>
              <a:rPr lang="en-US" altLang="en-US" dirty="0"/>
              <a:t> </a:t>
            </a:r>
            <a:r>
              <a:rPr lang="en-US" altLang="en-US" dirty="0" err="1"/>
              <a:t>mong</a:t>
            </a:r>
            <a:r>
              <a:rPr lang="en-US" altLang="en-US" dirty="0"/>
              <a:t> </a:t>
            </a:r>
            <a:r>
              <a:rPr lang="en-US" altLang="en-US" dirty="0" err="1"/>
              <a:t>muốn</a:t>
            </a:r>
            <a:r>
              <a:rPr lang="en-US" altLang="en-US" dirty="0"/>
              <a:t>. </a:t>
            </a:r>
          </a:p>
          <a:p>
            <a:pPr lvl="1"/>
            <a:r>
              <a:rPr lang="en-US" altLang="en-US" dirty="0" err="1"/>
              <a:t>Được</a:t>
            </a:r>
            <a:r>
              <a:rPr lang="en-US" altLang="en-US" dirty="0"/>
              <a:t> </a:t>
            </a:r>
            <a:r>
              <a:rPr lang="en-US" altLang="en-US" dirty="0" err="1"/>
              <a:t>dùng</a:t>
            </a:r>
            <a:r>
              <a:rPr lang="en-US" altLang="en-US" dirty="0"/>
              <a:t> </a:t>
            </a:r>
            <a:r>
              <a:rPr lang="en-US" altLang="en-US" dirty="0" err="1"/>
              <a:t>để</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cho</a:t>
            </a:r>
            <a:r>
              <a:rPr lang="en-US" altLang="en-US" dirty="0"/>
              <a:t> </a:t>
            </a:r>
            <a:r>
              <a:rPr lang="en-US" altLang="en-US" dirty="0" err="1"/>
              <a:t>các</a:t>
            </a:r>
            <a:r>
              <a:rPr lang="en-US" altLang="en-US" dirty="0"/>
              <a:t> </a:t>
            </a:r>
            <a:r>
              <a:rPr lang="en-US" altLang="en-US" dirty="0" err="1"/>
              <a:t>thông</a:t>
            </a:r>
            <a:r>
              <a:rPr lang="en-US" altLang="en-US" dirty="0"/>
              <a:t> tin </a:t>
            </a:r>
            <a:r>
              <a:rPr lang="en-US" altLang="en-US" dirty="0" err="1"/>
              <a:t>của</a:t>
            </a:r>
            <a:r>
              <a:rPr lang="en-US" altLang="en-US" dirty="0"/>
              <a:t> </a:t>
            </a:r>
            <a:r>
              <a:rPr lang="en-US" altLang="en-US" dirty="0" err="1"/>
              <a:t>bài</a:t>
            </a:r>
            <a:r>
              <a:rPr lang="en-US" altLang="en-US" dirty="0"/>
              <a:t> </a:t>
            </a:r>
            <a:r>
              <a:rPr lang="en-US" altLang="en-US" dirty="0" err="1"/>
              <a:t>toán</a:t>
            </a:r>
            <a:r>
              <a:rPr lang="en-US" altLang="en-US" dirty="0"/>
              <a:t> </a:t>
            </a:r>
            <a:r>
              <a:rPr lang="en-US" altLang="en-US" dirty="0" err="1"/>
              <a:t>như</a:t>
            </a:r>
            <a:r>
              <a:rPr lang="en-US" altLang="en-US" dirty="0"/>
              <a:t>: </a:t>
            </a:r>
            <a:r>
              <a:rPr lang="en-US" altLang="en-US" dirty="0" err="1"/>
              <a:t>các</a:t>
            </a:r>
            <a:r>
              <a:rPr lang="en-US" altLang="en-US" dirty="0"/>
              <a:t> </a:t>
            </a:r>
            <a:r>
              <a:rPr lang="en-US" altLang="en-US" dirty="0" err="1"/>
              <a:t>thông</a:t>
            </a:r>
            <a:r>
              <a:rPr lang="en-US" altLang="en-US" dirty="0"/>
              <a:t> tin </a:t>
            </a:r>
            <a:r>
              <a:rPr lang="en-US" altLang="en-US" dirty="0" err="1"/>
              <a:t>vào</a:t>
            </a:r>
            <a:r>
              <a:rPr lang="en-US" altLang="en-US" dirty="0"/>
              <a:t>, </a:t>
            </a:r>
            <a:r>
              <a:rPr lang="en-US" altLang="en-US" dirty="0" err="1"/>
              <a:t>thông</a:t>
            </a:r>
            <a:r>
              <a:rPr lang="en-US" altLang="en-US" dirty="0"/>
              <a:t> tin ra (</a:t>
            </a:r>
            <a:r>
              <a:rPr lang="en-US" altLang="en-US" dirty="0" err="1"/>
              <a:t>kết</a:t>
            </a:r>
            <a:r>
              <a:rPr lang="en-US" altLang="en-US" dirty="0"/>
              <a:t> </a:t>
            </a:r>
            <a:r>
              <a:rPr lang="en-US" altLang="en-US" dirty="0" err="1"/>
              <a:t>quả</a:t>
            </a:r>
            <a:r>
              <a:rPr lang="en-US" altLang="en-US" dirty="0"/>
              <a:t>) </a:t>
            </a:r>
            <a:r>
              <a:rPr lang="en-US" altLang="en-US" dirty="0" err="1"/>
              <a:t>và</a:t>
            </a:r>
            <a:r>
              <a:rPr lang="en-US" altLang="en-US" dirty="0"/>
              <a:t> </a:t>
            </a:r>
            <a:r>
              <a:rPr lang="en-US" altLang="en-US" dirty="0" err="1"/>
              <a:t>các</a:t>
            </a:r>
            <a:r>
              <a:rPr lang="en-US" altLang="en-US" dirty="0"/>
              <a:t> </a:t>
            </a:r>
            <a:r>
              <a:rPr lang="en-US" altLang="en-US" dirty="0" err="1"/>
              <a:t>thông</a:t>
            </a:r>
            <a:r>
              <a:rPr lang="en-US" altLang="en-US" dirty="0"/>
              <a:t> tin </a:t>
            </a:r>
            <a:r>
              <a:rPr lang="en-US" altLang="en-US" dirty="0" err="1"/>
              <a:t>trung</a:t>
            </a:r>
            <a:r>
              <a:rPr lang="en-US" altLang="en-US" dirty="0"/>
              <a:t> </a:t>
            </a:r>
            <a:r>
              <a:rPr lang="en-US" altLang="en-US" dirty="0" err="1"/>
              <a:t>gian</a:t>
            </a:r>
            <a:r>
              <a:rPr lang="en-US" altLang="en-US" dirty="0"/>
              <a:t> </a:t>
            </a:r>
            <a:r>
              <a:rPr lang="en-US" altLang="en-US" dirty="0" err="1"/>
              <a:t>nếu</a:t>
            </a:r>
            <a:r>
              <a:rPr lang="en-US" altLang="en-US" dirty="0"/>
              <a:t> </a:t>
            </a:r>
            <a:r>
              <a:rPr lang="en-US" altLang="en-US" dirty="0" err="1"/>
              <a:t>cần</a:t>
            </a:r>
            <a:r>
              <a:rPr lang="en-US" altLang="en-US" dirty="0"/>
              <a:t>.</a:t>
            </a:r>
          </a:p>
          <a:p>
            <a:r>
              <a:rPr lang="en-US" altLang="en-US" sz="2800" dirty="0" err="1"/>
              <a:t>Dữ</a:t>
            </a:r>
            <a:r>
              <a:rPr lang="en-US" altLang="en-US" sz="2800" dirty="0"/>
              <a:t> </a:t>
            </a:r>
            <a:r>
              <a:rPr lang="en-US" altLang="en-US" sz="2800" dirty="0" err="1"/>
              <a:t>liệu</a:t>
            </a:r>
            <a:r>
              <a:rPr lang="en-US" altLang="en-US" sz="2800" dirty="0"/>
              <a:t> </a:t>
            </a:r>
            <a:r>
              <a:rPr lang="en-US" altLang="en-US" sz="2800" dirty="0" err="1"/>
              <a:t>gồm</a:t>
            </a:r>
            <a:r>
              <a:rPr lang="en-US" altLang="en-US" sz="2800" dirty="0"/>
              <a:t> </a:t>
            </a:r>
            <a:r>
              <a:rPr lang="en-US" altLang="en-US" sz="2800" dirty="0" err="1"/>
              <a:t>có</a:t>
            </a:r>
            <a:r>
              <a:rPr lang="en-US" altLang="en-US" sz="2800" dirty="0"/>
              <a:t> </a:t>
            </a:r>
            <a:r>
              <a:rPr lang="en-US" altLang="en-US" sz="2800" dirty="0" err="1"/>
              <a:t>hai</a:t>
            </a:r>
            <a:r>
              <a:rPr lang="en-US" altLang="en-US" sz="2800" dirty="0"/>
              <a:t> </a:t>
            </a:r>
            <a:r>
              <a:rPr lang="en-US" altLang="en-US" sz="2800" dirty="0" err="1"/>
              <a:t>mặt</a:t>
            </a:r>
            <a:r>
              <a:rPr lang="en-US" altLang="en-US" sz="2800" dirty="0"/>
              <a:t>:</a:t>
            </a:r>
          </a:p>
          <a:p>
            <a:pPr lvl="1" eaLnBrk="1" hangingPunct="1"/>
            <a:r>
              <a:rPr lang="en-US" altLang="en-US" dirty="0" err="1"/>
              <a:t>Mặt</a:t>
            </a:r>
            <a:r>
              <a:rPr lang="en-US" altLang="en-US" dirty="0"/>
              <a:t> </a:t>
            </a:r>
            <a:r>
              <a:rPr lang="en-US" altLang="en-US" dirty="0" err="1"/>
              <a:t>tĩnh</a:t>
            </a:r>
            <a:r>
              <a:rPr lang="en-US" altLang="en-US" dirty="0"/>
              <a:t> (static): </a:t>
            </a:r>
            <a:r>
              <a:rPr lang="en-US" altLang="en-US" dirty="0" err="1"/>
              <a:t>xác</a:t>
            </a:r>
            <a:r>
              <a:rPr lang="en-US" altLang="en-US" dirty="0"/>
              <a:t> </a:t>
            </a:r>
            <a:r>
              <a:rPr lang="en-US" altLang="en-US" dirty="0" err="1"/>
              <a:t>định</a:t>
            </a:r>
            <a:r>
              <a:rPr lang="en-US" altLang="en-US" dirty="0"/>
              <a:t> </a:t>
            </a:r>
            <a:r>
              <a:rPr lang="en-US" altLang="en-US" dirty="0" err="1"/>
              <a:t>kiểu</a:t>
            </a:r>
            <a:r>
              <a:rPr lang="en-US" altLang="en-US" dirty="0"/>
              <a:t> </a:t>
            </a:r>
            <a:r>
              <a:rPr lang="en-US" altLang="en-US" dirty="0" err="1"/>
              <a:t>dữ</a:t>
            </a:r>
            <a:r>
              <a:rPr lang="en-US" altLang="en-US" dirty="0"/>
              <a:t> </a:t>
            </a:r>
            <a:r>
              <a:rPr lang="en-US" altLang="en-US" dirty="0" err="1"/>
              <a:t>liệu</a:t>
            </a:r>
            <a:r>
              <a:rPr lang="en-US" altLang="en-US" dirty="0"/>
              <a:t> (data type). </a:t>
            </a:r>
          </a:p>
          <a:p>
            <a:pPr lvl="1" eaLnBrk="1" hangingPunct="1"/>
            <a:r>
              <a:rPr lang="en-US" altLang="en-US" dirty="0" err="1"/>
              <a:t>Mặt</a:t>
            </a:r>
            <a:r>
              <a:rPr lang="en-US" altLang="en-US" dirty="0"/>
              <a:t> </a:t>
            </a:r>
            <a:r>
              <a:rPr lang="en-US" altLang="en-US" dirty="0" err="1"/>
              <a:t>động</a:t>
            </a:r>
            <a:r>
              <a:rPr lang="en-US" altLang="en-US" dirty="0"/>
              <a:t> (dynamic): </a:t>
            </a:r>
            <a:r>
              <a:rPr lang="en-US" altLang="en-US" dirty="0" err="1"/>
              <a:t>là</a:t>
            </a:r>
            <a:r>
              <a:rPr lang="en-US" altLang="en-US" dirty="0"/>
              <a:t> </a:t>
            </a:r>
            <a:r>
              <a:rPr lang="en-US" altLang="en-US" dirty="0" err="1"/>
              <a:t>trạng</a:t>
            </a:r>
            <a:r>
              <a:rPr lang="en-US" altLang="en-US" dirty="0"/>
              <a:t> </a:t>
            </a:r>
            <a:r>
              <a:rPr lang="en-US" altLang="en-US" dirty="0" err="1"/>
              <a:t>thái</a:t>
            </a:r>
            <a:r>
              <a:rPr lang="en-US" altLang="en-US" dirty="0"/>
              <a:t> </a:t>
            </a:r>
            <a:r>
              <a:rPr lang="en-US" altLang="en-US" dirty="0" err="1"/>
              <a:t>của</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như</a:t>
            </a:r>
            <a:r>
              <a:rPr lang="en-US" altLang="en-US" dirty="0"/>
              <a:t> </a:t>
            </a:r>
            <a:r>
              <a:rPr lang="en-US" altLang="en-US" dirty="0" err="1"/>
              <a:t>tồn</a:t>
            </a:r>
            <a:r>
              <a:rPr lang="en-US" altLang="en-US" dirty="0"/>
              <a:t> </a:t>
            </a:r>
            <a:r>
              <a:rPr lang="en-US" altLang="en-US" dirty="0" err="1"/>
              <a:t>tại</a:t>
            </a:r>
            <a:r>
              <a:rPr lang="en-US" altLang="en-US" dirty="0"/>
              <a:t> hay </a:t>
            </a:r>
            <a:r>
              <a:rPr lang="en-US" altLang="en-US" dirty="0" err="1"/>
              <a:t>không</a:t>
            </a:r>
            <a:r>
              <a:rPr lang="en-US" altLang="en-US" dirty="0"/>
              <a:t> </a:t>
            </a:r>
            <a:r>
              <a:rPr lang="en-US" altLang="en-US" dirty="0" err="1"/>
              <a:t>tồn</a:t>
            </a:r>
            <a:r>
              <a:rPr lang="en-US" altLang="en-US" dirty="0"/>
              <a:t> </a:t>
            </a:r>
            <a:r>
              <a:rPr lang="en-US" altLang="en-US" dirty="0" err="1"/>
              <a:t>tại</a:t>
            </a:r>
            <a:r>
              <a:rPr lang="en-US" altLang="en-US" dirty="0"/>
              <a:t>, </a:t>
            </a:r>
            <a:r>
              <a:rPr lang="en-US" altLang="en-US" dirty="0" err="1"/>
              <a:t>sẵn</a:t>
            </a:r>
            <a:r>
              <a:rPr lang="en-US" altLang="en-US" dirty="0"/>
              <a:t> </a:t>
            </a:r>
            <a:r>
              <a:rPr lang="en-US" altLang="en-US" dirty="0" err="1"/>
              <a:t>sàng</a:t>
            </a:r>
            <a:r>
              <a:rPr lang="en-US" altLang="en-US" dirty="0"/>
              <a:t> hay </a:t>
            </a:r>
            <a:r>
              <a:rPr lang="en-US" altLang="en-US" dirty="0" err="1"/>
              <a:t>không</a:t>
            </a:r>
            <a:r>
              <a:rPr lang="en-US" altLang="en-US" dirty="0"/>
              <a:t> </a:t>
            </a:r>
            <a:r>
              <a:rPr lang="en-US" altLang="en-US" dirty="0" err="1"/>
              <a:t>sẵn</a:t>
            </a:r>
            <a:r>
              <a:rPr lang="en-US" altLang="en-US" dirty="0"/>
              <a:t> </a:t>
            </a:r>
            <a:r>
              <a:rPr lang="en-US" altLang="en-US" dirty="0" err="1"/>
              <a:t>sàng</a:t>
            </a:r>
            <a:endParaRPr lang="en-US" altLang="en-US" dirty="0"/>
          </a:p>
        </p:txBody>
      </p:sp>
    </p:spTree>
    <p:extLst>
      <p:ext uri="{BB962C8B-B14F-4D97-AF65-F5344CB8AC3E}">
        <p14:creationId xmlns:p14="http://schemas.microsoft.com/office/powerpoint/2010/main" val="1666905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429E361-E562-5B41-AA3D-FE624839B7A0}"/>
              </a:ext>
            </a:extLst>
          </p:cNvPr>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a:extLst>
              <a:ext uri="{FF2B5EF4-FFF2-40B4-BE49-F238E27FC236}">
                <a16:creationId xmlns:a16="http://schemas.microsoft.com/office/drawing/2014/main" id="{A1644C55-927F-BA4E-B37A-55F9D7E4D9B9}"/>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713B60BD-F0E6-9E48-836D-CD7017867D84}"/>
              </a:ext>
            </a:extLst>
          </p:cNvPr>
          <p:cNvSpPr>
            <a:spLocks noGrp="1"/>
          </p:cNvSpPr>
          <p:nvPr>
            <p:ph type="sldNum" sz="quarter" idx="12"/>
          </p:nvPr>
        </p:nvSpPr>
        <p:spPr/>
        <p:txBody>
          <a:bodyPr/>
          <a:lstStyle/>
          <a:p>
            <a:fld id="{BA7BC09B-FE30-A349-B1D2-5A364F511F98}" type="slidenum">
              <a:rPr lang="en-US" smtClean="0"/>
              <a:t>15</a:t>
            </a:fld>
            <a:endParaRPr lang="en-US" dirty="0"/>
          </a:p>
        </p:txBody>
      </p:sp>
      <p:sp>
        <p:nvSpPr>
          <p:cNvPr id="2" name="Title 1">
            <a:extLst>
              <a:ext uri="{FF2B5EF4-FFF2-40B4-BE49-F238E27FC236}">
                <a16:creationId xmlns:a16="http://schemas.microsoft.com/office/drawing/2014/main" id="{1D9761EC-42AD-CA4E-ABAC-17341781DB17}"/>
              </a:ext>
            </a:extLst>
          </p:cNvPr>
          <p:cNvSpPr>
            <a:spLocks noGrp="1"/>
          </p:cNvSpPr>
          <p:nvPr>
            <p:ph type="title"/>
          </p:nvPr>
        </p:nvSpPr>
        <p:spPr/>
        <p:txBody>
          <a:bodyPr/>
          <a:lstStyle/>
          <a:p>
            <a:r>
              <a:rPr lang="en-US" dirty="0" err="1"/>
              <a:t>Các</a:t>
            </a:r>
            <a:r>
              <a:rPr lang="en-US" dirty="0"/>
              <a:t> </a:t>
            </a:r>
            <a:r>
              <a:rPr lang="en-US" dirty="0" err="1"/>
              <a:t>kiểu</a:t>
            </a:r>
            <a:r>
              <a:rPr lang="en-US" dirty="0"/>
              <a:t> </a:t>
            </a:r>
            <a:r>
              <a:rPr lang="en-US" dirty="0" err="1"/>
              <a:t>dữ</a:t>
            </a:r>
            <a:r>
              <a:rPr lang="en-US" dirty="0"/>
              <a:t> </a:t>
            </a:r>
            <a:r>
              <a:rPr lang="en-US" dirty="0" err="1"/>
              <a:t>liệu</a:t>
            </a:r>
            <a:endParaRPr dirty="0"/>
          </a:p>
        </p:txBody>
      </p:sp>
      <p:sp>
        <p:nvSpPr>
          <p:cNvPr id="3" name="Content Placeholder 2">
            <a:extLst>
              <a:ext uri="{FF2B5EF4-FFF2-40B4-BE49-F238E27FC236}">
                <a16:creationId xmlns:a16="http://schemas.microsoft.com/office/drawing/2014/main" id="{EE1772FD-1F68-B54F-98B2-29A51A4D4E0E}"/>
              </a:ext>
            </a:extLst>
          </p:cNvPr>
          <p:cNvSpPr>
            <a:spLocks noGrp="1"/>
          </p:cNvSpPr>
          <p:nvPr>
            <p:ph sz="quarter" idx="13"/>
          </p:nvPr>
        </p:nvSpPr>
        <p:spPr>
          <a:xfrm>
            <a:off x="219217" y="950969"/>
            <a:ext cx="4870323" cy="5303393"/>
          </a:xfrm>
        </p:spPr>
        <p:txBody>
          <a:bodyPr>
            <a:normAutofit/>
          </a:bodyPr>
          <a:lstStyle/>
          <a:p>
            <a:r>
              <a:rPr lang="vi-VN" dirty="0"/>
              <a:t>Kiểu dữ liệu cơ bản (primitive data type)</a:t>
            </a:r>
          </a:p>
          <a:p>
            <a:pPr lvl="1"/>
            <a:r>
              <a:rPr lang="vi-VN" dirty="0"/>
              <a:t>Đại diện cho các dữ liệu giống nhau, không thể phân chia nhỏ hơn được nữa</a:t>
            </a:r>
          </a:p>
          <a:p>
            <a:pPr lvl="1"/>
            <a:r>
              <a:rPr lang="vi-VN" dirty="0"/>
              <a:t>Thường được các ngôn ngữ lập trình định nghĩa sẵn </a:t>
            </a:r>
          </a:p>
          <a:p>
            <a:pPr lvl="1"/>
            <a:r>
              <a:rPr lang="vi-VN" dirty="0"/>
              <a:t>Ví dụ C/C++: int, long, char, bool... </a:t>
            </a:r>
          </a:p>
          <a:p>
            <a:pPr lvl="1"/>
            <a:r>
              <a:rPr lang="vi-VN" dirty="0"/>
              <a:t>Thao tác trên các số nguyên: + - * / ...</a:t>
            </a:r>
            <a:endParaRPr dirty="0"/>
          </a:p>
        </p:txBody>
      </p:sp>
      <p:sp>
        <p:nvSpPr>
          <p:cNvPr id="7" name="Content Placeholder 6">
            <a:extLst>
              <a:ext uri="{FF2B5EF4-FFF2-40B4-BE49-F238E27FC236}">
                <a16:creationId xmlns:a16="http://schemas.microsoft.com/office/drawing/2014/main" id="{6290D29F-11F7-9441-B18A-E8814A620581}"/>
              </a:ext>
            </a:extLst>
          </p:cNvPr>
          <p:cNvSpPr>
            <a:spLocks noGrp="1"/>
          </p:cNvSpPr>
          <p:nvPr>
            <p:ph sz="half" idx="4294967295"/>
          </p:nvPr>
        </p:nvSpPr>
        <p:spPr>
          <a:xfrm>
            <a:off x="4810539" y="950969"/>
            <a:ext cx="4114244" cy="4525963"/>
          </a:xfrm>
        </p:spPr>
        <p:txBody>
          <a:bodyPr>
            <a:normAutofit/>
          </a:bodyPr>
          <a:lstStyle/>
          <a:p>
            <a:r>
              <a:rPr lang="vi-VN" dirty="0"/>
              <a:t>Kiểu dữ liệu có cấu trúc (structured data type)</a:t>
            </a:r>
          </a:p>
          <a:p>
            <a:pPr lvl="1"/>
            <a:r>
              <a:rPr lang="vi-VN" dirty="0"/>
              <a:t>Được xây dựng từ các kiểu dữ liệu (cơ bản, có cấu trúc) khác</a:t>
            </a:r>
          </a:p>
          <a:p>
            <a:pPr lvl="1"/>
            <a:r>
              <a:rPr lang="vi-VN" dirty="0"/>
              <a:t>Có thể được các ngôn ngữ lập trình định nghĩa sẵn hoặc do lập trình viên tự định nghĩa</a:t>
            </a:r>
            <a:endParaRPr dirty="0"/>
          </a:p>
        </p:txBody>
      </p:sp>
    </p:spTree>
    <p:extLst>
      <p:ext uri="{BB962C8B-B14F-4D97-AF65-F5344CB8AC3E}">
        <p14:creationId xmlns:p14="http://schemas.microsoft.com/office/powerpoint/2010/main" val="3070783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dirty="0"/>
              <a:t>Cấu trúc dữ liệu và giải thuật</a:t>
            </a:r>
            <a:endParaRPr lang="en-US" dirty="0"/>
          </a:p>
        </p:txBody>
      </p:sp>
      <p:sp>
        <p:nvSpPr>
          <p:cNvPr id="6" name="Slide Number Placeholder 5"/>
          <p:cNvSpPr>
            <a:spLocks noGrp="1"/>
          </p:cNvSpPr>
          <p:nvPr>
            <p:ph type="sldNum" sz="quarter" idx="12"/>
          </p:nvPr>
        </p:nvSpPr>
        <p:spPr/>
        <p:txBody>
          <a:bodyPr/>
          <a:lstStyle/>
          <a:p>
            <a:fld id="{BA7BC09B-FE30-A349-B1D2-5A364F511F98}" type="slidenum">
              <a:rPr lang="en-US" smtClean="0"/>
              <a:t>16</a:t>
            </a:fld>
            <a:endParaRPr lang="en-US"/>
          </a:p>
        </p:txBody>
      </p:sp>
      <p:sp>
        <p:nvSpPr>
          <p:cNvPr id="2" name="Title 1"/>
          <p:cNvSpPr>
            <a:spLocks noGrp="1"/>
          </p:cNvSpPr>
          <p:nvPr>
            <p:ph type="title"/>
          </p:nvPr>
        </p:nvSpPr>
        <p:spPr/>
        <p:txBody>
          <a:bodyPr/>
          <a:lstStyle/>
          <a:p>
            <a:r>
              <a:rPr lang="en-US" dirty="0" err="1"/>
              <a:t>Cấu</a:t>
            </a:r>
            <a:r>
              <a:rPr lang="en-US" dirty="0"/>
              <a:t> </a:t>
            </a:r>
            <a:r>
              <a:rPr lang="en-US" dirty="0" err="1"/>
              <a:t>trúc</a:t>
            </a:r>
            <a:r>
              <a:rPr lang="en-US" dirty="0"/>
              <a:t> </a:t>
            </a:r>
            <a:r>
              <a:rPr lang="en-US" dirty="0" err="1"/>
              <a:t>dữ</a:t>
            </a:r>
            <a:r>
              <a:rPr lang="en-US" dirty="0"/>
              <a:t> </a:t>
            </a:r>
            <a:r>
              <a:rPr lang="en-US" dirty="0" err="1"/>
              <a:t>liệu</a:t>
            </a:r>
            <a:endParaRPr lang="en-US" dirty="0"/>
          </a:p>
        </p:txBody>
      </p:sp>
      <p:sp>
        <p:nvSpPr>
          <p:cNvPr id="3" name="Content Placeholder 2"/>
          <p:cNvSpPr>
            <a:spLocks noGrp="1"/>
          </p:cNvSpPr>
          <p:nvPr>
            <p:ph sz="quarter" idx="13"/>
          </p:nvPr>
        </p:nvSpPr>
        <p:spPr/>
        <p:txBody>
          <a:bodyPr>
            <a:normAutofit/>
          </a:bodyPr>
          <a:lstStyle/>
          <a:p>
            <a:r>
              <a:rPr lang="en-US" dirty="0" err="1"/>
              <a:t>Cấu</a:t>
            </a:r>
            <a:r>
              <a:rPr lang="en-US" dirty="0"/>
              <a:t> </a:t>
            </a:r>
            <a:r>
              <a:rPr lang="en-US" dirty="0" err="1"/>
              <a:t>trúc</a:t>
            </a:r>
            <a:r>
              <a:rPr lang="en-US" dirty="0"/>
              <a:t> </a:t>
            </a:r>
            <a:r>
              <a:rPr lang="en-US" dirty="0" err="1"/>
              <a:t>dữ</a:t>
            </a:r>
            <a:r>
              <a:rPr lang="en-US" dirty="0"/>
              <a:t> </a:t>
            </a:r>
            <a:r>
              <a:rPr lang="en-US" dirty="0" err="1"/>
              <a:t>liệu</a:t>
            </a:r>
            <a:r>
              <a:rPr lang="en-US" dirty="0"/>
              <a:t> </a:t>
            </a:r>
            <a:r>
              <a:rPr lang="en-US" dirty="0" err="1"/>
              <a:t>là</a:t>
            </a:r>
            <a:r>
              <a:rPr lang="en-US" dirty="0"/>
              <a:t> </a:t>
            </a:r>
            <a:r>
              <a:rPr lang="en-US" dirty="0" err="1"/>
              <a:t>cách</a:t>
            </a:r>
            <a:r>
              <a:rPr lang="en-US" dirty="0"/>
              <a:t> </a:t>
            </a:r>
            <a:r>
              <a:rPr lang="en-US" dirty="0" err="1"/>
              <a:t>tổ</a:t>
            </a:r>
            <a:r>
              <a:rPr lang="en-US" dirty="0"/>
              <a:t> </a:t>
            </a:r>
            <a:r>
              <a:rPr lang="en-US" dirty="0" err="1"/>
              <a:t>chức</a:t>
            </a:r>
            <a:r>
              <a:rPr lang="en-US" dirty="0"/>
              <a:t> </a:t>
            </a:r>
            <a:r>
              <a:rPr lang="en-US" dirty="0" err="1"/>
              <a:t>có</a:t>
            </a:r>
            <a:r>
              <a:rPr lang="en-US" dirty="0"/>
              <a:t> </a:t>
            </a:r>
            <a:r>
              <a:rPr lang="en-US" dirty="0" err="1"/>
              <a:t>thứ</a:t>
            </a:r>
            <a:r>
              <a:rPr lang="en-US" dirty="0"/>
              <a:t> </a:t>
            </a:r>
            <a:r>
              <a:rPr lang="en-US" dirty="0" err="1"/>
              <a:t>tự</a:t>
            </a:r>
            <a:r>
              <a:rPr lang="en-US" dirty="0"/>
              <a:t>, </a:t>
            </a:r>
            <a:r>
              <a:rPr lang="en-US" dirty="0" err="1"/>
              <a:t>có</a:t>
            </a:r>
            <a:r>
              <a:rPr lang="en-US" dirty="0"/>
              <a:t> </a:t>
            </a:r>
            <a:r>
              <a:rPr lang="en-US" dirty="0" err="1"/>
              <a:t>hệ</a:t>
            </a:r>
            <a:r>
              <a:rPr lang="en-US" dirty="0"/>
              <a:t> </a:t>
            </a:r>
            <a:r>
              <a:rPr lang="en-US" dirty="0" err="1"/>
              <a:t>thống</a:t>
            </a:r>
            <a:r>
              <a:rPr lang="en-US" dirty="0"/>
              <a:t> </a:t>
            </a:r>
            <a:r>
              <a:rPr lang="en-US" dirty="0" err="1"/>
              <a:t>để</a:t>
            </a:r>
            <a:r>
              <a:rPr lang="en-US" dirty="0"/>
              <a:t> </a:t>
            </a:r>
            <a:r>
              <a:rPr lang="en-US" dirty="0" err="1"/>
              <a:t>dữ</a:t>
            </a:r>
            <a:r>
              <a:rPr lang="en-US" dirty="0"/>
              <a:t> </a:t>
            </a:r>
            <a:r>
              <a:rPr lang="en-US" dirty="0" err="1"/>
              <a:t>liệu</a:t>
            </a:r>
            <a:r>
              <a:rPr lang="en-US" dirty="0"/>
              <a:t> </a:t>
            </a:r>
            <a:r>
              <a:rPr lang="en-US" dirty="0" err="1"/>
              <a:t>có</a:t>
            </a:r>
            <a:r>
              <a:rPr lang="en-US" dirty="0"/>
              <a:t> </a:t>
            </a:r>
            <a:r>
              <a:rPr lang="en-US" dirty="0" err="1"/>
              <a:t>thể</a:t>
            </a:r>
            <a:r>
              <a:rPr lang="en-US" dirty="0"/>
              <a:t> </a:t>
            </a:r>
            <a:r>
              <a:rPr lang="en-US" dirty="0" err="1"/>
              <a:t>sử</a:t>
            </a:r>
            <a:r>
              <a:rPr lang="en-US" dirty="0"/>
              <a:t> </a:t>
            </a:r>
            <a:r>
              <a:rPr lang="en-US" dirty="0" err="1"/>
              <a:t>dụng</a:t>
            </a:r>
            <a:r>
              <a:rPr lang="en-US" dirty="0"/>
              <a:t> </a:t>
            </a:r>
            <a:r>
              <a:rPr lang="en-US" dirty="0" err="1"/>
              <a:t>một</a:t>
            </a:r>
            <a:r>
              <a:rPr lang="en-US" dirty="0"/>
              <a:t> </a:t>
            </a:r>
            <a:r>
              <a:rPr lang="en-US" dirty="0" err="1"/>
              <a:t>cách</a:t>
            </a:r>
            <a:r>
              <a:rPr lang="en-US" dirty="0"/>
              <a:t> </a:t>
            </a:r>
            <a:r>
              <a:rPr lang="en-US" dirty="0" err="1"/>
              <a:t>hiệu</a:t>
            </a:r>
            <a:r>
              <a:rPr lang="en-US" dirty="0"/>
              <a:t> </a:t>
            </a:r>
            <a:r>
              <a:rPr lang="en-US" dirty="0" err="1"/>
              <a:t>quả</a:t>
            </a:r>
            <a:r>
              <a:rPr lang="en-US" dirty="0"/>
              <a:t>. </a:t>
            </a:r>
          </a:p>
          <a:p>
            <a:r>
              <a:rPr lang="en-US" altLang="en-US" dirty="0" err="1"/>
              <a:t>Cấu</a:t>
            </a:r>
            <a:r>
              <a:rPr lang="en-US" altLang="en-US" dirty="0"/>
              <a:t> </a:t>
            </a:r>
            <a:r>
              <a:rPr lang="en-US" altLang="en-US" dirty="0" err="1"/>
              <a:t>trúc</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thể</a:t>
            </a:r>
            <a:r>
              <a:rPr lang="en-US" altLang="en-US" dirty="0"/>
              <a:t> </a:t>
            </a:r>
            <a:r>
              <a:rPr lang="en-US" altLang="en-US" dirty="0" err="1"/>
              <a:t>hiện</a:t>
            </a:r>
            <a:r>
              <a:rPr lang="en-US" altLang="en-US" dirty="0"/>
              <a:t> </a:t>
            </a:r>
            <a:r>
              <a:rPr lang="en-US" altLang="en-US" dirty="0" err="1"/>
              <a:t>khía</a:t>
            </a:r>
            <a:r>
              <a:rPr lang="en-US" altLang="en-US" dirty="0"/>
              <a:t> </a:t>
            </a:r>
            <a:r>
              <a:rPr lang="en-US" altLang="en-US" dirty="0" err="1"/>
              <a:t>cạnh</a:t>
            </a:r>
            <a:r>
              <a:rPr lang="en-US" altLang="en-US" dirty="0"/>
              <a:t> logic </a:t>
            </a:r>
            <a:r>
              <a:rPr lang="en-US" altLang="en-US" dirty="0" err="1"/>
              <a:t>của</a:t>
            </a:r>
            <a:r>
              <a:rPr lang="en-US" altLang="en-US" dirty="0"/>
              <a:t> </a:t>
            </a:r>
            <a:r>
              <a:rPr lang="en-US" altLang="en-US" dirty="0" err="1"/>
              <a:t>dữ</a:t>
            </a:r>
            <a:r>
              <a:rPr lang="en-US" altLang="en-US" dirty="0"/>
              <a:t> </a:t>
            </a:r>
            <a:r>
              <a:rPr lang="en-US" altLang="en-US" dirty="0" err="1"/>
              <a:t>liệu</a:t>
            </a:r>
            <a:r>
              <a:rPr lang="en-US" altLang="en-US" dirty="0"/>
              <a:t>. </a:t>
            </a:r>
          </a:p>
          <a:p>
            <a:r>
              <a:rPr lang="en-US" altLang="en-US" dirty="0" err="1"/>
              <a:t>Dữ</a:t>
            </a:r>
            <a:r>
              <a:rPr lang="en-US" altLang="en-US" dirty="0"/>
              <a:t> </a:t>
            </a:r>
            <a:r>
              <a:rPr lang="en-US" altLang="en-US" dirty="0" err="1"/>
              <a:t>liệu</a:t>
            </a:r>
            <a:r>
              <a:rPr lang="en-US" altLang="en-US" dirty="0"/>
              <a:t> </a:t>
            </a:r>
            <a:r>
              <a:rPr lang="en-US" altLang="en-US" dirty="0" err="1"/>
              <a:t>không</a:t>
            </a:r>
            <a:r>
              <a:rPr lang="en-US" altLang="en-US" dirty="0"/>
              <a:t> </a:t>
            </a:r>
            <a:r>
              <a:rPr lang="en-US" altLang="en-US" dirty="0" err="1"/>
              <a:t>có</a:t>
            </a:r>
            <a:r>
              <a:rPr lang="en-US" altLang="en-US" dirty="0"/>
              <a:t> </a:t>
            </a:r>
            <a:r>
              <a:rPr lang="en-US" altLang="en-US" dirty="0" err="1"/>
              <a:t>cấu</a:t>
            </a:r>
            <a:r>
              <a:rPr lang="en-US" altLang="en-US" dirty="0"/>
              <a:t> </a:t>
            </a:r>
            <a:r>
              <a:rPr lang="en-US" altLang="en-US" dirty="0" err="1"/>
              <a:t>trúc</a:t>
            </a:r>
            <a:r>
              <a:rPr lang="en-US" altLang="en-US" dirty="0"/>
              <a:t> </a:t>
            </a:r>
            <a:r>
              <a:rPr lang="en-US" altLang="en-US" dirty="0" err="1"/>
              <a:t>được</a:t>
            </a:r>
            <a:r>
              <a:rPr lang="en-US" altLang="en-US" dirty="0"/>
              <a:t> </a:t>
            </a:r>
            <a:r>
              <a:rPr lang="en-US" altLang="en-US" dirty="0" err="1"/>
              <a:t>gọi</a:t>
            </a:r>
            <a:r>
              <a:rPr lang="en-US" altLang="en-US" dirty="0"/>
              <a:t> </a:t>
            </a:r>
            <a:r>
              <a:rPr lang="en-US" altLang="en-US" dirty="0" err="1"/>
              <a:t>là</a:t>
            </a:r>
            <a:r>
              <a:rPr lang="en-US" altLang="en-US" dirty="0"/>
              <a:t> </a:t>
            </a:r>
            <a:r>
              <a:rPr lang="en-US" altLang="en-US" dirty="0" err="1"/>
              <a:t>các</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vô</a:t>
            </a:r>
            <a:r>
              <a:rPr lang="en-US" altLang="en-US" dirty="0"/>
              <a:t> </a:t>
            </a:r>
            <a:r>
              <a:rPr lang="en-US" altLang="en-US" dirty="0" err="1"/>
              <a:t>hướng</a:t>
            </a:r>
            <a:r>
              <a:rPr lang="en-US" altLang="en-US" dirty="0"/>
              <a:t> hay </a:t>
            </a:r>
            <a:r>
              <a:rPr lang="en-US" altLang="en-US" dirty="0" err="1"/>
              <a:t>các</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đơn</a:t>
            </a:r>
            <a:r>
              <a:rPr lang="en-US" altLang="en-US" dirty="0"/>
              <a:t> </a:t>
            </a:r>
            <a:r>
              <a:rPr lang="en-US" altLang="en-US" dirty="0" err="1"/>
              <a:t>giản</a:t>
            </a:r>
            <a:r>
              <a:rPr lang="en-US" altLang="en-US" dirty="0"/>
              <a:t>. </a:t>
            </a:r>
          </a:p>
          <a:p>
            <a:pPr lvl="1"/>
            <a:r>
              <a:rPr lang="en-US" altLang="en-US" dirty="0"/>
              <a:t>VD: </a:t>
            </a:r>
            <a:r>
              <a:rPr lang="en-US" altLang="en-US" dirty="0" err="1"/>
              <a:t>các</a:t>
            </a:r>
            <a:r>
              <a:rPr lang="en-US" altLang="en-US" dirty="0"/>
              <a:t> </a:t>
            </a:r>
            <a:r>
              <a:rPr lang="en-US" altLang="en-US" dirty="0" err="1"/>
              <a:t>kiểu</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số</a:t>
            </a:r>
            <a:r>
              <a:rPr lang="en-US" altLang="en-US" dirty="0"/>
              <a:t> </a:t>
            </a:r>
            <a:r>
              <a:rPr lang="en-US" altLang="en-US" dirty="0" err="1"/>
              <a:t>nguyên</a:t>
            </a:r>
            <a:r>
              <a:rPr lang="en-US" altLang="en-US" dirty="0"/>
              <a:t> (integer), </a:t>
            </a:r>
            <a:r>
              <a:rPr lang="en-US" altLang="en-US" dirty="0" err="1"/>
              <a:t>số</a:t>
            </a:r>
            <a:r>
              <a:rPr lang="en-US" altLang="en-US" dirty="0"/>
              <a:t> </a:t>
            </a:r>
            <a:r>
              <a:rPr lang="en-US" altLang="en-US" dirty="0" err="1"/>
              <a:t>thực</a:t>
            </a:r>
            <a:r>
              <a:rPr lang="en-US" altLang="en-US" dirty="0"/>
              <a:t> (real), logic (</a:t>
            </a:r>
            <a:r>
              <a:rPr lang="en-US" altLang="en-US" dirty="0" err="1"/>
              <a:t>boolean</a:t>
            </a:r>
            <a:r>
              <a:rPr lang="en-US" altLang="en-US" dirty="0"/>
              <a:t>) </a:t>
            </a:r>
            <a:r>
              <a:rPr lang="en-US" altLang="en-US" dirty="0" err="1"/>
              <a:t>là</a:t>
            </a:r>
            <a:r>
              <a:rPr lang="en-US" altLang="en-US" dirty="0"/>
              <a:t> </a:t>
            </a:r>
            <a:r>
              <a:rPr lang="en-US" altLang="en-US" dirty="0" err="1"/>
              <a:t>các</a:t>
            </a:r>
            <a:r>
              <a:rPr lang="en-US" altLang="en-US" dirty="0"/>
              <a:t> </a:t>
            </a:r>
            <a:r>
              <a:rPr lang="en-US" altLang="en-US" dirty="0" err="1"/>
              <a:t>kiểu</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đơn</a:t>
            </a:r>
            <a:r>
              <a:rPr lang="en-US" altLang="en-US" dirty="0"/>
              <a:t> </a:t>
            </a:r>
            <a:r>
              <a:rPr lang="en-US" altLang="en-US" dirty="0" err="1"/>
              <a:t>giản</a:t>
            </a:r>
            <a:r>
              <a:rPr lang="en-US" altLang="en-US" dirty="0"/>
              <a:t>.  </a:t>
            </a:r>
          </a:p>
        </p:txBody>
      </p:sp>
    </p:spTree>
    <p:extLst>
      <p:ext uri="{BB962C8B-B14F-4D97-AF65-F5344CB8AC3E}">
        <p14:creationId xmlns:p14="http://schemas.microsoft.com/office/powerpoint/2010/main" val="22944633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17</a:t>
            </a:fld>
            <a:endParaRPr lang="en-US"/>
          </a:p>
        </p:txBody>
      </p:sp>
      <p:sp>
        <p:nvSpPr>
          <p:cNvPr id="2" name="Title 1"/>
          <p:cNvSpPr>
            <a:spLocks noGrp="1"/>
          </p:cNvSpPr>
          <p:nvPr>
            <p:ph type="title"/>
          </p:nvPr>
        </p:nvSpPr>
        <p:spPr/>
        <p:txBody>
          <a:bodyPr>
            <a:normAutofit fontScale="90000"/>
          </a:bodyPr>
          <a:lstStyle/>
          <a:p>
            <a:r>
              <a:rPr lang="en-US" dirty="0" err="1"/>
              <a:t>Tại</a:t>
            </a:r>
            <a:r>
              <a:rPr lang="en-US" dirty="0"/>
              <a:t> </a:t>
            </a:r>
            <a:r>
              <a:rPr lang="en-US" dirty="0" err="1"/>
              <a:t>sao</a:t>
            </a:r>
            <a:r>
              <a:rPr lang="en-US" dirty="0"/>
              <a:t> </a:t>
            </a:r>
            <a:r>
              <a:rPr lang="en-US" dirty="0" err="1"/>
              <a:t>cấu</a:t>
            </a:r>
            <a:r>
              <a:rPr lang="en-US" dirty="0"/>
              <a:t> </a:t>
            </a:r>
            <a:r>
              <a:rPr lang="en-US" dirty="0" err="1"/>
              <a:t>trúc</a:t>
            </a:r>
            <a:r>
              <a:rPr lang="en-US" dirty="0"/>
              <a:t> </a:t>
            </a:r>
            <a:r>
              <a:rPr lang="en-US" dirty="0" err="1"/>
              <a:t>dữ</a:t>
            </a:r>
            <a:r>
              <a:rPr lang="en-US" dirty="0"/>
              <a:t> </a:t>
            </a:r>
            <a:r>
              <a:rPr lang="en-US" dirty="0" err="1"/>
              <a:t>liệu</a:t>
            </a:r>
            <a:r>
              <a:rPr lang="en-US" dirty="0"/>
              <a:t> </a:t>
            </a:r>
            <a:r>
              <a:rPr lang="en-US" dirty="0" err="1"/>
              <a:t>là</a:t>
            </a:r>
            <a:r>
              <a:rPr lang="en-US" dirty="0"/>
              <a:t> </a:t>
            </a:r>
            <a:r>
              <a:rPr lang="en-US" dirty="0" err="1"/>
              <a:t>cần</a:t>
            </a:r>
            <a:r>
              <a:rPr lang="en-US" dirty="0"/>
              <a:t> </a:t>
            </a:r>
            <a:r>
              <a:rPr lang="en-US" dirty="0" err="1"/>
              <a:t>thiết</a:t>
            </a:r>
            <a:r>
              <a:rPr lang="en-US" dirty="0"/>
              <a:t>?</a:t>
            </a:r>
          </a:p>
        </p:txBody>
      </p:sp>
      <p:sp>
        <p:nvSpPr>
          <p:cNvPr id="3" name="Content Placeholder 2"/>
          <p:cNvSpPr>
            <a:spLocks noGrp="1"/>
          </p:cNvSpPr>
          <p:nvPr>
            <p:ph sz="quarter" idx="13"/>
          </p:nvPr>
        </p:nvSpPr>
        <p:spPr/>
        <p:txBody>
          <a:bodyPr/>
          <a:lstStyle/>
          <a:p>
            <a:r>
              <a:rPr lang="en-US" dirty="0" err="1"/>
              <a:t>Dữ</a:t>
            </a:r>
            <a:r>
              <a:rPr lang="en-US" dirty="0"/>
              <a:t> </a:t>
            </a:r>
            <a:r>
              <a:rPr lang="en-US" dirty="0" err="1"/>
              <a:t>liệu</a:t>
            </a:r>
            <a:r>
              <a:rPr lang="en-US" dirty="0"/>
              <a:t> </a:t>
            </a:r>
            <a:r>
              <a:rPr lang="en-US" dirty="0" err="1"/>
              <a:t>ngày</a:t>
            </a:r>
            <a:r>
              <a:rPr lang="en-US" dirty="0"/>
              <a:t> </a:t>
            </a:r>
            <a:r>
              <a:rPr lang="en-US" dirty="0" err="1"/>
              <a:t>càng</a:t>
            </a:r>
            <a:r>
              <a:rPr lang="en-US" dirty="0"/>
              <a:t> </a:t>
            </a:r>
            <a:r>
              <a:rPr lang="en-US" dirty="0" err="1"/>
              <a:t>lớn</a:t>
            </a:r>
            <a:r>
              <a:rPr lang="en-US" dirty="0"/>
              <a:t> </a:t>
            </a:r>
            <a:r>
              <a:rPr lang="en-US" dirty="0" err="1"/>
              <a:t>và</a:t>
            </a:r>
            <a:r>
              <a:rPr lang="en-US" dirty="0"/>
              <a:t> </a:t>
            </a:r>
            <a:r>
              <a:rPr lang="en-US" dirty="0" err="1"/>
              <a:t>đa</a:t>
            </a:r>
            <a:r>
              <a:rPr lang="en-US" dirty="0"/>
              <a:t> </a:t>
            </a:r>
            <a:r>
              <a:rPr lang="en-US" dirty="0" err="1"/>
              <a:t>dạng</a:t>
            </a:r>
            <a:endParaRPr lang="en-US" dirty="0"/>
          </a:p>
          <a:p>
            <a:pPr lvl="1"/>
            <a:r>
              <a:rPr lang="en-US" dirty="0" err="1"/>
              <a:t>Tìm</a:t>
            </a:r>
            <a:r>
              <a:rPr lang="en-US" dirty="0"/>
              <a:t> </a:t>
            </a:r>
            <a:r>
              <a:rPr lang="en-US" dirty="0" err="1"/>
              <a:t>kiếm</a:t>
            </a:r>
            <a:r>
              <a:rPr lang="en-US" dirty="0"/>
              <a:t> </a:t>
            </a:r>
            <a:r>
              <a:rPr lang="en-US" dirty="0" err="1"/>
              <a:t>dữ</a:t>
            </a:r>
            <a:r>
              <a:rPr lang="en-US" dirty="0"/>
              <a:t> </a:t>
            </a:r>
            <a:r>
              <a:rPr lang="en-US" dirty="0" err="1"/>
              <a:t>liệu</a:t>
            </a:r>
            <a:r>
              <a:rPr lang="en-US" dirty="0"/>
              <a:t> </a:t>
            </a:r>
          </a:p>
          <a:p>
            <a:pPr lvl="1"/>
            <a:r>
              <a:rPr lang="en-US" dirty="0" err="1"/>
              <a:t>Tốc</a:t>
            </a:r>
            <a:r>
              <a:rPr lang="en-US" dirty="0"/>
              <a:t> </a:t>
            </a:r>
            <a:r>
              <a:rPr lang="en-US" dirty="0" err="1"/>
              <a:t>độ</a:t>
            </a:r>
            <a:r>
              <a:rPr lang="en-US" dirty="0"/>
              <a:t> </a:t>
            </a:r>
            <a:r>
              <a:rPr lang="en-US" dirty="0" err="1"/>
              <a:t>bộ</a:t>
            </a:r>
            <a:r>
              <a:rPr lang="en-US" dirty="0"/>
              <a:t> </a:t>
            </a:r>
            <a:r>
              <a:rPr lang="en-US" dirty="0" err="1"/>
              <a:t>xử</a:t>
            </a:r>
            <a:r>
              <a:rPr lang="en-US" dirty="0"/>
              <a:t> </a:t>
            </a:r>
            <a:r>
              <a:rPr lang="en-US" dirty="0" err="1"/>
              <a:t>lý</a:t>
            </a:r>
            <a:endParaRPr lang="en-US" dirty="0"/>
          </a:p>
          <a:p>
            <a:pPr lvl="1"/>
            <a:r>
              <a:rPr lang="en-US" dirty="0" err="1"/>
              <a:t>Đa</a:t>
            </a:r>
            <a:r>
              <a:rPr lang="en-US" dirty="0"/>
              <a:t> </a:t>
            </a:r>
            <a:r>
              <a:rPr lang="en-US" dirty="0" err="1"/>
              <a:t>yêu</a:t>
            </a:r>
            <a:r>
              <a:rPr lang="en-US" dirty="0"/>
              <a:t> </a:t>
            </a:r>
            <a:r>
              <a:rPr lang="en-US" dirty="0" err="1"/>
              <a:t>cầu</a:t>
            </a:r>
            <a:r>
              <a:rPr lang="en-US" dirty="0"/>
              <a:t>  </a:t>
            </a:r>
          </a:p>
          <a:p>
            <a:pPr marL="457200" lvl="1" indent="0">
              <a:buNone/>
            </a:pPr>
            <a:r>
              <a:rPr lang="en-US" dirty="0" err="1">
                <a:solidFill>
                  <a:srgbClr val="FF0000"/>
                </a:solidFill>
              </a:rPr>
              <a:t>Cấu</a:t>
            </a:r>
            <a:r>
              <a:rPr lang="en-US" dirty="0">
                <a:solidFill>
                  <a:srgbClr val="FF0000"/>
                </a:solidFill>
              </a:rPr>
              <a:t> </a:t>
            </a:r>
            <a:r>
              <a:rPr lang="en-US" dirty="0" err="1">
                <a:solidFill>
                  <a:srgbClr val="FF0000"/>
                </a:solidFill>
              </a:rPr>
              <a:t>trúc</a:t>
            </a:r>
            <a:r>
              <a:rPr lang="en-US" dirty="0">
                <a:solidFill>
                  <a:srgbClr val="FF0000"/>
                </a:solidFill>
              </a:rPr>
              <a:t> </a:t>
            </a:r>
            <a:r>
              <a:rPr lang="en-US" dirty="0" err="1">
                <a:solidFill>
                  <a:srgbClr val="FF0000"/>
                </a:solidFill>
              </a:rPr>
              <a:t>dữ</a:t>
            </a:r>
            <a:r>
              <a:rPr lang="en-US" dirty="0">
                <a:solidFill>
                  <a:srgbClr val="FF0000"/>
                </a:solidFill>
              </a:rPr>
              <a:t> </a:t>
            </a:r>
            <a:r>
              <a:rPr lang="en-US" dirty="0" err="1">
                <a:solidFill>
                  <a:srgbClr val="FF0000"/>
                </a:solidFill>
              </a:rPr>
              <a:t>liệu</a:t>
            </a:r>
            <a:r>
              <a:rPr lang="en-US" dirty="0">
                <a:solidFill>
                  <a:srgbClr val="FF0000"/>
                </a:solidFill>
              </a:rPr>
              <a:t> </a:t>
            </a:r>
            <a:r>
              <a:rPr lang="en-US" dirty="0" err="1">
                <a:solidFill>
                  <a:srgbClr val="FF0000"/>
                </a:solidFill>
              </a:rPr>
              <a:t>rất</a:t>
            </a:r>
            <a:r>
              <a:rPr lang="en-US" dirty="0">
                <a:solidFill>
                  <a:srgbClr val="FF0000"/>
                </a:solidFill>
              </a:rPr>
              <a:t> </a:t>
            </a:r>
            <a:r>
              <a:rPr lang="en-US" dirty="0" err="1">
                <a:solidFill>
                  <a:srgbClr val="FF0000"/>
                </a:solidFill>
              </a:rPr>
              <a:t>quan</a:t>
            </a:r>
            <a:r>
              <a:rPr lang="en-US" dirty="0">
                <a:solidFill>
                  <a:srgbClr val="FF0000"/>
                </a:solidFill>
              </a:rPr>
              <a:t> </a:t>
            </a:r>
            <a:r>
              <a:rPr lang="en-US" dirty="0" err="1">
                <a:solidFill>
                  <a:srgbClr val="FF0000"/>
                </a:solidFill>
              </a:rPr>
              <a:t>trọng</a:t>
            </a:r>
            <a:r>
              <a:rPr lang="en-US" dirty="0">
                <a:solidFill>
                  <a:srgbClr val="FF0000"/>
                </a:solidFill>
              </a:rPr>
              <a:t> </a:t>
            </a:r>
            <a:r>
              <a:rPr lang="en-US" dirty="0" err="1">
                <a:solidFill>
                  <a:srgbClr val="FF0000"/>
                </a:solidFill>
              </a:rPr>
              <a:t>trong</a:t>
            </a:r>
            <a:r>
              <a:rPr lang="en-US" dirty="0">
                <a:solidFill>
                  <a:srgbClr val="FF0000"/>
                </a:solidFill>
              </a:rPr>
              <a:t> </a:t>
            </a:r>
            <a:r>
              <a:rPr lang="en-US" dirty="0" err="1">
                <a:solidFill>
                  <a:srgbClr val="FF0000"/>
                </a:solidFill>
              </a:rPr>
              <a:t>xử</a:t>
            </a:r>
            <a:r>
              <a:rPr lang="en-US" dirty="0">
                <a:solidFill>
                  <a:srgbClr val="FF0000"/>
                </a:solidFill>
              </a:rPr>
              <a:t> </a:t>
            </a:r>
            <a:r>
              <a:rPr lang="en-US" dirty="0" err="1">
                <a:solidFill>
                  <a:srgbClr val="FF0000"/>
                </a:solidFill>
              </a:rPr>
              <a:t>lý</a:t>
            </a:r>
            <a:r>
              <a:rPr lang="en-US" dirty="0">
                <a:solidFill>
                  <a:srgbClr val="FF0000"/>
                </a:solidFill>
              </a:rPr>
              <a:t> </a:t>
            </a:r>
            <a:r>
              <a:rPr lang="en-US" dirty="0" err="1">
                <a:solidFill>
                  <a:srgbClr val="FF0000"/>
                </a:solidFill>
              </a:rPr>
              <a:t>dữ</a:t>
            </a:r>
            <a:r>
              <a:rPr lang="en-US" dirty="0">
                <a:solidFill>
                  <a:srgbClr val="FF0000"/>
                </a:solidFill>
              </a:rPr>
              <a:t> </a:t>
            </a:r>
            <a:r>
              <a:rPr lang="en-US" dirty="0" err="1">
                <a:solidFill>
                  <a:srgbClr val="FF0000"/>
                </a:solidFill>
              </a:rPr>
              <a:t>liệu</a:t>
            </a:r>
            <a:endParaRPr lang="en-US" dirty="0">
              <a:solidFill>
                <a:srgbClr val="FF0000"/>
              </a:solidFill>
            </a:endParaRPr>
          </a:p>
        </p:txBody>
      </p:sp>
    </p:spTree>
    <p:extLst>
      <p:ext uri="{BB962C8B-B14F-4D97-AF65-F5344CB8AC3E}">
        <p14:creationId xmlns:p14="http://schemas.microsoft.com/office/powerpoint/2010/main" val="1081970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42CDE8AE-3788-CB4A-AB61-CD92FB9112F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spcBef>
                <a:spcPct val="0"/>
              </a:spcBef>
              <a:buClrTx/>
              <a:buSzTx/>
              <a:buFontTx/>
              <a:buNone/>
            </a:pPr>
            <a:fld id="{DD2E1ECE-0487-2F4A-B174-2CB190C09980}" type="slidenum">
              <a:rPr lang="en-US" altLang="en-US" sz="1200" smtClean="0">
                <a:latin typeface="Garamond" panose="02020404030301010803" pitchFamily="18" charset="0"/>
              </a:rPr>
              <a:pPr>
                <a:spcBef>
                  <a:spcPct val="0"/>
                </a:spcBef>
                <a:buClrTx/>
                <a:buSzTx/>
                <a:buFontTx/>
                <a:buNone/>
              </a:pPr>
              <a:t>18</a:t>
            </a:fld>
            <a:endParaRPr lang="en-US" altLang="en-US" sz="1200">
              <a:latin typeface="Garamond" panose="02020404030301010803" pitchFamily="18" charset="0"/>
            </a:endParaRPr>
          </a:p>
        </p:txBody>
      </p:sp>
      <p:sp>
        <p:nvSpPr>
          <p:cNvPr id="15363" name="Rectangle 2">
            <a:extLst>
              <a:ext uri="{FF2B5EF4-FFF2-40B4-BE49-F238E27FC236}">
                <a16:creationId xmlns:a16="http://schemas.microsoft.com/office/drawing/2014/main" id="{04BBD77E-4FAD-C64B-A0B8-A43F34E515B3}"/>
              </a:ext>
            </a:extLst>
          </p:cNvPr>
          <p:cNvSpPr>
            <a:spLocks noGrp="1" noChangeArrowheads="1"/>
          </p:cNvSpPr>
          <p:nvPr>
            <p:ph type="title"/>
          </p:nvPr>
        </p:nvSpPr>
        <p:spPr/>
        <p:txBody>
          <a:bodyPr/>
          <a:lstStyle/>
          <a:p>
            <a:pPr eaLnBrk="1" hangingPunct="1"/>
            <a:r>
              <a:rPr lang="en-US" altLang="en-US" dirty="0" err="1"/>
              <a:t>Phân</a:t>
            </a:r>
            <a:r>
              <a:rPr lang="en-US" altLang="en-US" dirty="0"/>
              <a:t> </a:t>
            </a:r>
            <a:r>
              <a:rPr lang="en-US" altLang="en-US" dirty="0" err="1"/>
              <a:t>loại</a:t>
            </a:r>
            <a:r>
              <a:rPr lang="en-US" altLang="en-US" dirty="0"/>
              <a:t> </a:t>
            </a:r>
            <a:r>
              <a:rPr lang="en-US" altLang="en-US" dirty="0" err="1"/>
              <a:t>Cấu</a:t>
            </a:r>
            <a:r>
              <a:rPr lang="en-US" altLang="en-US" dirty="0"/>
              <a:t> </a:t>
            </a:r>
            <a:r>
              <a:rPr lang="en-US" altLang="en-US" dirty="0" err="1"/>
              <a:t>trúc</a:t>
            </a:r>
            <a:r>
              <a:rPr lang="en-US" altLang="en-US" dirty="0"/>
              <a:t> </a:t>
            </a:r>
            <a:r>
              <a:rPr lang="en-US" altLang="en-US" dirty="0" err="1"/>
              <a:t>dữ</a:t>
            </a:r>
            <a:r>
              <a:rPr lang="en-US" altLang="en-US" dirty="0"/>
              <a:t> </a:t>
            </a:r>
            <a:r>
              <a:rPr lang="en-US" altLang="en-US" dirty="0" err="1"/>
              <a:t>liệu</a:t>
            </a:r>
            <a:endParaRPr lang="en-US" altLang="en-US" dirty="0"/>
          </a:p>
        </p:txBody>
      </p:sp>
      <p:sp>
        <p:nvSpPr>
          <p:cNvPr id="15364" name="Rectangle 3">
            <a:extLst>
              <a:ext uri="{FF2B5EF4-FFF2-40B4-BE49-F238E27FC236}">
                <a16:creationId xmlns:a16="http://schemas.microsoft.com/office/drawing/2014/main" id="{71D9305C-18E9-7543-80BF-35F04A5AAF7C}"/>
              </a:ext>
            </a:extLst>
          </p:cNvPr>
          <p:cNvSpPr>
            <a:spLocks noGrp="1" noChangeArrowheads="1"/>
          </p:cNvSpPr>
          <p:nvPr>
            <p:ph sz="quarter" idx="13"/>
          </p:nvPr>
        </p:nvSpPr>
        <p:spPr/>
        <p:txBody>
          <a:bodyPr>
            <a:normAutofit/>
          </a:bodyPr>
          <a:lstStyle/>
          <a:p>
            <a:pPr eaLnBrk="1" hangingPunct="1">
              <a:lnSpc>
                <a:spcPct val="90000"/>
              </a:lnSpc>
            </a:pPr>
            <a:r>
              <a:rPr lang="en-US" altLang="en-US" dirty="0" err="1"/>
              <a:t>Có</a:t>
            </a:r>
            <a:r>
              <a:rPr lang="en-US" altLang="en-US" dirty="0"/>
              <a:t> </a:t>
            </a:r>
            <a:r>
              <a:rPr lang="en-US" altLang="en-US" dirty="0" err="1"/>
              <a:t>hai</a:t>
            </a:r>
            <a:r>
              <a:rPr lang="en-US" altLang="en-US" dirty="0"/>
              <a:t> </a:t>
            </a:r>
            <a:r>
              <a:rPr lang="en-US" altLang="en-US" dirty="0" err="1"/>
              <a:t>loại</a:t>
            </a:r>
            <a:r>
              <a:rPr lang="en-US" altLang="en-US" dirty="0"/>
              <a:t> </a:t>
            </a:r>
            <a:r>
              <a:rPr lang="en-US" altLang="en-US" dirty="0" err="1"/>
              <a:t>cấu</a:t>
            </a:r>
            <a:r>
              <a:rPr lang="en-US" altLang="en-US" dirty="0"/>
              <a:t> </a:t>
            </a:r>
            <a:r>
              <a:rPr lang="en-US" altLang="en-US" dirty="0" err="1"/>
              <a:t>trúc</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chính</a:t>
            </a:r>
            <a:r>
              <a:rPr lang="en-US" altLang="en-US" dirty="0"/>
              <a:t>: </a:t>
            </a:r>
          </a:p>
          <a:p>
            <a:pPr lvl="1" eaLnBrk="1" hangingPunct="1">
              <a:lnSpc>
                <a:spcPct val="90000"/>
              </a:lnSpc>
            </a:pPr>
            <a:r>
              <a:rPr lang="en-US" altLang="en-US" b="1" dirty="0" err="1"/>
              <a:t>Cấu</a:t>
            </a:r>
            <a:r>
              <a:rPr lang="en-US" altLang="en-US" b="1" dirty="0"/>
              <a:t> </a:t>
            </a:r>
            <a:r>
              <a:rPr lang="en-US" altLang="en-US" b="1" dirty="0" err="1"/>
              <a:t>trúc</a:t>
            </a:r>
            <a:r>
              <a:rPr lang="en-US" altLang="en-US" b="1" dirty="0"/>
              <a:t> </a:t>
            </a:r>
            <a:r>
              <a:rPr lang="en-US" altLang="en-US" b="1" dirty="0" err="1"/>
              <a:t>tuyến</a:t>
            </a:r>
            <a:r>
              <a:rPr lang="en-US" altLang="en-US" b="1" dirty="0"/>
              <a:t> </a:t>
            </a:r>
            <a:r>
              <a:rPr lang="en-US" altLang="en-US" b="1" dirty="0" err="1"/>
              <a:t>tính</a:t>
            </a:r>
            <a:r>
              <a:rPr lang="en-US" altLang="en-US" dirty="0"/>
              <a:t>: </a:t>
            </a:r>
            <a:r>
              <a:rPr lang="en-US" altLang="en-US" dirty="0" err="1"/>
              <a:t>là</a:t>
            </a:r>
            <a:r>
              <a:rPr lang="en-US" altLang="en-US" dirty="0"/>
              <a:t> </a:t>
            </a:r>
            <a:r>
              <a:rPr lang="en-US" altLang="en-US" dirty="0" err="1"/>
              <a:t>cấu</a:t>
            </a:r>
            <a:r>
              <a:rPr lang="en-US" altLang="en-US" dirty="0"/>
              <a:t> </a:t>
            </a:r>
            <a:r>
              <a:rPr lang="en-US" altLang="en-US" dirty="0" err="1"/>
              <a:t>trúc</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mà</a:t>
            </a:r>
            <a:r>
              <a:rPr lang="en-US" altLang="en-US" dirty="0"/>
              <a:t> </a:t>
            </a:r>
            <a:r>
              <a:rPr lang="en-US" altLang="en-US" dirty="0" err="1"/>
              <a:t>các</a:t>
            </a:r>
            <a:r>
              <a:rPr lang="en-US" altLang="en-US" dirty="0"/>
              <a:t> </a:t>
            </a:r>
            <a:r>
              <a:rPr lang="en-US" altLang="en-US" dirty="0" err="1"/>
              <a:t>phần</a:t>
            </a:r>
            <a:r>
              <a:rPr lang="en-US" altLang="en-US" dirty="0"/>
              <a:t> </a:t>
            </a:r>
            <a:r>
              <a:rPr lang="en-US" altLang="en-US" dirty="0" err="1"/>
              <a:t>tử</a:t>
            </a:r>
            <a:r>
              <a:rPr lang="en-US" altLang="en-US" dirty="0"/>
              <a:t> </a:t>
            </a:r>
            <a:r>
              <a:rPr lang="en-US" altLang="en-US" dirty="0" err="1"/>
              <a:t>bên</a:t>
            </a:r>
            <a:r>
              <a:rPr lang="en-US" altLang="en-US" dirty="0"/>
              <a:t> </a:t>
            </a:r>
            <a:r>
              <a:rPr lang="en-US" altLang="en-US" dirty="0" err="1"/>
              <a:t>trong</a:t>
            </a:r>
            <a:r>
              <a:rPr lang="en-US" altLang="en-US" dirty="0"/>
              <a:t> </a:t>
            </a:r>
            <a:r>
              <a:rPr lang="en-US" altLang="en-US" dirty="0" err="1"/>
              <a:t>nó</a:t>
            </a:r>
            <a:r>
              <a:rPr lang="en-US" altLang="en-US" dirty="0"/>
              <a:t> </a:t>
            </a:r>
            <a:r>
              <a:rPr lang="en-US" altLang="en-US" dirty="0" err="1"/>
              <a:t>luôn</a:t>
            </a:r>
            <a:r>
              <a:rPr lang="en-US" altLang="en-US" dirty="0"/>
              <a:t> </a:t>
            </a:r>
            <a:r>
              <a:rPr lang="en-US" altLang="en-US" dirty="0" err="1"/>
              <a:t>được</a:t>
            </a:r>
            <a:r>
              <a:rPr lang="en-US" altLang="en-US" dirty="0"/>
              <a:t> </a:t>
            </a:r>
            <a:r>
              <a:rPr lang="en-US" altLang="en-US" dirty="0" err="1"/>
              <a:t>bố</a:t>
            </a:r>
            <a:r>
              <a:rPr lang="en-US" altLang="en-US" dirty="0"/>
              <a:t> </a:t>
            </a:r>
            <a:r>
              <a:rPr lang="en-US" altLang="en-US" dirty="0" err="1"/>
              <a:t>trí</a:t>
            </a:r>
            <a:r>
              <a:rPr lang="en-US" altLang="en-US" dirty="0"/>
              <a:t> </a:t>
            </a:r>
            <a:r>
              <a:rPr lang="en-US" altLang="en-US" dirty="0" err="1"/>
              <a:t>theo</a:t>
            </a:r>
            <a:r>
              <a:rPr lang="en-US" altLang="en-US" dirty="0"/>
              <a:t> </a:t>
            </a:r>
            <a:r>
              <a:rPr lang="en-US" altLang="en-US" dirty="0" err="1"/>
              <a:t>một</a:t>
            </a:r>
            <a:r>
              <a:rPr lang="en-US" altLang="en-US" dirty="0"/>
              <a:t> </a:t>
            </a:r>
            <a:r>
              <a:rPr lang="en-US" altLang="en-US" dirty="0" err="1"/>
              <a:t>trật</a:t>
            </a:r>
            <a:r>
              <a:rPr lang="en-US" altLang="en-US" dirty="0"/>
              <a:t> </a:t>
            </a:r>
            <a:r>
              <a:rPr lang="en-US" altLang="en-US" dirty="0" err="1"/>
              <a:t>tự</a:t>
            </a:r>
            <a:r>
              <a:rPr lang="en-US" altLang="en-US" dirty="0"/>
              <a:t> </a:t>
            </a:r>
            <a:r>
              <a:rPr lang="en-US" altLang="en-US" dirty="0" err="1"/>
              <a:t>tuyến</a:t>
            </a:r>
            <a:r>
              <a:rPr lang="en-US" altLang="en-US" dirty="0"/>
              <a:t> </a:t>
            </a:r>
            <a:r>
              <a:rPr lang="en-US" altLang="en-US" dirty="0" err="1"/>
              <a:t>tính</a:t>
            </a:r>
            <a:r>
              <a:rPr lang="en-US" altLang="en-US" dirty="0"/>
              <a:t> hay </a:t>
            </a:r>
            <a:r>
              <a:rPr lang="en-US" altLang="en-US" dirty="0" err="1"/>
              <a:t>trật</a:t>
            </a:r>
            <a:r>
              <a:rPr lang="en-US" altLang="en-US" dirty="0"/>
              <a:t> </a:t>
            </a:r>
            <a:r>
              <a:rPr lang="en-US" altLang="en-US" dirty="0" err="1"/>
              <a:t>tự</a:t>
            </a:r>
            <a:r>
              <a:rPr lang="en-US" altLang="en-US" dirty="0"/>
              <a:t> </a:t>
            </a:r>
            <a:r>
              <a:rPr lang="en-US" altLang="en-US" dirty="0" err="1"/>
              <a:t>trước</a:t>
            </a:r>
            <a:r>
              <a:rPr lang="en-US" altLang="en-US" dirty="0"/>
              <a:t> </a:t>
            </a:r>
            <a:r>
              <a:rPr lang="en-US" altLang="en-US" dirty="0" err="1"/>
              <a:t>sau</a:t>
            </a:r>
            <a:r>
              <a:rPr lang="en-US" altLang="en-US" dirty="0"/>
              <a:t>. </a:t>
            </a:r>
            <a:r>
              <a:rPr lang="en-US" altLang="en-US" dirty="0" err="1"/>
              <a:t>Đây</a:t>
            </a:r>
            <a:r>
              <a:rPr lang="en-US" altLang="en-US" dirty="0"/>
              <a:t> </a:t>
            </a:r>
            <a:r>
              <a:rPr lang="en-US" altLang="en-US" dirty="0" err="1"/>
              <a:t>là</a:t>
            </a:r>
            <a:r>
              <a:rPr lang="en-US" altLang="en-US" dirty="0"/>
              <a:t> </a:t>
            </a:r>
            <a:r>
              <a:rPr lang="en-US" altLang="en-US" dirty="0" err="1"/>
              <a:t>loại</a:t>
            </a:r>
            <a:r>
              <a:rPr lang="en-US" altLang="en-US" dirty="0"/>
              <a:t> </a:t>
            </a:r>
            <a:r>
              <a:rPr lang="en-US" altLang="en-US" dirty="0" err="1"/>
              <a:t>cấu</a:t>
            </a:r>
            <a:r>
              <a:rPr lang="en-US" altLang="en-US" dirty="0"/>
              <a:t> </a:t>
            </a:r>
            <a:r>
              <a:rPr lang="en-US" altLang="en-US" dirty="0" err="1"/>
              <a:t>trúc</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đơn</a:t>
            </a:r>
            <a:r>
              <a:rPr lang="en-US" altLang="en-US" dirty="0"/>
              <a:t> </a:t>
            </a:r>
            <a:r>
              <a:rPr lang="en-US" altLang="en-US" dirty="0" err="1"/>
              <a:t>giản</a:t>
            </a:r>
            <a:r>
              <a:rPr lang="en-US" altLang="en-US" dirty="0"/>
              <a:t> </a:t>
            </a:r>
            <a:r>
              <a:rPr lang="en-US" altLang="en-US" dirty="0" err="1"/>
              <a:t>nhất</a:t>
            </a:r>
            <a:r>
              <a:rPr lang="en-US" altLang="en-US" dirty="0"/>
              <a:t>. </a:t>
            </a:r>
            <a:r>
              <a:rPr lang="en-US" altLang="en-US" dirty="0" err="1"/>
              <a:t>Ví</a:t>
            </a:r>
            <a:r>
              <a:rPr lang="en-US" altLang="en-US" dirty="0"/>
              <a:t> </a:t>
            </a:r>
            <a:r>
              <a:rPr lang="en-US" altLang="en-US" dirty="0" err="1"/>
              <a:t>dụ</a:t>
            </a:r>
            <a:r>
              <a:rPr lang="en-US" altLang="en-US" dirty="0"/>
              <a:t>: </a:t>
            </a:r>
            <a:r>
              <a:rPr lang="en-US" altLang="en-US" dirty="0" err="1"/>
              <a:t>mảng</a:t>
            </a:r>
            <a:r>
              <a:rPr lang="en-US" altLang="en-US" dirty="0"/>
              <a:t>, </a:t>
            </a:r>
            <a:r>
              <a:rPr lang="en-US" altLang="en-US" dirty="0" err="1"/>
              <a:t>danh</a:t>
            </a:r>
            <a:r>
              <a:rPr lang="en-US" altLang="en-US" dirty="0"/>
              <a:t> </a:t>
            </a:r>
            <a:r>
              <a:rPr lang="en-US" altLang="en-US" dirty="0" err="1"/>
              <a:t>sách</a:t>
            </a:r>
            <a:r>
              <a:rPr lang="en-US" altLang="en-US" dirty="0"/>
              <a:t>. </a:t>
            </a:r>
          </a:p>
          <a:p>
            <a:pPr lvl="1" eaLnBrk="1" hangingPunct="1">
              <a:lnSpc>
                <a:spcPct val="90000"/>
              </a:lnSpc>
            </a:pPr>
            <a:r>
              <a:rPr lang="en-US" altLang="en-US" b="1" dirty="0" err="1"/>
              <a:t>Cấu</a:t>
            </a:r>
            <a:r>
              <a:rPr lang="en-US" altLang="en-US" b="1" dirty="0"/>
              <a:t> </a:t>
            </a:r>
            <a:r>
              <a:rPr lang="en-US" altLang="en-US" b="1" dirty="0" err="1"/>
              <a:t>trúc</a:t>
            </a:r>
            <a:r>
              <a:rPr lang="en-US" altLang="en-US" b="1" dirty="0"/>
              <a:t> phi </a:t>
            </a:r>
            <a:r>
              <a:rPr lang="en-US" altLang="en-US" b="1" dirty="0" err="1"/>
              <a:t>tuyến</a:t>
            </a:r>
            <a:r>
              <a:rPr lang="en-US" altLang="en-US" dirty="0"/>
              <a:t>: </a:t>
            </a:r>
            <a:r>
              <a:rPr lang="en-US" altLang="en-US" dirty="0" err="1"/>
              <a:t>là</a:t>
            </a:r>
            <a:r>
              <a:rPr lang="en-US" altLang="en-US" dirty="0"/>
              <a:t> </a:t>
            </a:r>
            <a:r>
              <a:rPr lang="en-US" altLang="en-US" dirty="0" err="1"/>
              <a:t>các</a:t>
            </a:r>
            <a:r>
              <a:rPr lang="en-US" altLang="en-US" dirty="0"/>
              <a:t> CTDL </a:t>
            </a:r>
            <a:r>
              <a:rPr lang="en-US" altLang="en-US" dirty="0" err="1"/>
              <a:t>mà</a:t>
            </a:r>
            <a:r>
              <a:rPr lang="en-US" altLang="en-US" dirty="0"/>
              <a:t> </a:t>
            </a:r>
            <a:r>
              <a:rPr lang="en-US" altLang="en-US" dirty="0" err="1"/>
              <a:t>các</a:t>
            </a:r>
            <a:r>
              <a:rPr lang="en-US" altLang="en-US" dirty="0"/>
              <a:t> </a:t>
            </a:r>
            <a:r>
              <a:rPr lang="en-US" altLang="en-US" dirty="0" err="1"/>
              <a:t>thành</a:t>
            </a:r>
            <a:r>
              <a:rPr lang="en-US" altLang="en-US" dirty="0"/>
              <a:t> </a:t>
            </a:r>
            <a:r>
              <a:rPr lang="en-US" altLang="en-US" dirty="0" err="1"/>
              <a:t>phần</a:t>
            </a:r>
            <a:r>
              <a:rPr lang="en-US" altLang="en-US" dirty="0"/>
              <a:t> </a:t>
            </a:r>
            <a:r>
              <a:rPr lang="en-US" altLang="en-US" dirty="0" err="1"/>
              <a:t>bên</a:t>
            </a:r>
            <a:r>
              <a:rPr lang="en-US" altLang="en-US" dirty="0"/>
              <a:t> </a:t>
            </a:r>
            <a:r>
              <a:rPr lang="en-US" altLang="en-US" dirty="0" err="1"/>
              <a:t>trong</a:t>
            </a:r>
            <a:r>
              <a:rPr lang="en-US" altLang="en-US" dirty="0"/>
              <a:t> </a:t>
            </a:r>
            <a:r>
              <a:rPr lang="en-US" altLang="en-US" dirty="0" err="1"/>
              <a:t>không</a:t>
            </a:r>
            <a:r>
              <a:rPr lang="en-US" altLang="en-US" dirty="0"/>
              <a:t> </a:t>
            </a:r>
            <a:r>
              <a:rPr lang="en-US" altLang="en-US" dirty="0" err="1"/>
              <a:t>còn</a:t>
            </a:r>
            <a:r>
              <a:rPr lang="en-US" altLang="en-US" dirty="0"/>
              <a:t> </a:t>
            </a:r>
            <a:r>
              <a:rPr lang="en-US" altLang="en-US" dirty="0" err="1"/>
              <a:t>được</a:t>
            </a:r>
            <a:r>
              <a:rPr lang="en-US" altLang="en-US" dirty="0"/>
              <a:t> </a:t>
            </a:r>
            <a:r>
              <a:rPr lang="en-US" altLang="en-US" dirty="0" err="1"/>
              <a:t>bố</a:t>
            </a:r>
            <a:r>
              <a:rPr lang="en-US" altLang="en-US" dirty="0"/>
              <a:t> </a:t>
            </a:r>
            <a:r>
              <a:rPr lang="en-US" altLang="en-US" dirty="0" err="1"/>
              <a:t>trí</a:t>
            </a:r>
            <a:r>
              <a:rPr lang="en-US" altLang="en-US" dirty="0"/>
              <a:t> </a:t>
            </a:r>
            <a:r>
              <a:rPr lang="en-US" altLang="en-US" dirty="0" err="1"/>
              <a:t>theo</a:t>
            </a:r>
            <a:r>
              <a:rPr lang="en-US" altLang="en-US" dirty="0"/>
              <a:t> </a:t>
            </a:r>
            <a:r>
              <a:rPr lang="en-US" altLang="en-US" dirty="0" err="1"/>
              <a:t>trật</a:t>
            </a:r>
            <a:r>
              <a:rPr lang="en-US" altLang="en-US" dirty="0"/>
              <a:t> </a:t>
            </a:r>
            <a:r>
              <a:rPr lang="en-US" altLang="en-US" dirty="0" err="1"/>
              <a:t>tự</a:t>
            </a:r>
            <a:r>
              <a:rPr lang="en-US" altLang="en-US" dirty="0"/>
              <a:t> </a:t>
            </a:r>
            <a:r>
              <a:rPr lang="en-US" altLang="en-US" dirty="0" err="1"/>
              <a:t>tuyến</a:t>
            </a:r>
            <a:r>
              <a:rPr lang="en-US" altLang="en-US" dirty="0"/>
              <a:t> </a:t>
            </a:r>
            <a:r>
              <a:rPr lang="en-US" altLang="en-US" dirty="0" err="1"/>
              <a:t>tính</a:t>
            </a:r>
            <a:r>
              <a:rPr lang="en-US" altLang="en-US" dirty="0"/>
              <a:t> </a:t>
            </a:r>
            <a:r>
              <a:rPr lang="en-US" altLang="en-US" dirty="0" err="1"/>
              <a:t>mà</a:t>
            </a:r>
            <a:r>
              <a:rPr lang="en-US" altLang="en-US" dirty="0"/>
              <a:t> </a:t>
            </a:r>
            <a:r>
              <a:rPr lang="en-US" altLang="en-US" dirty="0" err="1"/>
              <a:t>theo</a:t>
            </a:r>
            <a:r>
              <a:rPr lang="en-US" altLang="en-US" dirty="0"/>
              <a:t> </a:t>
            </a:r>
            <a:r>
              <a:rPr lang="en-US" altLang="en-US" dirty="0" err="1"/>
              <a:t>các</a:t>
            </a:r>
            <a:r>
              <a:rPr lang="en-US" altLang="en-US" dirty="0"/>
              <a:t> </a:t>
            </a:r>
            <a:r>
              <a:rPr lang="en-US" altLang="en-US" dirty="0" err="1"/>
              <a:t>cấu</a:t>
            </a:r>
            <a:r>
              <a:rPr lang="en-US" altLang="en-US" dirty="0"/>
              <a:t> </a:t>
            </a:r>
            <a:r>
              <a:rPr lang="en-US" altLang="en-US" dirty="0" err="1"/>
              <a:t>trúc</a:t>
            </a:r>
            <a:r>
              <a:rPr lang="en-US" altLang="en-US" dirty="0"/>
              <a:t> </a:t>
            </a:r>
            <a:r>
              <a:rPr lang="en-US" altLang="en-US" dirty="0" err="1"/>
              <a:t>khác</a:t>
            </a:r>
            <a:r>
              <a:rPr lang="en-US" altLang="en-US" dirty="0"/>
              <a:t>. </a:t>
            </a:r>
            <a:r>
              <a:rPr lang="en-US" altLang="en-US" dirty="0" err="1"/>
              <a:t>Ví</a:t>
            </a:r>
            <a:r>
              <a:rPr lang="en-US" altLang="en-US" dirty="0"/>
              <a:t> </a:t>
            </a:r>
            <a:r>
              <a:rPr lang="en-US" altLang="en-US" dirty="0" err="1"/>
              <a:t>dụ</a:t>
            </a:r>
            <a:r>
              <a:rPr lang="en-US" altLang="en-US" dirty="0"/>
              <a:t>: </a:t>
            </a:r>
            <a:r>
              <a:rPr lang="en-US" altLang="en-US" dirty="0" err="1"/>
              <a:t>tập</a:t>
            </a:r>
            <a:r>
              <a:rPr lang="en-US" altLang="en-US" dirty="0"/>
              <a:t> </a:t>
            </a:r>
            <a:r>
              <a:rPr lang="en-US" altLang="en-US" dirty="0" err="1"/>
              <a:t>hợp</a:t>
            </a:r>
            <a:r>
              <a:rPr lang="en-US" altLang="en-US" dirty="0"/>
              <a:t> (</a:t>
            </a:r>
            <a:r>
              <a:rPr lang="en-US" altLang="en-US" dirty="0" err="1"/>
              <a:t>không</a:t>
            </a:r>
            <a:r>
              <a:rPr lang="en-US" altLang="en-US" dirty="0"/>
              <a:t> </a:t>
            </a:r>
            <a:r>
              <a:rPr lang="en-US" altLang="en-US" dirty="0" err="1"/>
              <a:t>có</a:t>
            </a:r>
            <a:r>
              <a:rPr lang="en-US" altLang="en-US" dirty="0"/>
              <a:t> </a:t>
            </a:r>
            <a:r>
              <a:rPr lang="en-US" altLang="en-US" dirty="0" err="1"/>
              <a:t>trật</a:t>
            </a:r>
            <a:r>
              <a:rPr lang="en-US" altLang="en-US" dirty="0"/>
              <a:t> </a:t>
            </a:r>
            <a:r>
              <a:rPr lang="en-US" altLang="en-US" dirty="0" err="1"/>
              <a:t>tự</a:t>
            </a:r>
            <a:r>
              <a:rPr lang="en-US" altLang="en-US" dirty="0"/>
              <a:t>), </a:t>
            </a:r>
            <a:r>
              <a:rPr lang="en-US" altLang="en-US" dirty="0" err="1"/>
              <a:t>cấu</a:t>
            </a:r>
            <a:r>
              <a:rPr lang="en-US" altLang="en-US" dirty="0"/>
              <a:t> </a:t>
            </a:r>
            <a:r>
              <a:rPr lang="en-US" altLang="en-US" dirty="0" err="1"/>
              <a:t>trúc</a:t>
            </a:r>
            <a:r>
              <a:rPr lang="en-US" altLang="en-US" dirty="0"/>
              <a:t> </a:t>
            </a:r>
            <a:r>
              <a:rPr lang="en-US" altLang="en-US" dirty="0" err="1"/>
              <a:t>cây</a:t>
            </a:r>
            <a:r>
              <a:rPr lang="en-US" altLang="en-US" dirty="0"/>
              <a:t> (</a:t>
            </a:r>
            <a:r>
              <a:rPr lang="en-US" altLang="en-US" dirty="0" err="1"/>
              <a:t>cấu</a:t>
            </a:r>
            <a:r>
              <a:rPr lang="en-US" altLang="en-US" dirty="0"/>
              <a:t> </a:t>
            </a:r>
            <a:r>
              <a:rPr lang="en-US" altLang="en-US" dirty="0" err="1"/>
              <a:t>trúc</a:t>
            </a:r>
            <a:r>
              <a:rPr lang="en-US" altLang="en-US" dirty="0"/>
              <a:t> </a:t>
            </a:r>
            <a:r>
              <a:rPr lang="en-US" altLang="en-US" dirty="0" err="1"/>
              <a:t>phân</a:t>
            </a:r>
            <a:r>
              <a:rPr lang="en-US" altLang="en-US" dirty="0"/>
              <a:t> </a:t>
            </a:r>
            <a:r>
              <a:rPr lang="en-US" altLang="en-US" dirty="0" err="1"/>
              <a:t>cấp</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cấu</a:t>
            </a:r>
            <a:r>
              <a:rPr lang="en-US" altLang="en-US" dirty="0"/>
              <a:t> </a:t>
            </a:r>
            <a:r>
              <a:rPr lang="en-US" altLang="en-US" dirty="0" err="1"/>
              <a:t>trúc</a:t>
            </a:r>
            <a:r>
              <a:rPr lang="en-US" altLang="en-US" dirty="0"/>
              <a:t> </a:t>
            </a:r>
            <a:r>
              <a:rPr lang="en-US" altLang="en-US" dirty="0" err="1"/>
              <a:t>đa</a:t>
            </a:r>
            <a:r>
              <a:rPr lang="en-US" altLang="en-US" dirty="0"/>
              <a:t> </a:t>
            </a:r>
            <a:r>
              <a:rPr lang="en-US" altLang="en-US" dirty="0" err="1"/>
              <a:t>hướng</a:t>
            </a:r>
            <a:r>
              <a:rPr lang="en-US" altLang="en-US" dirty="0"/>
              <a:t>).</a:t>
            </a:r>
          </a:p>
        </p:txBody>
      </p:sp>
    </p:spTree>
    <p:extLst>
      <p:ext uri="{BB962C8B-B14F-4D97-AF65-F5344CB8AC3E}">
        <p14:creationId xmlns:p14="http://schemas.microsoft.com/office/powerpoint/2010/main" val="27182707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F5782C50-DC71-A44B-87ED-3BA60B4E91E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spcBef>
                <a:spcPct val="0"/>
              </a:spcBef>
              <a:buClrTx/>
              <a:buSzTx/>
              <a:buFontTx/>
              <a:buNone/>
            </a:pPr>
            <a:fld id="{9EB68B26-EC9A-1F4E-863E-B4C868A631B5}" type="slidenum">
              <a:rPr lang="en-US" altLang="en-US" sz="1200" smtClean="0">
                <a:latin typeface="Garamond" panose="02020404030301010803" pitchFamily="18" charset="0"/>
              </a:rPr>
              <a:pPr>
                <a:spcBef>
                  <a:spcPct val="0"/>
                </a:spcBef>
                <a:buClrTx/>
                <a:buSzTx/>
                <a:buFontTx/>
                <a:buNone/>
              </a:pPr>
              <a:t>19</a:t>
            </a:fld>
            <a:endParaRPr lang="en-US" altLang="en-US" sz="1200">
              <a:latin typeface="Garamond" panose="02020404030301010803" pitchFamily="18" charset="0"/>
            </a:endParaRPr>
          </a:p>
        </p:txBody>
      </p:sp>
      <p:sp>
        <p:nvSpPr>
          <p:cNvPr id="16387" name="Rectangle 2">
            <a:extLst>
              <a:ext uri="{FF2B5EF4-FFF2-40B4-BE49-F238E27FC236}">
                <a16:creationId xmlns:a16="http://schemas.microsoft.com/office/drawing/2014/main" id="{BAAC4084-4399-AE4D-9D5E-F4B8BF485FB0}"/>
              </a:ext>
            </a:extLst>
          </p:cNvPr>
          <p:cNvSpPr>
            <a:spLocks noGrp="1" noChangeArrowheads="1"/>
          </p:cNvSpPr>
          <p:nvPr>
            <p:ph type="title"/>
          </p:nvPr>
        </p:nvSpPr>
        <p:spPr/>
        <p:txBody>
          <a:bodyPr/>
          <a:lstStyle/>
          <a:p>
            <a:pPr eaLnBrk="1" hangingPunct="1"/>
            <a:r>
              <a:rPr lang="en-US" altLang="en-US"/>
              <a:t>Hình minh họa: các loại CTDL</a:t>
            </a:r>
          </a:p>
        </p:txBody>
      </p:sp>
      <p:sp>
        <p:nvSpPr>
          <p:cNvPr id="2" name="Chỗ dành sẵn cho Nội dung 1">
            <a:extLst>
              <a:ext uri="{FF2B5EF4-FFF2-40B4-BE49-F238E27FC236}">
                <a16:creationId xmlns:a16="http://schemas.microsoft.com/office/drawing/2014/main" id="{834899B4-96DD-DCEB-FCE9-6E7DEF06A550}"/>
              </a:ext>
            </a:extLst>
          </p:cNvPr>
          <p:cNvSpPr>
            <a:spLocks noGrp="1"/>
          </p:cNvSpPr>
          <p:nvPr>
            <p:ph sz="quarter" idx="13"/>
          </p:nvPr>
        </p:nvSpPr>
        <p:spPr/>
        <p:txBody>
          <a:bodyPr/>
          <a:lstStyle/>
          <a:p>
            <a:endParaRPr lang="vi-VN"/>
          </a:p>
        </p:txBody>
      </p:sp>
      <p:grpSp>
        <p:nvGrpSpPr>
          <p:cNvPr id="16388" name="Group 1">
            <a:extLst>
              <a:ext uri="{FF2B5EF4-FFF2-40B4-BE49-F238E27FC236}">
                <a16:creationId xmlns:a16="http://schemas.microsoft.com/office/drawing/2014/main" id="{C6F4F935-6D0C-0946-BF32-630744389256}"/>
              </a:ext>
            </a:extLst>
          </p:cNvPr>
          <p:cNvGrpSpPr>
            <a:grpSpLocks/>
          </p:cNvGrpSpPr>
          <p:nvPr/>
        </p:nvGrpSpPr>
        <p:grpSpPr bwMode="auto">
          <a:xfrm>
            <a:off x="685800" y="2057400"/>
            <a:ext cx="7086600" cy="3276600"/>
            <a:chOff x="685800" y="2057400"/>
            <a:chExt cx="7086600" cy="3276600"/>
          </a:xfrm>
        </p:grpSpPr>
        <p:sp>
          <p:nvSpPr>
            <p:cNvPr id="16389" name="Oval 4">
              <a:extLst>
                <a:ext uri="{FF2B5EF4-FFF2-40B4-BE49-F238E27FC236}">
                  <a16:creationId xmlns:a16="http://schemas.microsoft.com/office/drawing/2014/main" id="{4D6FE560-8372-7C4F-AB89-134AE8F41777}"/>
                </a:ext>
              </a:extLst>
            </p:cNvPr>
            <p:cNvSpPr>
              <a:spLocks noChangeArrowheads="1"/>
            </p:cNvSpPr>
            <p:nvPr/>
          </p:nvSpPr>
          <p:spPr bwMode="auto">
            <a:xfrm>
              <a:off x="1447800" y="2057400"/>
              <a:ext cx="228600" cy="2286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16390" name="Line 5">
              <a:extLst>
                <a:ext uri="{FF2B5EF4-FFF2-40B4-BE49-F238E27FC236}">
                  <a16:creationId xmlns:a16="http://schemas.microsoft.com/office/drawing/2014/main" id="{1DC06D60-8D23-7F4F-97BF-D68A8A85E4AD}"/>
                </a:ext>
              </a:extLst>
            </p:cNvPr>
            <p:cNvSpPr>
              <a:spLocks noChangeShapeType="1"/>
            </p:cNvSpPr>
            <p:nvPr/>
          </p:nvSpPr>
          <p:spPr bwMode="auto">
            <a:xfrm>
              <a:off x="1676400" y="2176463"/>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1" name="Oval 6">
              <a:extLst>
                <a:ext uri="{FF2B5EF4-FFF2-40B4-BE49-F238E27FC236}">
                  <a16:creationId xmlns:a16="http://schemas.microsoft.com/office/drawing/2014/main" id="{900BE4C1-9C17-014F-9500-E38D923F2E7E}"/>
                </a:ext>
              </a:extLst>
            </p:cNvPr>
            <p:cNvSpPr>
              <a:spLocks noChangeArrowheads="1"/>
            </p:cNvSpPr>
            <p:nvPr/>
          </p:nvSpPr>
          <p:spPr bwMode="auto">
            <a:xfrm>
              <a:off x="2286000" y="2057400"/>
              <a:ext cx="228600" cy="2286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16392" name="Oval 7">
              <a:extLst>
                <a:ext uri="{FF2B5EF4-FFF2-40B4-BE49-F238E27FC236}">
                  <a16:creationId xmlns:a16="http://schemas.microsoft.com/office/drawing/2014/main" id="{BA88293A-34E3-C74D-A1C3-4355DAD2594B}"/>
                </a:ext>
              </a:extLst>
            </p:cNvPr>
            <p:cNvSpPr>
              <a:spLocks noChangeArrowheads="1"/>
            </p:cNvSpPr>
            <p:nvPr/>
          </p:nvSpPr>
          <p:spPr bwMode="auto">
            <a:xfrm>
              <a:off x="3124200" y="2057400"/>
              <a:ext cx="228600" cy="2286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16393" name="Oval 8">
              <a:extLst>
                <a:ext uri="{FF2B5EF4-FFF2-40B4-BE49-F238E27FC236}">
                  <a16:creationId xmlns:a16="http://schemas.microsoft.com/office/drawing/2014/main" id="{29866184-DD97-D245-B825-0D2AFA627F02}"/>
                </a:ext>
              </a:extLst>
            </p:cNvPr>
            <p:cNvSpPr>
              <a:spLocks noChangeArrowheads="1"/>
            </p:cNvSpPr>
            <p:nvPr/>
          </p:nvSpPr>
          <p:spPr bwMode="auto">
            <a:xfrm>
              <a:off x="3962400" y="2057400"/>
              <a:ext cx="228600" cy="2286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16394" name="Oval 9">
              <a:extLst>
                <a:ext uri="{FF2B5EF4-FFF2-40B4-BE49-F238E27FC236}">
                  <a16:creationId xmlns:a16="http://schemas.microsoft.com/office/drawing/2014/main" id="{E965DD40-9552-4F46-8613-3E0960C42649}"/>
                </a:ext>
              </a:extLst>
            </p:cNvPr>
            <p:cNvSpPr>
              <a:spLocks noChangeArrowheads="1"/>
            </p:cNvSpPr>
            <p:nvPr/>
          </p:nvSpPr>
          <p:spPr bwMode="auto">
            <a:xfrm>
              <a:off x="4800600" y="2057400"/>
              <a:ext cx="228600" cy="2286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16395" name="Line 10">
              <a:extLst>
                <a:ext uri="{FF2B5EF4-FFF2-40B4-BE49-F238E27FC236}">
                  <a16:creationId xmlns:a16="http://schemas.microsoft.com/office/drawing/2014/main" id="{7692318E-B0C0-E94D-A26E-6402CDA2FA4F}"/>
                </a:ext>
              </a:extLst>
            </p:cNvPr>
            <p:cNvSpPr>
              <a:spLocks noChangeShapeType="1"/>
            </p:cNvSpPr>
            <p:nvPr/>
          </p:nvSpPr>
          <p:spPr bwMode="auto">
            <a:xfrm>
              <a:off x="2514600" y="2176463"/>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6" name="Line 11">
              <a:extLst>
                <a:ext uri="{FF2B5EF4-FFF2-40B4-BE49-F238E27FC236}">
                  <a16:creationId xmlns:a16="http://schemas.microsoft.com/office/drawing/2014/main" id="{B07F9021-0A3D-C648-B4CB-57E462483C01}"/>
                </a:ext>
              </a:extLst>
            </p:cNvPr>
            <p:cNvSpPr>
              <a:spLocks noChangeShapeType="1"/>
            </p:cNvSpPr>
            <p:nvPr/>
          </p:nvSpPr>
          <p:spPr bwMode="auto">
            <a:xfrm>
              <a:off x="3352800" y="2166938"/>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7" name="Line 12">
              <a:extLst>
                <a:ext uri="{FF2B5EF4-FFF2-40B4-BE49-F238E27FC236}">
                  <a16:creationId xmlns:a16="http://schemas.microsoft.com/office/drawing/2014/main" id="{D77B0DB7-F404-694E-8D07-6ED8892E9C72}"/>
                </a:ext>
              </a:extLst>
            </p:cNvPr>
            <p:cNvSpPr>
              <a:spLocks noChangeShapeType="1"/>
            </p:cNvSpPr>
            <p:nvPr/>
          </p:nvSpPr>
          <p:spPr bwMode="auto">
            <a:xfrm>
              <a:off x="4191000" y="2176463"/>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8" name="Oval 13">
              <a:extLst>
                <a:ext uri="{FF2B5EF4-FFF2-40B4-BE49-F238E27FC236}">
                  <a16:creationId xmlns:a16="http://schemas.microsoft.com/office/drawing/2014/main" id="{87D63D06-1D11-DE4E-A21C-0169D417481E}"/>
                </a:ext>
              </a:extLst>
            </p:cNvPr>
            <p:cNvSpPr>
              <a:spLocks noChangeArrowheads="1"/>
            </p:cNvSpPr>
            <p:nvPr/>
          </p:nvSpPr>
          <p:spPr bwMode="auto">
            <a:xfrm>
              <a:off x="990600" y="3429000"/>
              <a:ext cx="228600" cy="2286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16399" name="Oval 14">
              <a:extLst>
                <a:ext uri="{FF2B5EF4-FFF2-40B4-BE49-F238E27FC236}">
                  <a16:creationId xmlns:a16="http://schemas.microsoft.com/office/drawing/2014/main" id="{544E5FCD-076F-B343-84F2-2F8FC7E0EE43}"/>
                </a:ext>
              </a:extLst>
            </p:cNvPr>
            <p:cNvSpPr>
              <a:spLocks noChangeArrowheads="1"/>
            </p:cNvSpPr>
            <p:nvPr/>
          </p:nvSpPr>
          <p:spPr bwMode="auto">
            <a:xfrm>
              <a:off x="1447800" y="3276600"/>
              <a:ext cx="228600" cy="2286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16400" name="Oval 15">
              <a:extLst>
                <a:ext uri="{FF2B5EF4-FFF2-40B4-BE49-F238E27FC236}">
                  <a16:creationId xmlns:a16="http://schemas.microsoft.com/office/drawing/2014/main" id="{6EC02218-00C3-674B-8DFA-F0125624073E}"/>
                </a:ext>
              </a:extLst>
            </p:cNvPr>
            <p:cNvSpPr>
              <a:spLocks noChangeArrowheads="1"/>
            </p:cNvSpPr>
            <p:nvPr/>
          </p:nvSpPr>
          <p:spPr bwMode="auto">
            <a:xfrm>
              <a:off x="762000" y="3886200"/>
              <a:ext cx="228600" cy="2286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16401" name="Oval 16">
              <a:extLst>
                <a:ext uri="{FF2B5EF4-FFF2-40B4-BE49-F238E27FC236}">
                  <a16:creationId xmlns:a16="http://schemas.microsoft.com/office/drawing/2014/main" id="{668540AC-2B61-3F42-B919-B3EF0BE6B7E7}"/>
                </a:ext>
              </a:extLst>
            </p:cNvPr>
            <p:cNvSpPr>
              <a:spLocks noChangeArrowheads="1"/>
            </p:cNvSpPr>
            <p:nvPr/>
          </p:nvSpPr>
          <p:spPr bwMode="auto">
            <a:xfrm>
              <a:off x="1295400" y="4191000"/>
              <a:ext cx="228600" cy="2286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16402" name="Oval 17">
              <a:extLst>
                <a:ext uri="{FF2B5EF4-FFF2-40B4-BE49-F238E27FC236}">
                  <a16:creationId xmlns:a16="http://schemas.microsoft.com/office/drawing/2014/main" id="{C0C4225B-95C9-EF4E-A72E-3A41286ACE9B}"/>
                </a:ext>
              </a:extLst>
            </p:cNvPr>
            <p:cNvSpPr>
              <a:spLocks noChangeArrowheads="1"/>
            </p:cNvSpPr>
            <p:nvPr/>
          </p:nvSpPr>
          <p:spPr bwMode="auto">
            <a:xfrm>
              <a:off x="1828800" y="3810000"/>
              <a:ext cx="228600" cy="2286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16403" name="Oval 18">
              <a:extLst>
                <a:ext uri="{FF2B5EF4-FFF2-40B4-BE49-F238E27FC236}">
                  <a16:creationId xmlns:a16="http://schemas.microsoft.com/office/drawing/2014/main" id="{DD552D40-9026-E540-8F3D-5EF5602FB825}"/>
                </a:ext>
              </a:extLst>
            </p:cNvPr>
            <p:cNvSpPr>
              <a:spLocks noChangeArrowheads="1"/>
            </p:cNvSpPr>
            <p:nvPr/>
          </p:nvSpPr>
          <p:spPr bwMode="auto">
            <a:xfrm>
              <a:off x="3962400" y="3200400"/>
              <a:ext cx="228600" cy="2286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16404" name="Oval 19">
              <a:extLst>
                <a:ext uri="{FF2B5EF4-FFF2-40B4-BE49-F238E27FC236}">
                  <a16:creationId xmlns:a16="http://schemas.microsoft.com/office/drawing/2014/main" id="{21D10373-5BB9-474B-82CF-C2761A9B68D1}"/>
                </a:ext>
              </a:extLst>
            </p:cNvPr>
            <p:cNvSpPr>
              <a:spLocks noChangeArrowheads="1"/>
            </p:cNvSpPr>
            <p:nvPr/>
          </p:nvSpPr>
          <p:spPr bwMode="auto">
            <a:xfrm>
              <a:off x="3429000" y="3733800"/>
              <a:ext cx="228600" cy="2286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16405" name="Oval 20">
              <a:extLst>
                <a:ext uri="{FF2B5EF4-FFF2-40B4-BE49-F238E27FC236}">
                  <a16:creationId xmlns:a16="http://schemas.microsoft.com/office/drawing/2014/main" id="{55A99F0E-BA40-9149-B144-F7240B4F3C11}"/>
                </a:ext>
              </a:extLst>
            </p:cNvPr>
            <p:cNvSpPr>
              <a:spLocks noChangeArrowheads="1"/>
            </p:cNvSpPr>
            <p:nvPr/>
          </p:nvSpPr>
          <p:spPr bwMode="auto">
            <a:xfrm>
              <a:off x="4495800" y="3733800"/>
              <a:ext cx="228600" cy="2286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16406" name="Oval 21">
              <a:extLst>
                <a:ext uri="{FF2B5EF4-FFF2-40B4-BE49-F238E27FC236}">
                  <a16:creationId xmlns:a16="http://schemas.microsoft.com/office/drawing/2014/main" id="{DDD26821-BE6F-2247-B5C5-5213E1F5D48E}"/>
                </a:ext>
              </a:extLst>
            </p:cNvPr>
            <p:cNvSpPr>
              <a:spLocks noChangeArrowheads="1"/>
            </p:cNvSpPr>
            <p:nvPr/>
          </p:nvSpPr>
          <p:spPr bwMode="auto">
            <a:xfrm>
              <a:off x="2971800" y="4419600"/>
              <a:ext cx="228600" cy="2286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16407" name="Oval 22">
              <a:extLst>
                <a:ext uri="{FF2B5EF4-FFF2-40B4-BE49-F238E27FC236}">
                  <a16:creationId xmlns:a16="http://schemas.microsoft.com/office/drawing/2014/main" id="{684ECE70-03AC-4D4F-84CD-0FD124C49FD4}"/>
                </a:ext>
              </a:extLst>
            </p:cNvPr>
            <p:cNvSpPr>
              <a:spLocks noChangeArrowheads="1"/>
            </p:cNvSpPr>
            <p:nvPr/>
          </p:nvSpPr>
          <p:spPr bwMode="auto">
            <a:xfrm>
              <a:off x="3733800" y="4419600"/>
              <a:ext cx="228600" cy="2286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16408" name="Oval 23">
              <a:extLst>
                <a:ext uri="{FF2B5EF4-FFF2-40B4-BE49-F238E27FC236}">
                  <a16:creationId xmlns:a16="http://schemas.microsoft.com/office/drawing/2014/main" id="{FE113936-B50B-6B40-971D-4139D73DEF5F}"/>
                </a:ext>
              </a:extLst>
            </p:cNvPr>
            <p:cNvSpPr>
              <a:spLocks noChangeArrowheads="1"/>
            </p:cNvSpPr>
            <p:nvPr/>
          </p:nvSpPr>
          <p:spPr bwMode="auto">
            <a:xfrm>
              <a:off x="4191000" y="4419600"/>
              <a:ext cx="228600" cy="2286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16409" name="Oval 24">
              <a:extLst>
                <a:ext uri="{FF2B5EF4-FFF2-40B4-BE49-F238E27FC236}">
                  <a16:creationId xmlns:a16="http://schemas.microsoft.com/office/drawing/2014/main" id="{9E138226-6429-5040-B6BC-DA4964E4516D}"/>
                </a:ext>
              </a:extLst>
            </p:cNvPr>
            <p:cNvSpPr>
              <a:spLocks noChangeArrowheads="1"/>
            </p:cNvSpPr>
            <p:nvPr/>
          </p:nvSpPr>
          <p:spPr bwMode="auto">
            <a:xfrm>
              <a:off x="4876800" y="4419600"/>
              <a:ext cx="228600" cy="2286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16410" name="Line 25">
              <a:extLst>
                <a:ext uri="{FF2B5EF4-FFF2-40B4-BE49-F238E27FC236}">
                  <a16:creationId xmlns:a16="http://schemas.microsoft.com/office/drawing/2014/main" id="{931D9689-C4DD-7B4F-98DF-A911A20C3391}"/>
                </a:ext>
              </a:extLst>
            </p:cNvPr>
            <p:cNvSpPr>
              <a:spLocks noChangeShapeType="1"/>
            </p:cNvSpPr>
            <p:nvPr/>
          </p:nvSpPr>
          <p:spPr bwMode="auto">
            <a:xfrm flipV="1">
              <a:off x="3609975" y="3400425"/>
              <a:ext cx="3810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1" name="Line 26">
              <a:extLst>
                <a:ext uri="{FF2B5EF4-FFF2-40B4-BE49-F238E27FC236}">
                  <a16:creationId xmlns:a16="http://schemas.microsoft.com/office/drawing/2014/main" id="{CE12A3EA-882B-2343-9812-8F556255DA9F}"/>
                </a:ext>
              </a:extLst>
            </p:cNvPr>
            <p:cNvSpPr>
              <a:spLocks noChangeShapeType="1"/>
            </p:cNvSpPr>
            <p:nvPr/>
          </p:nvSpPr>
          <p:spPr bwMode="auto">
            <a:xfrm flipH="1" flipV="1">
              <a:off x="4176713" y="3386138"/>
              <a:ext cx="3810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2" name="Line 27">
              <a:extLst>
                <a:ext uri="{FF2B5EF4-FFF2-40B4-BE49-F238E27FC236}">
                  <a16:creationId xmlns:a16="http://schemas.microsoft.com/office/drawing/2014/main" id="{1712013E-DFAE-6040-891F-12F3A4B91B08}"/>
                </a:ext>
              </a:extLst>
            </p:cNvPr>
            <p:cNvSpPr>
              <a:spLocks noChangeShapeType="1"/>
            </p:cNvSpPr>
            <p:nvPr/>
          </p:nvSpPr>
          <p:spPr bwMode="auto">
            <a:xfrm flipV="1">
              <a:off x="3124200" y="3962400"/>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3" name="Line 28">
              <a:extLst>
                <a:ext uri="{FF2B5EF4-FFF2-40B4-BE49-F238E27FC236}">
                  <a16:creationId xmlns:a16="http://schemas.microsoft.com/office/drawing/2014/main" id="{0D7FEDB5-FAEA-4C45-915C-884ACA99B956}"/>
                </a:ext>
              </a:extLst>
            </p:cNvPr>
            <p:cNvSpPr>
              <a:spLocks noChangeShapeType="1"/>
            </p:cNvSpPr>
            <p:nvPr/>
          </p:nvSpPr>
          <p:spPr bwMode="auto">
            <a:xfrm flipV="1">
              <a:off x="4343400" y="3962400"/>
              <a:ext cx="2286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4" name="Line 29">
              <a:extLst>
                <a:ext uri="{FF2B5EF4-FFF2-40B4-BE49-F238E27FC236}">
                  <a16:creationId xmlns:a16="http://schemas.microsoft.com/office/drawing/2014/main" id="{8ABC50CE-81AD-B243-A395-220E984C0303}"/>
                </a:ext>
              </a:extLst>
            </p:cNvPr>
            <p:cNvSpPr>
              <a:spLocks noChangeShapeType="1"/>
            </p:cNvSpPr>
            <p:nvPr/>
          </p:nvSpPr>
          <p:spPr bwMode="auto">
            <a:xfrm flipH="1" flipV="1">
              <a:off x="3581400" y="3962400"/>
              <a:ext cx="2286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5" name="Line 30">
              <a:extLst>
                <a:ext uri="{FF2B5EF4-FFF2-40B4-BE49-F238E27FC236}">
                  <a16:creationId xmlns:a16="http://schemas.microsoft.com/office/drawing/2014/main" id="{174A53B7-4391-9344-8B69-60B77B060F8F}"/>
                </a:ext>
              </a:extLst>
            </p:cNvPr>
            <p:cNvSpPr>
              <a:spLocks noChangeShapeType="1"/>
            </p:cNvSpPr>
            <p:nvPr/>
          </p:nvSpPr>
          <p:spPr bwMode="auto">
            <a:xfrm flipH="1" flipV="1">
              <a:off x="4648200" y="3962400"/>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6" name="Oval 31">
              <a:extLst>
                <a:ext uri="{FF2B5EF4-FFF2-40B4-BE49-F238E27FC236}">
                  <a16:creationId xmlns:a16="http://schemas.microsoft.com/office/drawing/2014/main" id="{6C2DC360-CE3C-C14A-A591-EB8F09939B66}"/>
                </a:ext>
              </a:extLst>
            </p:cNvPr>
            <p:cNvSpPr>
              <a:spLocks noChangeArrowheads="1"/>
            </p:cNvSpPr>
            <p:nvPr/>
          </p:nvSpPr>
          <p:spPr bwMode="auto">
            <a:xfrm>
              <a:off x="6172200" y="3581400"/>
              <a:ext cx="228600" cy="2286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16417" name="Oval 32">
              <a:extLst>
                <a:ext uri="{FF2B5EF4-FFF2-40B4-BE49-F238E27FC236}">
                  <a16:creationId xmlns:a16="http://schemas.microsoft.com/office/drawing/2014/main" id="{E99278D1-85A3-E844-ABC6-FF75705ED8A9}"/>
                </a:ext>
              </a:extLst>
            </p:cNvPr>
            <p:cNvSpPr>
              <a:spLocks noChangeArrowheads="1"/>
            </p:cNvSpPr>
            <p:nvPr/>
          </p:nvSpPr>
          <p:spPr bwMode="auto">
            <a:xfrm>
              <a:off x="6934200" y="3048000"/>
              <a:ext cx="228600" cy="2286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16418" name="Oval 33">
              <a:extLst>
                <a:ext uri="{FF2B5EF4-FFF2-40B4-BE49-F238E27FC236}">
                  <a16:creationId xmlns:a16="http://schemas.microsoft.com/office/drawing/2014/main" id="{94079E12-A1B9-F640-A41E-541DC8A25753}"/>
                </a:ext>
              </a:extLst>
            </p:cNvPr>
            <p:cNvSpPr>
              <a:spLocks noChangeArrowheads="1"/>
            </p:cNvSpPr>
            <p:nvPr/>
          </p:nvSpPr>
          <p:spPr bwMode="auto">
            <a:xfrm>
              <a:off x="6248400" y="4648200"/>
              <a:ext cx="228600" cy="2286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16419" name="Oval 34">
              <a:extLst>
                <a:ext uri="{FF2B5EF4-FFF2-40B4-BE49-F238E27FC236}">
                  <a16:creationId xmlns:a16="http://schemas.microsoft.com/office/drawing/2014/main" id="{663AD55B-EBB4-0742-A81E-80F7B8ECEEFD}"/>
                </a:ext>
              </a:extLst>
            </p:cNvPr>
            <p:cNvSpPr>
              <a:spLocks noChangeArrowheads="1"/>
            </p:cNvSpPr>
            <p:nvPr/>
          </p:nvSpPr>
          <p:spPr bwMode="auto">
            <a:xfrm>
              <a:off x="7467600" y="4648200"/>
              <a:ext cx="228600" cy="2286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16420" name="Oval 35">
              <a:extLst>
                <a:ext uri="{FF2B5EF4-FFF2-40B4-BE49-F238E27FC236}">
                  <a16:creationId xmlns:a16="http://schemas.microsoft.com/office/drawing/2014/main" id="{91CF0500-891D-E643-974A-25C8FFC603F2}"/>
                </a:ext>
              </a:extLst>
            </p:cNvPr>
            <p:cNvSpPr>
              <a:spLocks noChangeArrowheads="1"/>
            </p:cNvSpPr>
            <p:nvPr/>
          </p:nvSpPr>
          <p:spPr bwMode="auto">
            <a:xfrm>
              <a:off x="7543800" y="3657600"/>
              <a:ext cx="228600" cy="2286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16421" name="Line 36">
              <a:extLst>
                <a:ext uri="{FF2B5EF4-FFF2-40B4-BE49-F238E27FC236}">
                  <a16:creationId xmlns:a16="http://schemas.microsoft.com/office/drawing/2014/main" id="{45B8BDC6-9031-A14B-B897-DAC948A01F7A}"/>
                </a:ext>
              </a:extLst>
            </p:cNvPr>
            <p:cNvSpPr>
              <a:spLocks noChangeShapeType="1"/>
            </p:cNvSpPr>
            <p:nvPr/>
          </p:nvSpPr>
          <p:spPr bwMode="auto">
            <a:xfrm flipH="1" flipV="1">
              <a:off x="7086600" y="3276600"/>
              <a:ext cx="457200" cy="137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22" name="Line 37">
              <a:extLst>
                <a:ext uri="{FF2B5EF4-FFF2-40B4-BE49-F238E27FC236}">
                  <a16:creationId xmlns:a16="http://schemas.microsoft.com/office/drawing/2014/main" id="{938B5CD0-B1DB-0E43-8984-2D073BF7037C}"/>
                </a:ext>
              </a:extLst>
            </p:cNvPr>
            <p:cNvSpPr>
              <a:spLocks noChangeShapeType="1"/>
            </p:cNvSpPr>
            <p:nvPr/>
          </p:nvSpPr>
          <p:spPr bwMode="auto">
            <a:xfrm flipV="1">
              <a:off x="6477000" y="3810000"/>
              <a:ext cx="10668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23" name="Line 38">
              <a:extLst>
                <a:ext uri="{FF2B5EF4-FFF2-40B4-BE49-F238E27FC236}">
                  <a16:creationId xmlns:a16="http://schemas.microsoft.com/office/drawing/2014/main" id="{2AF133D8-2BDA-9C41-B4D5-73CB75F2CE61}"/>
                </a:ext>
              </a:extLst>
            </p:cNvPr>
            <p:cNvSpPr>
              <a:spLocks noChangeShapeType="1"/>
            </p:cNvSpPr>
            <p:nvPr/>
          </p:nvSpPr>
          <p:spPr bwMode="auto">
            <a:xfrm flipH="1" flipV="1">
              <a:off x="7162800" y="3200400"/>
              <a:ext cx="4572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24" name="Line 39">
              <a:extLst>
                <a:ext uri="{FF2B5EF4-FFF2-40B4-BE49-F238E27FC236}">
                  <a16:creationId xmlns:a16="http://schemas.microsoft.com/office/drawing/2014/main" id="{9356A916-938B-1240-AAA2-EFDE9F89DCF0}"/>
                </a:ext>
              </a:extLst>
            </p:cNvPr>
            <p:cNvSpPr>
              <a:spLocks noChangeShapeType="1"/>
            </p:cNvSpPr>
            <p:nvPr/>
          </p:nvSpPr>
          <p:spPr bwMode="auto">
            <a:xfrm flipH="1" flipV="1">
              <a:off x="6248400" y="3810000"/>
              <a:ext cx="76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25" name="Line 40">
              <a:extLst>
                <a:ext uri="{FF2B5EF4-FFF2-40B4-BE49-F238E27FC236}">
                  <a16:creationId xmlns:a16="http://schemas.microsoft.com/office/drawing/2014/main" id="{22D2DEE0-8B58-6047-8C3E-4B1EF0778FCF}"/>
                </a:ext>
              </a:extLst>
            </p:cNvPr>
            <p:cNvSpPr>
              <a:spLocks noChangeShapeType="1"/>
            </p:cNvSpPr>
            <p:nvPr/>
          </p:nvSpPr>
          <p:spPr bwMode="auto">
            <a:xfrm flipV="1">
              <a:off x="6400800" y="3200400"/>
              <a:ext cx="533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26" name="Text Box 41">
              <a:extLst>
                <a:ext uri="{FF2B5EF4-FFF2-40B4-BE49-F238E27FC236}">
                  <a16:creationId xmlns:a16="http://schemas.microsoft.com/office/drawing/2014/main" id="{FB83DCFF-DABC-BC4E-B957-5C609B9426DA}"/>
                </a:ext>
              </a:extLst>
            </p:cNvPr>
            <p:cNvSpPr txBox="1">
              <a:spLocks noChangeArrowheads="1"/>
            </p:cNvSpPr>
            <p:nvPr/>
          </p:nvSpPr>
          <p:spPr bwMode="auto">
            <a:xfrm>
              <a:off x="2438400" y="2422525"/>
              <a:ext cx="167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2000"/>
                <a:t>Danh sách</a:t>
              </a:r>
            </a:p>
          </p:txBody>
        </p:sp>
        <p:sp>
          <p:nvSpPr>
            <p:cNvPr id="16427" name="Text Box 42">
              <a:extLst>
                <a:ext uri="{FF2B5EF4-FFF2-40B4-BE49-F238E27FC236}">
                  <a16:creationId xmlns:a16="http://schemas.microsoft.com/office/drawing/2014/main" id="{6C3CA907-1C5F-4A46-8DE7-85FCED153647}"/>
                </a:ext>
              </a:extLst>
            </p:cNvPr>
            <p:cNvSpPr txBox="1">
              <a:spLocks noChangeArrowheads="1"/>
            </p:cNvSpPr>
            <p:nvPr/>
          </p:nvSpPr>
          <p:spPr bwMode="auto">
            <a:xfrm>
              <a:off x="685800" y="4708525"/>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2000"/>
                <a:t>Tập hợp</a:t>
              </a:r>
            </a:p>
          </p:txBody>
        </p:sp>
        <p:sp>
          <p:nvSpPr>
            <p:cNvPr id="16428" name="Text Box 43">
              <a:extLst>
                <a:ext uri="{FF2B5EF4-FFF2-40B4-BE49-F238E27FC236}">
                  <a16:creationId xmlns:a16="http://schemas.microsoft.com/office/drawing/2014/main" id="{20164A02-9547-B64B-B9B6-256293977D5E}"/>
                </a:ext>
              </a:extLst>
            </p:cNvPr>
            <p:cNvSpPr txBox="1">
              <a:spLocks noChangeArrowheads="1"/>
            </p:cNvSpPr>
            <p:nvPr/>
          </p:nvSpPr>
          <p:spPr bwMode="auto">
            <a:xfrm>
              <a:off x="3276600" y="4784725"/>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2000"/>
                <a:t>Cây</a:t>
              </a:r>
            </a:p>
          </p:txBody>
        </p:sp>
        <p:sp>
          <p:nvSpPr>
            <p:cNvPr id="16429" name="Text Box 44">
              <a:extLst>
                <a:ext uri="{FF2B5EF4-FFF2-40B4-BE49-F238E27FC236}">
                  <a16:creationId xmlns:a16="http://schemas.microsoft.com/office/drawing/2014/main" id="{A8563B41-25CF-FB4F-88E6-A0EC1C146A3C}"/>
                </a:ext>
              </a:extLst>
            </p:cNvPr>
            <p:cNvSpPr txBox="1">
              <a:spLocks noChangeArrowheads="1"/>
            </p:cNvSpPr>
            <p:nvPr/>
          </p:nvSpPr>
          <p:spPr bwMode="auto">
            <a:xfrm>
              <a:off x="6324600" y="4937125"/>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2000"/>
                <a:t>Đồ thị</a:t>
              </a:r>
            </a:p>
          </p:txBody>
        </p:sp>
      </p:grpSp>
    </p:spTree>
    <p:extLst>
      <p:ext uri="{BB962C8B-B14F-4D97-AF65-F5344CB8AC3E}">
        <p14:creationId xmlns:p14="http://schemas.microsoft.com/office/powerpoint/2010/main" val="31933674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9749F974-97F4-C84A-A313-3C3ACECD130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spcBef>
                <a:spcPct val="0"/>
              </a:spcBef>
              <a:buClrTx/>
              <a:buSzTx/>
              <a:buFontTx/>
              <a:buNone/>
            </a:pPr>
            <a:fld id="{2579222E-F6A4-794F-AC59-DDD6A0A837D4}" type="slidenum">
              <a:rPr lang="en-US" altLang="en-US" sz="1200" smtClean="0">
                <a:latin typeface="Garamond" panose="02020404030301010803" pitchFamily="18" charset="0"/>
              </a:rPr>
              <a:pPr>
                <a:spcBef>
                  <a:spcPct val="0"/>
                </a:spcBef>
                <a:buClrTx/>
                <a:buSzTx/>
                <a:buFontTx/>
                <a:buNone/>
              </a:pPr>
              <a:t>20</a:t>
            </a:fld>
            <a:endParaRPr lang="en-US" altLang="en-US" sz="1200">
              <a:latin typeface="Garamond" panose="02020404030301010803" pitchFamily="18" charset="0"/>
            </a:endParaRPr>
          </a:p>
        </p:txBody>
      </p:sp>
      <p:sp>
        <p:nvSpPr>
          <p:cNvPr id="17411" name="Rectangle 2">
            <a:extLst>
              <a:ext uri="{FF2B5EF4-FFF2-40B4-BE49-F238E27FC236}">
                <a16:creationId xmlns:a16="http://schemas.microsoft.com/office/drawing/2014/main" id="{F0360D28-503D-F34A-9D86-25A4336943ED}"/>
              </a:ext>
            </a:extLst>
          </p:cNvPr>
          <p:cNvSpPr>
            <a:spLocks noGrp="1" noChangeArrowheads="1"/>
          </p:cNvSpPr>
          <p:nvPr>
            <p:ph type="title"/>
          </p:nvPr>
        </p:nvSpPr>
        <p:spPr/>
        <p:txBody>
          <a:bodyPr/>
          <a:lstStyle/>
          <a:p>
            <a:pPr eaLnBrk="1" hangingPunct="1"/>
            <a:r>
              <a:rPr lang="en-US" altLang="en-US"/>
              <a:t>Cấu trúc lưu trữ (storage structure)</a:t>
            </a:r>
          </a:p>
        </p:txBody>
      </p:sp>
      <p:sp>
        <p:nvSpPr>
          <p:cNvPr id="17412" name="Rectangle 3">
            <a:extLst>
              <a:ext uri="{FF2B5EF4-FFF2-40B4-BE49-F238E27FC236}">
                <a16:creationId xmlns:a16="http://schemas.microsoft.com/office/drawing/2014/main" id="{EA732F84-014A-264F-B5E2-BE2B72E035F3}"/>
              </a:ext>
            </a:extLst>
          </p:cNvPr>
          <p:cNvSpPr>
            <a:spLocks noGrp="1" noChangeArrowheads="1"/>
          </p:cNvSpPr>
          <p:nvPr>
            <p:ph sz="quarter" idx="13"/>
          </p:nvPr>
        </p:nvSpPr>
        <p:spPr/>
        <p:txBody>
          <a:bodyPr>
            <a:normAutofit/>
          </a:bodyPr>
          <a:lstStyle/>
          <a:p>
            <a:pPr>
              <a:lnSpc>
                <a:spcPct val="90000"/>
              </a:lnSpc>
            </a:pPr>
            <a:r>
              <a:rPr lang="en-US" altLang="en-US" dirty="0" err="1"/>
              <a:t>Cấu</a:t>
            </a:r>
            <a:r>
              <a:rPr lang="en-US" altLang="en-US" dirty="0"/>
              <a:t> </a:t>
            </a:r>
            <a:r>
              <a:rPr lang="en-US" altLang="en-US" dirty="0" err="1"/>
              <a:t>trúc</a:t>
            </a:r>
            <a:r>
              <a:rPr lang="en-US" altLang="en-US" dirty="0"/>
              <a:t> </a:t>
            </a:r>
            <a:r>
              <a:rPr lang="en-US" altLang="en-US" dirty="0" err="1"/>
              <a:t>lưu</a:t>
            </a:r>
            <a:r>
              <a:rPr lang="en-US" altLang="en-US" dirty="0"/>
              <a:t> </a:t>
            </a:r>
            <a:r>
              <a:rPr lang="en-US" altLang="en-US" dirty="0" err="1"/>
              <a:t>trữ</a:t>
            </a:r>
            <a:r>
              <a:rPr lang="en-US" altLang="en-US" dirty="0"/>
              <a:t> </a:t>
            </a:r>
            <a:r>
              <a:rPr lang="en-US" altLang="en-US" dirty="0" err="1"/>
              <a:t>của</a:t>
            </a:r>
            <a:r>
              <a:rPr lang="en-US" altLang="en-US" dirty="0"/>
              <a:t> </a:t>
            </a:r>
            <a:r>
              <a:rPr lang="en-US" altLang="en-US" dirty="0" err="1"/>
              <a:t>một</a:t>
            </a:r>
            <a:r>
              <a:rPr lang="en-US" altLang="en-US" dirty="0"/>
              <a:t> </a:t>
            </a:r>
            <a:r>
              <a:rPr lang="en-US" altLang="en-US" dirty="0" err="1"/>
              <a:t>cấu</a:t>
            </a:r>
            <a:r>
              <a:rPr lang="en-US" altLang="en-US" dirty="0"/>
              <a:t> </a:t>
            </a:r>
            <a:r>
              <a:rPr lang="en-US" altLang="en-US" dirty="0" err="1"/>
              <a:t>trúc</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thể</a:t>
            </a:r>
            <a:r>
              <a:rPr lang="en-US" altLang="en-US" dirty="0"/>
              <a:t> </a:t>
            </a:r>
            <a:r>
              <a:rPr lang="en-US" altLang="en-US" dirty="0" err="1"/>
              <a:t>hiện</a:t>
            </a:r>
            <a:r>
              <a:rPr lang="en-US" altLang="en-US" dirty="0"/>
              <a:t> </a:t>
            </a:r>
            <a:r>
              <a:rPr lang="en-US" altLang="en-US" dirty="0" err="1"/>
              <a:t>khía</a:t>
            </a:r>
            <a:r>
              <a:rPr lang="en-US" altLang="en-US" dirty="0"/>
              <a:t> </a:t>
            </a:r>
            <a:r>
              <a:rPr lang="en-US" altLang="en-US" dirty="0" err="1"/>
              <a:t>cạnh</a:t>
            </a:r>
            <a:r>
              <a:rPr lang="en-US" altLang="en-US" dirty="0"/>
              <a:t> </a:t>
            </a:r>
            <a:r>
              <a:rPr lang="en-US" altLang="en-US" dirty="0" err="1"/>
              <a:t>vật</a:t>
            </a:r>
            <a:r>
              <a:rPr lang="en-US" altLang="en-US" dirty="0"/>
              <a:t> </a:t>
            </a:r>
            <a:r>
              <a:rPr lang="en-US" altLang="en-US" dirty="0" err="1"/>
              <a:t>lý</a:t>
            </a:r>
            <a:r>
              <a:rPr lang="en-US" altLang="en-US" dirty="0"/>
              <a:t> (</a:t>
            </a:r>
            <a:r>
              <a:rPr lang="en-US" altLang="en-US" dirty="0" err="1"/>
              <a:t>cài</a:t>
            </a:r>
            <a:r>
              <a:rPr lang="en-US" altLang="en-US" dirty="0"/>
              <a:t> </a:t>
            </a:r>
            <a:r>
              <a:rPr lang="en-US" altLang="en-US" dirty="0" err="1"/>
              <a:t>đặt</a:t>
            </a:r>
            <a:r>
              <a:rPr lang="en-US" altLang="en-US" dirty="0"/>
              <a:t>) </a:t>
            </a:r>
            <a:r>
              <a:rPr lang="en-US" altLang="en-US" dirty="0" err="1"/>
              <a:t>của</a:t>
            </a:r>
            <a:r>
              <a:rPr lang="en-US" altLang="en-US" dirty="0"/>
              <a:t> </a:t>
            </a:r>
            <a:r>
              <a:rPr lang="en-US" altLang="en-US" dirty="0" err="1"/>
              <a:t>cấu</a:t>
            </a:r>
            <a:r>
              <a:rPr lang="en-US" altLang="en-US" dirty="0"/>
              <a:t> </a:t>
            </a:r>
            <a:r>
              <a:rPr lang="en-US" altLang="en-US" dirty="0" err="1"/>
              <a:t>trúc</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đó</a:t>
            </a:r>
            <a:r>
              <a:rPr lang="en-US" altLang="en-US" dirty="0"/>
              <a:t>, </a:t>
            </a:r>
            <a:r>
              <a:rPr lang="en-US" altLang="en-US" dirty="0" err="1"/>
              <a:t>là</a:t>
            </a:r>
            <a:r>
              <a:rPr lang="en-US" altLang="en-US" dirty="0"/>
              <a:t> </a:t>
            </a:r>
            <a:r>
              <a:rPr lang="en-US" altLang="en-US" dirty="0" err="1"/>
              <a:t>một</a:t>
            </a:r>
            <a:r>
              <a:rPr lang="en-US" altLang="en-US" dirty="0"/>
              <a:t> </a:t>
            </a:r>
            <a:r>
              <a:rPr lang="en-US" altLang="en-US" dirty="0" err="1"/>
              <a:t>trong</a:t>
            </a:r>
            <a:r>
              <a:rPr lang="en-US" altLang="en-US" dirty="0"/>
              <a:t> </a:t>
            </a:r>
            <a:r>
              <a:rPr lang="en-US" altLang="en-US" dirty="0" err="1"/>
              <a:t>số</a:t>
            </a:r>
            <a:r>
              <a:rPr lang="en-US" altLang="en-US" dirty="0"/>
              <a:t> </a:t>
            </a:r>
            <a:r>
              <a:rPr lang="en-US" altLang="en-US" dirty="0" err="1"/>
              <a:t>các</a:t>
            </a:r>
            <a:r>
              <a:rPr lang="en-US" altLang="en-US" dirty="0"/>
              <a:t> </a:t>
            </a:r>
            <a:r>
              <a:rPr lang="en-US" altLang="en-US" dirty="0" err="1"/>
              <a:t>cách</a:t>
            </a:r>
            <a:r>
              <a:rPr lang="en-US" altLang="en-US" dirty="0"/>
              <a:t> </a:t>
            </a:r>
            <a:r>
              <a:rPr lang="en-US" altLang="en-US" dirty="0" err="1"/>
              <a:t>tổ</a:t>
            </a:r>
            <a:r>
              <a:rPr lang="en-US" altLang="en-US" dirty="0"/>
              <a:t> </a:t>
            </a:r>
            <a:r>
              <a:rPr lang="en-US" altLang="en-US" dirty="0" err="1"/>
              <a:t>chức</a:t>
            </a:r>
            <a:r>
              <a:rPr lang="en-US" altLang="en-US" dirty="0"/>
              <a:t> </a:t>
            </a:r>
            <a:r>
              <a:rPr lang="en-US" altLang="en-US" dirty="0" err="1"/>
              <a:t>lưu</a:t>
            </a:r>
            <a:r>
              <a:rPr lang="en-US" altLang="en-US" dirty="0"/>
              <a:t> </a:t>
            </a:r>
            <a:r>
              <a:rPr lang="en-US" altLang="en-US" dirty="0" err="1"/>
              <a:t>trữ</a:t>
            </a:r>
            <a:r>
              <a:rPr lang="en-US" altLang="en-US" dirty="0"/>
              <a:t> </a:t>
            </a:r>
            <a:r>
              <a:rPr lang="en-US" altLang="en-US" dirty="0" err="1"/>
              <a:t>của</a:t>
            </a:r>
            <a:r>
              <a:rPr lang="en-US" altLang="en-US" dirty="0"/>
              <a:t> </a:t>
            </a:r>
            <a:r>
              <a:rPr lang="en-US" altLang="en-US" dirty="0" err="1"/>
              <a:t>máy</a:t>
            </a:r>
            <a:r>
              <a:rPr lang="en-US" altLang="en-US" dirty="0"/>
              <a:t> </a:t>
            </a:r>
            <a:r>
              <a:rPr lang="en-US" altLang="en-US" dirty="0" err="1"/>
              <a:t>tính</a:t>
            </a:r>
            <a:endParaRPr lang="en-US" altLang="en-US" dirty="0"/>
          </a:p>
          <a:p>
            <a:pPr>
              <a:lnSpc>
                <a:spcPct val="90000"/>
              </a:lnSpc>
            </a:pPr>
            <a:r>
              <a:rPr lang="en-US" altLang="en-US" dirty="0" err="1"/>
              <a:t>Tuy</a:t>
            </a:r>
            <a:r>
              <a:rPr lang="en-US" altLang="en-US" dirty="0"/>
              <a:t> </a:t>
            </a:r>
            <a:r>
              <a:rPr lang="en-US" altLang="en-US" dirty="0" err="1"/>
              <a:t>nhiên</a:t>
            </a:r>
            <a:r>
              <a:rPr lang="en-US" altLang="en-US" dirty="0"/>
              <a:t> </a:t>
            </a:r>
            <a:r>
              <a:rPr lang="en-US" altLang="en-US" dirty="0" err="1"/>
              <a:t>trong</a:t>
            </a:r>
            <a:r>
              <a:rPr lang="en-US" altLang="en-US" dirty="0"/>
              <a:t> </a:t>
            </a:r>
            <a:r>
              <a:rPr lang="en-US" altLang="en-US" dirty="0" err="1"/>
              <a:t>thực</a:t>
            </a:r>
            <a:r>
              <a:rPr lang="en-US" altLang="en-US" dirty="0"/>
              <a:t> </a:t>
            </a:r>
            <a:r>
              <a:rPr lang="en-US" altLang="en-US" dirty="0" err="1"/>
              <a:t>tế</a:t>
            </a:r>
            <a:r>
              <a:rPr lang="en-US" altLang="en-US" dirty="0"/>
              <a:t> </a:t>
            </a:r>
            <a:r>
              <a:rPr lang="en-US" altLang="en-US" dirty="0" err="1"/>
              <a:t>sử</a:t>
            </a:r>
            <a:r>
              <a:rPr lang="en-US" altLang="en-US" dirty="0"/>
              <a:t> </a:t>
            </a:r>
            <a:r>
              <a:rPr lang="en-US" altLang="en-US" dirty="0" err="1"/>
              <a:t>dụng</a:t>
            </a:r>
            <a:r>
              <a:rPr lang="en-US" altLang="en-US" dirty="0"/>
              <a:t>: </a:t>
            </a:r>
            <a:endParaRPr lang="en-US" altLang="en-US" sz="2800" dirty="0"/>
          </a:p>
          <a:p>
            <a:pPr lvl="1">
              <a:lnSpc>
                <a:spcPct val="90000"/>
              </a:lnSpc>
            </a:pPr>
            <a:r>
              <a:rPr lang="en-US" altLang="en-US" dirty="0" err="1"/>
              <a:t>Cấu</a:t>
            </a:r>
            <a:r>
              <a:rPr lang="en-US" altLang="en-US" dirty="0"/>
              <a:t> </a:t>
            </a:r>
            <a:r>
              <a:rPr lang="en-US" altLang="en-US" dirty="0" err="1"/>
              <a:t>trúc</a:t>
            </a:r>
            <a:r>
              <a:rPr lang="en-US" altLang="en-US" dirty="0"/>
              <a:t> </a:t>
            </a:r>
            <a:r>
              <a:rPr lang="en-US" altLang="en-US" dirty="0" err="1"/>
              <a:t>lưu</a:t>
            </a:r>
            <a:r>
              <a:rPr lang="en-US" altLang="en-US" dirty="0"/>
              <a:t> </a:t>
            </a:r>
            <a:r>
              <a:rPr lang="en-US" altLang="en-US" dirty="0" err="1"/>
              <a:t>trữ</a:t>
            </a:r>
            <a:r>
              <a:rPr lang="en-US" altLang="en-US" dirty="0"/>
              <a:t> </a:t>
            </a:r>
            <a:r>
              <a:rPr lang="en-US" altLang="en-US" dirty="0" err="1"/>
              <a:t>thường</a:t>
            </a:r>
            <a:r>
              <a:rPr lang="en-US" altLang="en-US" dirty="0"/>
              <a:t> </a:t>
            </a:r>
            <a:r>
              <a:rPr lang="en-US" altLang="en-US" dirty="0" err="1"/>
              <a:t>được</a:t>
            </a:r>
            <a:r>
              <a:rPr lang="en-US" altLang="en-US" dirty="0"/>
              <a:t> </a:t>
            </a:r>
            <a:r>
              <a:rPr lang="en-US" altLang="en-US" dirty="0" err="1"/>
              <a:t>hiểu</a:t>
            </a:r>
            <a:r>
              <a:rPr lang="en-US" altLang="en-US" dirty="0"/>
              <a:t> </a:t>
            </a:r>
            <a:r>
              <a:rPr lang="en-US" altLang="en-US" dirty="0" err="1"/>
              <a:t>là</a:t>
            </a:r>
            <a:r>
              <a:rPr lang="en-US" altLang="en-US" dirty="0"/>
              <a:t> </a:t>
            </a:r>
            <a:r>
              <a:rPr lang="en-US" altLang="en-US" dirty="0" err="1"/>
              <a:t>cấu</a:t>
            </a:r>
            <a:r>
              <a:rPr lang="en-US" altLang="en-US" dirty="0"/>
              <a:t> </a:t>
            </a:r>
            <a:r>
              <a:rPr lang="en-US" altLang="en-US" dirty="0" err="1"/>
              <a:t>trúc</a:t>
            </a:r>
            <a:r>
              <a:rPr lang="en-US" altLang="en-US" dirty="0"/>
              <a:t> </a:t>
            </a:r>
            <a:r>
              <a:rPr lang="en-US" altLang="en-US" dirty="0" err="1"/>
              <a:t>kiểu</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mà</a:t>
            </a:r>
            <a:r>
              <a:rPr lang="en-US" altLang="en-US" dirty="0"/>
              <a:t> </a:t>
            </a:r>
            <a:r>
              <a:rPr lang="en-US" altLang="en-US" dirty="0" err="1"/>
              <a:t>một</a:t>
            </a:r>
            <a:r>
              <a:rPr lang="en-US" altLang="en-US" dirty="0"/>
              <a:t> </a:t>
            </a:r>
            <a:r>
              <a:rPr lang="en-US" altLang="en-US" dirty="0" err="1"/>
              <a:t>ngôn</a:t>
            </a:r>
            <a:r>
              <a:rPr lang="en-US" altLang="en-US" dirty="0"/>
              <a:t> </a:t>
            </a:r>
            <a:r>
              <a:rPr lang="en-US" altLang="en-US" dirty="0" err="1"/>
              <a:t>ngữ</a:t>
            </a:r>
            <a:r>
              <a:rPr lang="en-US" altLang="en-US" dirty="0"/>
              <a:t> </a:t>
            </a:r>
            <a:r>
              <a:rPr lang="en-US" altLang="en-US" dirty="0" err="1"/>
              <a:t>lập</a:t>
            </a:r>
            <a:r>
              <a:rPr lang="en-US" altLang="en-US" dirty="0"/>
              <a:t> </a:t>
            </a:r>
            <a:r>
              <a:rPr lang="en-US" altLang="en-US" dirty="0" err="1"/>
              <a:t>trình</a:t>
            </a:r>
            <a:r>
              <a:rPr lang="en-US" altLang="en-US" dirty="0"/>
              <a:t> </a:t>
            </a:r>
            <a:r>
              <a:rPr lang="en-US" altLang="en-US" dirty="0" err="1"/>
              <a:t>hỗ</a:t>
            </a:r>
            <a:r>
              <a:rPr lang="en-US" altLang="en-US" dirty="0"/>
              <a:t> </a:t>
            </a:r>
            <a:r>
              <a:rPr lang="en-US" altLang="en-US" dirty="0" err="1"/>
              <a:t>trợ</a:t>
            </a:r>
            <a:endParaRPr lang="en-US" altLang="en-US" dirty="0"/>
          </a:p>
          <a:p>
            <a:pPr lvl="1">
              <a:lnSpc>
                <a:spcPct val="90000"/>
              </a:lnSpc>
            </a:pPr>
            <a:r>
              <a:rPr lang="en-US" altLang="en-US" dirty="0" err="1"/>
              <a:t>Số</a:t>
            </a:r>
            <a:r>
              <a:rPr lang="en-US" altLang="en-US" dirty="0"/>
              <a:t> </a:t>
            </a:r>
            <a:r>
              <a:rPr lang="en-US" altLang="en-US" dirty="0" err="1"/>
              <a:t>lượng</a:t>
            </a:r>
            <a:r>
              <a:rPr lang="en-US" altLang="en-US" dirty="0"/>
              <a:t> </a:t>
            </a:r>
            <a:r>
              <a:rPr lang="en-US" altLang="en-US" dirty="0" err="1"/>
              <a:t>các</a:t>
            </a:r>
            <a:r>
              <a:rPr lang="en-US" altLang="en-US" dirty="0"/>
              <a:t> </a:t>
            </a:r>
            <a:r>
              <a:rPr lang="en-US" altLang="en-US" dirty="0" err="1"/>
              <a:t>cấu</a:t>
            </a:r>
            <a:r>
              <a:rPr lang="en-US" altLang="en-US" dirty="0"/>
              <a:t> </a:t>
            </a:r>
            <a:r>
              <a:rPr lang="en-US" altLang="en-US" dirty="0" err="1"/>
              <a:t>trúc</a:t>
            </a:r>
            <a:r>
              <a:rPr lang="en-US" altLang="en-US" dirty="0"/>
              <a:t> </a:t>
            </a:r>
            <a:r>
              <a:rPr lang="en-US" altLang="en-US" dirty="0" err="1"/>
              <a:t>lưu</a:t>
            </a:r>
            <a:r>
              <a:rPr lang="en-US" altLang="en-US" dirty="0"/>
              <a:t> </a:t>
            </a:r>
            <a:r>
              <a:rPr lang="en-US" altLang="en-US" dirty="0" err="1"/>
              <a:t>trữ</a:t>
            </a:r>
            <a:r>
              <a:rPr lang="en-US" altLang="en-US" dirty="0"/>
              <a:t> </a:t>
            </a:r>
            <a:r>
              <a:rPr lang="en-US" altLang="en-US" dirty="0" err="1"/>
              <a:t>thường</a:t>
            </a:r>
            <a:r>
              <a:rPr lang="en-US" altLang="en-US" dirty="0"/>
              <a:t> </a:t>
            </a:r>
            <a:r>
              <a:rPr lang="en-US" altLang="en-US" dirty="0" err="1"/>
              <a:t>là</a:t>
            </a:r>
            <a:r>
              <a:rPr lang="en-US" altLang="en-US" dirty="0"/>
              <a:t> </a:t>
            </a:r>
            <a:r>
              <a:rPr lang="en-US" altLang="en-US" dirty="0" err="1"/>
              <a:t>số</a:t>
            </a:r>
            <a:r>
              <a:rPr lang="en-US" altLang="en-US" dirty="0"/>
              <a:t> </a:t>
            </a:r>
            <a:r>
              <a:rPr lang="en-US" altLang="en-US" dirty="0" err="1"/>
              <a:t>lượng</a:t>
            </a:r>
            <a:r>
              <a:rPr lang="en-US" altLang="en-US" dirty="0"/>
              <a:t> </a:t>
            </a:r>
            <a:r>
              <a:rPr lang="en-US" altLang="en-US" dirty="0" err="1"/>
              <a:t>các</a:t>
            </a:r>
            <a:r>
              <a:rPr lang="en-US" altLang="en-US" dirty="0"/>
              <a:t> </a:t>
            </a:r>
            <a:r>
              <a:rPr lang="en-US" altLang="en-US" dirty="0" err="1"/>
              <a:t>kiểu</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của</a:t>
            </a:r>
            <a:r>
              <a:rPr lang="en-US" altLang="en-US" dirty="0"/>
              <a:t> </a:t>
            </a:r>
            <a:r>
              <a:rPr lang="en-US" altLang="en-US" dirty="0" err="1"/>
              <a:t>ngôn</a:t>
            </a:r>
            <a:r>
              <a:rPr lang="en-US" altLang="en-US" dirty="0"/>
              <a:t> </a:t>
            </a:r>
            <a:r>
              <a:rPr lang="en-US" altLang="en-US" dirty="0" err="1"/>
              <a:t>ngữ</a:t>
            </a:r>
            <a:r>
              <a:rPr lang="en-US" altLang="en-US" dirty="0"/>
              <a:t> </a:t>
            </a:r>
            <a:r>
              <a:rPr lang="en-US" altLang="en-US" dirty="0" err="1"/>
              <a:t>lập</a:t>
            </a:r>
            <a:r>
              <a:rPr lang="en-US" altLang="en-US" dirty="0"/>
              <a:t> </a:t>
            </a:r>
            <a:r>
              <a:rPr lang="en-US" altLang="en-US" dirty="0" err="1"/>
              <a:t>trình</a:t>
            </a:r>
            <a:r>
              <a:rPr lang="en-US" altLang="en-US" dirty="0"/>
              <a:t> </a:t>
            </a:r>
            <a:r>
              <a:rPr lang="en-US" altLang="en-US" dirty="0" err="1"/>
              <a:t>đó</a:t>
            </a:r>
            <a:r>
              <a:rPr lang="en-US" altLang="en-US" dirty="0"/>
              <a:t> </a:t>
            </a:r>
          </a:p>
        </p:txBody>
      </p:sp>
    </p:spTree>
    <p:extLst>
      <p:ext uri="{BB962C8B-B14F-4D97-AF65-F5344CB8AC3E}">
        <p14:creationId xmlns:p14="http://schemas.microsoft.com/office/powerpoint/2010/main" val="21700399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a:extLst>
              <a:ext uri="{FF2B5EF4-FFF2-40B4-BE49-F238E27FC236}">
                <a16:creationId xmlns:a16="http://schemas.microsoft.com/office/drawing/2014/main" id="{D475F582-92D7-5548-B6F9-1F5A777080D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spcBef>
                <a:spcPct val="0"/>
              </a:spcBef>
              <a:buClrTx/>
              <a:buSzTx/>
              <a:buFontTx/>
              <a:buNone/>
            </a:pPr>
            <a:fld id="{6AC975B5-CAD9-6047-8160-3491261FF304}" type="slidenum">
              <a:rPr lang="en-US" altLang="en-US" sz="1200" smtClean="0">
                <a:latin typeface="Garamond" panose="02020404030301010803" pitchFamily="18" charset="0"/>
              </a:rPr>
              <a:pPr>
                <a:spcBef>
                  <a:spcPct val="0"/>
                </a:spcBef>
                <a:buClrTx/>
                <a:buSzTx/>
                <a:buFontTx/>
                <a:buNone/>
              </a:pPr>
              <a:t>21</a:t>
            </a:fld>
            <a:endParaRPr lang="en-US" altLang="en-US" sz="1200">
              <a:latin typeface="Garamond" panose="02020404030301010803" pitchFamily="18" charset="0"/>
            </a:endParaRPr>
          </a:p>
        </p:txBody>
      </p:sp>
      <p:sp>
        <p:nvSpPr>
          <p:cNvPr id="18435" name="Rectangle 2">
            <a:extLst>
              <a:ext uri="{FF2B5EF4-FFF2-40B4-BE49-F238E27FC236}">
                <a16:creationId xmlns:a16="http://schemas.microsoft.com/office/drawing/2014/main" id="{25984CCF-F6A3-614D-9DA9-21E9C6AA2174}"/>
              </a:ext>
            </a:extLst>
          </p:cNvPr>
          <p:cNvSpPr>
            <a:spLocks noGrp="1" noChangeArrowheads="1"/>
          </p:cNvSpPr>
          <p:nvPr>
            <p:ph type="title"/>
          </p:nvPr>
        </p:nvSpPr>
        <p:spPr/>
        <p:txBody>
          <a:bodyPr/>
          <a:lstStyle/>
          <a:p>
            <a:pPr eaLnBrk="1" hangingPunct="1"/>
            <a:r>
              <a:rPr lang="en-US" altLang="en-US"/>
              <a:t>Cấu trúc lưu trữ</a:t>
            </a:r>
          </a:p>
        </p:txBody>
      </p:sp>
      <p:sp>
        <p:nvSpPr>
          <p:cNvPr id="18436" name="Rectangle 3">
            <a:extLst>
              <a:ext uri="{FF2B5EF4-FFF2-40B4-BE49-F238E27FC236}">
                <a16:creationId xmlns:a16="http://schemas.microsoft.com/office/drawing/2014/main" id="{9C772452-1688-8140-B147-7D1FA84A573C}"/>
              </a:ext>
            </a:extLst>
          </p:cNvPr>
          <p:cNvSpPr>
            <a:spLocks noGrp="1" noChangeArrowheads="1"/>
          </p:cNvSpPr>
          <p:nvPr>
            <p:ph sz="quarter" idx="13"/>
          </p:nvPr>
        </p:nvSpPr>
        <p:spPr/>
        <p:txBody>
          <a:bodyPr>
            <a:normAutofit/>
          </a:bodyPr>
          <a:lstStyle/>
          <a:p>
            <a:pPr>
              <a:lnSpc>
                <a:spcPct val="90000"/>
              </a:lnSpc>
            </a:pPr>
            <a:r>
              <a:rPr lang="en-US" altLang="en-US" dirty="0" err="1"/>
              <a:t>Cấu</a:t>
            </a:r>
            <a:r>
              <a:rPr lang="en-US" altLang="en-US" dirty="0"/>
              <a:t> </a:t>
            </a:r>
            <a:r>
              <a:rPr lang="en-US" altLang="en-US" dirty="0" err="1"/>
              <a:t>trúc</a:t>
            </a:r>
            <a:r>
              <a:rPr lang="en-US" altLang="en-US" dirty="0"/>
              <a:t> </a:t>
            </a:r>
            <a:r>
              <a:rPr lang="en-US" altLang="en-US" dirty="0" err="1"/>
              <a:t>lưu</a:t>
            </a:r>
            <a:r>
              <a:rPr lang="en-US" altLang="en-US" dirty="0"/>
              <a:t> </a:t>
            </a:r>
            <a:r>
              <a:rPr lang="en-US" altLang="en-US" dirty="0" err="1"/>
              <a:t>trữ</a:t>
            </a:r>
            <a:r>
              <a:rPr lang="en-US" altLang="en-US" dirty="0"/>
              <a:t> </a:t>
            </a:r>
            <a:r>
              <a:rPr lang="en-US" altLang="en-US" dirty="0" err="1"/>
              <a:t>trong</a:t>
            </a:r>
            <a:r>
              <a:rPr lang="en-US" altLang="en-US" dirty="0"/>
              <a:t>: </a:t>
            </a:r>
            <a:r>
              <a:rPr lang="en-US" altLang="en-US" dirty="0" err="1"/>
              <a:t>là</a:t>
            </a:r>
            <a:r>
              <a:rPr lang="en-US" altLang="en-US" dirty="0"/>
              <a:t> CTLT </a:t>
            </a:r>
            <a:r>
              <a:rPr lang="en-US" altLang="en-US" dirty="0" err="1"/>
              <a:t>nằm</a:t>
            </a:r>
            <a:r>
              <a:rPr lang="en-US" altLang="en-US" dirty="0"/>
              <a:t> </a:t>
            </a:r>
            <a:r>
              <a:rPr lang="en-US" altLang="en-US" dirty="0" err="1"/>
              <a:t>ở</a:t>
            </a:r>
            <a:r>
              <a:rPr lang="en-US" altLang="en-US" dirty="0"/>
              <a:t> </a:t>
            </a:r>
            <a:r>
              <a:rPr lang="en-US" altLang="en-US" dirty="0" err="1"/>
              <a:t>bộ</a:t>
            </a:r>
            <a:r>
              <a:rPr lang="en-US" altLang="en-US" dirty="0"/>
              <a:t> </a:t>
            </a:r>
            <a:r>
              <a:rPr lang="en-US" altLang="en-US" dirty="0" err="1"/>
              <a:t>nhớ</a:t>
            </a:r>
            <a:r>
              <a:rPr lang="en-US" altLang="en-US" dirty="0"/>
              <a:t> </a:t>
            </a:r>
            <a:r>
              <a:rPr lang="en-US" altLang="en-US" dirty="0" err="1"/>
              <a:t>trong</a:t>
            </a:r>
            <a:r>
              <a:rPr lang="en-US" altLang="en-US" dirty="0"/>
              <a:t> (</a:t>
            </a:r>
            <a:r>
              <a:rPr lang="en-US" altLang="en-US" dirty="0" err="1"/>
              <a:t>bộ</a:t>
            </a:r>
            <a:r>
              <a:rPr lang="en-US" altLang="en-US" dirty="0"/>
              <a:t> </a:t>
            </a:r>
            <a:r>
              <a:rPr lang="en-US" altLang="en-US" dirty="0" err="1"/>
              <a:t>nhớ</a:t>
            </a:r>
            <a:r>
              <a:rPr lang="en-US" altLang="en-US" dirty="0"/>
              <a:t> </a:t>
            </a:r>
            <a:r>
              <a:rPr lang="en-US" altLang="en-US" dirty="0" err="1"/>
              <a:t>chính</a:t>
            </a:r>
            <a:r>
              <a:rPr lang="en-US" altLang="en-US" dirty="0"/>
              <a:t>) </a:t>
            </a:r>
            <a:r>
              <a:rPr lang="en-US" altLang="en-US" dirty="0" err="1"/>
              <a:t>của</a:t>
            </a:r>
            <a:r>
              <a:rPr lang="en-US" altLang="en-US" dirty="0"/>
              <a:t> </a:t>
            </a:r>
            <a:r>
              <a:rPr lang="en-US" altLang="en-US" dirty="0" err="1"/>
              <a:t>máy</a:t>
            </a:r>
            <a:r>
              <a:rPr lang="en-US" altLang="en-US" dirty="0"/>
              <a:t> </a:t>
            </a:r>
            <a:r>
              <a:rPr lang="en-US" altLang="en-US" dirty="0" err="1"/>
              <a:t>tính</a:t>
            </a:r>
            <a:endParaRPr lang="en-US" altLang="en-US" dirty="0"/>
          </a:p>
          <a:p>
            <a:pPr lvl="1">
              <a:lnSpc>
                <a:spcPct val="90000"/>
              </a:lnSpc>
            </a:pPr>
            <a:r>
              <a:rPr lang="en-US" altLang="en-US" dirty="0" err="1"/>
              <a:t>Tương</a:t>
            </a:r>
            <a:r>
              <a:rPr lang="en-US" altLang="en-US" dirty="0"/>
              <a:t> </a:t>
            </a:r>
            <a:r>
              <a:rPr lang="en-US" altLang="en-US" dirty="0" err="1"/>
              <a:t>đối</a:t>
            </a:r>
            <a:r>
              <a:rPr lang="en-US" altLang="en-US" dirty="0"/>
              <a:t> </a:t>
            </a:r>
            <a:r>
              <a:rPr lang="en-US" altLang="en-US" dirty="0" err="1"/>
              <a:t>đơn</a:t>
            </a:r>
            <a:r>
              <a:rPr lang="en-US" altLang="en-US" dirty="0"/>
              <a:t> </a:t>
            </a:r>
            <a:r>
              <a:rPr lang="en-US" altLang="en-US" dirty="0" err="1"/>
              <a:t>giản</a:t>
            </a:r>
            <a:r>
              <a:rPr lang="en-US" altLang="en-US" dirty="0"/>
              <a:t> </a:t>
            </a:r>
          </a:p>
          <a:p>
            <a:pPr lvl="1">
              <a:lnSpc>
                <a:spcPct val="90000"/>
              </a:lnSpc>
            </a:pPr>
            <a:r>
              <a:rPr lang="en-US" altLang="en-US" dirty="0" err="1"/>
              <a:t>Dễ</a:t>
            </a:r>
            <a:r>
              <a:rPr lang="en-US" altLang="en-US" dirty="0"/>
              <a:t> </a:t>
            </a:r>
            <a:r>
              <a:rPr lang="en-US" altLang="en-US" dirty="0" err="1"/>
              <a:t>tổ</a:t>
            </a:r>
            <a:r>
              <a:rPr lang="en-US" altLang="en-US" dirty="0"/>
              <a:t> </a:t>
            </a:r>
            <a:r>
              <a:rPr lang="en-US" altLang="en-US" dirty="0" err="1"/>
              <a:t>chức</a:t>
            </a:r>
            <a:endParaRPr lang="en-US" altLang="en-US" dirty="0"/>
          </a:p>
          <a:p>
            <a:pPr lvl="1">
              <a:lnSpc>
                <a:spcPct val="90000"/>
              </a:lnSpc>
            </a:pPr>
            <a:r>
              <a:rPr lang="en-US" altLang="en-US" dirty="0" err="1"/>
              <a:t>Tốc</a:t>
            </a:r>
            <a:r>
              <a:rPr lang="en-US" altLang="en-US" dirty="0"/>
              <a:t> </a:t>
            </a:r>
            <a:r>
              <a:rPr lang="en-US" altLang="en-US" dirty="0" err="1"/>
              <a:t>độ</a:t>
            </a:r>
            <a:r>
              <a:rPr lang="en-US" altLang="en-US" dirty="0"/>
              <a:t> </a:t>
            </a:r>
            <a:r>
              <a:rPr lang="en-US" altLang="en-US" dirty="0" err="1"/>
              <a:t>thao</a:t>
            </a:r>
            <a:r>
              <a:rPr lang="en-US" altLang="en-US" dirty="0"/>
              <a:t> </a:t>
            </a:r>
            <a:r>
              <a:rPr lang="en-US" altLang="en-US" dirty="0" err="1"/>
              <a:t>tác</a:t>
            </a:r>
            <a:r>
              <a:rPr lang="en-US" altLang="en-US" dirty="0"/>
              <a:t> </a:t>
            </a:r>
            <a:r>
              <a:rPr lang="en-US" altLang="en-US" dirty="0" err="1"/>
              <a:t>rất</a:t>
            </a:r>
            <a:r>
              <a:rPr lang="en-US" altLang="en-US" dirty="0"/>
              <a:t> </a:t>
            </a:r>
            <a:r>
              <a:rPr lang="en-US" altLang="en-US" dirty="0" err="1"/>
              <a:t>nhanh</a:t>
            </a:r>
            <a:endParaRPr lang="en-US" altLang="en-US" dirty="0"/>
          </a:p>
          <a:p>
            <a:pPr lvl="1">
              <a:lnSpc>
                <a:spcPct val="90000"/>
              </a:lnSpc>
            </a:pPr>
            <a:r>
              <a:rPr lang="en-US" altLang="en-US" dirty="0" err="1"/>
              <a:t>Kích</a:t>
            </a:r>
            <a:r>
              <a:rPr lang="en-US" altLang="en-US" dirty="0"/>
              <a:t> </a:t>
            </a:r>
            <a:r>
              <a:rPr lang="en-US" altLang="en-US" dirty="0" err="1"/>
              <a:t>thước</a:t>
            </a:r>
            <a:r>
              <a:rPr lang="en-US" altLang="en-US" dirty="0"/>
              <a:t> </a:t>
            </a:r>
            <a:r>
              <a:rPr lang="en-US" altLang="en-US" dirty="0" err="1"/>
              <a:t>khá</a:t>
            </a:r>
            <a:r>
              <a:rPr lang="en-US" altLang="en-US" dirty="0"/>
              <a:t> </a:t>
            </a:r>
            <a:r>
              <a:rPr lang="en-US" altLang="en-US" dirty="0" err="1"/>
              <a:t>hạn</a:t>
            </a:r>
            <a:r>
              <a:rPr lang="en-US" altLang="en-US" dirty="0"/>
              <a:t> </a:t>
            </a:r>
            <a:r>
              <a:rPr lang="en-US" altLang="en-US" dirty="0" err="1"/>
              <a:t>chế</a:t>
            </a:r>
            <a:r>
              <a:rPr lang="en-US" altLang="en-US" dirty="0"/>
              <a:t>  </a:t>
            </a:r>
          </a:p>
          <a:p>
            <a:pPr>
              <a:lnSpc>
                <a:spcPct val="90000"/>
              </a:lnSpc>
            </a:pPr>
            <a:r>
              <a:rPr lang="en-US" altLang="en-US" dirty="0" err="1"/>
              <a:t>Cấu</a:t>
            </a:r>
            <a:r>
              <a:rPr lang="en-US" altLang="en-US" dirty="0"/>
              <a:t> </a:t>
            </a:r>
            <a:r>
              <a:rPr lang="en-US" altLang="en-US" dirty="0" err="1"/>
              <a:t>trúc</a:t>
            </a:r>
            <a:r>
              <a:rPr lang="en-US" altLang="en-US" dirty="0"/>
              <a:t> </a:t>
            </a:r>
            <a:r>
              <a:rPr lang="en-US" altLang="en-US" dirty="0" err="1"/>
              <a:t>lưu</a:t>
            </a:r>
            <a:r>
              <a:rPr lang="en-US" altLang="en-US" dirty="0"/>
              <a:t> </a:t>
            </a:r>
            <a:r>
              <a:rPr lang="en-US" altLang="en-US" dirty="0" err="1"/>
              <a:t>trữ</a:t>
            </a:r>
            <a:r>
              <a:rPr lang="en-US" altLang="en-US" dirty="0"/>
              <a:t> </a:t>
            </a:r>
            <a:r>
              <a:rPr lang="en-US" altLang="en-US" dirty="0" err="1"/>
              <a:t>ngoài</a:t>
            </a:r>
            <a:r>
              <a:rPr lang="en-US" altLang="en-US" dirty="0"/>
              <a:t>: </a:t>
            </a:r>
            <a:r>
              <a:rPr lang="en-US" altLang="en-US" dirty="0" err="1"/>
              <a:t>là</a:t>
            </a:r>
            <a:r>
              <a:rPr lang="en-US" altLang="en-US" dirty="0"/>
              <a:t> CTLT </a:t>
            </a:r>
            <a:r>
              <a:rPr lang="en-US" altLang="en-US" dirty="0" err="1"/>
              <a:t>nằm</a:t>
            </a:r>
            <a:r>
              <a:rPr lang="en-US" altLang="en-US" dirty="0"/>
              <a:t> </a:t>
            </a:r>
            <a:r>
              <a:rPr lang="en-US" altLang="en-US" dirty="0" err="1"/>
              <a:t>ở</a:t>
            </a:r>
            <a:r>
              <a:rPr lang="en-US" altLang="en-US" dirty="0"/>
              <a:t> </a:t>
            </a:r>
            <a:r>
              <a:rPr lang="en-US" altLang="en-US" dirty="0" err="1"/>
              <a:t>bộ</a:t>
            </a:r>
            <a:r>
              <a:rPr lang="en-US" altLang="en-US" dirty="0"/>
              <a:t> </a:t>
            </a:r>
            <a:r>
              <a:rPr lang="en-US" altLang="en-US" dirty="0" err="1"/>
              <a:t>nhớ</a:t>
            </a:r>
            <a:r>
              <a:rPr lang="en-US" altLang="en-US" dirty="0"/>
              <a:t> </a:t>
            </a:r>
            <a:r>
              <a:rPr lang="en-US" altLang="en-US" dirty="0" err="1"/>
              <a:t>ngoài</a:t>
            </a:r>
            <a:r>
              <a:rPr lang="en-US" altLang="en-US" dirty="0"/>
              <a:t> (</a:t>
            </a:r>
            <a:r>
              <a:rPr lang="en-US" altLang="en-US" dirty="0" err="1"/>
              <a:t>bộ</a:t>
            </a:r>
            <a:r>
              <a:rPr lang="en-US" altLang="en-US" dirty="0"/>
              <a:t> </a:t>
            </a:r>
            <a:r>
              <a:rPr lang="en-US" altLang="en-US" dirty="0" err="1"/>
              <a:t>nhớ</a:t>
            </a:r>
            <a:r>
              <a:rPr lang="en-US" altLang="en-US" dirty="0"/>
              <a:t> </a:t>
            </a:r>
            <a:r>
              <a:rPr lang="en-US" altLang="en-US" dirty="0" err="1"/>
              <a:t>phụ</a:t>
            </a:r>
            <a:r>
              <a:rPr lang="en-US" altLang="en-US" dirty="0"/>
              <a:t>)</a:t>
            </a:r>
          </a:p>
          <a:p>
            <a:pPr lvl="1">
              <a:lnSpc>
                <a:spcPct val="90000"/>
              </a:lnSpc>
            </a:pPr>
            <a:r>
              <a:rPr lang="en-US" altLang="en-US" dirty="0" err="1"/>
              <a:t>Cấu</a:t>
            </a:r>
            <a:r>
              <a:rPr lang="en-US" altLang="en-US" dirty="0"/>
              <a:t> </a:t>
            </a:r>
            <a:r>
              <a:rPr lang="en-US" altLang="en-US" dirty="0" err="1"/>
              <a:t>trúc</a:t>
            </a:r>
            <a:r>
              <a:rPr lang="en-US" altLang="en-US" dirty="0"/>
              <a:t> </a:t>
            </a:r>
            <a:r>
              <a:rPr lang="en-US" altLang="en-US" dirty="0" err="1"/>
              <a:t>phức</a:t>
            </a:r>
            <a:r>
              <a:rPr lang="en-US" altLang="en-US" dirty="0"/>
              <a:t> </a:t>
            </a:r>
            <a:r>
              <a:rPr lang="en-US" altLang="en-US" dirty="0" err="1"/>
              <a:t>tạp</a:t>
            </a:r>
            <a:r>
              <a:rPr lang="en-US" altLang="en-US" dirty="0"/>
              <a:t> </a:t>
            </a:r>
          </a:p>
          <a:p>
            <a:pPr lvl="1">
              <a:lnSpc>
                <a:spcPct val="90000"/>
              </a:lnSpc>
            </a:pPr>
            <a:r>
              <a:rPr lang="en-US" altLang="en-US" dirty="0" err="1"/>
              <a:t>Tốc</a:t>
            </a:r>
            <a:r>
              <a:rPr lang="en-US" altLang="en-US" dirty="0"/>
              <a:t> </a:t>
            </a:r>
            <a:r>
              <a:rPr lang="en-US" altLang="en-US" dirty="0" err="1"/>
              <a:t>độ</a:t>
            </a:r>
            <a:r>
              <a:rPr lang="en-US" altLang="en-US" dirty="0"/>
              <a:t> </a:t>
            </a:r>
            <a:r>
              <a:rPr lang="en-US" altLang="en-US" dirty="0" err="1"/>
              <a:t>thao</a:t>
            </a:r>
            <a:r>
              <a:rPr lang="en-US" altLang="en-US" dirty="0"/>
              <a:t> </a:t>
            </a:r>
            <a:r>
              <a:rPr lang="en-US" altLang="en-US" dirty="0" err="1"/>
              <a:t>tác</a:t>
            </a:r>
            <a:r>
              <a:rPr lang="en-US" altLang="en-US" dirty="0"/>
              <a:t> </a:t>
            </a:r>
            <a:r>
              <a:rPr lang="en-US" altLang="en-US" dirty="0" err="1"/>
              <a:t>chậm</a:t>
            </a:r>
            <a:r>
              <a:rPr lang="en-US" altLang="en-US" dirty="0"/>
              <a:t> </a:t>
            </a:r>
            <a:r>
              <a:rPr lang="en-US" altLang="en-US" dirty="0" err="1"/>
              <a:t>hơn</a:t>
            </a:r>
            <a:r>
              <a:rPr lang="en-US" altLang="en-US" dirty="0"/>
              <a:t> </a:t>
            </a:r>
            <a:r>
              <a:rPr lang="en-US" altLang="en-US" dirty="0" err="1"/>
              <a:t>rất</a:t>
            </a:r>
            <a:r>
              <a:rPr lang="en-US" altLang="en-US" dirty="0"/>
              <a:t> </a:t>
            </a:r>
            <a:r>
              <a:rPr lang="en-US" altLang="en-US" dirty="0" err="1"/>
              <a:t>nhiều</a:t>
            </a:r>
            <a:r>
              <a:rPr lang="en-US" altLang="en-US" dirty="0"/>
              <a:t> so </a:t>
            </a:r>
            <a:r>
              <a:rPr lang="en-US" altLang="en-US" dirty="0" err="1"/>
              <a:t>với</a:t>
            </a:r>
            <a:r>
              <a:rPr lang="en-US" altLang="en-US" dirty="0"/>
              <a:t> CTLT </a:t>
            </a:r>
            <a:r>
              <a:rPr lang="en-US" altLang="en-US" dirty="0" err="1"/>
              <a:t>trong</a:t>
            </a:r>
            <a:r>
              <a:rPr lang="en-US" altLang="en-US" dirty="0"/>
              <a:t> </a:t>
            </a:r>
          </a:p>
          <a:p>
            <a:pPr lvl="1">
              <a:lnSpc>
                <a:spcPct val="90000"/>
              </a:lnSpc>
            </a:pPr>
            <a:r>
              <a:rPr lang="en-US" altLang="en-US" dirty="0" err="1"/>
              <a:t>Lưu</a:t>
            </a:r>
            <a:r>
              <a:rPr lang="en-US" altLang="en-US" dirty="0"/>
              <a:t> </a:t>
            </a:r>
            <a:r>
              <a:rPr lang="en-US" altLang="en-US" dirty="0" err="1"/>
              <a:t>trữ</a:t>
            </a:r>
            <a:r>
              <a:rPr lang="en-US" altLang="en-US" dirty="0"/>
              <a:t> </a:t>
            </a:r>
            <a:r>
              <a:rPr lang="en-US" altLang="en-US" dirty="0" err="1"/>
              <a:t>các</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có</a:t>
            </a:r>
            <a:r>
              <a:rPr lang="en-US" altLang="en-US" dirty="0"/>
              <a:t> </a:t>
            </a:r>
            <a:r>
              <a:rPr lang="en-US" altLang="en-US" dirty="0" err="1"/>
              <a:t>kích</a:t>
            </a:r>
            <a:r>
              <a:rPr lang="en-US" altLang="en-US" dirty="0"/>
              <a:t> </a:t>
            </a:r>
            <a:r>
              <a:rPr lang="en-US" altLang="en-US" dirty="0" err="1"/>
              <a:t>thước</a:t>
            </a:r>
            <a:r>
              <a:rPr lang="en-US" altLang="en-US" dirty="0"/>
              <a:t> </a:t>
            </a:r>
            <a:r>
              <a:rPr lang="en-US" altLang="en-US" dirty="0" err="1"/>
              <a:t>rất</a:t>
            </a:r>
            <a:r>
              <a:rPr lang="en-US" altLang="en-US" dirty="0"/>
              <a:t> </a:t>
            </a:r>
            <a:r>
              <a:rPr lang="en-US" altLang="en-US" dirty="0" err="1"/>
              <a:t>lớn</a:t>
            </a:r>
            <a:endParaRPr lang="en-US" altLang="en-US" dirty="0"/>
          </a:p>
        </p:txBody>
      </p:sp>
    </p:spTree>
    <p:extLst>
      <p:ext uri="{BB962C8B-B14F-4D97-AF65-F5344CB8AC3E}">
        <p14:creationId xmlns:p14="http://schemas.microsoft.com/office/powerpoint/2010/main" val="23283905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86DE5A9C-EEE7-F440-A6E0-E2E4BBEA2EB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spcBef>
                <a:spcPct val="0"/>
              </a:spcBef>
              <a:buClrTx/>
              <a:buSzTx/>
              <a:buFontTx/>
              <a:buNone/>
            </a:pPr>
            <a:fld id="{19A3C427-714F-1A47-AE96-C437E979173B}" type="slidenum">
              <a:rPr lang="en-US" altLang="en-US" sz="1200" smtClean="0">
                <a:latin typeface="Garamond" panose="02020404030301010803" pitchFamily="18" charset="0"/>
              </a:rPr>
              <a:pPr>
                <a:spcBef>
                  <a:spcPct val="0"/>
                </a:spcBef>
                <a:buClrTx/>
                <a:buSzTx/>
                <a:buFontTx/>
                <a:buNone/>
              </a:pPr>
              <a:t>22</a:t>
            </a:fld>
            <a:endParaRPr lang="en-US" altLang="en-US" sz="1200">
              <a:latin typeface="Garamond" panose="02020404030301010803" pitchFamily="18" charset="0"/>
            </a:endParaRPr>
          </a:p>
        </p:txBody>
      </p:sp>
      <p:sp>
        <p:nvSpPr>
          <p:cNvPr id="19459" name="Rectangle 2">
            <a:extLst>
              <a:ext uri="{FF2B5EF4-FFF2-40B4-BE49-F238E27FC236}">
                <a16:creationId xmlns:a16="http://schemas.microsoft.com/office/drawing/2014/main" id="{F49E3393-FD44-C94A-B74D-B2CE5046952D}"/>
              </a:ext>
            </a:extLst>
          </p:cNvPr>
          <p:cNvSpPr>
            <a:spLocks noGrp="1" noChangeArrowheads="1"/>
          </p:cNvSpPr>
          <p:nvPr>
            <p:ph type="title"/>
          </p:nvPr>
        </p:nvSpPr>
        <p:spPr/>
        <p:txBody>
          <a:bodyPr/>
          <a:lstStyle/>
          <a:p>
            <a:pPr eaLnBrk="1" hangingPunct="1"/>
            <a:r>
              <a:rPr lang="en-US" altLang="en-US"/>
              <a:t>Cấu trúc lưu trữ trong</a:t>
            </a:r>
          </a:p>
        </p:txBody>
      </p:sp>
      <p:sp>
        <p:nvSpPr>
          <p:cNvPr id="19460" name="Rectangle 3">
            <a:extLst>
              <a:ext uri="{FF2B5EF4-FFF2-40B4-BE49-F238E27FC236}">
                <a16:creationId xmlns:a16="http://schemas.microsoft.com/office/drawing/2014/main" id="{B43EAC10-2D56-014C-A334-EC23AA268806}"/>
              </a:ext>
            </a:extLst>
          </p:cNvPr>
          <p:cNvSpPr>
            <a:spLocks noGrp="1" noChangeArrowheads="1"/>
          </p:cNvSpPr>
          <p:nvPr>
            <p:ph sz="quarter" idx="13"/>
          </p:nvPr>
        </p:nvSpPr>
        <p:spPr/>
        <p:txBody>
          <a:bodyPr/>
          <a:lstStyle/>
          <a:p>
            <a:pPr eaLnBrk="1" hangingPunct="1">
              <a:buFont typeface="Wingdings" pitchFamily="2" charset="2"/>
              <a:buNone/>
            </a:pPr>
            <a:r>
              <a:rPr lang="en-US" altLang="en-US"/>
              <a:t>Cấu trúc lưu trữ trong lại được chia làm hai loại: </a:t>
            </a:r>
          </a:p>
          <a:p>
            <a:pPr eaLnBrk="1" hangingPunct="1"/>
            <a:r>
              <a:rPr lang="en-US" altLang="en-US" b="1"/>
              <a:t>Cấu trúc lưu trữ tĩnh</a:t>
            </a:r>
            <a:r>
              <a:rPr lang="en-US" altLang="en-US"/>
              <a:t>: là CTLT mà kích thước dữ liệu luôn cố định. Cấu trúc này còn được gọi là CTLT tuần tự. </a:t>
            </a:r>
          </a:p>
          <a:p>
            <a:pPr eaLnBrk="1" hangingPunct="1"/>
            <a:r>
              <a:rPr lang="en-US" altLang="en-US" b="1"/>
              <a:t>Cấu trúc lưu trữ động</a:t>
            </a:r>
            <a:r>
              <a:rPr lang="en-US" altLang="en-US"/>
              <a:t>: là CTLT mà kích thước dữ liệu có thể thay đổi trong khi chạy chương trình. Cấu trúc này còn được gọi là cấu trúc con trỏ hay móc nối. </a:t>
            </a:r>
          </a:p>
        </p:txBody>
      </p:sp>
    </p:spTree>
    <p:extLst>
      <p:ext uri="{BB962C8B-B14F-4D97-AF65-F5344CB8AC3E}">
        <p14:creationId xmlns:p14="http://schemas.microsoft.com/office/powerpoint/2010/main" val="16159890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55BBDBCC-6E67-1B4D-8036-99C89B9A909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spcBef>
                <a:spcPct val="0"/>
              </a:spcBef>
              <a:buClrTx/>
              <a:buSzTx/>
              <a:buFontTx/>
              <a:buNone/>
            </a:pPr>
            <a:fld id="{996A9541-7BE5-1446-AFA4-6E4390FEF8B0}" type="slidenum">
              <a:rPr lang="en-US" altLang="en-US" sz="1200" smtClean="0">
                <a:latin typeface="Garamond" panose="02020404030301010803" pitchFamily="18" charset="0"/>
              </a:rPr>
              <a:pPr>
                <a:spcBef>
                  <a:spcPct val="0"/>
                </a:spcBef>
                <a:buClrTx/>
                <a:buSzTx/>
                <a:buFontTx/>
                <a:buNone/>
              </a:pPr>
              <a:t>23</a:t>
            </a:fld>
            <a:endParaRPr lang="en-US" altLang="en-US" sz="1200">
              <a:latin typeface="Garamond" panose="02020404030301010803" pitchFamily="18" charset="0"/>
            </a:endParaRPr>
          </a:p>
        </p:txBody>
      </p:sp>
      <p:sp>
        <p:nvSpPr>
          <p:cNvPr id="20483" name="Rectangle 2">
            <a:extLst>
              <a:ext uri="{FF2B5EF4-FFF2-40B4-BE49-F238E27FC236}">
                <a16:creationId xmlns:a16="http://schemas.microsoft.com/office/drawing/2014/main" id="{D713AC5A-3715-1C45-A46A-649226668E05}"/>
              </a:ext>
            </a:extLst>
          </p:cNvPr>
          <p:cNvSpPr>
            <a:spLocks noGrp="1" noChangeArrowheads="1"/>
          </p:cNvSpPr>
          <p:nvPr>
            <p:ph type="title"/>
          </p:nvPr>
        </p:nvSpPr>
        <p:spPr/>
        <p:txBody>
          <a:bodyPr/>
          <a:lstStyle/>
          <a:p>
            <a:pPr eaLnBrk="1" hangingPunct="1"/>
            <a:r>
              <a:rPr lang="en-US" altLang="en-US"/>
              <a:t>Hình minh họa: các loại CTLT trong</a:t>
            </a:r>
          </a:p>
        </p:txBody>
      </p:sp>
      <p:sp>
        <p:nvSpPr>
          <p:cNvPr id="2" name="Chỗ dành sẵn cho Nội dung 1">
            <a:extLst>
              <a:ext uri="{FF2B5EF4-FFF2-40B4-BE49-F238E27FC236}">
                <a16:creationId xmlns:a16="http://schemas.microsoft.com/office/drawing/2014/main" id="{19553691-3D3C-E343-1C3D-027046039E90}"/>
              </a:ext>
            </a:extLst>
          </p:cNvPr>
          <p:cNvSpPr>
            <a:spLocks noGrp="1"/>
          </p:cNvSpPr>
          <p:nvPr>
            <p:ph sz="quarter" idx="13"/>
          </p:nvPr>
        </p:nvSpPr>
        <p:spPr/>
        <p:txBody>
          <a:bodyPr/>
          <a:lstStyle/>
          <a:p>
            <a:endParaRPr lang="vi-VN"/>
          </a:p>
        </p:txBody>
      </p:sp>
      <p:grpSp>
        <p:nvGrpSpPr>
          <p:cNvPr id="20484" name="Group 1">
            <a:extLst>
              <a:ext uri="{FF2B5EF4-FFF2-40B4-BE49-F238E27FC236}">
                <a16:creationId xmlns:a16="http://schemas.microsoft.com/office/drawing/2014/main" id="{8CE08AFD-7DB2-F44A-AEAF-20E84BC28A39}"/>
              </a:ext>
            </a:extLst>
          </p:cNvPr>
          <p:cNvGrpSpPr>
            <a:grpSpLocks/>
          </p:cNvGrpSpPr>
          <p:nvPr/>
        </p:nvGrpSpPr>
        <p:grpSpPr bwMode="auto">
          <a:xfrm>
            <a:off x="990600" y="1676400"/>
            <a:ext cx="6858000" cy="4057650"/>
            <a:chOff x="990600" y="1676400"/>
            <a:chExt cx="6858000" cy="4057710"/>
          </a:xfrm>
        </p:grpSpPr>
        <p:sp>
          <p:nvSpPr>
            <p:cNvPr id="20485" name="Rectangle 4">
              <a:extLst>
                <a:ext uri="{FF2B5EF4-FFF2-40B4-BE49-F238E27FC236}">
                  <a16:creationId xmlns:a16="http://schemas.microsoft.com/office/drawing/2014/main" id="{03D6EA55-41BB-5548-8F24-F6E26A2D6D78}"/>
                </a:ext>
              </a:extLst>
            </p:cNvPr>
            <p:cNvSpPr>
              <a:spLocks noChangeArrowheads="1"/>
            </p:cNvSpPr>
            <p:nvPr/>
          </p:nvSpPr>
          <p:spPr bwMode="auto">
            <a:xfrm>
              <a:off x="1828800" y="1676400"/>
              <a:ext cx="685800" cy="533400"/>
            </a:xfrm>
            <a:prstGeom prst="rect">
              <a:avLst/>
            </a:prstGeom>
            <a:solidFill>
              <a:srgbClr val="00FF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400"/>
                <a:t>a</a:t>
              </a:r>
              <a:r>
                <a:rPr lang="en-US" altLang="en-US" sz="2400" baseline="-25000"/>
                <a:t>1</a:t>
              </a:r>
            </a:p>
          </p:txBody>
        </p:sp>
        <p:sp>
          <p:nvSpPr>
            <p:cNvPr id="20486" name="Rectangle 7">
              <a:extLst>
                <a:ext uri="{FF2B5EF4-FFF2-40B4-BE49-F238E27FC236}">
                  <a16:creationId xmlns:a16="http://schemas.microsoft.com/office/drawing/2014/main" id="{E5BBE214-CA66-C74C-ACBB-97B1D8D6D78C}"/>
                </a:ext>
              </a:extLst>
            </p:cNvPr>
            <p:cNvSpPr>
              <a:spLocks noChangeArrowheads="1"/>
            </p:cNvSpPr>
            <p:nvPr/>
          </p:nvSpPr>
          <p:spPr bwMode="auto">
            <a:xfrm>
              <a:off x="2514600" y="1676400"/>
              <a:ext cx="685800" cy="533400"/>
            </a:xfrm>
            <a:prstGeom prst="rect">
              <a:avLst/>
            </a:prstGeom>
            <a:solidFill>
              <a:srgbClr val="00FF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400"/>
                <a:t>a</a:t>
              </a:r>
              <a:r>
                <a:rPr lang="en-US" altLang="en-US" sz="2400" baseline="-25000"/>
                <a:t>2</a:t>
              </a:r>
            </a:p>
          </p:txBody>
        </p:sp>
        <p:sp>
          <p:nvSpPr>
            <p:cNvPr id="20487" name="Rectangle 8">
              <a:extLst>
                <a:ext uri="{FF2B5EF4-FFF2-40B4-BE49-F238E27FC236}">
                  <a16:creationId xmlns:a16="http://schemas.microsoft.com/office/drawing/2014/main" id="{D3BBFC1E-49B0-D747-BED2-5143706C433E}"/>
                </a:ext>
              </a:extLst>
            </p:cNvPr>
            <p:cNvSpPr>
              <a:spLocks noChangeArrowheads="1"/>
            </p:cNvSpPr>
            <p:nvPr/>
          </p:nvSpPr>
          <p:spPr bwMode="auto">
            <a:xfrm>
              <a:off x="3200400" y="1676400"/>
              <a:ext cx="685800" cy="533400"/>
            </a:xfrm>
            <a:prstGeom prst="rect">
              <a:avLst/>
            </a:prstGeom>
            <a:solidFill>
              <a:srgbClr val="00FF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400"/>
                <a:t>a</a:t>
              </a:r>
              <a:r>
                <a:rPr lang="en-US" altLang="en-US" sz="2400" baseline="-25000"/>
                <a:t>3</a:t>
              </a:r>
            </a:p>
          </p:txBody>
        </p:sp>
        <p:sp>
          <p:nvSpPr>
            <p:cNvPr id="20488" name="Rectangle 9">
              <a:extLst>
                <a:ext uri="{FF2B5EF4-FFF2-40B4-BE49-F238E27FC236}">
                  <a16:creationId xmlns:a16="http://schemas.microsoft.com/office/drawing/2014/main" id="{C2EDAB69-BDA3-1C44-AC94-9A973382402A}"/>
                </a:ext>
              </a:extLst>
            </p:cNvPr>
            <p:cNvSpPr>
              <a:spLocks noChangeArrowheads="1"/>
            </p:cNvSpPr>
            <p:nvPr/>
          </p:nvSpPr>
          <p:spPr bwMode="auto">
            <a:xfrm>
              <a:off x="3886200" y="1676400"/>
              <a:ext cx="685800" cy="533400"/>
            </a:xfrm>
            <a:prstGeom prst="rect">
              <a:avLst/>
            </a:prstGeom>
            <a:solidFill>
              <a:srgbClr val="00FF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400"/>
                <a:t>a</a:t>
              </a:r>
              <a:r>
                <a:rPr lang="en-US" altLang="en-US" sz="2400" baseline="-25000"/>
                <a:t>4</a:t>
              </a:r>
            </a:p>
          </p:txBody>
        </p:sp>
        <p:sp>
          <p:nvSpPr>
            <p:cNvPr id="20489" name="Rectangle 10">
              <a:extLst>
                <a:ext uri="{FF2B5EF4-FFF2-40B4-BE49-F238E27FC236}">
                  <a16:creationId xmlns:a16="http://schemas.microsoft.com/office/drawing/2014/main" id="{935A5FB4-5CEC-0C43-A1E9-DAF1100A6CAB}"/>
                </a:ext>
              </a:extLst>
            </p:cNvPr>
            <p:cNvSpPr>
              <a:spLocks noChangeArrowheads="1"/>
            </p:cNvSpPr>
            <p:nvPr/>
          </p:nvSpPr>
          <p:spPr bwMode="auto">
            <a:xfrm>
              <a:off x="4572000" y="1676400"/>
              <a:ext cx="685800" cy="533400"/>
            </a:xfrm>
            <a:prstGeom prst="rect">
              <a:avLst/>
            </a:prstGeom>
            <a:solidFill>
              <a:srgbClr val="00FF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400"/>
                <a:t>a</a:t>
              </a:r>
              <a:r>
                <a:rPr lang="en-US" altLang="en-US" sz="2400" baseline="-25000"/>
                <a:t>5</a:t>
              </a:r>
            </a:p>
          </p:txBody>
        </p:sp>
        <p:sp>
          <p:nvSpPr>
            <p:cNvPr id="20490" name="Rectangle 11">
              <a:extLst>
                <a:ext uri="{FF2B5EF4-FFF2-40B4-BE49-F238E27FC236}">
                  <a16:creationId xmlns:a16="http://schemas.microsoft.com/office/drawing/2014/main" id="{D48558A2-EE5F-6A4B-BB1E-96FB3941E478}"/>
                </a:ext>
              </a:extLst>
            </p:cNvPr>
            <p:cNvSpPr>
              <a:spLocks noChangeArrowheads="1"/>
            </p:cNvSpPr>
            <p:nvPr/>
          </p:nvSpPr>
          <p:spPr bwMode="auto">
            <a:xfrm>
              <a:off x="5257800" y="1676400"/>
              <a:ext cx="685800" cy="533400"/>
            </a:xfrm>
            <a:prstGeom prst="rect">
              <a:avLst/>
            </a:prstGeom>
            <a:solidFill>
              <a:srgbClr val="00FF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400"/>
                <a:t>a</a:t>
              </a:r>
              <a:r>
                <a:rPr lang="en-US" altLang="en-US" sz="2400" baseline="-25000"/>
                <a:t>6</a:t>
              </a:r>
            </a:p>
          </p:txBody>
        </p:sp>
        <p:sp>
          <p:nvSpPr>
            <p:cNvPr id="20491" name="Rectangle 12">
              <a:extLst>
                <a:ext uri="{FF2B5EF4-FFF2-40B4-BE49-F238E27FC236}">
                  <a16:creationId xmlns:a16="http://schemas.microsoft.com/office/drawing/2014/main" id="{40CDD56B-9F98-8441-BEE6-71EA79225F35}"/>
                </a:ext>
              </a:extLst>
            </p:cNvPr>
            <p:cNvSpPr>
              <a:spLocks noChangeArrowheads="1"/>
            </p:cNvSpPr>
            <p:nvPr/>
          </p:nvSpPr>
          <p:spPr bwMode="auto">
            <a:xfrm>
              <a:off x="5943600" y="1676400"/>
              <a:ext cx="685800" cy="533400"/>
            </a:xfrm>
            <a:prstGeom prst="rect">
              <a:avLst/>
            </a:prstGeom>
            <a:solidFill>
              <a:srgbClr val="00FF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400"/>
                <a:t>a</a:t>
              </a:r>
              <a:r>
                <a:rPr lang="en-US" altLang="en-US" sz="2400" baseline="-25000"/>
                <a:t>7</a:t>
              </a:r>
            </a:p>
          </p:txBody>
        </p:sp>
        <p:sp>
          <p:nvSpPr>
            <p:cNvPr id="20492" name="Rectangle 13">
              <a:extLst>
                <a:ext uri="{FF2B5EF4-FFF2-40B4-BE49-F238E27FC236}">
                  <a16:creationId xmlns:a16="http://schemas.microsoft.com/office/drawing/2014/main" id="{9201CDD7-4FFB-F840-B174-87DBE7F8EC14}"/>
                </a:ext>
              </a:extLst>
            </p:cNvPr>
            <p:cNvSpPr>
              <a:spLocks noChangeArrowheads="1"/>
            </p:cNvSpPr>
            <p:nvPr/>
          </p:nvSpPr>
          <p:spPr bwMode="auto">
            <a:xfrm>
              <a:off x="6629400" y="1676400"/>
              <a:ext cx="685800" cy="533400"/>
            </a:xfrm>
            <a:prstGeom prst="rect">
              <a:avLst/>
            </a:prstGeom>
            <a:solidFill>
              <a:srgbClr val="00FF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400"/>
                <a:t>a</a:t>
              </a:r>
              <a:r>
                <a:rPr lang="en-US" altLang="en-US" sz="2400" baseline="-25000"/>
                <a:t>8</a:t>
              </a:r>
            </a:p>
          </p:txBody>
        </p:sp>
        <p:sp>
          <p:nvSpPr>
            <p:cNvPr id="20493" name="Rectangle 14">
              <a:extLst>
                <a:ext uri="{FF2B5EF4-FFF2-40B4-BE49-F238E27FC236}">
                  <a16:creationId xmlns:a16="http://schemas.microsoft.com/office/drawing/2014/main" id="{C895B8AA-273F-934A-851E-0276ABED159E}"/>
                </a:ext>
              </a:extLst>
            </p:cNvPr>
            <p:cNvSpPr>
              <a:spLocks noChangeArrowheads="1"/>
            </p:cNvSpPr>
            <p:nvPr/>
          </p:nvSpPr>
          <p:spPr bwMode="auto">
            <a:xfrm>
              <a:off x="1981200" y="3733800"/>
              <a:ext cx="685800" cy="533400"/>
            </a:xfrm>
            <a:prstGeom prst="rect">
              <a:avLst/>
            </a:prstGeom>
            <a:solidFill>
              <a:srgbClr val="00FF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400"/>
                <a:t>a</a:t>
              </a:r>
              <a:r>
                <a:rPr lang="en-US" altLang="en-US" sz="2400" baseline="-25000"/>
                <a:t>1</a:t>
              </a:r>
            </a:p>
          </p:txBody>
        </p:sp>
        <p:sp>
          <p:nvSpPr>
            <p:cNvPr id="20494" name="Rectangle 15">
              <a:extLst>
                <a:ext uri="{FF2B5EF4-FFF2-40B4-BE49-F238E27FC236}">
                  <a16:creationId xmlns:a16="http://schemas.microsoft.com/office/drawing/2014/main" id="{CD634E72-41D4-A84D-B093-8FC1E3431F08}"/>
                </a:ext>
              </a:extLst>
            </p:cNvPr>
            <p:cNvSpPr>
              <a:spLocks noChangeArrowheads="1"/>
            </p:cNvSpPr>
            <p:nvPr/>
          </p:nvSpPr>
          <p:spPr bwMode="auto">
            <a:xfrm>
              <a:off x="3429000" y="3200400"/>
              <a:ext cx="685800" cy="533400"/>
            </a:xfrm>
            <a:prstGeom prst="rect">
              <a:avLst/>
            </a:prstGeom>
            <a:solidFill>
              <a:srgbClr val="00FF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400"/>
                <a:t>a</a:t>
              </a:r>
              <a:r>
                <a:rPr lang="en-US" altLang="en-US" sz="2400" baseline="-25000"/>
                <a:t>2</a:t>
              </a:r>
            </a:p>
          </p:txBody>
        </p:sp>
        <p:sp>
          <p:nvSpPr>
            <p:cNvPr id="20495" name="Rectangle 16">
              <a:extLst>
                <a:ext uri="{FF2B5EF4-FFF2-40B4-BE49-F238E27FC236}">
                  <a16:creationId xmlns:a16="http://schemas.microsoft.com/office/drawing/2014/main" id="{D034CD2F-967D-E247-B505-94A8068D72DB}"/>
                </a:ext>
              </a:extLst>
            </p:cNvPr>
            <p:cNvSpPr>
              <a:spLocks noChangeArrowheads="1"/>
            </p:cNvSpPr>
            <p:nvPr/>
          </p:nvSpPr>
          <p:spPr bwMode="auto">
            <a:xfrm>
              <a:off x="3810000" y="4648200"/>
              <a:ext cx="685800" cy="533400"/>
            </a:xfrm>
            <a:prstGeom prst="rect">
              <a:avLst/>
            </a:prstGeom>
            <a:solidFill>
              <a:srgbClr val="00FF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400"/>
                <a:t>a</a:t>
              </a:r>
              <a:r>
                <a:rPr lang="en-US" altLang="en-US" sz="2400" baseline="-25000"/>
                <a:t>3</a:t>
              </a:r>
            </a:p>
          </p:txBody>
        </p:sp>
        <p:sp>
          <p:nvSpPr>
            <p:cNvPr id="20496" name="Rectangle 17">
              <a:extLst>
                <a:ext uri="{FF2B5EF4-FFF2-40B4-BE49-F238E27FC236}">
                  <a16:creationId xmlns:a16="http://schemas.microsoft.com/office/drawing/2014/main" id="{C6DAA13C-3A55-104E-B25B-B115D0752222}"/>
                </a:ext>
              </a:extLst>
            </p:cNvPr>
            <p:cNvSpPr>
              <a:spLocks noChangeArrowheads="1"/>
            </p:cNvSpPr>
            <p:nvPr/>
          </p:nvSpPr>
          <p:spPr bwMode="auto">
            <a:xfrm>
              <a:off x="5257800" y="4114800"/>
              <a:ext cx="685800" cy="533400"/>
            </a:xfrm>
            <a:prstGeom prst="rect">
              <a:avLst/>
            </a:prstGeom>
            <a:solidFill>
              <a:srgbClr val="00FF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400"/>
                <a:t>a</a:t>
              </a:r>
              <a:r>
                <a:rPr lang="en-US" altLang="en-US" sz="2400" baseline="-25000"/>
                <a:t>4</a:t>
              </a:r>
            </a:p>
          </p:txBody>
        </p:sp>
        <p:sp>
          <p:nvSpPr>
            <p:cNvPr id="20497" name="Rectangle 18">
              <a:extLst>
                <a:ext uri="{FF2B5EF4-FFF2-40B4-BE49-F238E27FC236}">
                  <a16:creationId xmlns:a16="http://schemas.microsoft.com/office/drawing/2014/main" id="{03685CA3-D69B-694B-9CAF-7F2E90691E1B}"/>
                </a:ext>
              </a:extLst>
            </p:cNvPr>
            <p:cNvSpPr>
              <a:spLocks noChangeArrowheads="1"/>
            </p:cNvSpPr>
            <p:nvPr/>
          </p:nvSpPr>
          <p:spPr bwMode="auto">
            <a:xfrm>
              <a:off x="6858000" y="3200400"/>
              <a:ext cx="685800" cy="533400"/>
            </a:xfrm>
            <a:prstGeom prst="rect">
              <a:avLst/>
            </a:prstGeom>
            <a:solidFill>
              <a:srgbClr val="00FF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400"/>
                <a:t>a</a:t>
              </a:r>
              <a:r>
                <a:rPr lang="en-US" altLang="en-US" sz="2400" baseline="-25000"/>
                <a:t>5</a:t>
              </a:r>
            </a:p>
          </p:txBody>
        </p:sp>
        <p:sp>
          <p:nvSpPr>
            <p:cNvPr id="20498" name="Rectangle 19">
              <a:extLst>
                <a:ext uri="{FF2B5EF4-FFF2-40B4-BE49-F238E27FC236}">
                  <a16:creationId xmlns:a16="http://schemas.microsoft.com/office/drawing/2014/main" id="{0E25168F-613C-C944-85E5-5C08C5EAD85D}"/>
                </a:ext>
              </a:extLst>
            </p:cNvPr>
            <p:cNvSpPr>
              <a:spLocks noChangeArrowheads="1"/>
            </p:cNvSpPr>
            <p:nvPr/>
          </p:nvSpPr>
          <p:spPr bwMode="auto">
            <a:xfrm>
              <a:off x="6858000" y="4648200"/>
              <a:ext cx="685800" cy="533400"/>
            </a:xfrm>
            <a:prstGeom prst="rect">
              <a:avLst/>
            </a:prstGeom>
            <a:solidFill>
              <a:srgbClr val="00FF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400"/>
                <a:t>a</a:t>
              </a:r>
              <a:r>
                <a:rPr lang="en-US" altLang="en-US" sz="2400" baseline="-25000"/>
                <a:t>6</a:t>
              </a:r>
            </a:p>
          </p:txBody>
        </p:sp>
        <p:sp>
          <p:nvSpPr>
            <p:cNvPr id="20499" name="Rectangle 20">
              <a:extLst>
                <a:ext uri="{FF2B5EF4-FFF2-40B4-BE49-F238E27FC236}">
                  <a16:creationId xmlns:a16="http://schemas.microsoft.com/office/drawing/2014/main" id="{D7C0AB81-72B9-274C-AC8D-284D7FD747BA}"/>
                </a:ext>
              </a:extLst>
            </p:cNvPr>
            <p:cNvSpPr>
              <a:spLocks noChangeArrowheads="1"/>
            </p:cNvSpPr>
            <p:nvPr/>
          </p:nvSpPr>
          <p:spPr bwMode="auto">
            <a:xfrm>
              <a:off x="2667000" y="3733800"/>
              <a:ext cx="304800" cy="5334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20500" name="Line 21">
              <a:extLst>
                <a:ext uri="{FF2B5EF4-FFF2-40B4-BE49-F238E27FC236}">
                  <a16:creationId xmlns:a16="http://schemas.microsoft.com/office/drawing/2014/main" id="{908D2B86-FB10-234F-A382-A28D2CE313DE}"/>
                </a:ext>
              </a:extLst>
            </p:cNvPr>
            <p:cNvSpPr>
              <a:spLocks noChangeShapeType="1"/>
            </p:cNvSpPr>
            <p:nvPr/>
          </p:nvSpPr>
          <p:spPr bwMode="auto">
            <a:xfrm flipV="1">
              <a:off x="2819400" y="3429000"/>
              <a:ext cx="609600" cy="533400"/>
            </a:xfrm>
            <a:prstGeom prst="line">
              <a:avLst/>
            </a:prstGeom>
            <a:noFill/>
            <a:ln w="952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1" name="Rectangle 22">
              <a:extLst>
                <a:ext uri="{FF2B5EF4-FFF2-40B4-BE49-F238E27FC236}">
                  <a16:creationId xmlns:a16="http://schemas.microsoft.com/office/drawing/2014/main" id="{2C56B893-E92C-4A49-A8EE-DC3789F505E6}"/>
                </a:ext>
              </a:extLst>
            </p:cNvPr>
            <p:cNvSpPr>
              <a:spLocks noChangeArrowheads="1"/>
            </p:cNvSpPr>
            <p:nvPr/>
          </p:nvSpPr>
          <p:spPr bwMode="auto">
            <a:xfrm>
              <a:off x="4114800" y="3200400"/>
              <a:ext cx="304800" cy="5334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20502" name="Line 23">
              <a:extLst>
                <a:ext uri="{FF2B5EF4-FFF2-40B4-BE49-F238E27FC236}">
                  <a16:creationId xmlns:a16="http://schemas.microsoft.com/office/drawing/2014/main" id="{6E34623D-CB6A-2E48-8ECD-90BC55801473}"/>
                </a:ext>
              </a:extLst>
            </p:cNvPr>
            <p:cNvSpPr>
              <a:spLocks noChangeShapeType="1"/>
            </p:cNvSpPr>
            <p:nvPr/>
          </p:nvSpPr>
          <p:spPr bwMode="auto">
            <a:xfrm flipH="1">
              <a:off x="4114800" y="3429000"/>
              <a:ext cx="152400" cy="1219200"/>
            </a:xfrm>
            <a:prstGeom prst="line">
              <a:avLst/>
            </a:prstGeom>
            <a:noFill/>
            <a:ln w="952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3" name="Rectangle 24">
              <a:extLst>
                <a:ext uri="{FF2B5EF4-FFF2-40B4-BE49-F238E27FC236}">
                  <a16:creationId xmlns:a16="http://schemas.microsoft.com/office/drawing/2014/main" id="{A85218DE-2497-DD4B-ACDE-A97A4B939CEF}"/>
                </a:ext>
              </a:extLst>
            </p:cNvPr>
            <p:cNvSpPr>
              <a:spLocks noChangeArrowheads="1"/>
            </p:cNvSpPr>
            <p:nvPr/>
          </p:nvSpPr>
          <p:spPr bwMode="auto">
            <a:xfrm>
              <a:off x="4495800" y="4648200"/>
              <a:ext cx="304800" cy="5334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20504" name="Line 25">
              <a:extLst>
                <a:ext uri="{FF2B5EF4-FFF2-40B4-BE49-F238E27FC236}">
                  <a16:creationId xmlns:a16="http://schemas.microsoft.com/office/drawing/2014/main" id="{821D8B47-4191-DC47-B622-388ED71459F9}"/>
                </a:ext>
              </a:extLst>
            </p:cNvPr>
            <p:cNvSpPr>
              <a:spLocks noChangeShapeType="1"/>
            </p:cNvSpPr>
            <p:nvPr/>
          </p:nvSpPr>
          <p:spPr bwMode="auto">
            <a:xfrm flipV="1">
              <a:off x="4648200" y="4343400"/>
              <a:ext cx="609600" cy="533400"/>
            </a:xfrm>
            <a:prstGeom prst="line">
              <a:avLst/>
            </a:prstGeom>
            <a:noFill/>
            <a:ln w="952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5" name="Rectangle 26">
              <a:extLst>
                <a:ext uri="{FF2B5EF4-FFF2-40B4-BE49-F238E27FC236}">
                  <a16:creationId xmlns:a16="http://schemas.microsoft.com/office/drawing/2014/main" id="{80801178-7D0E-2F41-8EDB-72234C238A35}"/>
                </a:ext>
              </a:extLst>
            </p:cNvPr>
            <p:cNvSpPr>
              <a:spLocks noChangeArrowheads="1"/>
            </p:cNvSpPr>
            <p:nvPr/>
          </p:nvSpPr>
          <p:spPr bwMode="auto">
            <a:xfrm>
              <a:off x="5943600" y="4114800"/>
              <a:ext cx="304800" cy="5334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20506" name="Line 27">
              <a:extLst>
                <a:ext uri="{FF2B5EF4-FFF2-40B4-BE49-F238E27FC236}">
                  <a16:creationId xmlns:a16="http://schemas.microsoft.com/office/drawing/2014/main" id="{208FB403-A78E-414B-B60A-C44EF3BA0570}"/>
                </a:ext>
              </a:extLst>
            </p:cNvPr>
            <p:cNvSpPr>
              <a:spLocks noChangeShapeType="1"/>
            </p:cNvSpPr>
            <p:nvPr/>
          </p:nvSpPr>
          <p:spPr bwMode="auto">
            <a:xfrm flipV="1">
              <a:off x="6096000" y="3505200"/>
              <a:ext cx="762000" cy="762000"/>
            </a:xfrm>
            <a:prstGeom prst="line">
              <a:avLst/>
            </a:prstGeom>
            <a:noFill/>
            <a:ln w="952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7" name="Line 28">
              <a:extLst>
                <a:ext uri="{FF2B5EF4-FFF2-40B4-BE49-F238E27FC236}">
                  <a16:creationId xmlns:a16="http://schemas.microsoft.com/office/drawing/2014/main" id="{3F9FBB80-5CD9-944A-BE66-7E596CF9D010}"/>
                </a:ext>
              </a:extLst>
            </p:cNvPr>
            <p:cNvSpPr>
              <a:spLocks noChangeShapeType="1"/>
            </p:cNvSpPr>
            <p:nvPr/>
          </p:nvSpPr>
          <p:spPr bwMode="auto">
            <a:xfrm>
              <a:off x="6096000" y="4495800"/>
              <a:ext cx="762000" cy="381000"/>
            </a:xfrm>
            <a:prstGeom prst="line">
              <a:avLst/>
            </a:prstGeom>
            <a:noFill/>
            <a:ln w="952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8" name="Line 29">
              <a:extLst>
                <a:ext uri="{FF2B5EF4-FFF2-40B4-BE49-F238E27FC236}">
                  <a16:creationId xmlns:a16="http://schemas.microsoft.com/office/drawing/2014/main" id="{ADF8F9FA-8A62-1047-9DA9-3681D65E0303}"/>
                </a:ext>
              </a:extLst>
            </p:cNvPr>
            <p:cNvSpPr>
              <a:spLocks noChangeShapeType="1"/>
            </p:cNvSpPr>
            <p:nvPr/>
          </p:nvSpPr>
          <p:spPr bwMode="auto">
            <a:xfrm>
              <a:off x="1295400" y="3886200"/>
              <a:ext cx="685800" cy="0"/>
            </a:xfrm>
            <a:prstGeom prst="line">
              <a:avLst/>
            </a:prstGeom>
            <a:noFill/>
            <a:ln w="952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9" name="Rectangle 31">
              <a:extLst>
                <a:ext uri="{FF2B5EF4-FFF2-40B4-BE49-F238E27FC236}">
                  <a16:creationId xmlns:a16="http://schemas.microsoft.com/office/drawing/2014/main" id="{0C26D0BE-9C39-9148-A66A-8B18A7F020E8}"/>
                </a:ext>
              </a:extLst>
            </p:cNvPr>
            <p:cNvSpPr>
              <a:spLocks noChangeArrowheads="1"/>
            </p:cNvSpPr>
            <p:nvPr/>
          </p:nvSpPr>
          <p:spPr bwMode="auto">
            <a:xfrm>
              <a:off x="7543800" y="3200400"/>
              <a:ext cx="304800" cy="5334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20510" name="Line 32">
              <a:extLst>
                <a:ext uri="{FF2B5EF4-FFF2-40B4-BE49-F238E27FC236}">
                  <a16:creationId xmlns:a16="http://schemas.microsoft.com/office/drawing/2014/main" id="{3FFAC026-32DC-3D42-B538-E1A307E519F0}"/>
                </a:ext>
              </a:extLst>
            </p:cNvPr>
            <p:cNvSpPr>
              <a:spLocks noChangeShapeType="1"/>
            </p:cNvSpPr>
            <p:nvPr/>
          </p:nvSpPr>
          <p:spPr bwMode="auto">
            <a:xfrm>
              <a:off x="7543800" y="3200400"/>
              <a:ext cx="304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1" name="Line 33">
              <a:extLst>
                <a:ext uri="{FF2B5EF4-FFF2-40B4-BE49-F238E27FC236}">
                  <a16:creationId xmlns:a16="http://schemas.microsoft.com/office/drawing/2014/main" id="{5CCB4140-264B-1C47-9935-27D6A12F322C}"/>
                </a:ext>
              </a:extLst>
            </p:cNvPr>
            <p:cNvSpPr>
              <a:spLocks noChangeShapeType="1"/>
            </p:cNvSpPr>
            <p:nvPr/>
          </p:nvSpPr>
          <p:spPr bwMode="auto">
            <a:xfrm flipH="1">
              <a:off x="7543800" y="3200400"/>
              <a:ext cx="304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2" name="Rectangle 34">
              <a:extLst>
                <a:ext uri="{FF2B5EF4-FFF2-40B4-BE49-F238E27FC236}">
                  <a16:creationId xmlns:a16="http://schemas.microsoft.com/office/drawing/2014/main" id="{BB17D76B-D5B3-564F-94EE-B8DEE0F7C5F2}"/>
                </a:ext>
              </a:extLst>
            </p:cNvPr>
            <p:cNvSpPr>
              <a:spLocks noChangeArrowheads="1"/>
            </p:cNvSpPr>
            <p:nvPr/>
          </p:nvSpPr>
          <p:spPr bwMode="auto">
            <a:xfrm>
              <a:off x="7543800" y="4648200"/>
              <a:ext cx="304800" cy="5334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20513" name="Line 35">
              <a:extLst>
                <a:ext uri="{FF2B5EF4-FFF2-40B4-BE49-F238E27FC236}">
                  <a16:creationId xmlns:a16="http://schemas.microsoft.com/office/drawing/2014/main" id="{04D44375-AC56-BA42-81BB-B9DFEAF0E721}"/>
                </a:ext>
              </a:extLst>
            </p:cNvPr>
            <p:cNvSpPr>
              <a:spLocks noChangeShapeType="1"/>
            </p:cNvSpPr>
            <p:nvPr/>
          </p:nvSpPr>
          <p:spPr bwMode="auto">
            <a:xfrm>
              <a:off x="7543800" y="4648200"/>
              <a:ext cx="304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4" name="Line 36">
              <a:extLst>
                <a:ext uri="{FF2B5EF4-FFF2-40B4-BE49-F238E27FC236}">
                  <a16:creationId xmlns:a16="http://schemas.microsoft.com/office/drawing/2014/main" id="{F57348A2-1364-AA4D-88E5-7BD900C2A9AA}"/>
                </a:ext>
              </a:extLst>
            </p:cNvPr>
            <p:cNvSpPr>
              <a:spLocks noChangeShapeType="1"/>
            </p:cNvSpPr>
            <p:nvPr/>
          </p:nvSpPr>
          <p:spPr bwMode="auto">
            <a:xfrm flipH="1">
              <a:off x="7543800" y="4648200"/>
              <a:ext cx="304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5" name="Text Box 37">
              <a:extLst>
                <a:ext uri="{FF2B5EF4-FFF2-40B4-BE49-F238E27FC236}">
                  <a16:creationId xmlns:a16="http://schemas.microsoft.com/office/drawing/2014/main" id="{60529FA6-0365-904A-9D80-5B41E74A1690}"/>
                </a:ext>
              </a:extLst>
            </p:cNvPr>
            <p:cNvSpPr txBox="1">
              <a:spLocks noChangeArrowheads="1"/>
            </p:cNvSpPr>
            <p:nvPr/>
          </p:nvSpPr>
          <p:spPr bwMode="auto">
            <a:xfrm>
              <a:off x="990600" y="3429000"/>
              <a:ext cx="53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2000"/>
                <a:t>H</a:t>
              </a:r>
            </a:p>
          </p:txBody>
        </p:sp>
        <p:sp>
          <p:nvSpPr>
            <p:cNvPr id="20516" name="Text Box 38">
              <a:extLst>
                <a:ext uri="{FF2B5EF4-FFF2-40B4-BE49-F238E27FC236}">
                  <a16:creationId xmlns:a16="http://schemas.microsoft.com/office/drawing/2014/main" id="{57AC5D60-B8EC-B14F-9777-4C67DC90B181}"/>
                </a:ext>
              </a:extLst>
            </p:cNvPr>
            <p:cNvSpPr txBox="1">
              <a:spLocks noChangeArrowheads="1"/>
            </p:cNvSpPr>
            <p:nvPr/>
          </p:nvSpPr>
          <p:spPr bwMode="auto">
            <a:xfrm>
              <a:off x="3048000" y="2438400"/>
              <a:ext cx="312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2000"/>
                <a:t>a. Cấu trúc lưu trữ tĩnh</a:t>
              </a:r>
            </a:p>
          </p:txBody>
        </p:sp>
        <p:sp>
          <p:nvSpPr>
            <p:cNvPr id="20517" name="Text Box 39">
              <a:extLst>
                <a:ext uri="{FF2B5EF4-FFF2-40B4-BE49-F238E27FC236}">
                  <a16:creationId xmlns:a16="http://schemas.microsoft.com/office/drawing/2014/main" id="{8C288962-AC6E-2249-950A-AF209AF6E5B6}"/>
                </a:ext>
              </a:extLst>
            </p:cNvPr>
            <p:cNvSpPr txBox="1">
              <a:spLocks noChangeArrowheads="1"/>
            </p:cNvSpPr>
            <p:nvPr/>
          </p:nvSpPr>
          <p:spPr bwMode="auto">
            <a:xfrm>
              <a:off x="2971800" y="5334000"/>
              <a:ext cx="3276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2000"/>
                <a:t>b. Cấu trúc lưu trữ động</a:t>
              </a:r>
            </a:p>
          </p:txBody>
        </p:sp>
      </p:grpSp>
    </p:spTree>
    <p:extLst>
      <p:ext uri="{BB962C8B-B14F-4D97-AF65-F5344CB8AC3E}">
        <p14:creationId xmlns:p14="http://schemas.microsoft.com/office/powerpoint/2010/main" val="19163587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a:extLst>
              <a:ext uri="{FF2B5EF4-FFF2-40B4-BE49-F238E27FC236}">
                <a16:creationId xmlns:a16="http://schemas.microsoft.com/office/drawing/2014/main" id="{913D4765-738E-8F48-8920-F3FF3EE61E5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spcBef>
                <a:spcPct val="0"/>
              </a:spcBef>
              <a:buClrTx/>
              <a:buSzTx/>
              <a:buFontTx/>
              <a:buNone/>
            </a:pPr>
            <a:fld id="{0105BE82-C06B-0340-A3B9-D0B7DFB251C0}" type="slidenum">
              <a:rPr lang="en-US" altLang="en-US" sz="1200" smtClean="0">
                <a:latin typeface="Garamond" panose="02020404030301010803" pitchFamily="18" charset="0"/>
              </a:rPr>
              <a:pPr>
                <a:spcBef>
                  <a:spcPct val="0"/>
                </a:spcBef>
                <a:buClrTx/>
                <a:buSzTx/>
                <a:buFontTx/>
                <a:buNone/>
              </a:pPr>
              <a:t>24</a:t>
            </a:fld>
            <a:endParaRPr lang="en-US" altLang="en-US" sz="1200">
              <a:latin typeface="Garamond" panose="02020404030301010803" pitchFamily="18" charset="0"/>
            </a:endParaRPr>
          </a:p>
        </p:txBody>
      </p:sp>
      <p:sp>
        <p:nvSpPr>
          <p:cNvPr id="21507" name="Rectangle 2">
            <a:extLst>
              <a:ext uri="{FF2B5EF4-FFF2-40B4-BE49-F238E27FC236}">
                <a16:creationId xmlns:a16="http://schemas.microsoft.com/office/drawing/2014/main" id="{06D2DE05-136C-B542-A139-3DC08709B491}"/>
              </a:ext>
            </a:extLst>
          </p:cNvPr>
          <p:cNvSpPr>
            <a:spLocks noGrp="1" noChangeArrowheads="1"/>
          </p:cNvSpPr>
          <p:nvPr>
            <p:ph type="title"/>
          </p:nvPr>
        </p:nvSpPr>
        <p:spPr/>
        <p:txBody>
          <a:bodyPr>
            <a:normAutofit fontScale="90000"/>
          </a:bodyPr>
          <a:lstStyle/>
          <a:p>
            <a:pPr eaLnBrk="1" hangingPunct="1"/>
            <a:r>
              <a:rPr lang="en-US" altLang="en-US"/>
              <a:t>Một số đặc điểm của các CTLT trong</a:t>
            </a:r>
          </a:p>
        </p:txBody>
      </p:sp>
      <p:sp>
        <p:nvSpPr>
          <p:cNvPr id="21508" name="Rectangle 3">
            <a:extLst>
              <a:ext uri="{FF2B5EF4-FFF2-40B4-BE49-F238E27FC236}">
                <a16:creationId xmlns:a16="http://schemas.microsoft.com/office/drawing/2014/main" id="{CB197A2B-5E9A-0A45-92CB-F2601F4923A5}"/>
              </a:ext>
            </a:extLst>
          </p:cNvPr>
          <p:cNvSpPr>
            <a:spLocks noGrp="1" noChangeArrowheads="1"/>
          </p:cNvSpPr>
          <p:nvPr>
            <p:ph sz="quarter" idx="13"/>
          </p:nvPr>
        </p:nvSpPr>
        <p:spPr/>
        <p:txBody>
          <a:bodyPr/>
          <a:lstStyle/>
          <a:p>
            <a:pPr eaLnBrk="1" hangingPunct="1">
              <a:lnSpc>
                <a:spcPct val="80000"/>
              </a:lnSpc>
            </a:pPr>
            <a:r>
              <a:rPr lang="en-US" altLang="en-US" sz="2600"/>
              <a:t>CTLT tĩnh:</a:t>
            </a:r>
          </a:p>
          <a:p>
            <a:pPr lvl="1" eaLnBrk="1" hangingPunct="1">
              <a:lnSpc>
                <a:spcPct val="80000"/>
              </a:lnSpc>
            </a:pPr>
            <a:r>
              <a:rPr lang="en-US" altLang="en-US" sz="2200"/>
              <a:t>Các ngăn nhớ đứng liền kề nhau thành một dãy liên tục trong bộ nhớ</a:t>
            </a:r>
          </a:p>
          <a:p>
            <a:pPr lvl="1" eaLnBrk="1" hangingPunct="1">
              <a:lnSpc>
                <a:spcPct val="80000"/>
              </a:lnSpc>
            </a:pPr>
            <a:r>
              <a:rPr lang="en-US" altLang="en-US" sz="2200"/>
              <a:t>Số lượng và kích thước mỗi ngăn là cố định</a:t>
            </a:r>
          </a:p>
          <a:p>
            <a:pPr lvl="1" eaLnBrk="1" hangingPunct="1">
              <a:lnSpc>
                <a:spcPct val="80000"/>
              </a:lnSpc>
            </a:pPr>
            <a:r>
              <a:rPr lang="en-US" altLang="en-US" sz="2200"/>
              <a:t>Có thể truy nhập trực tiếp vào từng ngăn nhờ chỉ số, nên tốc độ truy nhập vào các ngăn là đồng đều</a:t>
            </a:r>
          </a:p>
          <a:p>
            <a:pPr eaLnBrk="1" hangingPunct="1">
              <a:lnSpc>
                <a:spcPct val="80000"/>
              </a:lnSpc>
            </a:pPr>
            <a:r>
              <a:rPr lang="en-US" altLang="en-US" sz="2600"/>
              <a:t>CTLT động:</a:t>
            </a:r>
          </a:p>
          <a:p>
            <a:pPr lvl="1" eaLnBrk="1" hangingPunct="1">
              <a:lnSpc>
                <a:spcPct val="80000"/>
              </a:lnSpc>
            </a:pPr>
            <a:r>
              <a:rPr lang="en-US" altLang="en-US" sz="2200"/>
              <a:t>Chiếm các ngăn nhớ thường không liên tục</a:t>
            </a:r>
          </a:p>
          <a:p>
            <a:pPr lvl="1" eaLnBrk="1" hangingPunct="1">
              <a:lnSpc>
                <a:spcPct val="80000"/>
              </a:lnSpc>
            </a:pPr>
            <a:r>
              <a:rPr lang="en-US" altLang="en-US" sz="2200"/>
              <a:t>Số lượng và kích thước các ngăn có thể thay đổi</a:t>
            </a:r>
          </a:p>
          <a:p>
            <a:pPr lvl="1" eaLnBrk="1" hangingPunct="1">
              <a:lnSpc>
                <a:spcPct val="80000"/>
              </a:lnSpc>
            </a:pPr>
            <a:r>
              <a:rPr lang="en-US" altLang="en-US" sz="2200"/>
              <a:t>Việc truy nhập trực tiếp vào từng ngăn rất hạn chế, mà thường sử dụng cách truy nhập tuần tự, bắt đầu từ một phần từ đầu, rồi truy nhập lần lượt qua các con trỏ móc nối (liên kết)</a:t>
            </a:r>
          </a:p>
        </p:txBody>
      </p:sp>
    </p:spTree>
    <p:extLst>
      <p:ext uri="{BB962C8B-B14F-4D97-AF65-F5344CB8AC3E}">
        <p14:creationId xmlns:p14="http://schemas.microsoft.com/office/powerpoint/2010/main" val="14496998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E03D4560-12DB-A148-8D24-834441D4A8D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spcBef>
                <a:spcPct val="0"/>
              </a:spcBef>
              <a:buClrTx/>
              <a:buSzTx/>
              <a:buFontTx/>
              <a:buNone/>
            </a:pPr>
            <a:fld id="{85A90319-BF99-994C-9329-2AF26B68E58F}" type="slidenum">
              <a:rPr lang="en-US" altLang="en-US" sz="1200" smtClean="0">
                <a:latin typeface="Garamond" panose="02020404030301010803" pitchFamily="18" charset="0"/>
              </a:rPr>
              <a:pPr>
                <a:spcBef>
                  <a:spcPct val="0"/>
                </a:spcBef>
                <a:buClrTx/>
                <a:buSzTx/>
                <a:buFontTx/>
                <a:buNone/>
              </a:pPr>
              <a:t>25</a:t>
            </a:fld>
            <a:endParaRPr lang="en-US" altLang="en-US" sz="1200">
              <a:latin typeface="Garamond" panose="02020404030301010803" pitchFamily="18" charset="0"/>
            </a:endParaRPr>
          </a:p>
        </p:txBody>
      </p:sp>
      <p:sp>
        <p:nvSpPr>
          <p:cNvPr id="49155" name="Rectangle 2">
            <a:extLst>
              <a:ext uri="{FF2B5EF4-FFF2-40B4-BE49-F238E27FC236}">
                <a16:creationId xmlns:a16="http://schemas.microsoft.com/office/drawing/2014/main" id="{CB6E86AD-807B-874A-8D00-8693BB968E12}"/>
              </a:ext>
            </a:extLst>
          </p:cNvPr>
          <p:cNvSpPr>
            <a:spLocks noGrp="1" noChangeArrowheads="1"/>
          </p:cNvSpPr>
          <p:nvPr>
            <p:ph type="title"/>
          </p:nvPr>
        </p:nvSpPr>
        <p:spPr/>
        <p:txBody>
          <a:bodyPr/>
          <a:lstStyle/>
          <a:p>
            <a:pPr eaLnBrk="1" hangingPunct="1"/>
            <a:r>
              <a:rPr lang="en-US" altLang="en-US" b="1"/>
              <a:t>Các bước xây dựng một CTDL</a:t>
            </a:r>
          </a:p>
        </p:txBody>
      </p:sp>
      <p:sp>
        <p:nvSpPr>
          <p:cNvPr id="49156" name="Rectangle 3">
            <a:extLst>
              <a:ext uri="{FF2B5EF4-FFF2-40B4-BE49-F238E27FC236}">
                <a16:creationId xmlns:a16="http://schemas.microsoft.com/office/drawing/2014/main" id="{E3466EAC-59B8-424E-BC60-FF03EE05D330}"/>
              </a:ext>
            </a:extLst>
          </p:cNvPr>
          <p:cNvSpPr>
            <a:spLocks noGrp="1" noChangeArrowheads="1"/>
          </p:cNvSpPr>
          <p:nvPr>
            <p:ph sz="quarter" idx="13"/>
          </p:nvPr>
        </p:nvSpPr>
        <p:spPr/>
        <p:txBody>
          <a:bodyPr>
            <a:normAutofit/>
          </a:bodyPr>
          <a:lstStyle/>
          <a:p>
            <a:pPr eaLnBrk="1" hangingPunct="1">
              <a:lnSpc>
                <a:spcPct val="80000"/>
              </a:lnSpc>
            </a:pPr>
            <a:r>
              <a:rPr lang="en-US" altLang="en-US" sz="2100" b="1" u="sng" dirty="0" err="1">
                <a:solidFill>
                  <a:srgbClr val="FF0000"/>
                </a:solidFill>
              </a:rPr>
              <a:t>Bước</a:t>
            </a:r>
            <a:r>
              <a:rPr lang="en-US" altLang="en-US" sz="2100" b="1" u="sng" dirty="0">
                <a:solidFill>
                  <a:srgbClr val="FF0000"/>
                </a:solidFill>
              </a:rPr>
              <a:t> 1</a:t>
            </a:r>
            <a:r>
              <a:rPr lang="en-US" altLang="en-US" sz="2100" b="1" dirty="0">
                <a:solidFill>
                  <a:srgbClr val="FF0000"/>
                </a:solidFill>
              </a:rPr>
              <a:t>: </a:t>
            </a:r>
            <a:r>
              <a:rPr lang="en-US" altLang="en-US" sz="2100" dirty="0" err="1"/>
              <a:t>xác</a:t>
            </a:r>
            <a:r>
              <a:rPr lang="en-US" altLang="en-US" sz="2100" dirty="0"/>
              <a:t> </a:t>
            </a:r>
            <a:r>
              <a:rPr lang="en-US" altLang="en-US" sz="2100" dirty="0" err="1"/>
              <a:t>định</a:t>
            </a:r>
            <a:r>
              <a:rPr lang="en-US" altLang="en-US" sz="2100" dirty="0"/>
              <a:t> </a:t>
            </a:r>
            <a:r>
              <a:rPr lang="en-US" altLang="en-US" sz="2100" dirty="0" err="1"/>
              <a:t>đầy</a:t>
            </a:r>
            <a:r>
              <a:rPr lang="en-US" altLang="en-US" sz="2100" dirty="0"/>
              <a:t> </a:t>
            </a:r>
            <a:r>
              <a:rPr lang="en-US" altLang="en-US" sz="2100" dirty="0" err="1"/>
              <a:t>đủ</a:t>
            </a:r>
            <a:r>
              <a:rPr lang="en-US" altLang="en-US" sz="2100" dirty="0"/>
              <a:t> </a:t>
            </a:r>
            <a:r>
              <a:rPr lang="en-US" altLang="en-US" sz="2100" dirty="0" err="1"/>
              <a:t>các</a:t>
            </a:r>
            <a:r>
              <a:rPr lang="en-US" altLang="en-US" sz="2100" dirty="0"/>
              <a:t> </a:t>
            </a:r>
            <a:r>
              <a:rPr lang="en-US" altLang="en-US" sz="2100" dirty="0" err="1"/>
              <a:t>đặc</a:t>
            </a:r>
            <a:r>
              <a:rPr lang="en-US" altLang="en-US" sz="2100" dirty="0"/>
              <a:t> </a:t>
            </a:r>
            <a:r>
              <a:rPr lang="en-US" altLang="en-US" sz="2100" dirty="0" err="1"/>
              <a:t>trưng</a:t>
            </a:r>
            <a:r>
              <a:rPr lang="en-US" altLang="en-US" sz="2100" dirty="0"/>
              <a:t> </a:t>
            </a:r>
            <a:r>
              <a:rPr lang="en-US" altLang="en-US" sz="2100" dirty="0" err="1"/>
              <a:t>của</a:t>
            </a:r>
            <a:r>
              <a:rPr lang="en-US" altLang="en-US" sz="2100" dirty="0"/>
              <a:t> CTDL </a:t>
            </a:r>
            <a:r>
              <a:rPr lang="en-US" altLang="en-US" sz="2100" dirty="0" err="1"/>
              <a:t>gồm</a:t>
            </a:r>
            <a:r>
              <a:rPr lang="en-US" altLang="en-US" sz="2100" dirty="0"/>
              <a:t>:</a:t>
            </a:r>
          </a:p>
          <a:p>
            <a:pPr lvl="1" eaLnBrk="1" hangingPunct="1">
              <a:lnSpc>
                <a:spcPct val="80000"/>
              </a:lnSpc>
            </a:pPr>
            <a:r>
              <a:rPr lang="en-US" altLang="en-US" sz="2100" dirty="0" err="1"/>
              <a:t>Các</a:t>
            </a:r>
            <a:r>
              <a:rPr lang="en-US" altLang="en-US" sz="2100" dirty="0"/>
              <a:t> </a:t>
            </a:r>
            <a:r>
              <a:rPr lang="en-US" altLang="en-US" sz="2100" dirty="0" err="1"/>
              <a:t>thành</a:t>
            </a:r>
            <a:r>
              <a:rPr lang="en-US" altLang="en-US" sz="2100" dirty="0"/>
              <a:t> </a:t>
            </a:r>
            <a:r>
              <a:rPr lang="en-US" altLang="en-US" sz="2100" dirty="0" err="1"/>
              <a:t>phần</a:t>
            </a:r>
            <a:r>
              <a:rPr lang="en-US" altLang="en-US" sz="2100" dirty="0"/>
              <a:t> DL </a:t>
            </a:r>
            <a:r>
              <a:rPr lang="en-US" altLang="en-US" sz="2100" dirty="0" err="1"/>
              <a:t>có</a:t>
            </a:r>
            <a:r>
              <a:rPr lang="en-US" altLang="en-US" sz="2100" dirty="0"/>
              <a:t> </a:t>
            </a:r>
            <a:r>
              <a:rPr lang="en-US" altLang="en-US" sz="2100" dirty="0" err="1"/>
              <a:t>trong</a:t>
            </a:r>
            <a:r>
              <a:rPr lang="en-US" altLang="en-US" sz="2100" dirty="0"/>
              <a:t> CTDL </a:t>
            </a:r>
            <a:r>
              <a:rPr lang="en-US" altLang="en-US" sz="2100" dirty="0" err="1"/>
              <a:t>đó</a:t>
            </a:r>
            <a:r>
              <a:rPr lang="en-US" altLang="en-US" sz="2100" dirty="0"/>
              <a:t>,</a:t>
            </a:r>
          </a:p>
          <a:p>
            <a:pPr lvl="1" eaLnBrk="1" hangingPunct="1">
              <a:lnSpc>
                <a:spcPct val="80000"/>
              </a:lnSpc>
            </a:pPr>
            <a:r>
              <a:rPr lang="en-US" altLang="en-US" sz="2100" dirty="0" err="1"/>
              <a:t>Các</a:t>
            </a:r>
            <a:r>
              <a:rPr lang="en-US" altLang="en-US" sz="2100" dirty="0"/>
              <a:t> </a:t>
            </a:r>
            <a:r>
              <a:rPr lang="en-US" altLang="en-US" sz="2100" dirty="0" err="1"/>
              <a:t>liên</a:t>
            </a:r>
            <a:r>
              <a:rPr lang="en-US" altLang="en-US" sz="2100" dirty="0"/>
              <a:t> </a:t>
            </a:r>
            <a:r>
              <a:rPr lang="en-US" altLang="en-US" sz="2100" dirty="0" err="1"/>
              <a:t>kết</a:t>
            </a:r>
            <a:r>
              <a:rPr lang="en-US" altLang="en-US" sz="2100" dirty="0"/>
              <a:t> (</a:t>
            </a:r>
            <a:r>
              <a:rPr lang="en-US" altLang="en-US" sz="2100" dirty="0" err="1"/>
              <a:t>quan</a:t>
            </a:r>
            <a:r>
              <a:rPr lang="en-US" altLang="en-US" sz="2100" dirty="0"/>
              <a:t> </a:t>
            </a:r>
            <a:r>
              <a:rPr lang="en-US" altLang="en-US" sz="2100" dirty="0" err="1"/>
              <a:t>hệ</a:t>
            </a:r>
            <a:r>
              <a:rPr lang="en-US" altLang="en-US" sz="2100" dirty="0"/>
              <a:t>) </a:t>
            </a:r>
            <a:r>
              <a:rPr lang="en-US" altLang="en-US" sz="2100" dirty="0" err="1"/>
              <a:t>về</a:t>
            </a:r>
            <a:r>
              <a:rPr lang="en-US" altLang="en-US" sz="2100" dirty="0"/>
              <a:t> </a:t>
            </a:r>
            <a:r>
              <a:rPr lang="en-US" altLang="en-US" sz="2100" dirty="0" err="1"/>
              <a:t>cấu</a:t>
            </a:r>
            <a:r>
              <a:rPr lang="en-US" altLang="en-US" sz="2100" dirty="0"/>
              <a:t> </a:t>
            </a:r>
            <a:r>
              <a:rPr lang="en-US" altLang="en-US" sz="2100" dirty="0" err="1"/>
              <a:t>trúc</a:t>
            </a:r>
            <a:r>
              <a:rPr lang="en-US" altLang="en-US" sz="2100" dirty="0"/>
              <a:t> </a:t>
            </a:r>
            <a:r>
              <a:rPr lang="en-US" altLang="en-US" sz="2100" dirty="0" err="1"/>
              <a:t>giữa</a:t>
            </a:r>
            <a:r>
              <a:rPr lang="en-US" altLang="en-US" sz="2100" dirty="0"/>
              <a:t> </a:t>
            </a:r>
            <a:r>
              <a:rPr lang="en-US" altLang="en-US" sz="2100" dirty="0" err="1"/>
              <a:t>các</a:t>
            </a:r>
            <a:r>
              <a:rPr lang="en-US" altLang="en-US" sz="2100" dirty="0"/>
              <a:t> </a:t>
            </a:r>
            <a:r>
              <a:rPr lang="en-US" altLang="en-US" sz="2100" dirty="0" err="1"/>
              <a:t>thành</a:t>
            </a:r>
            <a:r>
              <a:rPr lang="en-US" altLang="en-US" sz="2100" dirty="0"/>
              <a:t> </a:t>
            </a:r>
            <a:r>
              <a:rPr lang="en-US" altLang="en-US" sz="2100" dirty="0" err="1"/>
              <a:t>phần</a:t>
            </a:r>
            <a:r>
              <a:rPr lang="en-US" altLang="en-US" sz="2100" dirty="0"/>
              <a:t> DL. </a:t>
            </a:r>
            <a:endParaRPr lang="en-US" altLang="en-US" sz="2100" u="sng" dirty="0"/>
          </a:p>
          <a:p>
            <a:pPr eaLnBrk="1" hangingPunct="1">
              <a:lnSpc>
                <a:spcPct val="80000"/>
              </a:lnSpc>
            </a:pPr>
            <a:r>
              <a:rPr lang="en-US" altLang="en-US" sz="2100" b="1" u="sng" dirty="0" err="1">
                <a:solidFill>
                  <a:srgbClr val="FF0000"/>
                </a:solidFill>
              </a:rPr>
              <a:t>Bước</a:t>
            </a:r>
            <a:r>
              <a:rPr lang="en-US" altLang="en-US" sz="2100" b="1" u="sng" dirty="0">
                <a:solidFill>
                  <a:srgbClr val="FF0000"/>
                </a:solidFill>
              </a:rPr>
              <a:t> 2</a:t>
            </a:r>
            <a:r>
              <a:rPr lang="en-US" altLang="en-US" sz="2100" b="1" dirty="0">
                <a:solidFill>
                  <a:srgbClr val="FF0000"/>
                </a:solidFill>
              </a:rPr>
              <a:t>: </a:t>
            </a:r>
            <a:r>
              <a:rPr lang="en-US" altLang="en-US" sz="2100" dirty="0" err="1"/>
              <a:t>xác</a:t>
            </a:r>
            <a:r>
              <a:rPr lang="en-US" altLang="en-US" sz="2100" dirty="0"/>
              <a:t> </a:t>
            </a:r>
            <a:r>
              <a:rPr lang="en-US" altLang="en-US" sz="2100" dirty="0" err="1"/>
              <a:t>định</a:t>
            </a:r>
            <a:r>
              <a:rPr lang="en-US" altLang="en-US" sz="2100" dirty="0"/>
              <a:t> </a:t>
            </a:r>
            <a:r>
              <a:rPr lang="en-US" altLang="en-US" sz="2100" dirty="0" err="1"/>
              <a:t>các</a:t>
            </a:r>
            <a:r>
              <a:rPr lang="en-US" altLang="en-US" sz="2100" dirty="0"/>
              <a:t> </a:t>
            </a:r>
            <a:r>
              <a:rPr lang="en-US" altLang="en-US" sz="2100" dirty="0" err="1"/>
              <a:t>thao</a:t>
            </a:r>
            <a:r>
              <a:rPr lang="en-US" altLang="en-US" sz="2100" dirty="0"/>
              <a:t> </a:t>
            </a:r>
            <a:r>
              <a:rPr lang="en-US" altLang="en-US" sz="2100" dirty="0" err="1"/>
              <a:t>tác</a:t>
            </a:r>
            <a:r>
              <a:rPr lang="en-US" altLang="en-US" sz="2100" dirty="0"/>
              <a:t> </a:t>
            </a:r>
            <a:r>
              <a:rPr lang="en-US" altLang="en-US" sz="2100" dirty="0" err="1"/>
              <a:t>cơ</a:t>
            </a:r>
            <a:r>
              <a:rPr lang="en-US" altLang="en-US" sz="2100" dirty="0"/>
              <a:t> </a:t>
            </a:r>
            <a:r>
              <a:rPr lang="en-US" altLang="en-US" sz="2100" dirty="0" err="1"/>
              <a:t>bản</a:t>
            </a:r>
            <a:r>
              <a:rPr lang="en-US" altLang="en-US" sz="2100" dirty="0"/>
              <a:t> </a:t>
            </a:r>
            <a:r>
              <a:rPr lang="en-US" altLang="en-US" sz="2100" dirty="0" err="1"/>
              <a:t>trên</a:t>
            </a:r>
            <a:r>
              <a:rPr lang="en-US" altLang="en-US" sz="2100" dirty="0"/>
              <a:t> CTDL: </a:t>
            </a:r>
            <a:r>
              <a:rPr lang="en-US" altLang="en-US" sz="2100" dirty="0" err="1"/>
              <a:t>là</a:t>
            </a:r>
            <a:r>
              <a:rPr lang="en-US" altLang="en-US" sz="2100" dirty="0"/>
              <a:t> </a:t>
            </a:r>
            <a:r>
              <a:rPr lang="en-US" altLang="en-US" sz="2100" dirty="0" err="1"/>
              <a:t>các</a:t>
            </a:r>
            <a:r>
              <a:rPr lang="en-US" altLang="en-US" sz="2100" dirty="0"/>
              <a:t> </a:t>
            </a:r>
            <a:r>
              <a:rPr lang="en-US" altLang="en-US" sz="2100" dirty="0" err="1"/>
              <a:t>thao</a:t>
            </a:r>
            <a:r>
              <a:rPr lang="en-US" altLang="en-US" sz="2100" dirty="0"/>
              <a:t> </a:t>
            </a:r>
            <a:r>
              <a:rPr lang="en-US" altLang="en-US" sz="2100" dirty="0" err="1"/>
              <a:t>tác</a:t>
            </a:r>
            <a:r>
              <a:rPr lang="en-US" altLang="en-US" sz="2100" dirty="0"/>
              <a:t> </a:t>
            </a:r>
            <a:r>
              <a:rPr lang="en-US" altLang="en-US" sz="2100" dirty="0" err="1"/>
              <a:t>cơ</a:t>
            </a:r>
            <a:r>
              <a:rPr lang="en-US" altLang="en-US" sz="2100" dirty="0"/>
              <a:t> </a:t>
            </a:r>
            <a:r>
              <a:rPr lang="en-US" altLang="en-US" sz="2100" dirty="0" err="1"/>
              <a:t>bản</a:t>
            </a:r>
            <a:r>
              <a:rPr lang="en-US" altLang="en-US" sz="2100" dirty="0"/>
              <a:t>, </a:t>
            </a:r>
            <a:r>
              <a:rPr lang="en-US" altLang="en-US" sz="2100" dirty="0" err="1"/>
              <a:t>cần</a:t>
            </a:r>
            <a:r>
              <a:rPr lang="en-US" altLang="en-US" sz="2100" dirty="0"/>
              <a:t> </a:t>
            </a:r>
            <a:r>
              <a:rPr lang="en-US" altLang="en-US" sz="2100" dirty="0" err="1"/>
              <a:t>thiết</a:t>
            </a:r>
            <a:r>
              <a:rPr lang="en-US" altLang="en-US" sz="2100" dirty="0"/>
              <a:t> </a:t>
            </a:r>
            <a:r>
              <a:rPr lang="en-US" altLang="en-US" sz="2100" dirty="0" err="1"/>
              <a:t>nhất</a:t>
            </a:r>
            <a:r>
              <a:rPr lang="en-US" altLang="en-US" sz="2100" dirty="0"/>
              <a:t> </a:t>
            </a:r>
            <a:r>
              <a:rPr lang="en-US" altLang="en-US" sz="2100" dirty="0" err="1"/>
              <a:t>để</a:t>
            </a:r>
            <a:r>
              <a:rPr lang="en-US" altLang="en-US" sz="2100" dirty="0"/>
              <a:t> </a:t>
            </a:r>
            <a:r>
              <a:rPr lang="en-US" altLang="en-US" sz="2100" dirty="0" err="1"/>
              <a:t>có</a:t>
            </a:r>
            <a:r>
              <a:rPr lang="en-US" altLang="en-US" sz="2100" dirty="0"/>
              <a:t> </a:t>
            </a:r>
            <a:r>
              <a:rPr lang="en-US" altLang="en-US" sz="2100" dirty="0" err="1"/>
              <a:t>thể</a:t>
            </a:r>
            <a:r>
              <a:rPr lang="en-US" altLang="en-US" sz="2100" dirty="0"/>
              <a:t> </a:t>
            </a:r>
            <a:r>
              <a:rPr lang="en-US" altLang="en-US" sz="2100" dirty="0" err="1"/>
              <a:t>sử</a:t>
            </a:r>
            <a:r>
              <a:rPr lang="en-US" altLang="en-US" sz="2100" dirty="0"/>
              <a:t> </a:t>
            </a:r>
            <a:r>
              <a:rPr lang="en-US" altLang="en-US" sz="2100" dirty="0" err="1"/>
              <a:t>dụng</a:t>
            </a:r>
            <a:r>
              <a:rPr lang="en-US" altLang="en-US" sz="2100" dirty="0"/>
              <a:t> </a:t>
            </a:r>
            <a:r>
              <a:rPr lang="en-US" altLang="en-US" sz="2100" dirty="0" err="1"/>
              <a:t>được</a:t>
            </a:r>
            <a:r>
              <a:rPr lang="en-US" altLang="en-US" sz="2100" dirty="0"/>
              <a:t> CTDL </a:t>
            </a:r>
            <a:r>
              <a:rPr lang="en-US" altLang="en-US" sz="2100" dirty="0" err="1"/>
              <a:t>này</a:t>
            </a:r>
            <a:r>
              <a:rPr lang="en-US" altLang="en-US" sz="2100" dirty="0"/>
              <a:t>. </a:t>
            </a:r>
            <a:endParaRPr lang="en-US" altLang="en-US" sz="2100" u="sng" dirty="0"/>
          </a:p>
          <a:p>
            <a:pPr eaLnBrk="1" hangingPunct="1">
              <a:lnSpc>
                <a:spcPct val="80000"/>
              </a:lnSpc>
            </a:pPr>
            <a:r>
              <a:rPr lang="en-US" altLang="en-US" sz="2100" b="1" u="sng" dirty="0" err="1">
                <a:solidFill>
                  <a:srgbClr val="FF0000"/>
                </a:solidFill>
              </a:rPr>
              <a:t>Bước</a:t>
            </a:r>
            <a:r>
              <a:rPr lang="en-US" altLang="en-US" sz="2100" b="1" u="sng" dirty="0">
                <a:solidFill>
                  <a:srgbClr val="FF0000"/>
                </a:solidFill>
              </a:rPr>
              <a:t> 3</a:t>
            </a:r>
            <a:r>
              <a:rPr lang="en-US" altLang="en-US" sz="2100" b="1" dirty="0">
                <a:solidFill>
                  <a:srgbClr val="FF0000"/>
                </a:solidFill>
              </a:rPr>
              <a:t>: </a:t>
            </a:r>
            <a:r>
              <a:rPr lang="en-US" altLang="en-US" sz="2100" dirty="0" err="1"/>
              <a:t>xác</a:t>
            </a:r>
            <a:r>
              <a:rPr lang="en-US" altLang="en-US" sz="2100" dirty="0"/>
              <a:t> </a:t>
            </a:r>
            <a:r>
              <a:rPr lang="en-US" altLang="en-US" sz="2100" dirty="0" err="1"/>
              <a:t>định</a:t>
            </a:r>
            <a:r>
              <a:rPr lang="en-US" altLang="en-US" sz="2100" dirty="0"/>
              <a:t> </a:t>
            </a:r>
            <a:r>
              <a:rPr lang="en-US" altLang="en-US" sz="2100" dirty="0" err="1"/>
              <a:t>cấu</a:t>
            </a:r>
            <a:r>
              <a:rPr lang="en-US" altLang="en-US" sz="2100" dirty="0"/>
              <a:t> </a:t>
            </a:r>
            <a:r>
              <a:rPr lang="en-US" altLang="en-US" sz="2100" dirty="0" err="1"/>
              <a:t>trúc</a:t>
            </a:r>
            <a:r>
              <a:rPr lang="en-US" altLang="en-US" sz="2100" dirty="0"/>
              <a:t> </a:t>
            </a:r>
            <a:r>
              <a:rPr lang="en-US" altLang="en-US" sz="2100" dirty="0" err="1"/>
              <a:t>lưu</a:t>
            </a:r>
            <a:r>
              <a:rPr lang="en-US" altLang="en-US" sz="2100" dirty="0"/>
              <a:t> </a:t>
            </a:r>
            <a:r>
              <a:rPr lang="en-US" altLang="en-US" sz="2100" dirty="0" err="1"/>
              <a:t>trữ</a:t>
            </a:r>
            <a:r>
              <a:rPr lang="en-US" altLang="en-US" sz="2100" dirty="0"/>
              <a:t> </a:t>
            </a:r>
            <a:r>
              <a:rPr lang="en-US" altLang="en-US" sz="2100" dirty="0" err="1"/>
              <a:t>thích</a:t>
            </a:r>
            <a:r>
              <a:rPr lang="en-US" altLang="en-US" sz="2100" dirty="0"/>
              <a:t> </a:t>
            </a:r>
            <a:r>
              <a:rPr lang="en-US" altLang="en-US" sz="2100" dirty="0" err="1"/>
              <a:t>hợp</a:t>
            </a:r>
            <a:r>
              <a:rPr lang="en-US" altLang="en-US" sz="2100" dirty="0"/>
              <a:t> </a:t>
            </a:r>
            <a:r>
              <a:rPr lang="en-US" altLang="en-US" sz="2100" dirty="0" err="1"/>
              <a:t>để</a:t>
            </a:r>
            <a:r>
              <a:rPr lang="en-US" altLang="en-US" sz="2100" dirty="0"/>
              <a:t> </a:t>
            </a:r>
            <a:r>
              <a:rPr lang="en-US" altLang="en-US" sz="2100" dirty="0" err="1"/>
              <a:t>tổ</a:t>
            </a:r>
            <a:r>
              <a:rPr lang="en-US" altLang="en-US" sz="2100" dirty="0"/>
              <a:t> </a:t>
            </a:r>
            <a:r>
              <a:rPr lang="en-US" altLang="en-US" sz="2100" dirty="0" err="1"/>
              <a:t>chức</a:t>
            </a:r>
            <a:r>
              <a:rPr lang="en-US" altLang="en-US" sz="2100" dirty="0"/>
              <a:t> </a:t>
            </a:r>
            <a:r>
              <a:rPr lang="en-US" altLang="en-US" sz="2100" dirty="0" err="1"/>
              <a:t>lưu</a:t>
            </a:r>
            <a:r>
              <a:rPr lang="en-US" altLang="en-US" sz="2100" dirty="0"/>
              <a:t> </a:t>
            </a:r>
            <a:r>
              <a:rPr lang="en-US" altLang="en-US" sz="2100" dirty="0" err="1"/>
              <a:t>trữ</a:t>
            </a:r>
            <a:r>
              <a:rPr lang="en-US" altLang="en-US" sz="2100" dirty="0"/>
              <a:t> CTDL </a:t>
            </a:r>
            <a:r>
              <a:rPr lang="en-US" altLang="en-US" sz="2100" dirty="0" err="1"/>
              <a:t>một</a:t>
            </a:r>
            <a:r>
              <a:rPr lang="en-US" altLang="en-US" sz="2100" dirty="0"/>
              <a:t> </a:t>
            </a:r>
            <a:r>
              <a:rPr lang="en-US" altLang="en-US" sz="2100" dirty="0" err="1"/>
              <a:t>cách</a:t>
            </a:r>
            <a:r>
              <a:rPr lang="en-US" altLang="en-US" sz="2100" dirty="0"/>
              <a:t> </a:t>
            </a:r>
            <a:r>
              <a:rPr lang="en-US" altLang="en-US" sz="2100" dirty="0" err="1"/>
              <a:t>có</a:t>
            </a:r>
            <a:r>
              <a:rPr lang="en-US" altLang="en-US" sz="2100" dirty="0"/>
              <a:t> </a:t>
            </a:r>
            <a:r>
              <a:rPr lang="en-US" altLang="en-US" sz="2100" dirty="0" err="1"/>
              <a:t>hiệu</a:t>
            </a:r>
            <a:r>
              <a:rPr lang="en-US" altLang="en-US" sz="2100" dirty="0"/>
              <a:t> </a:t>
            </a:r>
            <a:r>
              <a:rPr lang="en-US" altLang="en-US" sz="2100" dirty="0" err="1"/>
              <a:t>quả</a:t>
            </a:r>
            <a:r>
              <a:rPr lang="en-US" altLang="en-US" sz="2100" dirty="0"/>
              <a:t>. </a:t>
            </a:r>
            <a:r>
              <a:rPr lang="en-US" altLang="en-US" sz="2100" dirty="0" err="1"/>
              <a:t>Tính</a:t>
            </a:r>
            <a:r>
              <a:rPr lang="en-US" altLang="en-US" sz="2100" dirty="0"/>
              <a:t> </a:t>
            </a:r>
            <a:r>
              <a:rPr lang="en-US" altLang="en-US" sz="2100" dirty="0" err="1"/>
              <a:t>hiệu</a:t>
            </a:r>
            <a:r>
              <a:rPr lang="en-US" altLang="en-US" sz="2100" dirty="0"/>
              <a:t> </a:t>
            </a:r>
            <a:r>
              <a:rPr lang="en-US" altLang="en-US" sz="2100" dirty="0" err="1"/>
              <a:t>quả</a:t>
            </a:r>
            <a:r>
              <a:rPr lang="en-US" altLang="en-US" sz="2100" dirty="0"/>
              <a:t> </a:t>
            </a:r>
            <a:r>
              <a:rPr lang="en-US" altLang="en-US" sz="2100" dirty="0" err="1"/>
              <a:t>thể</a:t>
            </a:r>
            <a:r>
              <a:rPr lang="en-US" altLang="en-US" sz="2100" dirty="0"/>
              <a:t> </a:t>
            </a:r>
            <a:r>
              <a:rPr lang="en-US" altLang="en-US" sz="2100" dirty="0" err="1"/>
              <a:t>hiện</a:t>
            </a:r>
            <a:r>
              <a:rPr lang="en-US" altLang="en-US" sz="2100" dirty="0"/>
              <a:t> </a:t>
            </a:r>
            <a:r>
              <a:rPr lang="en-US" altLang="en-US" sz="2100" dirty="0" err="1"/>
              <a:t>ở</a:t>
            </a:r>
            <a:r>
              <a:rPr lang="en-US" altLang="en-US" sz="2100" dirty="0"/>
              <a:t> </a:t>
            </a:r>
            <a:r>
              <a:rPr lang="en-US" altLang="en-US" sz="2100" dirty="0" err="1"/>
              <a:t>cả</a:t>
            </a:r>
            <a:r>
              <a:rPr lang="en-US" altLang="en-US" sz="2100" dirty="0"/>
              <a:t> </a:t>
            </a:r>
            <a:r>
              <a:rPr lang="en-US" altLang="en-US" sz="2100" dirty="0" err="1"/>
              <a:t>hai</a:t>
            </a:r>
            <a:r>
              <a:rPr lang="en-US" altLang="en-US" sz="2100" dirty="0"/>
              <a:t> </a:t>
            </a:r>
            <a:r>
              <a:rPr lang="en-US" altLang="en-US" sz="2100" dirty="0" err="1"/>
              <a:t>mặt</a:t>
            </a:r>
            <a:r>
              <a:rPr lang="en-US" altLang="en-US" sz="2100" dirty="0"/>
              <a:t>: </a:t>
            </a:r>
            <a:r>
              <a:rPr lang="en-US" altLang="en-US" sz="2100" dirty="0" err="1"/>
              <a:t>kích</a:t>
            </a:r>
            <a:r>
              <a:rPr lang="en-US" altLang="en-US" sz="2100" dirty="0"/>
              <a:t> </a:t>
            </a:r>
            <a:r>
              <a:rPr lang="en-US" altLang="en-US" sz="2100" dirty="0" err="1"/>
              <a:t>thước</a:t>
            </a:r>
            <a:r>
              <a:rPr lang="en-US" altLang="en-US" sz="2100" dirty="0"/>
              <a:t> </a:t>
            </a:r>
            <a:r>
              <a:rPr lang="en-US" altLang="en-US" sz="2100" dirty="0" err="1"/>
              <a:t>lưu</a:t>
            </a:r>
            <a:r>
              <a:rPr lang="en-US" altLang="en-US" sz="2100" dirty="0"/>
              <a:t> </a:t>
            </a:r>
            <a:r>
              <a:rPr lang="en-US" altLang="en-US" sz="2100" dirty="0" err="1"/>
              <a:t>trữ</a:t>
            </a:r>
            <a:r>
              <a:rPr lang="en-US" altLang="en-US" sz="2100" dirty="0"/>
              <a:t> </a:t>
            </a:r>
            <a:r>
              <a:rPr lang="en-US" altLang="en-US" sz="2100" dirty="0" err="1"/>
              <a:t>nhỏ</a:t>
            </a:r>
            <a:r>
              <a:rPr lang="en-US" altLang="en-US" sz="2100" dirty="0"/>
              <a:t> </a:t>
            </a:r>
            <a:r>
              <a:rPr lang="en-US" altLang="en-US" sz="2100" dirty="0" err="1"/>
              <a:t>nhất</a:t>
            </a:r>
            <a:r>
              <a:rPr lang="en-US" altLang="en-US" sz="2100" dirty="0"/>
              <a:t> </a:t>
            </a:r>
            <a:r>
              <a:rPr lang="en-US" altLang="en-US" sz="2100" dirty="0" err="1"/>
              <a:t>và</a:t>
            </a:r>
            <a:r>
              <a:rPr lang="en-US" altLang="en-US" sz="2100" dirty="0"/>
              <a:t> </a:t>
            </a:r>
            <a:r>
              <a:rPr lang="en-US" altLang="en-US" sz="2100" dirty="0" err="1"/>
              <a:t>tốc</a:t>
            </a:r>
            <a:r>
              <a:rPr lang="en-US" altLang="en-US" sz="2100" dirty="0"/>
              <a:t> </a:t>
            </a:r>
            <a:r>
              <a:rPr lang="en-US" altLang="en-US" sz="2100" dirty="0" err="1"/>
              <a:t>độ</a:t>
            </a:r>
            <a:r>
              <a:rPr lang="en-US" altLang="en-US" sz="2100" dirty="0"/>
              <a:t> </a:t>
            </a:r>
            <a:r>
              <a:rPr lang="en-US" altLang="en-US" sz="2100" dirty="0" err="1"/>
              <a:t>thực</a:t>
            </a:r>
            <a:r>
              <a:rPr lang="en-US" altLang="en-US" sz="2100" dirty="0"/>
              <a:t> </a:t>
            </a:r>
            <a:r>
              <a:rPr lang="en-US" altLang="en-US" sz="2100" dirty="0" err="1"/>
              <a:t>hiện</a:t>
            </a:r>
            <a:r>
              <a:rPr lang="en-US" altLang="en-US" sz="2100" dirty="0"/>
              <a:t> </a:t>
            </a:r>
            <a:r>
              <a:rPr lang="en-US" altLang="en-US" sz="2100" dirty="0" err="1"/>
              <a:t>các</a:t>
            </a:r>
            <a:r>
              <a:rPr lang="en-US" altLang="en-US" sz="2100" dirty="0"/>
              <a:t> </a:t>
            </a:r>
            <a:r>
              <a:rPr lang="en-US" altLang="en-US" sz="2100" dirty="0" err="1"/>
              <a:t>thao</a:t>
            </a:r>
            <a:r>
              <a:rPr lang="en-US" altLang="en-US" sz="2100" dirty="0"/>
              <a:t> </a:t>
            </a:r>
            <a:r>
              <a:rPr lang="en-US" altLang="en-US" sz="2100" dirty="0" err="1"/>
              <a:t>tác</a:t>
            </a:r>
            <a:r>
              <a:rPr lang="en-US" altLang="en-US" sz="2100" dirty="0"/>
              <a:t> </a:t>
            </a:r>
            <a:r>
              <a:rPr lang="en-US" altLang="en-US" sz="2100" dirty="0" err="1"/>
              <a:t>là</a:t>
            </a:r>
            <a:r>
              <a:rPr lang="en-US" altLang="en-US" sz="2100" dirty="0"/>
              <a:t> </a:t>
            </a:r>
            <a:r>
              <a:rPr lang="en-US" altLang="en-US" sz="2100" dirty="0" err="1"/>
              <a:t>nhanh</a:t>
            </a:r>
            <a:r>
              <a:rPr lang="en-US" altLang="en-US" sz="2100" dirty="0"/>
              <a:t> </a:t>
            </a:r>
            <a:r>
              <a:rPr lang="en-US" altLang="en-US" sz="2100" dirty="0" err="1"/>
              <a:t>nhất</a:t>
            </a:r>
            <a:r>
              <a:rPr lang="en-US" altLang="en-US" sz="2100" dirty="0"/>
              <a:t>.</a:t>
            </a:r>
          </a:p>
          <a:p>
            <a:r>
              <a:rPr lang="en-US" altLang="en-US" sz="2100" b="1" u="sng" dirty="0" err="1">
                <a:solidFill>
                  <a:srgbClr val="FF0000"/>
                </a:solidFill>
              </a:rPr>
              <a:t>Bước</a:t>
            </a:r>
            <a:r>
              <a:rPr lang="en-US" altLang="en-US" sz="2100" b="1" u="sng" dirty="0">
                <a:solidFill>
                  <a:srgbClr val="FF0000"/>
                </a:solidFill>
              </a:rPr>
              <a:t> 4</a:t>
            </a:r>
            <a:r>
              <a:rPr lang="en-US" altLang="en-US" sz="2100" b="1" dirty="0">
                <a:solidFill>
                  <a:srgbClr val="FF0000"/>
                </a:solidFill>
              </a:rPr>
              <a:t>: </a:t>
            </a:r>
            <a:r>
              <a:rPr lang="en-US" altLang="en-US" sz="2100" dirty="0" err="1"/>
              <a:t>Cài</a:t>
            </a:r>
            <a:r>
              <a:rPr lang="en-US" altLang="en-US" sz="2100" dirty="0"/>
              <a:t> </a:t>
            </a:r>
            <a:r>
              <a:rPr lang="en-US" altLang="en-US" sz="2100" dirty="0" err="1"/>
              <a:t>đặt</a:t>
            </a:r>
            <a:r>
              <a:rPr lang="en-US" altLang="en-US" sz="2100" dirty="0"/>
              <a:t> </a:t>
            </a:r>
            <a:r>
              <a:rPr lang="en-US" altLang="en-US" sz="2100" dirty="0" err="1"/>
              <a:t>các</a:t>
            </a:r>
            <a:r>
              <a:rPr lang="en-US" altLang="en-US" sz="2100" dirty="0"/>
              <a:t> </a:t>
            </a:r>
            <a:r>
              <a:rPr lang="en-US" altLang="en-US" sz="2100" dirty="0" err="1"/>
              <a:t>thao</a:t>
            </a:r>
            <a:r>
              <a:rPr lang="en-US" altLang="en-US" sz="2100" dirty="0"/>
              <a:t> </a:t>
            </a:r>
            <a:r>
              <a:rPr lang="en-US" altLang="en-US" sz="2100" dirty="0" err="1"/>
              <a:t>tác</a:t>
            </a:r>
            <a:r>
              <a:rPr lang="en-US" altLang="en-US" sz="2100" dirty="0"/>
              <a:t> </a:t>
            </a:r>
            <a:r>
              <a:rPr lang="en-US" altLang="en-US" sz="2100" dirty="0" err="1"/>
              <a:t>cơ</a:t>
            </a:r>
            <a:r>
              <a:rPr lang="en-US" altLang="en-US" sz="2100" dirty="0"/>
              <a:t> </a:t>
            </a:r>
            <a:r>
              <a:rPr lang="en-US" altLang="en-US" sz="2100" dirty="0" err="1"/>
              <a:t>bản</a:t>
            </a:r>
            <a:r>
              <a:rPr lang="en-US" altLang="en-US" sz="2100" dirty="0"/>
              <a:t>. </a:t>
            </a:r>
            <a:r>
              <a:rPr lang="en-US" altLang="en-US" sz="2100" dirty="0" err="1"/>
              <a:t>Việc</a:t>
            </a:r>
            <a:r>
              <a:rPr lang="en-US" altLang="en-US" sz="2100" dirty="0"/>
              <a:t> </a:t>
            </a:r>
            <a:r>
              <a:rPr lang="en-US" altLang="en-US" sz="2100" dirty="0" err="1"/>
              <a:t>cài</a:t>
            </a:r>
            <a:r>
              <a:rPr lang="en-US" altLang="en-US" sz="2100" dirty="0"/>
              <a:t> </a:t>
            </a:r>
            <a:r>
              <a:rPr lang="en-US" altLang="en-US" sz="2100" dirty="0" err="1"/>
              <a:t>đặt</a:t>
            </a:r>
            <a:r>
              <a:rPr lang="en-US" altLang="en-US" sz="2100" dirty="0"/>
              <a:t> </a:t>
            </a:r>
            <a:r>
              <a:rPr lang="en-US" altLang="en-US" sz="2100" dirty="0" err="1"/>
              <a:t>các</a:t>
            </a:r>
            <a:r>
              <a:rPr lang="en-US" altLang="en-US" sz="2100" dirty="0"/>
              <a:t> </a:t>
            </a:r>
            <a:r>
              <a:rPr lang="en-US" altLang="en-US" sz="2100" dirty="0" err="1"/>
              <a:t>thao</a:t>
            </a:r>
            <a:r>
              <a:rPr lang="en-US" altLang="en-US" sz="2100" dirty="0"/>
              <a:t> </a:t>
            </a:r>
            <a:r>
              <a:rPr lang="en-US" altLang="en-US" sz="2100" dirty="0" err="1"/>
              <a:t>tác</a:t>
            </a:r>
            <a:r>
              <a:rPr lang="en-US" altLang="en-US" sz="2100" dirty="0"/>
              <a:t> </a:t>
            </a:r>
            <a:r>
              <a:rPr lang="en-US" altLang="en-US" sz="2100" dirty="0" err="1"/>
              <a:t>phải</a:t>
            </a:r>
            <a:r>
              <a:rPr lang="en-US" altLang="en-US" sz="2100" dirty="0"/>
              <a:t> </a:t>
            </a:r>
            <a:r>
              <a:rPr lang="en-US" altLang="en-US" sz="2100" dirty="0" err="1"/>
              <a:t>theo</a:t>
            </a:r>
            <a:r>
              <a:rPr lang="en-US" altLang="en-US" sz="2100" dirty="0"/>
              <a:t> </a:t>
            </a:r>
            <a:r>
              <a:rPr lang="en-US" altLang="en-US" sz="2100" dirty="0" err="1"/>
              <a:t>một</a:t>
            </a:r>
            <a:r>
              <a:rPr lang="en-US" altLang="en-US" sz="2100" dirty="0"/>
              <a:t> </a:t>
            </a:r>
            <a:r>
              <a:rPr lang="en-US" altLang="en-US" sz="2100" dirty="0" err="1"/>
              <a:t>số</a:t>
            </a:r>
            <a:r>
              <a:rPr lang="en-US" altLang="en-US" sz="2100" dirty="0"/>
              <a:t> </a:t>
            </a:r>
            <a:r>
              <a:rPr lang="en-US" altLang="en-US" sz="2100" dirty="0" err="1"/>
              <a:t>nguyên</a:t>
            </a:r>
            <a:r>
              <a:rPr lang="en-US" altLang="en-US" sz="2100" dirty="0"/>
              <a:t> </a:t>
            </a:r>
            <a:r>
              <a:rPr lang="en-US" altLang="en-US" sz="2100" dirty="0" err="1"/>
              <a:t>tắc</a:t>
            </a:r>
            <a:r>
              <a:rPr lang="en-US" altLang="en-US" sz="2100" dirty="0"/>
              <a:t> </a:t>
            </a:r>
            <a:r>
              <a:rPr lang="en-US" altLang="en-US" sz="2100" dirty="0" err="1"/>
              <a:t>sau</a:t>
            </a:r>
            <a:r>
              <a:rPr lang="en-US" altLang="en-US" sz="2100" dirty="0"/>
              <a:t>:</a:t>
            </a:r>
          </a:p>
          <a:p>
            <a:pPr lvl="1"/>
            <a:r>
              <a:rPr lang="en-US" altLang="en-US" sz="2100" dirty="0"/>
              <a:t>Thao </a:t>
            </a:r>
            <a:r>
              <a:rPr lang="en-US" altLang="en-US" sz="2100" dirty="0" err="1"/>
              <a:t>tác</a:t>
            </a:r>
            <a:r>
              <a:rPr lang="en-US" altLang="en-US" sz="2100" dirty="0"/>
              <a:t> </a:t>
            </a:r>
            <a:r>
              <a:rPr lang="en-US" altLang="en-US" sz="2100" dirty="0" err="1"/>
              <a:t>có</a:t>
            </a:r>
            <a:r>
              <a:rPr lang="en-US" altLang="en-US" sz="2100" dirty="0"/>
              <a:t> </a:t>
            </a:r>
            <a:r>
              <a:rPr lang="en-US" altLang="en-US" sz="2100" dirty="0" err="1"/>
              <a:t>khả</a:t>
            </a:r>
            <a:r>
              <a:rPr lang="en-US" altLang="en-US" sz="2100" dirty="0"/>
              <a:t> </a:t>
            </a:r>
            <a:r>
              <a:rPr lang="en-US" altLang="en-US" sz="2100" dirty="0" err="1"/>
              <a:t>năng</a:t>
            </a:r>
            <a:r>
              <a:rPr lang="en-US" altLang="en-US" sz="2100" dirty="0"/>
              <a:t> </a:t>
            </a:r>
            <a:r>
              <a:rPr lang="en-US" altLang="en-US" sz="2100" dirty="0" err="1"/>
              <a:t>sử</a:t>
            </a:r>
            <a:r>
              <a:rPr lang="en-US" altLang="en-US" sz="2100" dirty="0"/>
              <a:t> </a:t>
            </a:r>
            <a:r>
              <a:rPr lang="en-US" altLang="en-US" sz="2100" dirty="0" err="1"/>
              <a:t>dụng</a:t>
            </a:r>
            <a:r>
              <a:rPr lang="en-US" altLang="en-US" sz="2100" dirty="0"/>
              <a:t> </a:t>
            </a:r>
            <a:r>
              <a:rPr lang="en-US" altLang="en-US" sz="2100" dirty="0" err="1"/>
              <a:t>lại</a:t>
            </a:r>
            <a:r>
              <a:rPr lang="en-US" altLang="en-US" sz="2100" dirty="0"/>
              <a:t> </a:t>
            </a:r>
            <a:r>
              <a:rPr lang="en-US" altLang="en-US" sz="2100" dirty="0" err="1"/>
              <a:t>nhiều</a:t>
            </a:r>
            <a:r>
              <a:rPr lang="en-US" altLang="en-US" sz="2100" dirty="0"/>
              <a:t> </a:t>
            </a:r>
            <a:r>
              <a:rPr lang="en-US" altLang="en-US" sz="2100" dirty="0" err="1"/>
              <a:t>lần</a:t>
            </a:r>
            <a:r>
              <a:rPr lang="en-US" altLang="en-US" sz="2100" dirty="0"/>
              <a:t>: </a:t>
            </a:r>
            <a:r>
              <a:rPr lang="en-US" altLang="en-US" sz="2100" dirty="0" err="1"/>
              <a:t>sử</a:t>
            </a:r>
            <a:r>
              <a:rPr lang="en-US" altLang="en-US" sz="2100" dirty="0"/>
              <a:t> </a:t>
            </a:r>
            <a:r>
              <a:rPr lang="en-US" altLang="en-US" sz="2100" dirty="0" err="1"/>
              <a:t>dụng</a:t>
            </a:r>
            <a:r>
              <a:rPr lang="en-US" altLang="en-US" sz="2100" dirty="0"/>
              <a:t> </a:t>
            </a:r>
            <a:r>
              <a:rPr lang="en-US" altLang="en-US" sz="2100" dirty="0" err="1"/>
              <a:t>chương</a:t>
            </a:r>
            <a:r>
              <a:rPr lang="en-US" altLang="en-US" sz="2100" dirty="0"/>
              <a:t> </a:t>
            </a:r>
            <a:r>
              <a:rPr lang="en-US" altLang="en-US" sz="2100" dirty="0" err="1"/>
              <a:t>trình</a:t>
            </a:r>
            <a:r>
              <a:rPr lang="en-US" altLang="en-US" sz="2100" dirty="0"/>
              <a:t> con </a:t>
            </a:r>
            <a:r>
              <a:rPr lang="en-US" altLang="en-US" sz="2100" dirty="0" err="1"/>
              <a:t>để</a:t>
            </a:r>
            <a:r>
              <a:rPr lang="en-US" altLang="en-US" sz="2100" dirty="0"/>
              <a:t> </a:t>
            </a:r>
            <a:r>
              <a:rPr lang="en-US" altLang="en-US" sz="2100" dirty="0" err="1"/>
              <a:t>cài</a:t>
            </a:r>
            <a:r>
              <a:rPr lang="en-US" altLang="en-US" sz="2100" dirty="0"/>
              <a:t> </a:t>
            </a:r>
            <a:r>
              <a:rPr lang="en-US" altLang="en-US" sz="2100" dirty="0" err="1"/>
              <a:t>đặt</a:t>
            </a:r>
            <a:endParaRPr lang="en-US" altLang="en-US" sz="2100" dirty="0"/>
          </a:p>
          <a:p>
            <a:pPr lvl="1"/>
            <a:r>
              <a:rPr lang="en-US" altLang="en-US" sz="2100" dirty="0"/>
              <a:t>Thao </a:t>
            </a:r>
            <a:r>
              <a:rPr lang="en-US" altLang="en-US" sz="2100" dirty="0" err="1"/>
              <a:t>tác</a:t>
            </a:r>
            <a:r>
              <a:rPr lang="en-US" altLang="en-US" sz="2100" dirty="0"/>
              <a:t> </a:t>
            </a:r>
            <a:r>
              <a:rPr lang="en-US" altLang="en-US" sz="2100" dirty="0" err="1"/>
              <a:t>có</a:t>
            </a:r>
            <a:r>
              <a:rPr lang="en-US" altLang="en-US" sz="2100" dirty="0"/>
              <a:t> </a:t>
            </a:r>
            <a:r>
              <a:rPr lang="en-US" altLang="en-US" sz="2100" dirty="0" err="1"/>
              <a:t>tính</a:t>
            </a:r>
            <a:r>
              <a:rPr lang="en-US" altLang="en-US" sz="2100" dirty="0"/>
              <a:t> </a:t>
            </a:r>
            <a:r>
              <a:rPr lang="en-US" altLang="en-US" sz="2100" dirty="0" err="1"/>
              <a:t>độc</a:t>
            </a:r>
            <a:r>
              <a:rPr lang="en-US" altLang="en-US" sz="2100" dirty="0"/>
              <a:t> </a:t>
            </a:r>
            <a:r>
              <a:rPr lang="en-US" altLang="en-US" sz="2100" dirty="0" err="1"/>
              <a:t>lập</a:t>
            </a:r>
            <a:r>
              <a:rPr lang="en-US" altLang="en-US" sz="2100" dirty="0"/>
              <a:t> </a:t>
            </a:r>
            <a:r>
              <a:rPr lang="en-US" altLang="en-US" sz="2100" dirty="0" err="1"/>
              <a:t>về</a:t>
            </a:r>
            <a:r>
              <a:rPr lang="en-US" altLang="en-US" sz="2100" dirty="0"/>
              <a:t> </a:t>
            </a:r>
            <a:r>
              <a:rPr lang="en-US" altLang="en-US" sz="2100" dirty="0" err="1"/>
              <a:t>mặt</a:t>
            </a:r>
            <a:r>
              <a:rPr lang="en-US" altLang="en-US" sz="2100" dirty="0"/>
              <a:t> </a:t>
            </a:r>
            <a:r>
              <a:rPr lang="en-US" altLang="en-US" sz="2100" dirty="0" err="1"/>
              <a:t>sử</a:t>
            </a:r>
            <a:r>
              <a:rPr lang="en-US" altLang="en-US" sz="2100" dirty="0"/>
              <a:t> </a:t>
            </a:r>
            <a:r>
              <a:rPr lang="en-US" altLang="en-US" sz="2100" dirty="0" err="1"/>
              <a:t>dụng</a:t>
            </a:r>
            <a:r>
              <a:rPr lang="en-US" altLang="en-US" sz="2100" dirty="0"/>
              <a:t> </a:t>
            </a:r>
            <a:r>
              <a:rPr lang="en-US" altLang="en-US" sz="2100" dirty="0" err="1"/>
              <a:t>và</a:t>
            </a:r>
            <a:r>
              <a:rPr lang="en-US" altLang="en-US" sz="2100" dirty="0"/>
              <a:t> </a:t>
            </a:r>
            <a:r>
              <a:rPr lang="en-US" altLang="en-US" sz="2100" dirty="0" err="1"/>
              <a:t>độc</a:t>
            </a:r>
            <a:r>
              <a:rPr lang="en-US" altLang="en-US" sz="2100" dirty="0"/>
              <a:t> </a:t>
            </a:r>
            <a:r>
              <a:rPr lang="en-US" altLang="en-US" sz="2100" dirty="0" err="1"/>
              <a:t>lập</a:t>
            </a:r>
            <a:r>
              <a:rPr lang="en-US" altLang="en-US" sz="2100" dirty="0"/>
              <a:t> </a:t>
            </a:r>
            <a:r>
              <a:rPr lang="en-US" altLang="en-US" sz="2100" dirty="0" err="1"/>
              <a:t>với</a:t>
            </a:r>
            <a:r>
              <a:rPr lang="en-US" altLang="en-US" sz="2100" dirty="0"/>
              <a:t> </a:t>
            </a:r>
            <a:r>
              <a:rPr lang="en-US" altLang="en-US" sz="2100" dirty="0" err="1"/>
              <a:t>các</a:t>
            </a:r>
            <a:r>
              <a:rPr lang="en-US" altLang="en-US" sz="2100" dirty="0"/>
              <a:t> </a:t>
            </a:r>
            <a:r>
              <a:rPr lang="en-US" altLang="en-US" sz="2100" dirty="0" err="1"/>
              <a:t>thao</a:t>
            </a:r>
            <a:r>
              <a:rPr lang="en-US" altLang="en-US" sz="2100" dirty="0"/>
              <a:t> </a:t>
            </a:r>
            <a:r>
              <a:rPr lang="en-US" altLang="en-US" sz="2100" dirty="0" err="1"/>
              <a:t>tác</a:t>
            </a:r>
            <a:r>
              <a:rPr lang="en-US" altLang="en-US" sz="2100" dirty="0"/>
              <a:t> </a:t>
            </a:r>
            <a:r>
              <a:rPr lang="en-US" altLang="en-US" sz="2100" dirty="0" err="1"/>
              <a:t>khác</a:t>
            </a:r>
            <a:r>
              <a:rPr lang="en-US" altLang="en-US" sz="2100" dirty="0"/>
              <a:t>. </a:t>
            </a:r>
            <a:r>
              <a:rPr lang="en-US" altLang="en-US" sz="2100" dirty="0" err="1"/>
              <a:t>Để</a:t>
            </a:r>
            <a:r>
              <a:rPr lang="en-US" altLang="en-US" sz="2100" dirty="0"/>
              <a:t> </a:t>
            </a:r>
            <a:r>
              <a:rPr lang="en-US" altLang="en-US" sz="2100" dirty="0" err="1"/>
              <a:t>đảm</a:t>
            </a:r>
            <a:r>
              <a:rPr lang="en-US" altLang="en-US" sz="2100" dirty="0"/>
              <a:t> </a:t>
            </a:r>
            <a:r>
              <a:rPr lang="en-US" altLang="en-US" sz="2100" dirty="0" err="1"/>
              <a:t>bảo</a:t>
            </a:r>
            <a:r>
              <a:rPr lang="en-US" altLang="en-US" sz="2100" dirty="0"/>
              <a:t> </a:t>
            </a:r>
            <a:r>
              <a:rPr lang="en-US" altLang="en-US" sz="2100" dirty="0" err="1"/>
              <a:t>tính</a:t>
            </a:r>
            <a:r>
              <a:rPr lang="en-US" altLang="en-US" sz="2100" dirty="0"/>
              <a:t> </a:t>
            </a:r>
            <a:r>
              <a:rPr lang="en-US" altLang="en-US" sz="2100" dirty="0" err="1"/>
              <a:t>chất</a:t>
            </a:r>
            <a:r>
              <a:rPr lang="en-US" altLang="en-US" sz="2100" dirty="0"/>
              <a:t> </a:t>
            </a:r>
            <a:r>
              <a:rPr lang="en-US" altLang="en-US" sz="2100" dirty="0" err="1"/>
              <a:t>này</a:t>
            </a:r>
            <a:r>
              <a:rPr lang="en-US" altLang="en-US" sz="2100" dirty="0"/>
              <a:t> </a:t>
            </a:r>
            <a:r>
              <a:rPr lang="en-US" altLang="en-US" sz="2100" dirty="0" err="1"/>
              <a:t>thì</a:t>
            </a:r>
            <a:r>
              <a:rPr lang="en-US" altLang="en-US" sz="2100" dirty="0"/>
              <a:t> ta </a:t>
            </a:r>
            <a:r>
              <a:rPr lang="en-US" altLang="en-US" sz="2100" dirty="0" err="1"/>
              <a:t>phải</a:t>
            </a:r>
            <a:r>
              <a:rPr lang="en-US" altLang="en-US" sz="2100" dirty="0"/>
              <a:t> </a:t>
            </a:r>
            <a:r>
              <a:rPr lang="en-US" altLang="en-US" sz="2100" dirty="0" err="1"/>
              <a:t>chọn</a:t>
            </a:r>
            <a:r>
              <a:rPr lang="en-US" altLang="en-US" sz="2100" dirty="0"/>
              <a:t> </a:t>
            </a:r>
            <a:r>
              <a:rPr lang="en-US" altLang="en-US" sz="2100" dirty="0" err="1"/>
              <a:t>các</a:t>
            </a:r>
            <a:r>
              <a:rPr lang="en-US" altLang="en-US" sz="2100" dirty="0"/>
              <a:t> </a:t>
            </a:r>
            <a:r>
              <a:rPr lang="en-US" altLang="en-US" sz="2100" dirty="0" err="1"/>
              <a:t>tham</a:t>
            </a:r>
            <a:r>
              <a:rPr lang="en-US" altLang="en-US" sz="2100" dirty="0"/>
              <a:t> </a:t>
            </a:r>
            <a:r>
              <a:rPr lang="en-US" altLang="en-US" sz="2100" dirty="0" err="1"/>
              <a:t>số</a:t>
            </a:r>
            <a:r>
              <a:rPr lang="en-US" altLang="en-US" sz="2100" dirty="0"/>
              <a:t> </a:t>
            </a:r>
            <a:r>
              <a:rPr lang="en-US" altLang="en-US" sz="2100" dirty="0" err="1"/>
              <a:t>hợp</a:t>
            </a:r>
            <a:r>
              <a:rPr lang="en-US" altLang="en-US" sz="2100" dirty="0"/>
              <a:t> </a:t>
            </a:r>
            <a:r>
              <a:rPr lang="en-US" altLang="en-US" sz="2100" dirty="0" err="1"/>
              <a:t>lí</a:t>
            </a:r>
            <a:r>
              <a:rPr lang="en-US" altLang="en-US" sz="2100" dirty="0"/>
              <a:t> </a:t>
            </a:r>
            <a:r>
              <a:rPr lang="en-US" altLang="en-US" sz="2100" dirty="0" err="1"/>
              <a:t>cho</a:t>
            </a:r>
            <a:r>
              <a:rPr lang="en-US" altLang="en-US" sz="2100" dirty="0"/>
              <a:t> </a:t>
            </a:r>
            <a:r>
              <a:rPr lang="en-US" altLang="en-US" sz="2100" dirty="0" err="1"/>
              <a:t>các</a:t>
            </a:r>
            <a:r>
              <a:rPr lang="en-US" altLang="en-US" sz="2100" dirty="0"/>
              <a:t> </a:t>
            </a:r>
            <a:r>
              <a:rPr lang="en-US" altLang="en-US" sz="2100" dirty="0" err="1"/>
              <a:t>thao</a:t>
            </a:r>
            <a:r>
              <a:rPr lang="en-US" altLang="en-US" sz="2100" dirty="0"/>
              <a:t> </a:t>
            </a:r>
            <a:r>
              <a:rPr lang="en-US" altLang="en-US" sz="2100" dirty="0" err="1"/>
              <a:t>tác</a:t>
            </a:r>
            <a:endParaRPr lang="en-US" altLang="en-US" sz="2100" dirty="0"/>
          </a:p>
          <a:p>
            <a:pPr lvl="1"/>
            <a:r>
              <a:rPr lang="en-US" altLang="en-US" sz="2100" dirty="0"/>
              <a:t>Thao </a:t>
            </a:r>
            <a:r>
              <a:rPr lang="en-US" altLang="en-US" sz="2100" dirty="0" err="1"/>
              <a:t>tác</a:t>
            </a:r>
            <a:r>
              <a:rPr lang="en-US" altLang="en-US" sz="2100" dirty="0"/>
              <a:t> </a:t>
            </a:r>
            <a:r>
              <a:rPr lang="en-US" altLang="en-US" sz="2100" dirty="0" err="1"/>
              <a:t>phải</a:t>
            </a:r>
            <a:r>
              <a:rPr lang="en-US" altLang="en-US" sz="2100" dirty="0"/>
              <a:t> </a:t>
            </a:r>
            <a:r>
              <a:rPr lang="en-US" altLang="en-US" sz="2100" dirty="0" err="1"/>
              <a:t>hiệu</a:t>
            </a:r>
            <a:r>
              <a:rPr lang="en-US" altLang="en-US" sz="2100" dirty="0"/>
              <a:t> </a:t>
            </a:r>
            <a:r>
              <a:rPr lang="en-US" altLang="en-US" sz="2100" dirty="0" err="1"/>
              <a:t>quả</a:t>
            </a:r>
            <a:r>
              <a:rPr lang="en-US" altLang="en-US" sz="2100" dirty="0"/>
              <a:t> </a:t>
            </a:r>
            <a:endParaRPr lang="en-US" altLang="en-US" sz="2100" u="sng" dirty="0"/>
          </a:p>
          <a:p>
            <a:pPr eaLnBrk="1" hangingPunct="1">
              <a:lnSpc>
                <a:spcPct val="80000"/>
              </a:lnSpc>
            </a:pPr>
            <a:endParaRPr lang="en-US" altLang="en-US" sz="2600" dirty="0"/>
          </a:p>
        </p:txBody>
      </p:sp>
    </p:spTree>
    <p:extLst>
      <p:ext uri="{BB962C8B-B14F-4D97-AF65-F5344CB8AC3E}">
        <p14:creationId xmlns:p14="http://schemas.microsoft.com/office/powerpoint/2010/main" val="23018824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14B3F40-DBF4-B84C-9FE2-D1F8BD4A9751}"/>
              </a:ext>
            </a:extLst>
          </p:cNvPr>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a:extLst>
              <a:ext uri="{FF2B5EF4-FFF2-40B4-BE49-F238E27FC236}">
                <a16:creationId xmlns:a16="http://schemas.microsoft.com/office/drawing/2014/main" id="{6631DCA3-EEBF-D047-94CC-BFDFAFB0619C}"/>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0F52A1D2-7081-144F-A19F-E8D94D0C232E}"/>
              </a:ext>
            </a:extLst>
          </p:cNvPr>
          <p:cNvSpPr>
            <a:spLocks noGrp="1"/>
          </p:cNvSpPr>
          <p:nvPr>
            <p:ph type="sldNum" sz="quarter" idx="12"/>
          </p:nvPr>
        </p:nvSpPr>
        <p:spPr/>
        <p:txBody>
          <a:bodyPr/>
          <a:lstStyle/>
          <a:p>
            <a:fld id="{BA7BC09B-FE30-A349-B1D2-5A364F511F98}" type="slidenum">
              <a:rPr lang="en-US" smtClean="0"/>
              <a:t>26</a:t>
            </a:fld>
            <a:endParaRPr lang="en-US"/>
          </a:p>
        </p:txBody>
      </p:sp>
      <p:sp>
        <p:nvSpPr>
          <p:cNvPr id="2" name="Title 1">
            <a:extLst>
              <a:ext uri="{FF2B5EF4-FFF2-40B4-BE49-F238E27FC236}">
                <a16:creationId xmlns:a16="http://schemas.microsoft.com/office/drawing/2014/main" id="{99F8FA1F-B5DF-E64E-99A9-E57C676BC087}"/>
              </a:ext>
            </a:extLst>
          </p:cNvPr>
          <p:cNvSpPr>
            <a:spLocks noGrp="1"/>
          </p:cNvSpPr>
          <p:nvPr>
            <p:ph type="title"/>
          </p:nvPr>
        </p:nvSpPr>
        <p:spPr/>
        <p:txBody>
          <a:bodyPr/>
          <a:lstStyle/>
          <a:p>
            <a:r>
              <a:rPr lang="vi-VN" dirty="0">
                <a:latin typeface="+mn-lt"/>
              </a:rPr>
              <a:t>Câu hỏi </a:t>
            </a:r>
            <a:endParaRPr dirty="0">
              <a:latin typeface="+mn-lt"/>
            </a:endParaRPr>
          </a:p>
        </p:txBody>
      </p:sp>
      <p:sp>
        <p:nvSpPr>
          <p:cNvPr id="3" name="Content Placeholder 2">
            <a:extLst>
              <a:ext uri="{FF2B5EF4-FFF2-40B4-BE49-F238E27FC236}">
                <a16:creationId xmlns:a16="http://schemas.microsoft.com/office/drawing/2014/main" id="{A35CA295-AF96-6F40-BBF5-102842616109}"/>
              </a:ext>
            </a:extLst>
          </p:cNvPr>
          <p:cNvSpPr>
            <a:spLocks noGrp="1"/>
          </p:cNvSpPr>
          <p:nvPr>
            <p:ph sz="quarter" idx="13"/>
          </p:nvPr>
        </p:nvSpPr>
        <p:spPr/>
        <p:txBody>
          <a:bodyPr>
            <a:normAutofit/>
          </a:bodyPr>
          <a:lstStyle/>
          <a:p>
            <a:r>
              <a:rPr lang="vi-VN" dirty="0"/>
              <a:t>Một ứng dụng âm nhạc muốn giới thiệu cho bạn các bài hát mà bạn chưa nghe bằng cách so sánh sở thích nghe nhạc của bạn với những người khác. </a:t>
            </a:r>
          </a:p>
          <a:p>
            <a:pPr lvl="1"/>
            <a:r>
              <a:rPr lang="vi-VN" dirty="0"/>
              <a:t>Bạn xếp hạng n bài hát. </a:t>
            </a:r>
          </a:p>
          <a:p>
            <a:pPr lvl="1"/>
            <a:r>
              <a:rPr lang="vi-VN" dirty="0"/>
              <a:t>Ứng dụng tra cứu cơ sở dữ liệu để tìm những người có sở thích tương tự với bạn. </a:t>
            </a:r>
          </a:p>
          <a:p>
            <a:pPr lvl="1"/>
            <a:r>
              <a:rPr lang="vi-VN" dirty="0"/>
              <a:t>Ứng dụng giới thiệu cho bạn những bài hát bạn chưa nghe nhưng một người có sở thích tương tự với bạn đã nghe và thích bài hát đó. </a:t>
            </a:r>
          </a:p>
          <a:p>
            <a:pPr marL="457200" lvl="1" indent="0">
              <a:buNone/>
            </a:pPr>
            <a:r>
              <a:rPr lang="vi-VN" dirty="0">
                <a:solidFill>
                  <a:srgbClr val="FF0000"/>
                </a:solidFill>
              </a:rPr>
              <a:t>Cấu trúc dữ liệu bạn sẽ cài đặt là loại nào? </a:t>
            </a:r>
          </a:p>
        </p:txBody>
      </p:sp>
    </p:spTree>
    <p:extLst>
      <p:ext uri="{BB962C8B-B14F-4D97-AF65-F5344CB8AC3E}">
        <p14:creationId xmlns:p14="http://schemas.microsoft.com/office/powerpoint/2010/main" val="25778284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BAEB7843-3D44-0721-56AB-863F8D696D5A}"/>
              </a:ext>
            </a:extLst>
          </p:cNvPr>
          <p:cNvSpPr>
            <a:spLocks noGrp="1"/>
          </p:cNvSpPr>
          <p:nvPr>
            <p:ph type="dt" sz="half" idx="10"/>
          </p:nvPr>
        </p:nvSpPr>
        <p:spPr/>
        <p:txBody>
          <a:bodyPr/>
          <a:lstStyle/>
          <a:p>
            <a:fld id="{1F08F515-62EF-DE45-9E05-883F1744AD72}" type="datetime1">
              <a:rPr lang="en-US" smtClean="0"/>
              <a:t>10/31/2025</a:t>
            </a:fld>
            <a:endParaRPr lang="en-US"/>
          </a:p>
        </p:txBody>
      </p:sp>
      <p:sp>
        <p:nvSpPr>
          <p:cNvPr id="3" name="Chỗ dành sẵn cho Chân trang 2">
            <a:extLst>
              <a:ext uri="{FF2B5EF4-FFF2-40B4-BE49-F238E27FC236}">
                <a16:creationId xmlns:a16="http://schemas.microsoft.com/office/drawing/2014/main" id="{8A697E67-F82B-0FFA-C539-AC3073AC0F91}"/>
              </a:ext>
            </a:extLst>
          </p:cNvPr>
          <p:cNvSpPr>
            <a:spLocks noGrp="1"/>
          </p:cNvSpPr>
          <p:nvPr>
            <p:ph type="ftr" sz="quarter" idx="11"/>
          </p:nvPr>
        </p:nvSpPr>
        <p:spPr/>
        <p:txBody>
          <a:bodyPr/>
          <a:lstStyle/>
          <a:p>
            <a:r>
              <a:rPr lang="is-IS"/>
              <a:t>Cấu trúc dữ liệu và giải thuật</a:t>
            </a:r>
            <a:endParaRPr lang="en-US"/>
          </a:p>
        </p:txBody>
      </p:sp>
      <p:sp>
        <p:nvSpPr>
          <p:cNvPr id="4" name="Chỗ dành sẵn cho Số hiệu Bản chiếu 3">
            <a:extLst>
              <a:ext uri="{FF2B5EF4-FFF2-40B4-BE49-F238E27FC236}">
                <a16:creationId xmlns:a16="http://schemas.microsoft.com/office/drawing/2014/main" id="{1ED952F7-318A-D32D-41C4-42B84FA8D8D2}"/>
              </a:ext>
            </a:extLst>
          </p:cNvPr>
          <p:cNvSpPr>
            <a:spLocks noGrp="1"/>
          </p:cNvSpPr>
          <p:nvPr>
            <p:ph type="sldNum" sz="quarter" idx="12"/>
          </p:nvPr>
        </p:nvSpPr>
        <p:spPr/>
        <p:txBody>
          <a:bodyPr/>
          <a:lstStyle/>
          <a:p>
            <a:fld id="{BA7BC09B-FE30-A349-B1D2-5A364F511F98}" type="slidenum">
              <a:rPr lang="en-US" smtClean="0"/>
              <a:t>27</a:t>
            </a:fld>
            <a:endParaRPr lang="en-US"/>
          </a:p>
        </p:txBody>
      </p:sp>
      <p:sp>
        <p:nvSpPr>
          <p:cNvPr id="5" name="Tiêu đề 4">
            <a:extLst>
              <a:ext uri="{FF2B5EF4-FFF2-40B4-BE49-F238E27FC236}">
                <a16:creationId xmlns:a16="http://schemas.microsoft.com/office/drawing/2014/main" id="{558EB4A8-A553-916F-F3EB-B17B08DC5578}"/>
              </a:ext>
            </a:extLst>
          </p:cNvPr>
          <p:cNvSpPr>
            <a:spLocks noGrp="1"/>
          </p:cNvSpPr>
          <p:nvPr>
            <p:ph type="title"/>
          </p:nvPr>
        </p:nvSpPr>
        <p:spPr/>
        <p:txBody>
          <a:bodyPr/>
          <a:lstStyle/>
          <a:p>
            <a:r>
              <a:rPr lang="en-US"/>
              <a:t>Bài tập ví dụ</a:t>
            </a:r>
            <a:endParaRPr lang="vi-VN"/>
          </a:p>
        </p:txBody>
      </p:sp>
      <p:sp>
        <p:nvSpPr>
          <p:cNvPr id="6" name="Chỗ dành sẵn cho Nội dung 5">
            <a:extLst>
              <a:ext uri="{FF2B5EF4-FFF2-40B4-BE49-F238E27FC236}">
                <a16:creationId xmlns:a16="http://schemas.microsoft.com/office/drawing/2014/main" id="{50D39058-5FC0-4019-D19E-C0B69D6E8550}"/>
              </a:ext>
            </a:extLst>
          </p:cNvPr>
          <p:cNvSpPr>
            <a:spLocks noGrp="1"/>
          </p:cNvSpPr>
          <p:nvPr>
            <p:ph sz="quarter" idx="13"/>
          </p:nvPr>
        </p:nvSpPr>
        <p:spPr>
          <a:xfrm>
            <a:off x="235077" y="841248"/>
            <a:ext cx="8674100" cy="4614330"/>
          </a:xfrm>
        </p:spPr>
        <p:txBody>
          <a:bodyPr/>
          <a:lstStyle/>
          <a:p>
            <a:r>
              <a:rPr lang="en-US"/>
              <a:t>Có n đồng xu có trọng lượng x</a:t>
            </a:r>
            <a:r>
              <a:rPr lang="en-US" baseline="-25000"/>
              <a:t>1</a:t>
            </a:r>
            <a:r>
              <a:rPr lang="en-US"/>
              <a:t>,x</a:t>
            </a:r>
            <a:r>
              <a:rPr lang="en-US" baseline="-25000"/>
              <a:t>2</a:t>
            </a:r>
            <a:r>
              <a:rPr lang="en-US"/>
              <a:t>,…,x</a:t>
            </a:r>
            <a:r>
              <a:rPr lang="en-US" baseline="-25000"/>
              <a:t>n</a:t>
            </a:r>
            <a:r>
              <a:rPr lang="en-US"/>
              <a:t> bài toán đặt ra là tìm số lượng đồng xu nhỏ nhất để có khối tổng khối lượng là S. </a:t>
            </a:r>
          </a:p>
          <a:p>
            <a:r>
              <a:rPr lang="en-US"/>
              <a:t>Tìm số lượng từng loại đồng xu thỏa mãn điều kiện trên</a:t>
            </a:r>
            <a:endParaRPr lang="vi-VN"/>
          </a:p>
        </p:txBody>
      </p:sp>
    </p:spTree>
    <p:extLst>
      <p:ext uri="{BB962C8B-B14F-4D97-AF65-F5344CB8AC3E}">
        <p14:creationId xmlns:p14="http://schemas.microsoft.com/office/powerpoint/2010/main" val="3479600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E6190DD-C66F-874F-82A2-98A10F3DC36D}"/>
              </a:ext>
            </a:extLst>
          </p:cNvPr>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a:extLst>
              <a:ext uri="{FF2B5EF4-FFF2-40B4-BE49-F238E27FC236}">
                <a16:creationId xmlns:a16="http://schemas.microsoft.com/office/drawing/2014/main" id="{7AF65B91-53D6-BF45-B359-1FAEE1726130}"/>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4CD0FCD8-F7F4-4D4E-81A4-493C0B4E6A7F}"/>
              </a:ext>
            </a:extLst>
          </p:cNvPr>
          <p:cNvSpPr>
            <a:spLocks noGrp="1"/>
          </p:cNvSpPr>
          <p:nvPr>
            <p:ph type="sldNum" sz="quarter" idx="12"/>
          </p:nvPr>
        </p:nvSpPr>
        <p:spPr/>
        <p:txBody>
          <a:bodyPr/>
          <a:lstStyle/>
          <a:p>
            <a:fld id="{BA7BC09B-FE30-A349-B1D2-5A364F511F98}" type="slidenum">
              <a:rPr lang="en-US" smtClean="0"/>
              <a:t>28</a:t>
            </a:fld>
            <a:endParaRPr lang="en-US"/>
          </a:p>
        </p:txBody>
      </p:sp>
      <p:sp>
        <p:nvSpPr>
          <p:cNvPr id="2" name="Title 1">
            <a:extLst>
              <a:ext uri="{FF2B5EF4-FFF2-40B4-BE49-F238E27FC236}">
                <a16:creationId xmlns:a16="http://schemas.microsoft.com/office/drawing/2014/main" id="{36BB81F1-F9F5-A846-9063-0B23B5B4201B}"/>
              </a:ext>
            </a:extLst>
          </p:cNvPr>
          <p:cNvSpPr>
            <a:spLocks noGrp="1"/>
          </p:cNvSpPr>
          <p:nvPr>
            <p:ph type="title"/>
          </p:nvPr>
        </p:nvSpPr>
        <p:spPr/>
        <p:txBody>
          <a:bodyPr>
            <a:normAutofit fontScale="90000"/>
          </a:bodyPr>
          <a:lstStyle/>
          <a:p>
            <a:r>
              <a:rPr lang="vi-VN" dirty="0">
                <a:latin typeface="Calibri" panose="020F0502020204030204" pitchFamily="34" charset="0"/>
                <a:cs typeface="Calibri" panose="020F0502020204030204" pitchFamily="34" charset="0"/>
              </a:rPr>
              <a:t>Bài tập nâng cao </a:t>
            </a:r>
            <a:endParaRPr dirty="0">
              <a:latin typeface="Calibri" panose="020F0502020204030204" pitchFamily="34" charset="0"/>
              <a:cs typeface="Calibri" panose="020F0502020204030204" pitchFamily="34" charset="0"/>
            </a:endParaRPr>
          </a:p>
        </p:txBody>
      </p:sp>
      <p:pic>
        <p:nvPicPr>
          <p:cNvPr id="8" name="Content Placeholder 7" descr="Table&#10;&#10;Description automatically generated">
            <a:extLst>
              <a:ext uri="{FF2B5EF4-FFF2-40B4-BE49-F238E27FC236}">
                <a16:creationId xmlns:a16="http://schemas.microsoft.com/office/drawing/2014/main" id="{37B5F0FC-1C27-CE42-8AC7-380F267D6B5D}"/>
              </a:ext>
            </a:extLst>
          </p:cNvPr>
          <p:cNvPicPr>
            <a:picLocks noGrp="1" noChangeAspect="1"/>
          </p:cNvPicPr>
          <p:nvPr>
            <p:ph sz="quarter" idx="13"/>
          </p:nvPr>
        </p:nvPicPr>
        <p:blipFill>
          <a:blip r:embed="rId3"/>
          <a:stretch>
            <a:fillRect/>
          </a:stretch>
        </p:blipFill>
        <p:spPr>
          <a:xfrm>
            <a:off x="3263900" y="2493134"/>
            <a:ext cx="5880100" cy="3949700"/>
          </a:xfrm>
        </p:spPr>
      </p:pic>
      <p:sp>
        <p:nvSpPr>
          <p:cNvPr id="9" name="TextBox 8">
            <a:extLst>
              <a:ext uri="{FF2B5EF4-FFF2-40B4-BE49-F238E27FC236}">
                <a16:creationId xmlns:a16="http://schemas.microsoft.com/office/drawing/2014/main" id="{A40EFE54-F77E-004C-AA86-FC125D7EC8F7}"/>
              </a:ext>
            </a:extLst>
          </p:cNvPr>
          <p:cNvSpPr txBox="1"/>
          <p:nvPr/>
        </p:nvSpPr>
        <p:spPr>
          <a:xfrm>
            <a:off x="148046" y="833049"/>
            <a:ext cx="3819659" cy="2031325"/>
          </a:xfrm>
          <a:prstGeom prst="rect">
            <a:avLst/>
          </a:prstGeom>
          <a:noFill/>
        </p:spPr>
        <p:txBody>
          <a:bodyPr wrap="square" rtlCol="0">
            <a:spAutoFit/>
          </a:bodyPr>
          <a:lstStyle/>
          <a:p>
            <a:r>
              <a:rPr lang="vi-VN" dirty="0"/>
              <a:t>Chọn bất kỳ số lượng mặt hàng nào từ một tập hợp các loại thức ăn, không chia nhỏ khối lượng của bất kỳ mặt hàng nào, sao cho tổng trọng lượng của chúng không quá 1000 kg và sao cho tổng lượng calo là lớn nhất </a:t>
            </a:r>
            <a:endParaRPr dirty="0"/>
          </a:p>
        </p:txBody>
      </p:sp>
      <p:pic>
        <p:nvPicPr>
          <p:cNvPr id="11" name="Picture 10" descr="Table&#10;&#10;Description automatically generated">
            <a:extLst>
              <a:ext uri="{FF2B5EF4-FFF2-40B4-BE49-F238E27FC236}">
                <a16:creationId xmlns:a16="http://schemas.microsoft.com/office/drawing/2014/main" id="{E68FC797-02E9-9241-9A13-7196AC4455D4}"/>
              </a:ext>
            </a:extLst>
          </p:cNvPr>
          <p:cNvPicPr>
            <a:picLocks noChangeAspect="1"/>
          </p:cNvPicPr>
          <p:nvPr/>
        </p:nvPicPr>
        <p:blipFill>
          <a:blip r:embed="rId4"/>
          <a:stretch>
            <a:fillRect/>
          </a:stretch>
        </p:blipFill>
        <p:spPr>
          <a:xfrm>
            <a:off x="4988672" y="1787273"/>
            <a:ext cx="4189773" cy="3711992"/>
          </a:xfrm>
          <a:prstGeom prst="rect">
            <a:avLst/>
          </a:prstGeom>
        </p:spPr>
      </p:pic>
      <p:sp>
        <p:nvSpPr>
          <p:cNvPr id="12" name="TextBox 11">
            <a:extLst>
              <a:ext uri="{FF2B5EF4-FFF2-40B4-BE49-F238E27FC236}">
                <a16:creationId xmlns:a16="http://schemas.microsoft.com/office/drawing/2014/main" id="{C1C9AC6D-227E-6A48-ABE2-A8E73AA613D2}"/>
              </a:ext>
            </a:extLst>
          </p:cNvPr>
          <p:cNvSpPr txBox="1"/>
          <p:nvPr/>
        </p:nvSpPr>
        <p:spPr>
          <a:xfrm>
            <a:off x="5052201" y="1602607"/>
            <a:ext cx="1727422" cy="369332"/>
          </a:xfrm>
          <a:prstGeom prst="rect">
            <a:avLst/>
          </a:prstGeom>
          <a:noFill/>
        </p:spPr>
        <p:txBody>
          <a:bodyPr wrap="square" rtlCol="0">
            <a:spAutoFit/>
          </a:bodyPr>
          <a:lstStyle/>
          <a:p>
            <a:r>
              <a:rPr lang="vi-VN" dirty="0"/>
              <a:t>Hint: </a:t>
            </a:r>
            <a:endParaRPr dirty="0"/>
          </a:p>
        </p:txBody>
      </p:sp>
    </p:spTree>
    <p:extLst>
      <p:ext uri="{BB962C8B-B14F-4D97-AF65-F5344CB8AC3E}">
        <p14:creationId xmlns:p14="http://schemas.microsoft.com/office/powerpoint/2010/main" val="2528940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29</a:t>
            </a:fld>
            <a:endParaRPr lang="en-US"/>
          </a:p>
        </p:txBody>
      </p:sp>
      <p:sp>
        <p:nvSpPr>
          <p:cNvPr id="2" name="Title 1"/>
          <p:cNvSpPr>
            <a:spLocks noGrp="1"/>
          </p:cNvSpPr>
          <p:nvPr>
            <p:ph type="title"/>
          </p:nvPr>
        </p:nvSpPr>
        <p:spPr/>
        <p:txBody>
          <a:bodyPr/>
          <a:lstStyle/>
          <a:p>
            <a:r>
              <a:rPr lang="en-US" dirty="0" err="1"/>
              <a:t>Định</a:t>
            </a:r>
            <a:r>
              <a:rPr lang="en-US" dirty="0"/>
              <a:t> </a:t>
            </a:r>
            <a:r>
              <a:rPr lang="en-US" dirty="0" err="1"/>
              <a:t>nghĩa</a:t>
            </a:r>
            <a:r>
              <a:rPr lang="en-US" dirty="0"/>
              <a:t> </a:t>
            </a:r>
            <a:r>
              <a:rPr lang="en-US" dirty="0" err="1"/>
              <a:t>giải</a:t>
            </a:r>
            <a:r>
              <a:rPr lang="en-US" dirty="0"/>
              <a:t> </a:t>
            </a:r>
            <a:r>
              <a:rPr lang="en-US" dirty="0" err="1"/>
              <a:t>thuật</a:t>
            </a:r>
            <a:endParaRPr lang="en-US" dirty="0"/>
          </a:p>
        </p:txBody>
      </p:sp>
      <p:sp>
        <p:nvSpPr>
          <p:cNvPr id="3" name="Content Placeholder 2"/>
          <p:cNvSpPr>
            <a:spLocks noGrp="1"/>
          </p:cNvSpPr>
          <p:nvPr>
            <p:ph sz="quarter" idx="13"/>
          </p:nvPr>
        </p:nvSpPr>
        <p:spPr/>
        <p:txBody>
          <a:bodyPr/>
          <a:lstStyle/>
          <a:p>
            <a:r>
              <a:rPr lang="en-US" dirty="0" err="1"/>
              <a:t>Giải</a:t>
            </a:r>
            <a:r>
              <a:rPr lang="en-US" dirty="0"/>
              <a:t> </a:t>
            </a:r>
            <a:r>
              <a:rPr lang="en-US" dirty="0" err="1"/>
              <a:t>thuật</a:t>
            </a:r>
            <a:r>
              <a:rPr lang="en-US" dirty="0"/>
              <a:t> (Algorithms)</a:t>
            </a:r>
          </a:p>
          <a:p>
            <a:pPr marL="0" indent="0">
              <a:buNone/>
            </a:pPr>
            <a:endParaRPr lang="en-US" dirty="0"/>
          </a:p>
          <a:p>
            <a:pPr marL="0" indent="0">
              <a:buNone/>
            </a:pPr>
            <a:endParaRPr lang="en-US" dirty="0"/>
          </a:p>
        </p:txBody>
      </p:sp>
      <p:pic>
        <p:nvPicPr>
          <p:cNvPr id="8" name="Picture 7"/>
          <p:cNvPicPr>
            <a:picLocks noChangeAspect="1"/>
          </p:cNvPicPr>
          <p:nvPr/>
        </p:nvPicPr>
        <p:blipFill>
          <a:blip r:embed="rId2"/>
          <a:stretch>
            <a:fillRect/>
          </a:stretch>
        </p:blipFill>
        <p:spPr>
          <a:xfrm>
            <a:off x="630767" y="2607733"/>
            <a:ext cx="8056033" cy="2942203"/>
          </a:xfrm>
          <a:prstGeom prst="rect">
            <a:avLst/>
          </a:prstGeom>
        </p:spPr>
      </p:pic>
    </p:spTree>
    <p:extLst>
      <p:ext uri="{BB962C8B-B14F-4D97-AF65-F5344CB8AC3E}">
        <p14:creationId xmlns:p14="http://schemas.microsoft.com/office/powerpoint/2010/main" val="27494133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dirty="0"/>
              <a:t>Cấu trúc dữ liệu và giải thuật</a:t>
            </a:r>
            <a:endParaRPr lang="en-US" dirty="0"/>
          </a:p>
        </p:txBody>
      </p:sp>
      <p:sp>
        <p:nvSpPr>
          <p:cNvPr id="6" name="Slide Number Placeholder 5"/>
          <p:cNvSpPr>
            <a:spLocks noGrp="1"/>
          </p:cNvSpPr>
          <p:nvPr>
            <p:ph type="sldNum" sz="quarter" idx="12"/>
          </p:nvPr>
        </p:nvSpPr>
        <p:spPr/>
        <p:txBody>
          <a:bodyPr/>
          <a:lstStyle/>
          <a:p>
            <a:fld id="{BA7BC09B-FE30-A349-B1D2-5A364F511F98}" type="slidenum">
              <a:rPr lang="en-US" smtClean="0"/>
              <a:t>30</a:t>
            </a:fld>
            <a:endParaRPr lang="en-US"/>
          </a:p>
        </p:txBody>
      </p:sp>
      <p:sp>
        <p:nvSpPr>
          <p:cNvPr id="2" name="Title 1"/>
          <p:cNvSpPr>
            <a:spLocks noGrp="1"/>
          </p:cNvSpPr>
          <p:nvPr>
            <p:ph type="title"/>
          </p:nvPr>
        </p:nvSpPr>
        <p:spPr/>
        <p:txBody>
          <a:bodyPr/>
          <a:lstStyle/>
          <a:p>
            <a:r>
              <a:rPr lang="en-US" dirty="0" err="1"/>
              <a:t>Định</a:t>
            </a:r>
            <a:r>
              <a:rPr lang="en-US" dirty="0"/>
              <a:t> </a:t>
            </a:r>
            <a:r>
              <a:rPr lang="en-US" dirty="0" err="1"/>
              <a:t>nghĩa</a:t>
            </a:r>
            <a:r>
              <a:rPr lang="en-US" dirty="0"/>
              <a:t> </a:t>
            </a:r>
            <a:r>
              <a:rPr lang="en-US" dirty="0" err="1"/>
              <a:t>và</a:t>
            </a:r>
            <a:r>
              <a:rPr lang="en-US" dirty="0"/>
              <a:t> </a:t>
            </a:r>
            <a:r>
              <a:rPr lang="en-US" dirty="0" err="1"/>
              <a:t>các</a:t>
            </a:r>
            <a:r>
              <a:rPr lang="en-US" dirty="0"/>
              <a:t> </a:t>
            </a:r>
            <a:r>
              <a:rPr lang="en-US" dirty="0" err="1"/>
              <a:t>thuộc</a:t>
            </a:r>
            <a:r>
              <a:rPr lang="en-US" dirty="0"/>
              <a:t> </a:t>
            </a:r>
            <a:r>
              <a:rPr lang="en-US" dirty="0" err="1"/>
              <a:t>tính</a:t>
            </a:r>
            <a:r>
              <a:rPr lang="en-US" dirty="0"/>
              <a:t> </a:t>
            </a:r>
          </a:p>
        </p:txBody>
      </p:sp>
      <p:sp>
        <p:nvSpPr>
          <p:cNvPr id="3" name="Content Placeholder 2"/>
          <p:cNvSpPr>
            <a:spLocks noGrp="1"/>
          </p:cNvSpPr>
          <p:nvPr>
            <p:ph sz="quarter" idx="13"/>
          </p:nvPr>
        </p:nvSpPr>
        <p:spPr/>
        <p:txBody>
          <a:bodyPr>
            <a:normAutofit/>
          </a:bodyPr>
          <a:lstStyle/>
          <a:p>
            <a:r>
              <a:rPr lang="en-US" dirty="0" err="1"/>
              <a:t>Định</a:t>
            </a:r>
            <a:r>
              <a:rPr lang="en-US" dirty="0"/>
              <a:t> </a:t>
            </a:r>
            <a:r>
              <a:rPr lang="en-US" dirty="0" err="1"/>
              <a:t>nghĩa</a:t>
            </a:r>
            <a:r>
              <a:rPr lang="en-US" dirty="0"/>
              <a:t>: </a:t>
            </a:r>
          </a:p>
          <a:p>
            <a:pPr lvl="1"/>
            <a:r>
              <a:rPr lang="en-US" dirty="0" err="1"/>
              <a:t>Thuật</a:t>
            </a:r>
            <a:r>
              <a:rPr lang="en-US" dirty="0"/>
              <a:t> </a:t>
            </a:r>
            <a:r>
              <a:rPr lang="en-US" dirty="0" err="1"/>
              <a:t>ngữ</a:t>
            </a:r>
            <a:r>
              <a:rPr lang="en-US" dirty="0"/>
              <a:t> ‘</a:t>
            </a:r>
            <a:r>
              <a:rPr lang="en-US" dirty="0">
                <a:solidFill>
                  <a:srgbClr val="FF0000"/>
                </a:solidFill>
              </a:rPr>
              <a:t>Algorithms</a:t>
            </a:r>
            <a:r>
              <a:rPr lang="en-US" dirty="0"/>
              <a:t>’ </a:t>
            </a:r>
            <a:r>
              <a:rPr lang="en-US" dirty="0" err="1"/>
              <a:t>nghĩa</a:t>
            </a:r>
            <a:r>
              <a:rPr lang="en-US" dirty="0"/>
              <a:t> </a:t>
            </a:r>
            <a:r>
              <a:rPr lang="en-US" dirty="0" err="1"/>
              <a:t>là</a:t>
            </a:r>
            <a:r>
              <a:rPr lang="en-US" dirty="0"/>
              <a:t> </a:t>
            </a:r>
            <a:r>
              <a:rPr lang="en-US" dirty="0" err="1"/>
              <a:t>giải</a:t>
            </a:r>
            <a:r>
              <a:rPr lang="en-US" dirty="0"/>
              <a:t> </a:t>
            </a:r>
            <a:r>
              <a:rPr lang="en-US" dirty="0" err="1"/>
              <a:t>thuật</a:t>
            </a:r>
            <a:r>
              <a:rPr lang="en-US" dirty="0"/>
              <a:t> hay </a:t>
            </a:r>
            <a:r>
              <a:rPr lang="en-US" dirty="0" err="1"/>
              <a:t>là</a:t>
            </a:r>
            <a:r>
              <a:rPr lang="en-US" dirty="0"/>
              <a:t> </a:t>
            </a:r>
            <a:r>
              <a:rPr lang="en-US" dirty="0" err="1"/>
              <a:t>thuật</a:t>
            </a:r>
            <a:r>
              <a:rPr lang="en-US" dirty="0"/>
              <a:t> </a:t>
            </a:r>
            <a:r>
              <a:rPr lang="en-US" dirty="0" err="1"/>
              <a:t>toán</a:t>
            </a:r>
            <a:r>
              <a:rPr lang="en-US" dirty="0"/>
              <a:t> </a:t>
            </a:r>
          </a:p>
          <a:p>
            <a:pPr lvl="1"/>
            <a:r>
              <a:rPr lang="en-US" dirty="0" err="1"/>
              <a:t>Giải</a:t>
            </a:r>
            <a:r>
              <a:rPr lang="en-US" dirty="0"/>
              <a:t> </a:t>
            </a:r>
            <a:r>
              <a:rPr lang="en-US" dirty="0" err="1"/>
              <a:t>thuật</a:t>
            </a:r>
            <a:r>
              <a:rPr lang="en-US" dirty="0"/>
              <a:t> </a:t>
            </a:r>
            <a:r>
              <a:rPr lang="en-US" dirty="0" err="1"/>
              <a:t>thể</a:t>
            </a:r>
            <a:r>
              <a:rPr lang="en-US" dirty="0"/>
              <a:t> </a:t>
            </a:r>
            <a:r>
              <a:rPr lang="en-US" dirty="0" err="1"/>
              <a:t>hiện</a:t>
            </a:r>
            <a:r>
              <a:rPr lang="en-US" dirty="0"/>
              <a:t> </a:t>
            </a:r>
            <a:r>
              <a:rPr lang="en-US" dirty="0" err="1"/>
              <a:t>một</a:t>
            </a:r>
            <a:r>
              <a:rPr lang="en-US" dirty="0"/>
              <a:t> </a:t>
            </a:r>
            <a:r>
              <a:rPr lang="en-US" dirty="0" err="1">
                <a:solidFill>
                  <a:srgbClr val="FF0000"/>
                </a:solidFill>
              </a:rPr>
              <a:t>giải</a:t>
            </a:r>
            <a:r>
              <a:rPr lang="en-US" dirty="0">
                <a:solidFill>
                  <a:srgbClr val="FF0000"/>
                </a:solidFill>
              </a:rPr>
              <a:t> </a:t>
            </a:r>
            <a:r>
              <a:rPr lang="en-US" dirty="0" err="1">
                <a:solidFill>
                  <a:srgbClr val="FF0000"/>
                </a:solidFill>
              </a:rPr>
              <a:t>pháp</a:t>
            </a:r>
            <a:r>
              <a:rPr lang="en-US" dirty="0">
                <a:solidFill>
                  <a:srgbClr val="FF0000"/>
                </a:solidFill>
              </a:rPr>
              <a:t> </a:t>
            </a:r>
            <a:r>
              <a:rPr lang="en-US" dirty="0" err="1">
                <a:solidFill>
                  <a:srgbClr val="FF0000"/>
                </a:solidFill>
              </a:rPr>
              <a:t>cụ</a:t>
            </a:r>
            <a:r>
              <a:rPr lang="en-US" dirty="0">
                <a:solidFill>
                  <a:srgbClr val="FF0000"/>
                </a:solidFill>
              </a:rPr>
              <a:t> </a:t>
            </a:r>
            <a:r>
              <a:rPr lang="en-US" dirty="0" err="1">
                <a:solidFill>
                  <a:srgbClr val="FF0000"/>
                </a:solidFill>
              </a:rPr>
              <a:t>thể</a:t>
            </a:r>
            <a:r>
              <a:rPr lang="en-US" dirty="0"/>
              <a:t>, </a:t>
            </a:r>
            <a:r>
              <a:rPr lang="en-US" dirty="0" err="1"/>
              <a:t>thực</a:t>
            </a:r>
            <a:r>
              <a:rPr lang="en-US" dirty="0"/>
              <a:t> </a:t>
            </a:r>
            <a:r>
              <a:rPr lang="en-US" dirty="0" err="1"/>
              <a:t>hiện</a:t>
            </a:r>
            <a:r>
              <a:rPr lang="en-US" dirty="0"/>
              <a:t> </a:t>
            </a:r>
            <a:r>
              <a:rPr lang="en-US" dirty="0" err="1"/>
              <a:t>từng</a:t>
            </a:r>
            <a:r>
              <a:rPr lang="en-US" dirty="0"/>
              <a:t> </a:t>
            </a:r>
            <a:r>
              <a:rPr lang="en-US" dirty="0" err="1"/>
              <a:t>bước</a:t>
            </a:r>
            <a:r>
              <a:rPr lang="en-US" dirty="0"/>
              <a:t> </a:t>
            </a:r>
            <a:r>
              <a:rPr lang="en-US" dirty="0" err="1"/>
              <a:t>một</a:t>
            </a:r>
            <a:r>
              <a:rPr lang="en-US" dirty="0"/>
              <a:t> </a:t>
            </a:r>
            <a:r>
              <a:rPr lang="en-US" dirty="0" err="1"/>
              <a:t>để</a:t>
            </a:r>
            <a:r>
              <a:rPr lang="en-US" dirty="0"/>
              <a:t> </a:t>
            </a:r>
            <a:r>
              <a:rPr lang="en-US" dirty="0" err="1"/>
              <a:t>đưa</a:t>
            </a:r>
            <a:r>
              <a:rPr lang="en-US" dirty="0"/>
              <a:t> </a:t>
            </a:r>
            <a:r>
              <a:rPr lang="en-US" dirty="0" err="1"/>
              <a:t>tới</a:t>
            </a:r>
            <a:r>
              <a:rPr lang="en-US" dirty="0"/>
              <a:t> </a:t>
            </a:r>
            <a:r>
              <a:rPr lang="en-US" dirty="0" err="1"/>
              <a:t>một</a:t>
            </a:r>
            <a:r>
              <a:rPr lang="en-US" dirty="0"/>
              <a:t> </a:t>
            </a:r>
            <a:r>
              <a:rPr lang="en-US" dirty="0" err="1"/>
              <a:t>lời</a:t>
            </a:r>
            <a:r>
              <a:rPr lang="en-US" dirty="0"/>
              <a:t> </a:t>
            </a:r>
            <a:r>
              <a:rPr lang="en-US" dirty="0" err="1"/>
              <a:t>giải</a:t>
            </a:r>
            <a:r>
              <a:rPr lang="en-US" dirty="0"/>
              <a:t> </a:t>
            </a:r>
            <a:r>
              <a:rPr lang="en-US" dirty="0" err="1"/>
              <a:t>cho</a:t>
            </a:r>
            <a:r>
              <a:rPr lang="en-US" dirty="0"/>
              <a:t> </a:t>
            </a:r>
            <a:r>
              <a:rPr lang="en-US" dirty="0" err="1"/>
              <a:t>một</a:t>
            </a:r>
            <a:r>
              <a:rPr lang="en-US" dirty="0"/>
              <a:t> </a:t>
            </a:r>
            <a:r>
              <a:rPr lang="en-US" dirty="0" err="1"/>
              <a:t>bài</a:t>
            </a:r>
            <a:r>
              <a:rPr lang="en-US" dirty="0"/>
              <a:t> </a:t>
            </a:r>
            <a:r>
              <a:rPr lang="en-US" dirty="0" err="1"/>
              <a:t>toán</a:t>
            </a:r>
            <a:r>
              <a:rPr lang="en-US" dirty="0"/>
              <a:t> </a:t>
            </a:r>
            <a:r>
              <a:rPr lang="en-US" dirty="0" err="1"/>
              <a:t>nào</a:t>
            </a:r>
            <a:r>
              <a:rPr lang="en-US" dirty="0"/>
              <a:t> </a:t>
            </a:r>
            <a:r>
              <a:rPr lang="en-US" dirty="0" err="1"/>
              <a:t>đó</a:t>
            </a:r>
            <a:r>
              <a:rPr lang="en-US" dirty="0"/>
              <a:t>. </a:t>
            </a:r>
          </a:p>
          <a:p>
            <a:pPr lvl="1"/>
            <a:r>
              <a:rPr lang="en-US" dirty="0" err="1"/>
              <a:t>Là</a:t>
            </a:r>
            <a:r>
              <a:rPr lang="en-US" dirty="0"/>
              <a:t> </a:t>
            </a:r>
            <a:r>
              <a:rPr lang="en-US" dirty="0" err="1"/>
              <a:t>một</a:t>
            </a:r>
            <a:r>
              <a:rPr lang="en-US" dirty="0"/>
              <a:t> </a:t>
            </a:r>
            <a:r>
              <a:rPr lang="en-US" dirty="0" err="1"/>
              <a:t>tập</a:t>
            </a:r>
            <a:r>
              <a:rPr lang="en-US" dirty="0"/>
              <a:t> </a:t>
            </a:r>
            <a:r>
              <a:rPr lang="en-US" dirty="0" err="1"/>
              <a:t>hữu</a:t>
            </a:r>
            <a:r>
              <a:rPr lang="en-US" dirty="0"/>
              <a:t> </a:t>
            </a:r>
            <a:r>
              <a:rPr lang="en-US" dirty="0" err="1"/>
              <a:t>hạn</a:t>
            </a:r>
            <a:r>
              <a:rPr lang="en-US" dirty="0"/>
              <a:t> </a:t>
            </a:r>
            <a:r>
              <a:rPr lang="en-US" dirty="0" err="1"/>
              <a:t>các</a:t>
            </a:r>
            <a:r>
              <a:rPr lang="en-US" dirty="0"/>
              <a:t> </a:t>
            </a:r>
            <a:r>
              <a:rPr lang="en-US" dirty="0" err="1">
                <a:solidFill>
                  <a:srgbClr val="FF0000"/>
                </a:solidFill>
              </a:rPr>
              <a:t>phép</a:t>
            </a:r>
            <a:r>
              <a:rPr lang="en-US" dirty="0">
                <a:solidFill>
                  <a:srgbClr val="FF0000"/>
                </a:solidFill>
              </a:rPr>
              <a:t> </a:t>
            </a:r>
            <a:r>
              <a:rPr lang="en-US" dirty="0" err="1">
                <a:solidFill>
                  <a:srgbClr val="FF0000"/>
                </a:solidFill>
              </a:rPr>
              <a:t>toán</a:t>
            </a:r>
            <a:r>
              <a:rPr lang="en-US" dirty="0">
                <a:solidFill>
                  <a:srgbClr val="FF0000"/>
                </a:solidFill>
              </a:rPr>
              <a:t> </a:t>
            </a:r>
            <a:r>
              <a:rPr lang="en-US" dirty="0" err="1">
                <a:solidFill>
                  <a:srgbClr val="FF0000"/>
                </a:solidFill>
              </a:rPr>
              <a:t>cơ</a:t>
            </a:r>
            <a:r>
              <a:rPr lang="en-US" dirty="0">
                <a:solidFill>
                  <a:srgbClr val="FF0000"/>
                </a:solidFill>
              </a:rPr>
              <a:t> </a:t>
            </a:r>
            <a:r>
              <a:rPr lang="en-US" dirty="0" err="1">
                <a:solidFill>
                  <a:srgbClr val="FF0000"/>
                </a:solidFill>
              </a:rPr>
              <a:t>sở</a:t>
            </a:r>
            <a:r>
              <a:rPr lang="en-US" dirty="0"/>
              <a:t>, </a:t>
            </a:r>
            <a:r>
              <a:rPr lang="en-US" dirty="0" err="1"/>
              <a:t>được</a:t>
            </a:r>
            <a:r>
              <a:rPr lang="en-US" dirty="0"/>
              <a:t> </a:t>
            </a:r>
            <a:r>
              <a:rPr lang="en-US" dirty="0" err="1">
                <a:solidFill>
                  <a:srgbClr val="FF0000"/>
                </a:solidFill>
              </a:rPr>
              <a:t>sắp</a:t>
            </a:r>
            <a:r>
              <a:rPr lang="en-US" dirty="0">
                <a:solidFill>
                  <a:srgbClr val="FF0000"/>
                </a:solidFill>
              </a:rPr>
              <a:t> </a:t>
            </a:r>
            <a:r>
              <a:rPr lang="en-US" dirty="0" err="1">
                <a:solidFill>
                  <a:srgbClr val="FF0000"/>
                </a:solidFill>
              </a:rPr>
              <a:t>đặt</a:t>
            </a:r>
            <a:r>
              <a:rPr lang="en-US" dirty="0">
                <a:solidFill>
                  <a:srgbClr val="FF0000"/>
                </a:solidFill>
              </a:rPr>
              <a:t> </a:t>
            </a:r>
            <a:r>
              <a:rPr lang="en-US" dirty="0" err="1"/>
              <a:t>theo</a:t>
            </a:r>
            <a:r>
              <a:rPr lang="en-US" dirty="0"/>
              <a:t> </a:t>
            </a:r>
            <a:r>
              <a:rPr lang="en-US" dirty="0" err="1"/>
              <a:t>những</a:t>
            </a:r>
            <a:r>
              <a:rPr lang="en-US" dirty="0"/>
              <a:t> </a:t>
            </a:r>
            <a:r>
              <a:rPr lang="en-US" dirty="0" err="1">
                <a:solidFill>
                  <a:srgbClr val="0000FF"/>
                </a:solidFill>
              </a:rPr>
              <a:t>quy</a:t>
            </a:r>
            <a:r>
              <a:rPr lang="en-US" dirty="0">
                <a:solidFill>
                  <a:srgbClr val="0000FF"/>
                </a:solidFill>
              </a:rPr>
              <a:t> </a:t>
            </a:r>
            <a:r>
              <a:rPr lang="en-US" dirty="0" err="1">
                <a:solidFill>
                  <a:srgbClr val="0000FF"/>
                </a:solidFill>
              </a:rPr>
              <a:t>tắc</a:t>
            </a:r>
            <a:r>
              <a:rPr lang="en-US" dirty="0">
                <a:solidFill>
                  <a:srgbClr val="0000FF"/>
                </a:solidFill>
              </a:rPr>
              <a:t> </a:t>
            </a:r>
            <a:r>
              <a:rPr lang="en-US" dirty="0" err="1">
                <a:solidFill>
                  <a:srgbClr val="0000FF"/>
                </a:solidFill>
              </a:rPr>
              <a:t>chính</a:t>
            </a:r>
            <a:r>
              <a:rPr lang="en-US" dirty="0">
                <a:solidFill>
                  <a:srgbClr val="0000FF"/>
                </a:solidFill>
              </a:rPr>
              <a:t> </a:t>
            </a:r>
            <a:r>
              <a:rPr lang="en-US" dirty="0" err="1">
                <a:solidFill>
                  <a:srgbClr val="0000FF"/>
                </a:solidFill>
              </a:rPr>
              <a:t>xác</a:t>
            </a:r>
            <a:r>
              <a:rPr lang="en-US" dirty="0"/>
              <a:t>, </a:t>
            </a:r>
            <a:r>
              <a:rPr lang="en-US" dirty="0" err="1"/>
              <a:t>nhằm</a:t>
            </a:r>
            <a:r>
              <a:rPr lang="en-US" dirty="0"/>
              <a:t> </a:t>
            </a:r>
            <a:r>
              <a:rPr lang="en-US" dirty="0" err="1"/>
              <a:t>giải</a:t>
            </a:r>
            <a:r>
              <a:rPr lang="en-US" dirty="0"/>
              <a:t> </a:t>
            </a:r>
            <a:r>
              <a:rPr lang="en-US" dirty="0" err="1"/>
              <a:t>một</a:t>
            </a:r>
            <a:r>
              <a:rPr lang="en-US" dirty="0"/>
              <a:t> </a:t>
            </a:r>
            <a:r>
              <a:rPr lang="en-US" dirty="0" err="1"/>
              <a:t>bài</a:t>
            </a:r>
            <a:r>
              <a:rPr lang="en-US" dirty="0"/>
              <a:t> </a:t>
            </a:r>
            <a:r>
              <a:rPr lang="en-US" dirty="0" err="1"/>
              <a:t>toán</a:t>
            </a:r>
            <a:r>
              <a:rPr lang="en-US" dirty="0"/>
              <a:t>. </a:t>
            </a:r>
          </a:p>
          <a:p>
            <a:endParaRPr lang="en-US" dirty="0"/>
          </a:p>
        </p:txBody>
      </p:sp>
    </p:spTree>
    <p:extLst>
      <p:ext uri="{BB962C8B-B14F-4D97-AF65-F5344CB8AC3E}">
        <p14:creationId xmlns:p14="http://schemas.microsoft.com/office/powerpoint/2010/main" val="26027152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31</a:t>
            </a:fld>
            <a:endParaRPr lang="en-US"/>
          </a:p>
        </p:txBody>
      </p:sp>
      <p:sp>
        <p:nvSpPr>
          <p:cNvPr id="2" name="Title 1"/>
          <p:cNvSpPr>
            <a:spLocks noGrp="1"/>
          </p:cNvSpPr>
          <p:nvPr>
            <p:ph type="title"/>
          </p:nvPr>
        </p:nvSpPr>
        <p:spPr/>
        <p:txBody>
          <a:bodyPr/>
          <a:lstStyle/>
          <a:p>
            <a:r>
              <a:rPr lang="en-US" dirty="0" err="1"/>
              <a:t>Các</a:t>
            </a:r>
            <a:r>
              <a:rPr lang="en-US" dirty="0"/>
              <a:t> </a:t>
            </a:r>
            <a:r>
              <a:rPr lang="en-US" dirty="0" err="1"/>
              <a:t>thuộc</a:t>
            </a:r>
            <a:r>
              <a:rPr lang="en-US" dirty="0"/>
              <a:t> </a:t>
            </a:r>
            <a:r>
              <a:rPr lang="en-US" dirty="0" err="1"/>
              <a:t>tính</a:t>
            </a:r>
            <a:endParaRPr lang="en-US" dirty="0"/>
          </a:p>
        </p:txBody>
      </p:sp>
      <p:sp>
        <p:nvSpPr>
          <p:cNvPr id="3" name="Content Placeholder 2"/>
          <p:cNvSpPr>
            <a:spLocks noGrp="1"/>
          </p:cNvSpPr>
          <p:nvPr>
            <p:ph sz="quarter" idx="13"/>
          </p:nvPr>
        </p:nvSpPr>
        <p:spPr/>
        <p:txBody>
          <a:bodyPr>
            <a:normAutofit/>
          </a:bodyPr>
          <a:lstStyle/>
          <a:p>
            <a:r>
              <a:rPr lang="en-US" dirty="0" err="1">
                <a:solidFill>
                  <a:srgbClr val="0000FF"/>
                </a:solidFill>
              </a:rPr>
              <a:t>Dữ</a:t>
            </a:r>
            <a:r>
              <a:rPr lang="en-US" dirty="0">
                <a:solidFill>
                  <a:srgbClr val="0000FF"/>
                </a:solidFill>
              </a:rPr>
              <a:t> </a:t>
            </a:r>
            <a:r>
              <a:rPr lang="en-US" dirty="0" err="1">
                <a:solidFill>
                  <a:srgbClr val="0000FF"/>
                </a:solidFill>
              </a:rPr>
              <a:t>liệu</a:t>
            </a:r>
            <a:r>
              <a:rPr lang="en-US" dirty="0">
                <a:solidFill>
                  <a:srgbClr val="0000FF"/>
                </a:solidFill>
              </a:rPr>
              <a:t> </a:t>
            </a:r>
            <a:r>
              <a:rPr lang="en-US" dirty="0" err="1">
                <a:solidFill>
                  <a:srgbClr val="0000FF"/>
                </a:solidFill>
              </a:rPr>
              <a:t>vào</a:t>
            </a:r>
            <a:r>
              <a:rPr lang="en-US" dirty="0">
                <a:solidFill>
                  <a:srgbClr val="0000FF"/>
                </a:solidFill>
              </a:rPr>
              <a:t>/</a:t>
            </a:r>
            <a:r>
              <a:rPr lang="en-US" dirty="0" err="1">
                <a:solidFill>
                  <a:srgbClr val="0000FF"/>
                </a:solidFill>
              </a:rPr>
              <a:t>ra</a:t>
            </a:r>
            <a:r>
              <a:rPr lang="en-US" dirty="0">
                <a:solidFill>
                  <a:srgbClr val="0000FF"/>
                </a:solidFill>
              </a:rPr>
              <a:t> (Input/Output): </a:t>
            </a:r>
            <a:r>
              <a:rPr lang="en-US" dirty="0" err="1"/>
              <a:t>đầu</a:t>
            </a:r>
            <a:r>
              <a:rPr lang="en-US" dirty="0"/>
              <a:t> </a:t>
            </a:r>
            <a:r>
              <a:rPr lang="en-US" dirty="0" err="1"/>
              <a:t>vào</a:t>
            </a:r>
            <a:r>
              <a:rPr lang="en-US" dirty="0"/>
              <a:t> </a:t>
            </a:r>
            <a:r>
              <a:rPr lang="en-US" dirty="0" err="1"/>
              <a:t>đã</a:t>
            </a:r>
            <a:r>
              <a:rPr lang="en-US" dirty="0"/>
              <a:t> </a:t>
            </a:r>
            <a:r>
              <a:rPr lang="en-US" dirty="0" err="1"/>
              <a:t>xác</a:t>
            </a:r>
            <a:r>
              <a:rPr lang="en-US" dirty="0"/>
              <a:t> </a:t>
            </a:r>
            <a:r>
              <a:rPr lang="en-US" dirty="0" err="1"/>
              <a:t>định</a:t>
            </a:r>
            <a:r>
              <a:rPr lang="en-US" dirty="0"/>
              <a:t>, </a:t>
            </a:r>
            <a:r>
              <a:rPr lang="en-US" dirty="0" err="1"/>
              <a:t>đầu</a:t>
            </a:r>
            <a:r>
              <a:rPr lang="en-US" dirty="0"/>
              <a:t> </a:t>
            </a:r>
            <a:r>
              <a:rPr lang="en-US" dirty="0" err="1"/>
              <a:t>ra</a:t>
            </a:r>
            <a:r>
              <a:rPr lang="en-US" dirty="0"/>
              <a:t> </a:t>
            </a:r>
            <a:r>
              <a:rPr lang="en-US" dirty="0" err="1"/>
              <a:t>là</a:t>
            </a:r>
            <a:r>
              <a:rPr lang="en-US" dirty="0"/>
              <a:t> </a:t>
            </a:r>
            <a:r>
              <a:rPr lang="en-US" dirty="0" err="1"/>
              <a:t>kết</a:t>
            </a:r>
            <a:r>
              <a:rPr lang="en-US" dirty="0"/>
              <a:t> </a:t>
            </a:r>
            <a:r>
              <a:rPr lang="en-US" dirty="0" err="1"/>
              <a:t>quả</a:t>
            </a:r>
            <a:r>
              <a:rPr lang="en-US" dirty="0"/>
              <a:t> </a:t>
            </a:r>
            <a:r>
              <a:rPr lang="en-US" dirty="0" err="1"/>
              <a:t>mong</a:t>
            </a:r>
            <a:r>
              <a:rPr lang="en-US" dirty="0"/>
              <a:t> </a:t>
            </a:r>
            <a:r>
              <a:rPr lang="en-US" dirty="0" err="1"/>
              <a:t>muốn</a:t>
            </a:r>
            <a:endParaRPr lang="en-US" dirty="0"/>
          </a:p>
          <a:p>
            <a:r>
              <a:rPr lang="en-US" dirty="0" err="1">
                <a:solidFill>
                  <a:srgbClr val="0000FF"/>
                </a:solidFill>
              </a:rPr>
              <a:t>Rõ</a:t>
            </a:r>
            <a:r>
              <a:rPr lang="en-US" dirty="0">
                <a:solidFill>
                  <a:srgbClr val="0000FF"/>
                </a:solidFill>
              </a:rPr>
              <a:t> </a:t>
            </a:r>
            <a:r>
              <a:rPr lang="en-US" dirty="0" err="1">
                <a:solidFill>
                  <a:srgbClr val="0000FF"/>
                </a:solidFill>
              </a:rPr>
              <a:t>ràng</a:t>
            </a:r>
            <a:r>
              <a:rPr lang="en-US" dirty="0">
                <a:solidFill>
                  <a:srgbClr val="0000FF"/>
                </a:solidFill>
              </a:rPr>
              <a:t> (Definiteness): </a:t>
            </a:r>
            <a:r>
              <a:rPr lang="en-US" dirty="0" err="1"/>
              <a:t>Giải</a:t>
            </a:r>
            <a:r>
              <a:rPr lang="en-US" dirty="0"/>
              <a:t> </a:t>
            </a:r>
            <a:r>
              <a:rPr lang="en-US" dirty="0" err="1"/>
              <a:t>thuật</a:t>
            </a:r>
            <a:r>
              <a:rPr lang="en-US" dirty="0"/>
              <a:t> </a:t>
            </a:r>
            <a:r>
              <a:rPr lang="en-US" dirty="0" err="1"/>
              <a:t>phải</a:t>
            </a:r>
            <a:r>
              <a:rPr lang="en-US" dirty="0"/>
              <a:t> </a:t>
            </a:r>
            <a:r>
              <a:rPr lang="en-US" dirty="0" err="1"/>
              <a:t>rõ</a:t>
            </a:r>
            <a:r>
              <a:rPr lang="en-US" dirty="0"/>
              <a:t> </a:t>
            </a:r>
            <a:r>
              <a:rPr lang="en-US" dirty="0" err="1"/>
              <a:t>ràng</a:t>
            </a:r>
            <a:r>
              <a:rPr lang="en-US" dirty="0"/>
              <a:t> </a:t>
            </a:r>
            <a:r>
              <a:rPr lang="en-US" dirty="0" err="1"/>
              <a:t>không</a:t>
            </a:r>
            <a:r>
              <a:rPr lang="en-US" dirty="0"/>
              <a:t> </a:t>
            </a:r>
            <a:r>
              <a:rPr lang="en-US" dirty="0" err="1"/>
              <a:t>mơ</a:t>
            </a:r>
            <a:r>
              <a:rPr lang="en-US" dirty="0"/>
              <a:t> </a:t>
            </a:r>
            <a:r>
              <a:rPr lang="en-US" dirty="0" err="1"/>
              <a:t>hồ</a:t>
            </a:r>
            <a:r>
              <a:rPr lang="en-US" dirty="0"/>
              <a:t> </a:t>
            </a:r>
            <a:r>
              <a:rPr lang="en-US" dirty="0" err="1"/>
              <a:t>và</a:t>
            </a:r>
            <a:r>
              <a:rPr lang="en-US" dirty="0"/>
              <a:t> </a:t>
            </a:r>
            <a:r>
              <a:rPr lang="en-US" dirty="0" err="1"/>
              <a:t>chỉ</a:t>
            </a:r>
            <a:r>
              <a:rPr lang="en-US" dirty="0"/>
              <a:t> </a:t>
            </a:r>
            <a:r>
              <a:rPr lang="en-US" dirty="0" err="1"/>
              <a:t>mang</a:t>
            </a:r>
            <a:r>
              <a:rPr lang="en-US" dirty="0"/>
              <a:t> </a:t>
            </a:r>
            <a:r>
              <a:rPr lang="en-US" dirty="0" err="1"/>
              <a:t>một</a:t>
            </a:r>
            <a:r>
              <a:rPr lang="en-US" dirty="0"/>
              <a:t> </a:t>
            </a:r>
            <a:r>
              <a:rPr lang="en-US" dirty="0" err="1"/>
              <a:t>mục</a:t>
            </a:r>
            <a:r>
              <a:rPr lang="en-US" dirty="0"/>
              <a:t> </a:t>
            </a:r>
            <a:r>
              <a:rPr lang="en-US" dirty="0" err="1"/>
              <a:t>đích</a:t>
            </a:r>
            <a:r>
              <a:rPr lang="en-US" dirty="0"/>
              <a:t> </a:t>
            </a:r>
            <a:r>
              <a:rPr lang="en-US" dirty="0" err="1"/>
              <a:t>nhất</a:t>
            </a:r>
            <a:r>
              <a:rPr lang="en-US" dirty="0"/>
              <a:t> </a:t>
            </a:r>
            <a:r>
              <a:rPr lang="en-US" dirty="0" err="1"/>
              <a:t>định</a:t>
            </a:r>
            <a:endParaRPr lang="en-US" dirty="0"/>
          </a:p>
          <a:p>
            <a:r>
              <a:rPr lang="en-US" dirty="0" err="1">
                <a:solidFill>
                  <a:srgbClr val="0000FF"/>
                </a:solidFill>
              </a:rPr>
              <a:t>Giới</a:t>
            </a:r>
            <a:r>
              <a:rPr lang="en-US" dirty="0">
                <a:solidFill>
                  <a:srgbClr val="0000FF"/>
                </a:solidFill>
              </a:rPr>
              <a:t> </a:t>
            </a:r>
            <a:r>
              <a:rPr lang="en-US" dirty="0" err="1">
                <a:solidFill>
                  <a:srgbClr val="0000FF"/>
                </a:solidFill>
              </a:rPr>
              <a:t>hạn</a:t>
            </a:r>
            <a:r>
              <a:rPr lang="en-US" dirty="0">
                <a:solidFill>
                  <a:srgbClr val="0000FF"/>
                </a:solidFill>
              </a:rPr>
              <a:t> (Finiteness): </a:t>
            </a:r>
            <a:r>
              <a:rPr lang="en-US" dirty="0" err="1"/>
              <a:t>Giải</a:t>
            </a:r>
            <a:r>
              <a:rPr lang="en-US" dirty="0"/>
              <a:t> </a:t>
            </a:r>
            <a:r>
              <a:rPr lang="en-US" dirty="0" err="1"/>
              <a:t>thuật</a:t>
            </a:r>
            <a:r>
              <a:rPr lang="en-US" dirty="0"/>
              <a:t> </a:t>
            </a:r>
            <a:r>
              <a:rPr lang="en-US" dirty="0" err="1"/>
              <a:t>phải</a:t>
            </a:r>
            <a:r>
              <a:rPr lang="en-US" dirty="0"/>
              <a:t> </a:t>
            </a:r>
            <a:r>
              <a:rPr lang="en-US" dirty="0" err="1"/>
              <a:t>kết</a:t>
            </a:r>
            <a:r>
              <a:rPr lang="en-US" dirty="0"/>
              <a:t> </a:t>
            </a:r>
            <a:r>
              <a:rPr lang="en-US" dirty="0" err="1"/>
              <a:t>thúc</a:t>
            </a:r>
            <a:r>
              <a:rPr lang="en-US" dirty="0"/>
              <a:t> </a:t>
            </a:r>
            <a:r>
              <a:rPr lang="en-US" dirty="0" err="1"/>
              <a:t>sau</a:t>
            </a:r>
            <a:r>
              <a:rPr lang="en-US" dirty="0"/>
              <a:t> </a:t>
            </a:r>
            <a:r>
              <a:rPr lang="en-US" dirty="0" err="1"/>
              <a:t>một</a:t>
            </a:r>
            <a:r>
              <a:rPr lang="en-US" dirty="0"/>
              <a:t> </a:t>
            </a:r>
            <a:r>
              <a:rPr lang="en-US" dirty="0" err="1"/>
              <a:t>số</a:t>
            </a:r>
            <a:r>
              <a:rPr lang="en-US" dirty="0"/>
              <a:t> </a:t>
            </a:r>
            <a:r>
              <a:rPr lang="en-US" dirty="0" err="1"/>
              <a:t>hữu</a:t>
            </a:r>
            <a:r>
              <a:rPr lang="en-US" dirty="0"/>
              <a:t> </a:t>
            </a:r>
            <a:r>
              <a:rPr lang="en-US" dirty="0" err="1"/>
              <a:t>hạn</a:t>
            </a:r>
            <a:r>
              <a:rPr lang="en-US" dirty="0"/>
              <a:t> </a:t>
            </a:r>
            <a:r>
              <a:rPr lang="en-US" dirty="0" err="1"/>
              <a:t>các</a:t>
            </a:r>
            <a:r>
              <a:rPr lang="en-US" dirty="0"/>
              <a:t> </a:t>
            </a:r>
            <a:r>
              <a:rPr lang="en-US" dirty="0" err="1"/>
              <a:t>bước</a:t>
            </a:r>
            <a:endParaRPr lang="en-US" dirty="0"/>
          </a:p>
          <a:p>
            <a:r>
              <a:rPr lang="en-US" dirty="0" err="1">
                <a:solidFill>
                  <a:srgbClr val="0000FF"/>
                </a:solidFill>
              </a:rPr>
              <a:t>Hiệu</a:t>
            </a:r>
            <a:r>
              <a:rPr lang="en-US" dirty="0">
                <a:solidFill>
                  <a:srgbClr val="0000FF"/>
                </a:solidFill>
              </a:rPr>
              <a:t> </a:t>
            </a:r>
            <a:r>
              <a:rPr lang="en-US" dirty="0" err="1">
                <a:solidFill>
                  <a:srgbClr val="0000FF"/>
                </a:solidFill>
              </a:rPr>
              <a:t>quả</a:t>
            </a:r>
            <a:r>
              <a:rPr lang="en-US" dirty="0">
                <a:solidFill>
                  <a:srgbClr val="0000FF"/>
                </a:solidFill>
              </a:rPr>
              <a:t> (Effectiveness): </a:t>
            </a:r>
            <a:r>
              <a:rPr lang="en-US" dirty="0" err="1"/>
              <a:t>Giải</a:t>
            </a:r>
            <a:r>
              <a:rPr lang="en-US" dirty="0"/>
              <a:t> </a:t>
            </a:r>
            <a:r>
              <a:rPr lang="en-US" dirty="0" err="1"/>
              <a:t>quyết</a:t>
            </a:r>
            <a:r>
              <a:rPr lang="en-US" dirty="0"/>
              <a:t> </a:t>
            </a:r>
            <a:r>
              <a:rPr lang="en-US" dirty="0" err="1"/>
              <a:t>các</a:t>
            </a:r>
            <a:r>
              <a:rPr lang="en-US" dirty="0"/>
              <a:t> </a:t>
            </a:r>
            <a:r>
              <a:rPr lang="en-US" dirty="0" err="1"/>
              <a:t>vấn</a:t>
            </a:r>
            <a:r>
              <a:rPr lang="en-US" dirty="0"/>
              <a:t> </a:t>
            </a:r>
            <a:r>
              <a:rPr lang="en-US" dirty="0" err="1"/>
              <a:t>đề</a:t>
            </a:r>
            <a:r>
              <a:rPr lang="en-US" dirty="0"/>
              <a:t> </a:t>
            </a:r>
            <a:r>
              <a:rPr lang="en-US" dirty="0" err="1"/>
              <a:t>trong</a:t>
            </a:r>
            <a:r>
              <a:rPr lang="en-US" dirty="0"/>
              <a:t> </a:t>
            </a:r>
            <a:r>
              <a:rPr lang="en-US" dirty="0" err="1"/>
              <a:t>điều</a:t>
            </a:r>
            <a:r>
              <a:rPr lang="en-US" dirty="0"/>
              <a:t> </a:t>
            </a:r>
            <a:r>
              <a:rPr lang="en-US" dirty="0" err="1"/>
              <a:t>kiện</a:t>
            </a:r>
            <a:r>
              <a:rPr lang="en-US" dirty="0"/>
              <a:t> </a:t>
            </a:r>
            <a:r>
              <a:rPr lang="en-US" dirty="0" err="1"/>
              <a:t>thời</a:t>
            </a:r>
            <a:r>
              <a:rPr lang="en-US" dirty="0"/>
              <a:t> </a:t>
            </a:r>
            <a:r>
              <a:rPr lang="en-US" dirty="0" err="1"/>
              <a:t>gian</a:t>
            </a:r>
            <a:r>
              <a:rPr lang="en-US" dirty="0"/>
              <a:t> </a:t>
            </a:r>
            <a:r>
              <a:rPr lang="en-US" dirty="0" err="1"/>
              <a:t>và</a:t>
            </a:r>
            <a:r>
              <a:rPr lang="en-US" dirty="0"/>
              <a:t> </a:t>
            </a:r>
            <a:r>
              <a:rPr lang="en-US" dirty="0" err="1"/>
              <a:t>tài</a:t>
            </a:r>
            <a:r>
              <a:rPr lang="en-US" dirty="0"/>
              <a:t> </a:t>
            </a:r>
            <a:r>
              <a:rPr lang="en-US" dirty="0" err="1"/>
              <a:t>nguyên</a:t>
            </a:r>
            <a:r>
              <a:rPr lang="en-US" dirty="0"/>
              <a:t> </a:t>
            </a:r>
            <a:r>
              <a:rPr lang="en-US" dirty="0" err="1"/>
              <a:t>cho</a:t>
            </a:r>
            <a:r>
              <a:rPr lang="en-US" dirty="0"/>
              <a:t> </a:t>
            </a:r>
            <a:r>
              <a:rPr lang="en-US" dirty="0" err="1"/>
              <a:t>phép</a:t>
            </a:r>
            <a:endParaRPr lang="en-US" dirty="0"/>
          </a:p>
        </p:txBody>
      </p:sp>
    </p:spTree>
    <p:extLst>
      <p:ext uri="{BB962C8B-B14F-4D97-AF65-F5344CB8AC3E}">
        <p14:creationId xmlns:p14="http://schemas.microsoft.com/office/powerpoint/2010/main" val="18690680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32</a:t>
            </a:fld>
            <a:endParaRPr lang="en-US"/>
          </a:p>
        </p:txBody>
      </p:sp>
      <p:sp>
        <p:nvSpPr>
          <p:cNvPr id="2" name="Title 1"/>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giải</a:t>
            </a:r>
            <a:r>
              <a:rPr lang="en-US" dirty="0"/>
              <a:t> </a:t>
            </a:r>
            <a:r>
              <a:rPr lang="en-US" dirty="0" err="1"/>
              <a:t>thuật</a:t>
            </a:r>
            <a:endParaRPr lang="en-US" dirty="0"/>
          </a:p>
        </p:txBody>
      </p:sp>
      <p:sp>
        <p:nvSpPr>
          <p:cNvPr id="3" name="Chỗ dành sẵn cho Nội dung 2">
            <a:extLst>
              <a:ext uri="{FF2B5EF4-FFF2-40B4-BE49-F238E27FC236}">
                <a16:creationId xmlns:a16="http://schemas.microsoft.com/office/drawing/2014/main" id="{DF62A77E-4EF7-9373-EE7C-BB51DBA5B645}"/>
              </a:ext>
            </a:extLst>
          </p:cNvPr>
          <p:cNvSpPr>
            <a:spLocks noGrp="1"/>
          </p:cNvSpPr>
          <p:nvPr>
            <p:ph sz="quarter" idx="13"/>
          </p:nvPr>
        </p:nvSpPr>
        <p:spPr/>
        <p:txBody>
          <a:bodyPr/>
          <a:lstStyle/>
          <a:p>
            <a:endParaRPr lang="vi-VN"/>
          </a:p>
        </p:txBody>
      </p:sp>
      <p:grpSp>
        <p:nvGrpSpPr>
          <p:cNvPr id="7" name="Group 1"/>
          <p:cNvGrpSpPr>
            <a:grpSpLocks/>
          </p:cNvGrpSpPr>
          <p:nvPr/>
        </p:nvGrpSpPr>
        <p:grpSpPr bwMode="auto">
          <a:xfrm>
            <a:off x="419441" y="2089088"/>
            <a:ext cx="8135937" cy="2231081"/>
            <a:chOff x="1797" y="5324"/>
            <a:chExt cx="12813" cy="3513"/>
          </a:xfrm>
        </p:grpSpPr>
        <p:grpSp>
          <p:nvGrpSpPr>
            <p:cNvPr id="8" name="Group 2"/>
            <p:cNvGrpSpPr>
              <a:grpSpLocks/>
            </p:cNvGrpSpPr>
            <p:nvPr/>
          </p:nvGrpSpPr>
          <p:grpSpPr bwMode="auto">
            <a:xfrm>
              <a:off x="1797" y="5324"/>
              <a:ext cx="4195" cy="2379"/>
              <a:chOff x="1797" y="2073"/>
              <a:chExt cx="4195" cy="2379"/>
            </a:xfrm>
          </p:grpSpPr>
          <p:sp>
            <p:nvSpPr>
              <p:cNvPr id="19" name="Rectangle 3"/>
              <p:cNvSpPr>
                <a:spLocks noChangeArrowheads="1"/>
              </p:cNvSpPr>
              <p:nvPr/>
            </p:nvSpPr>
            <p:spPr bwMode="auto">
              <a:xfrm>
                <a:off x="2589" y="3544"/>
                <a:ext cx="2156" cy="90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Rectangle 4"/>
              <p:cNvSpPr>
                <a:spLocks noChangeArrowheads="1"/>
              </p:cNvSpPr>
              <p:nvPr/>
            </p:nvSpPr>
            <p:spPr bwMode="auto">
              <a:xfrm>
                <a:off x="2589" y="3544"/>
                <a:ext cx="2156" cy="90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AutoShape 5"/>
              <p:cNvSpPr>
                <a:spLocks/>
              </p:cNvSpPr>
              <p:nvPr/>
            </p:nvSpPr>
            <p:spPr bwMode="auto">
              <a:xfrm>
                <a:off x="4744" y="3771"/>
                <a:ext cx="1248" cy="568"/>
              </a:xfrm>
              <a:custGeom>
                <a:avLst/>
                <a:gdLst>
                  <a:gd name="T0" fmla="+- 0 5681 4745"/>
                  <a:gd name="T1" fmla="*/ T0 w 1248"/>
                  <a:gd name="T2" fmla="+- 0 4198 3772"/>
                  <a:gd name="T3" fmla="*/ 4198 h 568"/>
                  <a:gd name="T4" fmla="+- 0 5681 4745"/>
                  <a:gd name="T5" fmla="*/ T4 w 1248"/>
                  <a:gd name="T6" fmla="+- 0 3913 3772"/>
                  <a:gd name="T7" fmla="*/ 3913 h 568"/>
                  <a:gd name="T8" fmla="+- 0 4745 4745"/>
                  <a:gd name="T9" fmla="*/ T8 w 1248"/>
                  <a:gd name="T10" fmla="+- 0 3913 3772"/>
                  <a:gd name="T11" fmla="*/ 3913 h 568"/>
                  <a:gd name="T12" fmla="+- 0 4901 4745"/>
                  <a:gd name="T13" fmla="*/ T12 w 1248"/>
                  <a:gd name="T14" fmla="+- 0 4056 3772"/>
                  <a:gd name="T15" fmla="*/ 4056 h 568"/>
                  <a:gd name="T16" fmla="+- 0 4901 4745"/>
                  <a:gd name="T17" fmla="*/ T16 w 1248"/>
                  <a:gd name="T18" fmla="+- 0 4198 3772"/>
                  <a:gd name="T19" fmla="*/ 4198 h 568"/>
                  <a:gd name="T20" fmla="+- 0 5681 4745"/>
                  <a:gd name="T21" fmla="*/ T20 w 1248"/>
                  <a:gd name="T22" fmla="+- 0 4198 3772"/>
                  <a:gd name="T23" fmla="*/ 4198 h 568"/>
                  <a:gd name="T24" fmla="+- 0 4901 4745"/>
                  <a:gd name="T25" fmla="*/ T24 w 1248"/>
                  <a:gd name="T26" fmla="+- 0 4198 3772"/>
                  <a:gd name="T27" fmla="*/ 4198 h 568"/>
                  <a:gd name="T28" fmla="+- 0 4901 4745"/>
                  <a:gd name="T29" fmla="*/ T28 w 1248"/>
                  <a:gd name="T30" fmla="+- 0 4056 3772"/>
                  <a:gd name="T31" fmla="*/ 4056 h 568"/>
                  <a:gd name="T32" fmla="+- 0 4745 4745"/>
                  <a:gd name="T33" fmla="*/ T32 w 1248"/>
                  <a:gd name="T34" fmla="+- 0 4198 3772"/>
                  <a:gd name="T35" fmla="*/ 4198 h 568"/>
                  <a:gd name="T36" fmla="+- 0 4901 4745"/>
                  <a:gd name="T37" fmla="*/ T36 w 1248"/>
                  <a:gd name="T38" fmla="+- 0 4198 3772"/>
                  <a:gd name="T39" fmla="*/ 4198 h 568"/>
                  <a:gd name="T40" fmla="+- 0 5993 4745"/>
                  <a:gd name="T41" fmla="*/ T40 w 1248"/>
                  <a:gd name="T42" fmla="+- 0 4056 3772"/>
                  <a:gd name="T43" fmla="*/ 4056 h 568"/>
                  <a:gd name="T44" fmla="+- 0 5681 4745"/>
                  <a:gd name="T45" fmla="*/ T44 w 1248"/>
                  <a:gd name="T46" fmla="+- 0 3772 3772"/>
                  <a:gd name="T47" fmla="*/ 3772 h 568"/>
                  <a:gd name="T48" fmla="+- 0 5681 4745"/>
                  <a:gd name="T49" fmla="*/ T48 w 1248"/>
                  <a:gd name="T50" fmla="+- 0 4339 3772"/>
                  <a:gd name="T51" fmla="*/ 4339 h 568"/>
                  <a:gd name="T52" fmla="+- 0 5993 4745"/>
                  <a:gd name="T53" fmla="*/ T52 w 1248"/>
                  <a:gd name="T54" fmla="+- 0 4056 3772"/>
                  <a:gd name="T55" fmla="*/ 4056 h 56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1248" h="568">
                    <a:moveTo>
                      <a:pt x="936" y="426"/>
                    </a:moveTo>
                    <a:lnTo>
                      <a:pt x="936" y="141"/>
                    </a:lnTo>
                    <a:lnTo>
                      <a:pt x="0" y="141"/>
                    </a:lnTo>
                    <a:lnTo>
                      <a:pt x="156" y="284"/>
                    </a:lnTo>
                    <a:lnTo>
                      <a:pt x="156" y="426"/>
                    </a:lnTo>
                    <a:lnTo>
                      <a:pt x="936" y="426"/>
                    </a:lnTo>
                    <a:close/>
                    <a:moveTo>
                      <a:pt x="156" y="426"/>
                    </a:moveTo>
                    <a:lnTo>
                      <a:pt x="156" y="284"/>
                    </a:lnTo>
                    <a:lnTo>
                      <a:pt x="0" y="426"/>
                    </a:lnTo>
                    <a:lnTo>
                      <a:pt x="156" y="426"/>
                    </a:lnTo>
                    <a:close/>
                    <a:moveTo>
                      <a:pt x="1248" y="284"/>
                    </a:moveTo>
                    <a:lnTo>
                      <a:pt x="936" y="0"/>
                    </a:lnTo>
                    <a:lnTo>
                      <a:pt x="936" y="567"/>
                    </a:lnTo>
                    <a:lnTo>
                      <a:pt x="1248" y="284"/>
                    </a:lnTo>
                    <a:close/>
                  </a:path>
                </a:pathLst>
              </a:custGeom>
              <a:solidFill>
                <a:srgbClr val="CCCC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6"/>
              <p:cNvSpPr>
                <a:spLocks/>
              </p:cNvSpPr>
              <p:nvPr/>
            </p:nvSpPr>
            <p:spPr bwMode="auto">
              <a:xfrm>
                <a:off x="4744" y="3771"/>
                <a:ext cx="1248" cy="568"/>
              </a:xfrm>
              <a:custGeom>
                <a:avLst/>
                <a:gdLst>
                  <a:gd name="T0" fmla="+- 0 5681 4745"/>
                  <a:gd name="T1" fmla="*/ T0 w 1248"/>
                  <a:gd name="T2" fmla="+- 0 3772 3772"/>
                  <a:gd name="T3" fmla="*/ 3772 h 568"/>
                  <a:gd name="T4" fmla="+- 0 5681 4745"/>
                  <a:gd name="T5" fmla="*/ T4 w 1248"/>
                  <a:gd name="T6" fmla="+- 0 3913 3772"/>
                  <a:gd name="T7" fmla="*/ 3913 h 568"/>
                  <a:gd name="T8" fmla="+- 0 4745 4745"/>
                  <a:gd name="T9" fmla="*/ T8 w 1248"/>
                  <a:gd name="T10" fmla="+- 0 3913 3772"/>
                  <a:gd name="T11" fmla="*/ 3913 h 568"/>
                  <a:gd name="T12" fmla="+- 0 4901 4745"/>
                  <a:gd name="T13" fmla="*/ T12 w 1248"/>
                  <a:gd name="T14" fmla="+- 0 4056 3772"/>
                  <a:gd name="T15" fmla="*/ 4056 h 568"/>
                  <a:gd name="T16" fmla="+- 0 4745 4745"/>
                  <a:gd name="T17" fmla="*/ T16 w 1248"/>
                  <a:gd name="T18" fmla="+- 0 4198 3772"/>
                  <a:gd name="T19" fmla="*/ 4198 h 568"/>
                  <a:gd name="T20" fmla="+- 0 5681 4745"/>
                  <a:gd name="T21" fmla="*/ T20 w 1248"/>
                  <a:gd name="T22" fmla="+- 0 4198 3772"/>
                  <a:gd name="T23" fmla="*/ 4198 h 568"/>
                  <a:gd name="T24" fmla="+- 0 5681 4745"/>
                  <a:gd name="T25" fmla="*/ T24 w 1248"/>
                  <a:gd name="T26" fmla="+- 0 4339 3772"/>
                  <a:gd name="T27" fmla="*/ 4339 h 568"/>
                  <a:gd name="T28" fmla="+- 0 5993 4745"/>
                  <a:gd name="T29" fmla="*/ T28 w 1248"/>
                  <a:gd name="T30" fmla="+- 0 4056 3772"/>
                  <a:gd name="T31" fmla="*/ 4056 h 568"/>
                  <a:gd name="T32" fmla="+- 0 5681 4745"/>
                  <a:gd name="T33" fmla="*/ T32 w 1248"/>
                  <a:gd name="T34" fmla="+- 0 3772 3772"/>
                  <a:gd name="T35" fmla="*/ 3772 h 56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1248" h="568">
                    <a:moveTo>
                      <a:pt x="936" y="0"/>
                    </a:moveTo>
                    <a:lnTo>
                      <a:pt x="936" y="141"/>
                    </a:lnTo>
                    <a:lnTo>
                      <a:pt x="0" y="141"/>
                    </a:lnTo>
                    <a:lnTo>
                      <a:pt x="156" y="284"/>
                    </a:lnTo>
                    <a:lnTo>
                      <a:pt x="0" y="426"/>
                    </a:lnTo>
                    <a:lnTo>
                      <a:pt x="936" y="426"/>
                    </a:lnTo>
                    <a:lnTo>
                      <a:pt x="936" y="567"/>
                    </a:lnTo>
                    <a:lnTo>
                      <a:pt x="1248" y="284"/>
                    </a:lnTo>
                    <a:lnTo>
                      <a:pt x="936" y="0"/>
                    </a:lnTo>
                    <a:close/>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AutoShape 7"/>
              <p:cNvSpPr>
                <a:spLocks/>
              </p:cNvSpPr>
              <p:nvPr/>
            </p:nvSpPr>
            <p:spPr bwMode="auto">
              <a:xfrm>
                <a:off x="1797" y="2184"/>
                <a:ext cx="2608" cy="1509"/>
              </a:xfrm>
              <a:custGeom>
                <a:avLst/>
                <a:gdLst>
                  <a:gd name="T0" fmla="+- 0 4400 1798"/>
                  <a:gd name="T1" fmla="*/ T0 w 2608"/>
                  <a:gd name="T2" fmla="+- 0 2547 2184"/>
                  <a:gd name="T3" fmla="*/ 2547 h 1509"/>
                  <a:gd name="T4" fmla="+- 0 4363 1798"/>
                  <a:gd name="T5" fmla="*/ T4 w 2608"/>
                  <a:gd name="T6" fmla="+- 0 2481 2184"/>
                  <a:gd name="T7" fmla="*/ 2481 h 1509"/>
                  <a:gd name="T8" fmla="+- 0 4292 1798"/>
                  <a:gd name="T9" fmla="*/ T8 w 2608"/>
                  <a:gd name="T10" fmla="+- 0 2419 2184"/>
                  <a:gd name="T11" fmla="*/ 2419 h 1509"/>
                  <a:gd name="T12" fmla="+- 0 4190 1798"/>
                  <a:gd name="T13" fmla="*/ T12 w 2608"/>
                  <a:gd name="T14" fmla="+- 0 2362 2184"/>
                  <a:gd name="T15" fmla="*/ 2362 h 1509"/>
                  <a:gd name="T16" fmla="+- 0 4060 1798"/>
                  <a:gd name="T17" fmla="*/ T16 w 2608"/>
                  <a:gd name="T18" fmla="+- 0 2312 2184"/>
                  <a:gd name="T19" fmla="*/ 2312 h 1509"/>
                  <a:gd name="T20" fmla="+- 0 3905 1798"/>
                  <a:gd name="T21" fmla="*/ T20 w 2608"/>
                  <a:gd name="T22" fmla="+- 0 2268 2184"/>
                  <a:gd name="T23" fmla="*/ 2268 h 1509"/>
                  <a:gd name="T24" fmla="+- 0 3728 1798"/>
                  <a:gd name="T25" fmla="*/ T24 w 2608"/>
                  <a:gd name="T26" fmla="+- 0 2233 2184"/>
                  <a:gd name="T27" fmla="*/ 2233 h 1509"/>
                  <a:gd name="T28" fmla="+- 0 3533 1798"/>
                  <a:gd name="T29" fmla="*/ T28 w 2608"/>
                  <a:gd name="T30" fmla="+- 0 2206 2184"/>
                  <a:gd name="T31" fmla="*/ 2206 h 1509"/>
                  <a:gd name="T32" fmla="+- 0 3323 1798"/>
                  <a:gd name="T33" fmla="*/ T32 w 2608"/>
                  <a:gd name="T34" fmla="+- 0 2190 2184"/>
                  <a:gd name="T35" fmla="*/ 2190 h 1509"/>
                  <a:gd name="T36" fmla="+- 0 3101 1798"/>
                  <a:gd name="T37" fmla="*/ T36 w 2608"/>
                  <a:gd name="T38" fmla="+- 0 2184 2184"/>
                  <a:gd name="T39" fmla="*/ 2184 h 1509"/>
                  <a:gd name="T40" fmla="+- 0 2878 1798"/>
                  <a:gd name="T41" fmla="*/ T40 w 2608"/>
                  <a:gd name="T42" fmla="+- 0 2190 2184"/>
                  <a:gd name="T43" fmla="*/ 2190 h 1509"/>
                  <a:gd name="T44" fmla="+- 0 2668 1798"/>
                  <a:gd name="T45" fmla="*/ T44 w 2608"/>
                  <a:gd name="T46" fmla="+- 0 2206 2184"/>
                  <a:gd name="T47" fmla="*/ 2206 h 1509"/>
                  <a:gd name="T48" fmla="+- 0 2474 1798"/>
                  <a:gd name="T49" fmla="*/ T48 w 2608"/>
                  <a:gd name="T50" fmla="+- 0 2233 2184"/>
                  <a:gd name="T51" fmla="*/ 2233 h 1509"/>
                  <a:gd name="T52" fmla="+- 0 2297 1798"/>
                  <a:gd name="T53" fmla="*/ T52 w 2608"/>
                  <a:gd name="T54" fmla="+- 0 2268 2184"/>
                  <a:gd name="T55" fmla="*/ 2268 h 1509"/>
                  <a:gd name="T56" fmla="+- 0 2143 1798"/>
                  <a:gd name="T57" fmla="*/ T56 w 2608"/>
                  <a:gd name="T58" fmla="+- 0 2312 2184"/>
                  <a:gd name="T59" fmla="*/ 2312 h 1509"/>
                  <a:gd name="T60" fmla="+- 0 2013 1798"/>
                  <a:gd name="T61" fmla="*/ T60 w 2608"/>
                  <a:gd name="T62" fmla="+- 0 2362 2184"/>
                  <a:gd name="T63" fmla="*/ 2362 h 1509"/>
                  <a:gd name="T64" fmla="+- 0 1911 1798"/>
                  <a:gd name="T65" fmla="*/ T64 w 2608"/>
                  <a:gd name="T66" fmla="+- 0 2419 2184"/>
                  <a:gd name="T67" fmla="*/ 2419 h 1509"/>
                  <a:gd name="T68" fmla="+- 0 1839 1798"/>
                  <a:gd name="T69" fmla="*/ T68 w 2608"/>
                  <a:gd name="T70" fmla="+- 0 2481 2184"/>
                  <a:gd name="T71" fmla="*/ 2481 h 1509"/>
                  <a:gd name="T72" fmla="+- 0 1802 1798"/>
                  <a:gd name="T73" fmla="*/ T72 w 2608"/>
                  <a:gd name="T74" fmla="+- 0 2547 2184"/>
                  <a:gd name="T75" fmla="*/ 2547 h 1509"/>
                  <a:gd name="T76" fmla="+- 0 1802 1798"/>
                  <a:gd name="T77" fmla="*/ T76 w 2608"/>
                  <a:gd name="T78" fmla="+- 0 2615 2184"/>
                  <a:gd name="T79" fmla="*/ 2615 h 1509"/>
                  <a:gd name="T80" fmla="+- 0 1839 1798"/>
                  <a:gd name="T81" fmla="*/ T80 w 2608"/>
                  <a:gd name="T82" fmla="+- 0 2681 2184"/>
                  <a:gd name="T83" fmla="*/ 2681 h 1509"/>
                  <a:gd name="T84" fmla="+- 0 1911 1798"/>
                  <a:gd name="T85" fmla="*/ T84 w 2608"/>
                  <a:gd name="T86" fmla="+- 0 2743 2184"/>
                  <a:gd name="T87" fmla="*/ 2743 h 1509"/>
                  <a:gd name="T88" fmla="+- 0 2013 1798"/>
                  <a:gd name="T89" fmla="*/ T88 w 2608"/>
                  <a:gd name="T90" fmla="+- 0 2799 2184"/>
                  <a:gd name="T91" fmla="*/ 2799 h 1509"/>
                  <a:gd name="T92" fmla="+- 0 2143 1798"/>
                  <a:gd name="T93" fmla="*/ T92 w 2608"/>
                  <a:gd name="T94" fmla="+- 0 2850 2184"/>
                  <a:gd name="T95" fmla="*/ 2850 h 1509"/>
                  <a:gd name="T96" fmla="+- 0 2297 1798"/>
                  <a:gd name="T97" fmla="*/ T96 w 2608"/>
                  <a:gd name="T98" fmla="+- 0 2893 2184"/>
                  <a:gd name="T99" fmla="*/ 2893 h 1509"/>
                  <a:gd name="T100" fmla="+- 0 2474 1798"/>
                  <a:gd name="T101" fmla="*/ T100 w 2608"/>
                  <a:gd name="T102" fmla="+- 0 2928 2184"/>
                  <a:gd name="T103" fmla="*/ 2928 h 1509"/>
                  <a:gd name="T104" fmla="+- 0 2668 1798"/>
                  <a:gd name="T105" fmla="*/ T104 w 2608"/>
                  <a:gd name="T106" fmla="+- 0 2955 2184"/>
                  <a:gd name="T107" fmla="*/ 2955 h 1509"/>
                  <a:gd name="T108" fmla="+- 0 2878 1798"/>
                  <a:gd name="T109" fmla="*/ T108 w 2608"/>
                  <a:gd name="T110" fmla="+- 0 2972 2184"/>
                  <a:gd name="T111" fmla="*/ 2972 h 1509"/>
                  <a:gd name="T112" fmla="+- 0 3101 1798"/>
                  <a:gd name="T113" fmla="*/ T112 w 2608"/>
                  <a:gd name="T114" fmla="+- 0 2977 2184"/>
                  <a:gd name="T115" fmla="*/ 2977 h 1509"/>
                  <a:gd name="T116" fmla="+- 0 3151 1798"/>
                  <a:gd name="T117" fmla="*/ T116 w 2608"/>
                  <a:gd name="T118" fmla="+- 0 2977 2184"/>
                  <a:gd name="T119" fmla="*/ 2977 h 1509"/>
                  <a:gd name="T120" fmla="+- 0 3650 1798"/>
                  <a:gd name="T121" fmla="*/ T120 w 2608"/>
                  <a:gd name="T122" fmla="+- 0 3388 2184"/>
                  <a:gd name="T123" fmla="*/ 3388 h 1509"/>
                  <a:gd name="T124" fmla="+- 0 3762 1798"/>
                  <a:gd name="T125" fmla="*/ T124 w 2608"/>
                  <a:gd name="T126" fmla="+- 0 2922 2184"/>
                  <a:gd name="T127" fmla="*/ 2922 h 1509"/>
                  <a:gd name="T128" fmla="+- 0 3963 1798"/>
                  <a:gd name="T129" fmla="*/ T128 w 2608"/>
                  <a:gd name="T130" fmla="+- 0 2878 2184"/>
                  <a:gd name="T131" fmla="*/ 2878 h 1509"/>
                  <a:gd name="T132" fmla="+- 0 4130 1798"/>
                  <a:gd name="T133" fmla="*/ T132 w 2608"/>
                  <a:gd name="T134" fmla="+- 0 2824 2184"/>
                  <a:gd name="T135" fmla="*/ 2824 h 1509"/>
                  <a:gd name="T136" fmla="+- 0 4261 1798"/>
                  <a:gd name="T137" fmla="*/ T136 w 2608"/>
                  <a:gd name="T138" fmla="+- 0 2762 2184"/>
                  <a:gd name="T139" fmla="*/ 2762 h 1509"/>
                  <a:gd name="T140" fmla="+- 0 4352 1798"/>
                  <a:gd name="T141" fmla="*/ T140 w 2608"/>
                  <a:gd name="T142" fmla="+- 0 2693 2184"/>
                  <a:gd name="T143" fmla="*/ 2693 h 1509"/>
                  <a:gd name="T144" fmla="+- 0 4399 1798"/>
                  <a:gd name="T145" fmla="*/ T144 w 2608"/>
                  <a:gd name="T146" fmla="+- 0 2619 2184"/>
                  <a:gd name="T147" fmla="*/ 2619 h 1509"/>
                  <a:gd name="T148" fmla="+- 0 4008 1798"/>
                  <a:gd name="T149" fmla="*/ T148 w 2608"/>
                  <a:gd name="T150" fmla="+- 0 3693 2184"/>
                  <a:gd name="T151" fmla="*/ 3693 h 1509"/>
                  <a:gd name="T152" fmla="+- 0 3650 1798"/>
                  <a:gd name="T153" fmla="*/ T152 w 2608"/>
                  <a:gd name="T154" fmla="+- 0 3388 2184"/>
                  <a:gd name="T155" fmla="*/ 3388 h 150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Lst>
                <a:rect l="0" t="0" r="r" b="b"/>
                <a:pathLst>
                  <a:path w="2608" h="1509">
                    <a:moveTo>
                      <a:pt x="2607" y="397"/>
                    </a:moveTo>
                    <a:lnTo>
                      <a:pt x="2602" y="363"/>
                    </a:lnTo>
                    <a:lnTo>
                      <a:pt x="2588" y="330"/>
                    </a:lnTo>
                    <a:lnTo>
                      <a:pt x="2565" y="297"/>
                    </a:lnTo>
                    <a:lnTo>
                      <a:pt x="2534" y="265"/>
                    </a:lnTo>
                    <a:lnTo>
                      <a:pt x="2494" y="235"/>
                    </a:lnTo>
                    <a:lnTo>
                      <a:pt x="2446" y="206"/>
                    </a:lnTo>
                    <a:lnTo>
                      <a:pt x="2392" y="178"/>
                    </a:lnTo>
                    <a:lnTo>
                      <a:pt x="2330" y="152"/>
                    </a:lnTo>
                    <a:lnTo>
                      <a:pt x="2262" y="128"/>
                    </a:lnTo>
                    <a:lnTo>
                      <a:pt x="2187" y="105"/>
                    </a:lnTo>
                    <a:lnTo>
                      <a:pt x="2107" y="84"/>
                    </a:lnTo>
                    <a:lnTo>
                      <a:pt x="2021" y="66"/>
                    </a:lnTo>
                    <a:lnTo>
                      <a:pt x="1930" y="49"/>
                    </a:lnTo>
                    <a:lnTo>
                      <a:pt x="1835" y="35"/>
                    </a:lnTo>
                    <a:lnTo>
                      <a:pt x="1735" y="22"/>
                    </a:lnTo>
                    <a:lnTo>
                      <a:pt x="1632" y="13"/>
                    </a:lnTo>
                    <a:lnTo>
                      <a:pt x="1525" y="6"/>
                    </a:lnTo>
                    <a:lnTo>
                      <a:pt x="1415" y="2"/>
                    </a:lnTo>
                    <a:lnTo>
                      <a:pt x="1303" y="0"/>
                    </a:lnTo>
                    <a:lnTo>
                      <a:pt x="1190" y="2"/>
                    </a:lnTo>
                    <a:lnTo>
                      <a:pt x="1080" y="6"/>
                    </a:lnTo>
                    <a:lnTo>
                      <a:pt x="974" y="13"/>
                    </a:lnTo>
                    <a:lnTo>
                      <a:pt x="870" y="22"/>
                    </a:lnTo>
                    <a:lnTo>
                      <a:pt x="771" y="35"/>
                    </a:lnTo>
                    <a:lnTo>
                      <a:pt x="676" y="49"/>
                    </a:lnTo>
                    <a:lnTo>
                      <a:pt x="585" y="66"/>
                    </a:lnTo>
                    <a:lnTo>
                      <a:pt x="499" y="84"/>
                    </a:lnTo>
                    <a:lnTo>
                      <a:pt x="419" y="105"/>
                    </a:lnTo>
                    <a:lnTo>
                      <a:pt x="345" y="128"/>
                    </a:lnTo>
                    <a:lnTo>
                      <a:pt x="276" y="152"/>
                    </a:lnTo>
                    <a:lnTo>
                      <a:pt x="215" y="178"/>
                    </a:lnTo>
                    <a:lnTo>
                      <a:pt x="160" y="206"/>
                    </a:lnTo>
                    <a:lnTo>
                      <a:pt x="113" y="235"/>
                    </a:lnTo>
                    <a:lnTo>
                      <a:pt x="73" y="265"/>
                    </a:lnTo>
                    <a:lnTo>
                      <a:pt x="41" y="297"/>
                    </a:lnTo>
                    <a:lnTo>
                      <a:pt x="18" y="330"/>
                    </a:lnTo>
                    <a:lnTo>
                      <a:pt x="4" y="363"/>
                    </a:lnTo>
                    <a:lnTo>
                      <a:pt x="0" y="397"/>
                    </a:lnTo>
                    <a:lnTo>
                      <a:pt x="4" y="431"/>
                    </a:lnTo>
                    <a:lnTo>
                      <a:pt x="18" y="465"/>
                    </a:lnTo>
                    <a:lnTo>
                      <a:pt x="41" y="497"/>
                    </a:lnTo>
                    <a:lnTo>
                      <a:pt x="73" y="529"/>
                    </a:lnTo>
                    <a:lnTo>
                      <a:pt x="113" y="559"/>
                    </a:lnTo>
                    <a:lnTo>
                      <a:pt x="160" y="588"/>
                    </a:lnTo>
                    <a:lnTo>
                      <a:pt x="215" y="615"/>
                    </a:lnTo>
                    <a:lnTo>
                      <a:pt x="276" y="641"/>
                    </a:lnTo>
                    <a:lnTo>
                      <a:pt x="345" y="666"/>
                    </a:lnTo>
                    <a:lnTo>
                      <a:pt x="419" y="688"/>
                    </a:lnTo>
                    <a:lnTo>
                      <a:pt x="499" y="709"/>
                    </a:lnTo>
                    <a:lnTo>
                      <a:pt x="585" y="728"/>
                    </a:lnTo>
                    <a:lnTo>
                      <a:pt x="676" y="744"/>
                    </a:lnTo>
                    <a:lnTo>
                      <a:pt x="771" y="759"/>
                    </a:lnTo>
                    <a:lnTo>
                      <a:pt x="870" y="771"/>
                    </a:lnTo>
                    <a:lnTo>
                      <a:pt x="974" y="781"/>
                    </a:lnTo>
                    <a:lnTo>
                      <a:pt x="1080" y="788"/>
                    </a:lnTo>
                    <a:lnTo>
                      <a:pt x="1190" y="792"/>
                    </a:lnTo>
                    <a:lnTo>
                      <a:pt x="1303" y="793"/>
                    </a:lnTo>
                    <a:lnTo>
                      <a:pt x="1336" y="793"/>
                    </a:lnTo>
                    <a:lnTo>
                      <a:pt x="1353" y="793"/>
                    </a:lnTo>
                    <a:lnTo>
                      <a:pt x="1370" y="792"/>
                    </a:lnTo>
                    <a:lnTo>
                      <a:pt x="1852" y="1204"/>
                    </a:lnTo>
                    <a:lnTo>
                      <a:pt x="1852" y="756"/>
                    </a:lnTo>
                    <a:lnTo>
                      <a:pt x="1964" y="738"/>
                    </a:lnTo>
                    <a:lnTo>
                      <a:pt x="2068" y="718"/>
                    </a:lnTo>
                    <a:lnTo>
                      <a:pt x="2165" y="694"/>
                    </a:lnTo>
                    <a:lnTo>
                      <a:pt x="2253" y="668"/>
                    </a:lnTo>
                    <a:lnTo>
                      <a:pt x="2332" y="640"/>
                    </a:lnTo>
                    <a:lnTo>
                      <a:pt x="2403" y="610"/>
                    </a:lnTo>
                    <a:lnTo>
                      <a:pt x="2463" y="578"/>
                    </a:lnTo>
                    <a:lnTo>
                      <a:pt x="2514" y="544"/>
                    </a:lnTo>
                    <a:lnTo>
                      <a:pt x="2554" y="509"/>
                    </a:lnTo>
                    <a:lnTo>
                      <a:pt x="2583" y="473"/>
                    </a:lnTo>
                    <a:lnTo>
                      <a:pt x="2601" y="435"/>
                    </a:lnTo>
                    <a:lnTo>
                      <a:pt x="2607" y="397"/>
                    </a:lnTo>
                    <a:close/>
                    <a:moveTo>
                      <a:pt x="2210" y="1509"/>
                    </a:moveTo>
                    <a:lnTo>
                      <a:pt x="1852" y="756"/>
                    </a:lnTo>
                    <a:lnTo>
                      <a:pt x="1852" y="1204"/>
                    </a:lnTo>
                    <a:lnTo>
                      <a:pt x="2210" y="1509"/>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8"/>
              <p:cNvSpPr>
                <a:spLocks/>
              </p:cNvSpPr>
              <p:nvPr/>
            </p:nvSpPr>
            <p:spPr bwMode="auto">
              <a:xfrm>
                <a:off x="1797" y="2184"/>
                <a:ext cx="2608" cy="1509"/>
              </a:xfrm>
              <a:custGeom>
                <a:avLst/>
                <a:gdLst>
                  <a:gd name="T0" fmla="+- 0 3151 1798"/>
                  <a:gd name="T1" fmla="*/ T0 w 2608"/>
                  <a:gd name="T2" fmla="+- 0 2977 2184"/>
                  <a:gd name="T3" fmla="*/ 2977 h 1509"/>
                  <a:gd name="T4" fmla="+- 0 3118 1798"/>
                  <a:gd name="T5" fmla="*/ T4 w 2608"/>
                  <a:gd name="T6" fmla="+- 0 2977 2184"/>
                  <a:gd name="T7" fmla="*/ 2977 h 1509"/>
                  <a:gd name="T8" fmla="+- 0 2988 1798"/>
                  <a:gd name="T9" fmla="*/ T8 w 2608"/>
                  <a:gd name="T10" fmla="+- 0 2976 2184"/>
                  <a:gd name="T11" fmla="*/ 2976 h 1509"/>
                  <a:gd name="T12" fmla="+- 0 2772 1798"/>
                  <a:gd name="T13" fmla="*/ T12 w 2608"/>
                  <a:gd name="T14" fmla="+- 0 2965 2184"/>
                  <a:gd name="T15" fmla="*/ 2965 h 1509"/>
                  <a:gd name="T16" fmla="+- 0 2569 1798"/>
                  <a:gd name="T17" fmla="*/ T16 w 2608"/>
                  <a:gd name="T18" fmla="+- 0 2943 2184"/>
                  <a:gd name="T19" fmla="*/ 2943 h 1509"/>
                  <a:gd name="T20" fmla="+- 0 2383 1798"/>
                  <a:gd name="T21" fmla="*/ T20 w 2608"/>
                  <a:gd name="T22" fmla="+- 0 2912 2184"/>
                  <a:gd name="T23" fmla="*/ 2912 h 1509"/>
                  <a:gd name="T24" fmla="+- 0 2217 1798"/>
                  <a:gd name="T25" fmla="*/ T24 w 2608"/>
                  <a:gd name="T26" fmla="+- 0 2872 2184"/>
                  <a:gd name="T27" fmla="*/ 2872 h 1509"/>
                  <a:gd name="T28" fmla="+- 0 2074 1798"/>
                  <a:gd name="T29" fmla="*/ T28 w 2608"/>
                  <a:gd name="T30" fmla="+- 0 2825 2184"/>
                  <a:gd name="T31" fmla="*/ 2825 h 1509"/>
                  <a:gd name="T32" fmla="+- 0 1958 1798"/>
                  <a:gd name="T33" fmla="*/ T32 w 2608"/>
                  <a:gd name="T34" fmla="+- 0 2772 2184"/>
                  <a:gd name="T35" fmla="*/ 2772 h 1509"/>
                  <a:gd name="T36" fmla="+- 0 1816 1798"/>
                  <a:gd name="T37" fmla="*/ T36 w 2608"/>
                  <a:gd name="T38" fmla="+- 0 2649 2184"/>
                  <a:gd name="T39" fmla="*/ 2649 h 1509"/>
                  <a:gd name="T40" fmla="+- 0 1802 1798"/>
                  <a:gd name="T41" fmla="*/ T40 w 2608"/>
                  <a:gd name="T42" fmla="+- 0 2547 2184"/>
                  <a:gd name="T43" fmla="*/ 2547 h 1509"/>
                  <a:gd name="T44" fmla="+- 0 1911 1798"/>
                  <a:gd name="T45" fmla="*/ T44 w 2608"/>
                  <a:gd name="T46" fmla="+- 0 2419 2184"/>
                  <a:gd name="T47" fmla="*/ 2419 h 1509"/>
                  <a:gd name="T48" fmla="+- 0 2074 1798"/>
                  <a:gd name="T49" fmla="*/ T48 w 2608"/>
                  <a:gd name="T50" fmla="+- 0 2336 2184"/>
                  <a:gd name="T51" fmla="*/ 2336 h 1509"/>
                  <a:gd name="T52" fmla="+- 0 2217 1798"/>
                  <a:gd name="T53" fmla="*/ T52 w 2608"/>
                  <a:gd name="T54" fmla="+- 0 2289 2184"/>
                  <a:gd name="T55" fmla="*/ 2289 h 1509"/>
                  <a:gd name="T56" fmla="+- 0 2383 1798"/>
                  <a:gd name="T57" fmla="*/ T56 w 2608"/>
                  <a:gd name="T58" fmla="+- 0 2250 2184"/>
                  <a:gd name="T59" fmla="*/ 2250 h 1509"/>
                  <a:gd name="T60" fmla="+- 0 2569 1798"/>
                  <a:gd name="T61" fmla="*/ T60 w 2608"/>
                  <a:gd name="T62" fmla="+- 0 2219 2184"/>
                  <a:gd name="T63" fmla="*/ 2219 h 1509"/>
                  <a:gd name="T64" fmla="+- 0 2772 1798"/>
                  <a:gd name="T65" fmla="*/ T64 w 2608"/>
                  <a:gd name="T66" fmla="+- 0 2197 2184"/>
                  <a:gd name="T67" fmla="*/ 2197 h 1509"/>
                  <a:gd name="T68" fmla="+- 0 2988 1798"/>
                  <a:gd name="T69" fmla="*/ T68 w 2608"/>
                  <a:gd name="T70" fmla="+- 0 2186 2184"/>
                  <a:gd name="T71" fmla="*/ 2186 h 1509"/>
                  <a:gd name="T72" fmla="+- 0 3213 1798"/>
                  <a:gd name="T73" fmla="*/ T72 w 2608"/>
                  <a:gd name="T74" fmla="+- 0 2186 2184"/>
                  <a:gd name="T75" fmla="*/ 2186 h 1509"/>
                  <a:gd name="T76" fmla="+- 0 3430 1798"/>
                  <a:gd name="T77" fmla="*/ T76 w 2608"/>
                  <a:gd name="T78" fmla="+- 0 2197 2184"/>
                  <a:gd name="T79" fmla="*/ 2197 h 1509"/>
                  <a:gd name="T80" fmla="+- 0 3633 1798"/>
                  <a:gd name="T81" fmla="*/ T80 w 2608"/>
                  <a:gd name="T82" fmla="+- 0 2219 2184"/>
                  <a:gd name="T83" fmla="*/ 2219 h 1509"/>
                  <a:gd name="T84" fmla="+- 0 3819 1798"/>
                  <a:gd name="T85" fmla="*/ T84 w 2608"/>
                  <a:gd name="T86" fmla="+- 0 2250 2184"/>
                  <a:gd name="T87" fmla="*/ 2250 h 1509"/>
                  <a:gd name="T88" fmla="+- 0 3985 1798"/>
                  <a:gd name="T89" fmla="*/ T88 w 2608"/>
                  <a:gd name="T90" fmla="+- 0 2289 2184"/>
                  <a:gd name="T91" fmla="*/ 2289 h 1509"/>
                  <a:gd name="T92" fmla="+- 0 4128 1798"/>
                  <a:gd name="T93" fmla="*/ T92 w 2608"/>
                  <a:gd name="T94" fmla="+- 0 2336 2184"/>
                  <a:gd name="T95" fmla="*/ 2336 h 1509"/>
                  <a:gd name="T96" fmla="+- 0 4244 1798"/>
                  <a:gd name="T97" fmla="*/ T96 w 2608"/>
                  <a:gd name="T98" fmla="+- 0 2390 2184"/>
                  <a:gd name="T99" fmla="*/ 2390 h 1509"/>
                  <a:gd name="T100" fmla="+- 0 4386 1798"/>
                  <a:gd name="T101" fmla="*/ T100 w 2608"/>
                  <a:gd name="T102" fmla="+- 0 2514 2184"/>
                  <a:gd name="T103" fmla="*/ 2514 h 1509"/>
                  <a:gd name="T104" fmla="+- 0 4399 1798"/>
                  <a:gd name="T105" fmla="*/ T104 w 2608"/>
                  <a:gd name="T106" fmla="+- 0 2619 2184"/>
                  <a:gd name="T107" fmla="*/ 2619 h 1509"/>
                  <a:gd name="T108" fmla="+- 0 4261 1798"/>
                  <a:gd name="T109" fmla="*/ T108 w 2608"/>
                  <a:gd name="T110" fmla="+- 0 2762 2184"/>
                  <a:gd name="T111" fmla="*/ 2762 h 1509"/>
                  <a:gd name="T112" fmla="+- 0 4130 1798"/>
                  <a:gd name="T113" fmla="*/ T112 w 2608"/>
                  <a:gd name="T114" fmla="+- 0 2824 2184"/>
                  <a:gd name="T115" fmla="*/ 2824 h 1509"/>
                  <a:gd name="T116" fmla="+- 0 3963 1798"/>
                  <a:gd name="T117" fmla="*/ T116 w 2608"/>
                  <a:gd name="T118" fmla="+- 0 2878 2184"/>
                  <a:gd name="T119" fmla="*/ 2878 h 1509"/>
                  <a:gd name="T120" fmla="+- 0 3762 1798"/>
                  <a:gd name="T121" fmla="*/ T120 w 2608"/>
                  <a:gd name="T122" fmla="+- 0 2922 2184"/>
                  <a:gd name="T123" fmla="*/ 2922 h 1509"/>
                  <a:gd name="T124" fmla="+- 0 4008 1798"/>
                  <a:gd name="T125" fmla="*/ T124 w 2608"/>
                  <a:gd name="T126" fmla="+- 0 3693 2184"/>
                  <a:gd name="T127" fmla="*/ 3693 h 1509"/>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Lst>
                <a:rect l="0" t="0" r="r" b="b"/>
                <a:pathLst>
                  <a:path w="2608" h="1509">
                    <a:moveTo>
                      <a:pt x="1370" y="792"/>
                    </a:moveTo>
                    <a:lnTo>
                      <a:pt x="1353" y="793"/>
                    </a:lnTo>
                    <a:lnTo>
                      <a:pt x="1336" y="793"/>
                    </a:lnTo>
                    <a:lnTo>
                      <a:pt x="1320" y="793"/>
                    </a:lnTo>
                    <a:lnTo>
                      <a:pt x="1303" y="793"/>
                    </a:lnTo>
                    <a:lnTo>
                      <a:pt x="1190" y="792"/>
                    </a:lnTo>
                    <a:lnTo>
                      <a:pt x="1080" y="788"/>
                    </a:lnTo>
                    <a:lnTo>
                      <a:pt x="974" y="781"/>
                    </a:lnTo>
                    <a:lnTo>
                      <a:pt x="870" y="771"/>
                    </a:lnTo>
                    <a:lnTo>
                      <a:pt x="771" y="759"/>
                    </a:lnTo>
                    <a:lnTo>
                      <a:pt x="676" y="744"/>
                    </a:lnTo>
                    <a:lnTo>
                      <a:pt x="585" y="728"/>
                    </a:lnTo>
                    <a:lnTo>
                      <a:pt x="499" y="709"/>
                    </a:lnTo>
                    <a:lnTo>
                      <a:pt x="419" y="688"/>
                    </a:lnTo>
                    <a:lnTo>
                      <a:pt x="345" y="666"/>
                    </a:lnTo>
                    <a:lnTo>
                      <a:pt x="276" y="641"/>
                    </a:lnTo>
                    <a:lnTo>
                      <a:pt x="215" y="615"/>
                    </a:lnTo>
                    <a:lnTo>
                      <a:pt x="160" y="588"/>
                    </a:lnTo>
                    <a:lnTo>
                      <a:pt x="73" y="529"/>
                    </a:lnTo>
                    <a:lnTo>
                      <a:pt x="18" y="465"/>
                    </a:lnTo>
                    <a:lnTo>
                      <a:pt x="0" y="397"/>
                    </a:lnTo>
                    <a:lnTo>
                      <a:pt x="4" y="363"/>
                    </a:lnTo>
                    <a:lnTo>
                      <a:pt x="41" y="297"/>
                    </a:lnTo>
                    <a:lnTo>
                      <a:pt x="113" y="235"/>
                    </a:lnTo>
                    <a:lnTo>
                      <a:pt x="215" y="178"/>
                    </a:lnTo>
                    <a:lnTo>
                      <a:pt x="276" y="152"/>
                    </a:lnTo>
                    <a:lnTo>
                      <a:pt x="345" y="128"/>
                    </a:lnTo>
                    <a:lnTo>
                      <a:pt x="419" y="105"/>
                    </a:lnTo>
                    <a:lnTo>
                      <a:pt x="499" y="84"/>
                    </a:lnTo>
                    <a:lnTo>
                      <a:pt x="585" y="66"/>
                    </a:lnTo>
                    <a:lnTo>
                      <a:pt x="676" y="49"/>
                    </a:lnTo>
                    <a:lnTo>
                      <a:pt x="771" y="35"/>
                    </a:lnTo>
                    <a:lnTo>
                      <a:pt x="870" y="22"/>
                    </a:lnTo>
                    <a:lnTo>
                      <a:pt x="974" y="13"/>
                    </a:lnTo>
                    <a:lnTo>
                      <a:pt x="1080" y="6"/>
                    </a:lnTo>
                    <a:lnTo>
                      <a:pt x="1190" y="2"/>
                    </a:lnTo>
                    <a:lnTo>
                      <a:pt x="1303" y="0"/>
                    </a:lnTo>
                    <a:lnTo>
                      <a:pt x="1415" y="2"/>
                    </a:lnTo>
                    <a:lnTo>
                      <a:pt x="1525" y="6"/>
                    </a:lnTo>
                    <a:lnTo>
                      <a:pt x="1632" y="13"/>
                    </a:lnTo>
                    <a:lnTo>
                      <a:pt x="1735" y="22"/>
                    </a:lnTo>
                    <a:lnTo>
                      <a:pt x="1835" y="35"/>
                    </a:lnTo>
                    <a:lnTo>
                      <a:pt x="1930" y="49"/>
                    </a:lnTo>
                    <a:lnTo>
                      <a:pt x="2021" y="66"/>
                    </a:lnTo>
                    <a:lnTo>
                      <a:pt x="2107" y="84"/>
                    </a:lnTo>
                    <a:lnTo>
                      <a:pt x="2187" y="105"/>
                    </a:lnTo>
                    <a:lnTo>
                      <a:pt x="2262" y="128"/>
                    </a:lnTo>
                    <a:lnTo>
                      <a:pt x="2330" y="152"/>
                    </a:lnTo>
                    <a:lnTo>
                      <a:pt x="2392" y="178"/>
                    </a:lnTo>
                    <a:lnTo>
                      <a:pt x="2446" y="206"/>
                    </a:lnTo>
                    <a:lnTo>
                      <a:pt x="2534" y="265"/>
                    </a:lnTo>
                    <a:lnTo>
                      <a:pt x="2588" y="330"/>
                    </a:lnTo>
                    <a:lnTo>
                      <a:pt x="2607" y="397"/>
                    </a:lnTo>
                    <a:lnTo>
                      <a:pt x="2601" y="435"/>
                    </a:lnTo>
                    <a:lnTo>
                      <a:pt x="2554" y="509"/>
                    </a:lnTo>
                    <a:lnTo>
                      <a:pt x="2463" y="578"/>
                    </a:lnTo>
                    <a:lnTo>
                      <a:pt x="2403" y="610"/>
                    </a:lnTo>
                    <a:lnTo>
                      <a:pt x="2332" y="640"/>
                    </a:lnTo>
                    <a:lnTo>
                      <a:pt x="2253" y="668"/>
                    </a:lnTo>
                    <a:lnTo>
                      <a:pt x="2165" y="694"/>
                    </a:lnTo>
                    <a:lnTo>
                      <a:pt x="2068" y="718"/>
                    </a:lnTo>
                    <a:lnTo>
                      <a:pt x="1964" y="738"/>
                    </a:lnTo>
                    <a:lnTo>
                      <a:pt x="1852" y="756"/>
                    </a:lnTo>
                    <a:lnTo>
                      <a:pt x="2210" y="1509"/>
                    </a:lnTo>
                    <a:lnTo>
                      <a:pt x="1370" y="792"/>
                    </a:lnTo>
                    <a:close/>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Text Box 9"/>
              <p:cNvSpPr txBox="1">
                <a:spLocks noChangeArrowheads="1"/>
              </p:cNvSpPr>
              <p:nvPr/>
            </p:nvSpPr>
            <p:spPr bwMode="auto">
              <a:xfrm>
                <a:off x="2282" y="2073"/>
                <a:ext cx="154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fontAlgn="base">
                  <a:spcBef>
                    <a:spcPct val="0"/>
                  </a:spcBef>
                  <a:spcAft>
                    <a:spcPct val="0"/>
                  </a:spcAft>
                  <a:defRPr sz="2400">
                    <a:solidFill>
                      <a:schemeClr val="tx1"/>
                    </a:solidFill>
                    <a:latin typeface="Arial" charset="0"/>
                    <a:ea typeface="ＭＳ Ｐゴシック" charset="0"/>
                  </a:defRPr>
                </a:lvl1pPr>
                <a:lvl2pPr fontAlgn="base">
                  <a:spcBef>
                    <a:spcPct val="0"/>
                  </a:spcBef>
                  <a:spcAft>
                    <a:spcPct val="0"/>
                  </a:spcAft>
                  <a:defRPr sz="2400">
                    <a:solidFill>
                      <a:schemeClr val="tx1"/>
                    </a:solidFill>
                    <a:latin typeface="Arial" charset="0"/>
                    <a:ea typeface="ＭＳ Ｐゴシック" charset="0"/>
                  </a:defRPr>
                </a:lvl2pPr>
                <a:lvl3pPr fontAlgn="base">
                  <a:spcBef>
                    <a:spcPct val="0"/>
                  </a:spcBef>
                  <a:spcAft>
                    <a:spcPct val="0"/>
                  </a:spcAft>
                  <a:defRPr sz="2400">
                    <a:solidFill>
                      <a:schemeClr val="tx1"/>
                    </a:solidFill>
                    <a:latin typeface="Arial" charset="0"/>
                    <a:ea typeface="ＭＳ Ｐゴシック" charset="0"/>
                  </a:defRPr>
                </a:lvl3pPr>
                <a:lvl4pPr fontAlgn="base">
                  <a:spcBef>
                    <a:spcPct val="0"/>
                  </a:spcBef>
                  <a:spcAft>
                    <a:spcPct val="0"/>
                  </a:spcAft>
                  <a:defRPr sz="2400">
                    <a:solidFill>
                      <a:schemeClr val="tx1"/>
                    </a:solidFill>
                    <a:latin typeface="Arial" charset="0"/>
                    <a:ea typeface="ＭＳ Ｐゴシック" charset="0"/>
                  </a:defRPr>
                </a:lvl4pPr>
                <a:lvl5pPr fontAlgn="base">
                  <a:spcBef>
                    <a:spcPct val="0"/>
                  </a:spcBef>
                  <a:spcAft>
                    <a:spcPct val="0"/>
                  </a:spcAft>
                  <a:defRPr sz="2400">
                    <a:solidFill>
                      <a:schemeClr val="tx1"/>
                    </a:solidFill>
                    <a:latin typeface="Arial" charset="0"/>
                    <a:ea typeface="ＭＳ Ｐゴシック" charset="0"/>
                  </a:defRPr>
                </a:lvl5pPr>
                <a:lvl6pPr fontAlgn="base">
                  <a:spcBef>
                    <a:spcPct val="0"/>
                  </a:spcBef>
                  <a:spcAft>
                    <a:spcPct val="0"/>
                  </a:spcAft>
                  <a:defRPr sz="2400">
                    <a:solidFill>
                      <a:schemeClr val="tx1"/>
                    </a:solidFill>
                    <a:latin typeface="Arial" charset="0"/>
                    <a:ea typeface="ＭＳ Ｐゴシック" charset="0"/>
                  </a:defRPr>
                </a:lvl6pPr>
                <a:lvl7pPr fontAlgn="base">
                  <a:spcBef>
                    <a:spcPct val="0"/>
                  </a:spcBef>
                  <a:spcAft>
                    <a:spcPct val="0"/>
                  </a:spcAft>
                  <a:defRPr sz="2400">
                    <a:solidFill>
                      <a:schemeClr val="tx1"/>
                    </a:solidFill>
                    <a:latin typeface="Arial" charset="0"/>
                    <a:ea typeface="ＭＳ Ｐゴシック" charset="0"/>
                  </a:defRPr>
                </a:lvl7pPr>
                <a:lvl8pPr fontAlgn="base">
                  <a:spcBef>
                    <a:spcPct val="0"/>
                  </a:spcBef>
                  <a:spcAft>
                    <a:spcPct val="0"/>
                  </a:spcAft>
                  <a:defRPr sz="2400">
                    <a:solidFill>
                      <a:schemeClr val="tx1"/>
                    </a:solidFill>
                    <a:latin typeface="Arial" charset="0"/>
                    <a:ea typeface="ＭＳ Ｐゴシック" charset="0"/>
                  </a:defRPr>
                </a:lvl8pPr>
                <a:lvl9pPr fontAlgn="base">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6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mbria" charset="0"/>
                    <a:ea typeface="ÇlÇr ñæí©" charset="0"/>
                  </a:rPr>
                  <a:t>Raw data</a:t>
                </a:r>
                <a:endParaRPr kumimoji="0" lang="en-US" sz="2400" b="0" i="0" u="none" strike="noStrike" cap="none" normalizeH="0" baseline="0" dirty="0">
                  <a:ln>
                    <a:noFill/>
                  </a:ln>
                  <a:solidFill>
                    <a:schemeClr val="tx1"/>
                  </a:solidFill>
                  <a:effectLst/>
                  <a:latin typeface="Arial" charset="0"/>
                  <a:ea typeface="ＭＳ Ｐゴシック" charset="0"/>
                </a:endParaRPr>
              </a:p>
            </p:txBody>
          </p:sp>
          <p:sp>
            <p:nvSpPr>
              <p:cNvPr id="26" name="Text Box 10"/>
              <p:cNvSpPr txBox="1">
                <a:spLocks noChangeArrowheads="1"/>
              </p:cNvSpPr>
              <p:nvPr/>
            </p:nvSpPr>
            <p:spPr bwMode="auto">
              <a:xfrm>
                <a:off x="2785" y="3629"/>
                <a:ext cx="162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fontAlgn="base">
                  <a:spcBef>
                    <a:spcPct val="0"/>
                  </a:spcBef>
                  <a:spcAft>
                    <a:spcPct val="0"/>
                  </a:spcAft>
                  <a:defRPr sz="2400">
                    <a:solidFill>
                      <a:schemeClr val="tx1"/>
                    </a:solidFill>
                    <a:latin typeface="Arial" charset="0"/>
                    <a:ea typeface="ＭＳ Ｐゴシック" charset="0"/>
                  </a:defRPr>
                </a:lvl1pPr>
                <a:lvl2pPr fontAlgn="base">
                  <a:spcBef>
                    <a:spcPct val="0"/>
                  </a:spcBef>
                  <a:spcAft>
                    <a:spcPct val="0"/>
                  </a:spcAft>
                  <a:defRPr sz="2400">
                    <a:solidFill>
                      <a:schemeClr val="tx1"/>
                    </a:solidFill>
                    <a:latin typeface="Arial" charset="0"/>
                    <a:ea typeface="ＭＳ Ｐゴシック" charset="0"/>
                  </a:defRPr>
                </a:lvl2pPr>
                <a:lvl3pPr fontAlgn="base">
                  <a:spcBef>
                    <a:spcPct val="0"/>
                  </a:spcBef>
                  <a:spcAft>
                    <a:spcPct val="0"/>
                  </a:spcAft>
                  <a:defRPr sz="2400">
                    <a:solidFill>
                      <a:schemeClr val="tx1"/>
                    </a:solidFill>
                    <a:latin typeface="Arial" charset="0"/>
                    <a:ea typeface="ＭＳ Ｐゴシック" charset="0"/>
                  </a:defRPr>
                </a:lvl3pPr>
                <a:lvl4pPr fontAlgn="base">
                  <a:spcBef>
                    <a:spcPct val="0"/>
                  </a:spcBef>
                  <a:spcAft>
                    <a:spcPct val="0"/>
                  </a:spcAft>
                  <a:defRPr sz="2400">
                    <a:solidFill>
                      <a:schemeClr val="tx1"/>
                    </a:solidFill>
                    <a:latin typeface="Arial" charset="0"/>
                    <a:ea typeface="ＭＳ Ｐゴシック" charset="0"/>
                  </a:defRPr>
                </a:lvl4pPr>
                <a:lvl5pPr fontAlgn="base">
                  <a:spcBef>
                    <a:spcPct val="0"/>
                  </a:spcBef>
                  <a:spcAft>
                    <a:spcPct val="0"/>
                  </a:spcAft>
                  <a:defRPr sz="2400">
                    <a:solidFill>
                      <a:schemeClr val="tx1"/>
                    </a:solidFill>
                    <a:latin typeface="Arial" charset="0"/>
                    <a:ea typeface="ＭＳ Ｐゴシック" charset="0"/>
                  </a:defRPr>
                </a:lvl5pPr>
                <a:lvl6pPr fontAlgn="base">
                  <a:spcBef>
                    <a:spcPct val="0"/>
                  </a:spcBef>
                  <a:spcAft>
                    <a:spcPct val="0"/>
                  </a:spcAft>
                  <a:defRPr sz="2400">
                    <a:solidFill>
                      <a:schemeClr val="tx1"/>
                    </a:solidFill>
                    <a:latin typeface="Arial" charset="0"/>
                    <a:ea typeface="ＭＳ Ｐゴシック" charset="0"/>
                  </a:defRPr>
                </a:lvl6pPr>
                <a:lvl7pPr fontAlgn="base">
                  <a:spcBef>
                    <a:spcPct val="0"/>
                  </a:spcBef>
                  <a:spcAft>
                    <a:spcPct val="0"/>
                  </a:spcAft>
                  <a:defRPr sz="2400">
                    <a:solidFill>
                      <a:schemeClr val="tx1"/>
                    </a:solidFill>
                    <a:latin typeface="Arial" charset="0"/>
                    <a:ea typeface="ＭＳ Ｐゴシック" charset="0"/>
                  </a:defRPr>
                </a:lvl7pPr>
                <a:lvl8pPr fontAlgn="base">
                  <a:spcBef>
                    <a:spcPct val="0"/>
                  </a:spcBef>
                  <a:spcAft>
                    <a:spcPct val="0"/>
                  </a:spcAft>
                  <a:defRPr sz="2400">
                    <a:solidFill>
                      <a:schemeClr val="tx1"/>
                    </a:solidFill>
                    <a:latin typeface="Arial" charset="0"/>
                    <a:ea typeface="ＭＳ Ｐゴシック" charset="0"/>
                  </a:defRPr>
                </a:lvl8pPr>
                <a:lvl9pPr fontAlgn="base">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6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mbria" charset="0"/>
                    <a:ea typeface="ÇlÇr ñæí©" charset="0"/>
                  </a:rPr>
                  <a:t>Input data</a:t>
                </a:r>
                <a:endParaRPr kumimoji="0" lang="en-US" sz="2400" b="0" i="0" u="none" strike="noStrike" cap="none" normalizeH="0" baseline="0" dirty="0">
                  <a:ln>
                    <a:noFill/>
                  </a:ln>
                  <a:solidFill>
                    <a:schemeClr val="tx1"/>
                  </a:solidFill>
                  <a:effectLst/>
                  <a:latin typeface="Arial" charset="0"/>
                  <a:ea typeface="ＭＳ Ｐゴシック" charset="0"/>
                </a:endParaRPr>
              </a:p>
            </p:txBody>
          </p:sp>
        </p:grpSp>
        <p:grpSp>
          <p:nvGrpSpPr>
            <p:cNvPr id="9" name="Group 11"/>
            <p:cNvGrpSpPr>
              <a:grpSpLocks/>
            </p:cNvGrpSpPr>
            <p:nvPr/>
          </p:nvGrpSpPr>
          <p:grpSpPr bwMode="auto">
            <a:xfrm>
              <a:off x="5992" y="5536"/>
              <a:ext cx="8618" cy="3301"/>
              <a:chOff x="5992" y="217"/>
              <a:chExt cx="8618" cy="3301"/>
            </a:xfrm>
          </p:grpSpPr>
          <p:sp>
            <p:nvSpPr>
              <p:cNvPr id="10" name="Rectangle 12"/>
              <p:cNvSpPr>
                <a:spLocks noChangeArrowheads="1"/>
              </p:cNvSpPr>
              <p:nvPr/>
            </p:nvSpPr>
            <p:spPr bwMode="auto">
              <a:xfrm>
                <a:off x="11662" y="1475"/>
                <a:ext cx="2156" cy="90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Rectangle 13"/>
              <p:cNvSpPr>
                <a:spLocks noChangeArrowheads="1"/>
              </p:cNvSpPr>
              <p:nvPr/>
            </p:nvSpPr>
            <p:spPr bwMode="auto">
              <a:xfrm>
                <a:off x="11662" y="1475"/>
                <a:ext cx="2156" cy="90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4"/>
              <p:cNvSpPr>
                <a:spLocks/>
              </p:cNvSpPr>
              <p:nvPr/>
            </p:nvSpPr>
            <p:spPr bwMode="auto">
              <a:xfrm>
                <a:off x="10414" y="1702"/>
                <a:ext cx="1248" cy="568"/>
              </a:xfrm>
              <a:custGeom>
                <a:avLst/>
                <a:gdLst>
                  <a:gd name="T0" fmla="+- 0 11351 10415"/>
                  <a:gd name="T1" fmla="*/ T0 w 1248"/>
                  <a:gd name="T2" fmla="+- 0 2129 1703"/>
                  <a:gd name="T3" fmla="*/ 2129 h 568"/>
                  <a:gd name="T4" fmla="+- 0 11351 10415"/>
                  <a:gd name="T5" fmla="*/ T4 w 1248"/>
                  <a:gd name="T6" fmla="+- 0 1844 1703"/>
                  <a:gd name="T7" fmla="*/ 1844 h 568"/>
                  <a:gd name="T8" fmla="+- 0 10415 10415"/>
                  <a:gd name="T9" fmla="*/ T8 w 1248"/>
                  <a:gd name="T10" fmla="+- 0 1844 1703"/>
                  <a:gd name="T11" fmla="*/ 1844 h 568"/>
                  <a:gd name="T12" fmla="+- 0 10571 10415"/>
                  <a:gd name="T13" fmla="*/ T12 w 1248"/>
                  <a:gd name="T14" fmla="+- 0 1987 1703"/>
                  <a:gd name="T15" fmla="*/ 1987 h 568"/>
                  <a:gd name="T16" fmla="+- 0 10571 10415"/>
                  <a:gd name="T17" fmla="*/ T16 w 1248"/>
                  <a:gd name="T18" fmla="+- 0 2129 1703"/>
                  <a:gd name="T19" fmla="*/ 2129 h 568"/>
                  <a:gd name="T20" fmla="+- 0 11351 10415"/>
                  <a:gd name="T21" fmla="*/ T20 w 1248"/>
                  <a:gd name="T22" fmla="+- 0 2129 1703"/>
                  <a:gd name="T23" fmla="*/ 2129 h 568"/>
                  <a:gd name="T24" fmla="+- 0 10571 10415"/>
                  <a:gd name="T25" fmla="*/ T24 w 1248"/>
                  <a:gd name="T26" fmla="+- 0 2129 1703"/>
                  <a:gd name="T27" fmla="*/ 2129 h 568"/>
                  <a:gd name="T28" fmla="+- 0 10571 10415"/>
                  <a:gd name="T29" fmla="*/ T28 w 1248"/>
                  <a:gd name="T30" fmla="+- 0 1987 1703"/>
                  <a:gd name="T31" fmla="*/ 1987 h 568"/>
                  <a:gd name="T32" fmla="+- 0 10415 10415"/>
                  <a:gd name="T33" fmla="*/ T32 w 1248"/>
                  <a:gd name="T34" fmla="+- 0 2129 1703"/>
                  <a:gd name="T35" fmla="*/ 2129 h 568"/>
                  <a:gd name="T36" fmla="+- 0 10571 10415"/>
                  <a:gd name="T37" fmla="*/ T36 w 1248"/>
                  <a:gd name="T38" fmla="+- 0 2129 1703"/>
                  <a:gd name="T39" fmla="*/ 2129 h 568"/>
                  <a:gd name="T40" fmla="+- 0 11663 10415"/>
                  <a:gd name="T41" fmla="*/ T40 w 1248"/>
                  <a:gd name="T42" fmla="+- 0 1987 1703"/>
                  <a:gd name="T43" fmla="*/ 1987 h 568"/>
                  <a:gd name="T44" fmla="+- 0 11351 10415"/>
                  <a:gd name="T45" fmla="*/ T44 w 1248"/>
                  <a:gd name="T46" fmla="+- 0 1703 1703"/>
                  <a:gd name="T47" fmla="*/ 1703 h 568"/>
                  <a:gd name="T48" fmla="+- 0 11351 10415"/>
                  <a:gd name="T49" fmla="*/ T48 w 1248"/>
                  <a:gd name="T50" fmla="+- 0 2270 1703"/>
                  <a:gd name="T51" fmla="*/ 2270 h 568"/>
                  <a:gd name="T52" fmla="+- 0 11663 10415"/>
                  <a:gd name="T53" fmla="*/ T52 w 1248"/>
                  <a:gd name="T54" fmla="+- 0 1987 1703"/>
                  <a:gd name="T55" fmla="*/ 1987 h 56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Lst>
                <a:rect l="0" t="0" r="r" b="b"/>
                <a:pathLst>
                  <a:path w="1248" h="568">
                    <a:moveTo>
                      <a:pt x="936" y="426"/>
                    </a:moveTo>
                    <a:lnTo>
                      <a:pt x="936" y="141"/>
                    </a:lnTo>
                    <a:lnTo>
                      <a:pt x="0" y="141"/>
                    </a:lnTo>
                    <a:lnTo>
                      <a:pt x="156" y="284"/>
                    </a:lnTo>
                    <a:lnTo>
                      <a:pt x="156" y="426"/>
                    </a:lnTo>
                    <a:lnTo>
                      <a:pt x="936" y="426"/>
                    </a:lnTo>
                    <a:close/>
                    <a:moveTo>
                      <a:pt x="156" y="426"/>
                    </a:moveTo>
                    <a:lnTo>
                      <a:pt x="156" y="284"/>
                    </a:lnTo>
                    <a:lnTo>
                      <a:pt x="0" y="426"/>
                    </a:lnTo>
                    <a:lnTo>
                      <a:pt x="156" y="426"/>
                    </a:lnTo>
                    <a:close/>
                    <a:moveTo>
                      <a:pt x="1248" y="284"/>
                    </a:moveTo>
                    <a:lnTo>
                      <a:pt x="936" y="0"/>
                    </a:lnTo>
                    <a:lnTo>
                      <a:pt x="936" y="567"/>
                    </a:lnTo>
                    <a:lnTo>
                      <a:pt x="1248" y="284"/>
                    </a:lnTo>
                    <a:close/>
                  </a:path>
                </a:pathLst>
              </a:custGeom>
              <a:solidFill>
                <a:srgbClr val="CCCC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5"/>
              <p:cNvSpPr>
                <a:spLocks/>
              </p:cNvSpPr>
              <p:nvPr/>
            </p:nvSpPr>
            <p:spPr bwMode="auto">
              <a:xfrm>
                <a:off x="10414" y="1702"/>
                <a:ext cx="1248" cy="568"/>
              </a:xfrm>
              <a:custGeom>
                <a:avLst/>
                <a:gdLst>
                  <a:gd name="T0" fmla="+- 0 11351 10415"/>
                  <a:gd name="T1" fmla="*/ T0 w 1248"/>
                  <a:gd name="T2" fmla="+- 0 1703 1703"/>
                  <a:gd name="T3" fmla="*/ 1703 h 568"/>
                  <a:gd name="T4" fmla="+- 0 11351 10415"/>
                  <a:gd name="T5" fmla="*/ T4 w 1248"/>
                  <a:gd name="T6" fmla="+- 0 1844 1703"/>
                  <a:gd name="T7" fmla="*/ 1844 h 568"/>
                  <a:gd name="T8" fmla="+- 0 10415 10415"/>
                  <a:gd name="T9" fmla="*/ T8 w 1248"/>
                  <a:gd name="T10" fmla="+- 0 1844 1703"/>
                  <a:gd name="T11" fmla="*/ 1844 h 568"/>
                  <a:gd name="T12" fmla="+- 0 10571 10415"/>
                  <a:gd name="T13" fmla="*/ T12 w 1248"/>
                  <a:gd name="T14" fmla="+- 0 1987 1703"/>
                  <a:gd name="T15" fmla="*/ 1987 h 568"/>
                  <a:gd name="T16" fmla="+- 0 10415 10415"/>
                  <a:gd name="T17" fmla="*/ T16 w 1248"/>
                  <a:gd name="T18" fmla="+- 0 2129 1703"/>
                  <a:gd name="T19" fmla="*/ 2129 h 568"/>
                  <a:gd name="T20" fmla="+- 0 11351 10415"/>
                  <a:gd name="T21" fmla="*/ T20 w 1248"/>
                  <a:gd name="T22" fmla="+- 0 2129 1703"/>
                  <a:gd name="T23" fmla="*/ 2129 h 568"/>
                  <a:gd name="T24" fmla="+- 0 11351 10415"/>
                  <a:gd name="T25" fmla="*/ T24 w 1248"/>
                  <a:gd name="T26" fmla="+- 0 2270 1703"/>
                  <a:gd name="T27" fmla="*/ 2270 h 568"/>
                  <a:gd name="T28" fmla="+- 0 11663 10415"/>
                  <a:gd name="T29" fmla="*/ T28 w 1248"/>
                  <a:gd name="T30" fmla="+- 0 1987 1703"/>
                  <a:gd name="T31" fmla="*/ 1987 h 568"/>
                  <a:gd name="T32" fmla="+- 0 11351 10415"/>
                  <a:gd name="T33" fmla="*/ T32 w 1248"/>
                  <a:gd name="T34" fmla="+- 0 1703 1703"/>
                  <a:gd name="T35" fmla="*/ 1703 h 568"/>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Lst>
                <a:rect l="0" t="0" r="r" b="b"/>
                <a:pathLst>
                  <a:path w="1248" h="568">
                    <a:moveTo>
                      <a:pt x="936" y="0"/>
                    </a:moveTo>
                    <a:lnTo>
                      <a:pt x="936" y="141"/>
                    </a:lnTo>
                    <a:lnTo>
                      <a:pt x="0" y="141"/>
                    </a:lnTo>
                    <a:lnTo>
                      <a:pt x="156" y="284"/>
                    </a:lnTo>
                    <a:lnTo>
                      <a:pt x="0" y="426"/>
                    </a:lnTo>
                    <a:lnTo>
                      <a:pt x="936" y="426"/>
                    </a:lnTo>
                    <a:lnTo>
                      <a:pt x="936" y="567"/>
                    </a:lnTo>
                    <a:lnTo>
                      <a:pt x="1248" y="284"/>
                    </a:lnTo>
                    <a:lnTo>
                      <a:pt x="936" y="0"/>
                    </a:lnTo>
                    <a:close/>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16"/>
              <p:cNvSpPr>
                <a:spLocks/>
              </p:cNvSpPr>
              <p:nvPr/>
            </p:nvSpPr>
            <p:spPr bwMode="auto">
              <a:xfrm>
                <a:off x="11322" y="227"/>
                <a:ext cx="3288" cy="1346"/>
              </a:xfrm>
              <a:custGeom>
                <a:avLst/>
                <a:gdLst>
                  <a:gd name="T0" fmla="+- 0 14577 11322"/>
                  <a:gd name="T1" fmla="*/ T0 w 3288"/>
                  <a:gd name="T2" fmla="+- 0 544 228"/>
                  <a:gd name="T3" fmla="*/ 544 h 1346"/>
                  <a:gd name="T4" fmla="+- 0 14436 11322"/>
                  <a:gd name="T5" fmla="*/ T4 w 3288"/>
                  <a:gd name="T6" fmla="+- 0 446 228"/>
                  <a:gd name="T7" fmla="*/ 446 h 1346"/>
                  <a:gd name="T8" fmla="+- 0 14268 11322"/>
                  <a:gd name="T9" fmla="*/ T8 w 3288"/>
                  <a:gd name="T10" fmla="+- 0 382 228"/>
                  <a:gd name="T11" fmla="*/ 382 h 1346"/>
                  <a:gd name="T12" fmla="+- 0 14129 11322"/>
                  <a:gd name="T13" fmla="*/ T12 w 3288"/>
                  <a:gd name="T14" fmla="+- 0 344 228"/>
                  <a:gd name="T15" fmla="*/ 344 h 1346"/>
                  <a:gd name="T16" fmla="+- 0 13971 11322"/>
                  <a:gd name="T17" fmla="*/ T16 w 3288"/>
                  <a:gd name="T18" fmla="+- 0 310 228"/>
                  <a:gd name="T19" fmla="*/ 310 h 1346"/>
                  <a:gd name="T20" fmla="+- 0 13796 11322"/>
                  <a:gd name="T21" fmla="*/ T20 w 3288"/>
                  <a:gd name="T22" fmla="+- 0 282 228"/>
                  <a:gd name="T23" fmla="*/ 282 h 1346"/>
                  <a:gd name="T24" fmla="+- 0 13606 11322"/>
                  <a:gd name="T25" fmla="*/ T24 w 3288"/>
                  <a:gd name="T26" fmla="+- 0 259 228"/>
                  <a:gd name="T27" fmla="*/ 259 h 1346"/>
                  <a:gd name="T28" fmla="+- 0 13403 11322"/>
                  <a:gd name="T29" fmla="*/ T28 w 3288"/>
                  <a:gd name="T30" fmla="+- 0 242 228"/>
                  <a:gd name="T31" fmla="*/ 242 h 1346"/>
                  <a:gd name="T32" fmla="+- 0 13189 11322"/>
                  <a:gd name="T33" fmla="*/ T32 w 3288"/>
                  <a:gd name="T34" fmla="+- 0 231 228"/>
                  <a:gd name="T35" fmla="*/ 231 h 1346"/>
                  <a:gd name="T36" fmla="+- 0 12966 11322"/>
                  <a:gd name="T37" fmla="*/ T36 w 3288"/>
                  <a:gd name="T38" fmla="+- 0 228 228"/>
                  <a:gd name="T39" fmla="*/ 228 h 1346"/>
                  <a:gd name="T40" fmla="+- 0 12743 11322"/>
                  <a:gd name="T41" fmla="*/ T40 w 3288"/>
                  <a:gd name="T42" fmla="+- 0 231 228"/>
                  <a:gd name="T43" fmla="*/ 231 h 1346"/>
                  <a:gd name="T44" fmla="+- 0 12529 11322"/>
                  <a:gd name="T45" fmla="*/ T44 w 3288"/>
                  <a:gd name="T46" fmla="+- 0 242 228"/>
                  <a:gd name="T47" fmla="*/ 242 h 1346"/>
                  <a:gd name="T48" fmla="+- 0 12326 11322"/>
                  <a:gd name="T49" fmla="*/ T48 w 3288"/>
                  <a:gd name="T50" fmla="+- 0 259 228"/>
                  <a:gd name="T51" fmla="*/ 259 h 1346"/>
                  <a:gd name="T52" fmla="+- 0 12137 11322"/>
                  <a:gd name="T53" fmla="*/ T52 w 3288"/>
                  <a:gd name="T54" fmla="+- 0 282 228"/>
                  <a:gd name="T55" fmla="*/ 282 h 1346"/>
                  <a:gd name="T56" fmla="+- 0 11962 11322"/>
                  <a:gd name="T57" fmla="*/ T56 w 3288"/>
                  <a:gd name="T58" fmla="+- 0 310 228"/>
                  <a:gd name="T59" fmla="*/ 310 h 1346"/>
                  <a:gd name="T60" fmla="+- 0 11804 11322"/>
                  <a:gd name="T61" fmla="*/ T60 w 3288"/>
                  <a:gd name="T62" fmla="+- 0 344 228"/>
                  <a:gd name="T63" fmla="*/ 344 h 1346"/>
                  <a:gd name="T64" fmla="+- 0 11665 11322"/>
                  <a:gd name="T65" fmla="*/ T64 w 3288"/>
                  <a:gd name="T66" fmla="+- 0 382 228"/>
                  <a:gd name="T67" fmla="*/ 382 h 1346"/>
                  <a:gd name="T68" fmla="+- 0 11547 11322"/>
                  <a:gd name="T69" fmla="*/ T68 w 3288"/>
                  <a:gd name="T70" fmla="+- 0 424 228"/>
                  <a:gd name="T71" fmla="*/ 424 h 1346"/>
                  <a:gd name="T72" fmla="+- 0 11381 11322"/>
                  <a:gd name="T73" fmla="*/ T72 w 3288"/>
                  <a:gd name="T74" fmla="+- 0 519 228"/>
                  <a:gd name="T75" fmla="*/ 519 h 1346"/>
                  <a:gd name="T76" fmla="+- 0 11322 11322"/>
                  <a:gd name="T77" fmla="*/ T76 w 3288"/>
                  <a:gd name="T78" fmla="+- 0 624 228"/>
                  <a:gd name="T79" fmla="*/ 624 h 1346"/>
                  <a:gd name="T80" fmla="+- 0 11363 11322"/>
                  <a:gd name="T81" fmla="*/ T80 w 3288"/>
                  <a:gd name="T82" fmla="+- 0 712 228"/>
                  <a:gd name="T83" fmla="*/ 712 h 1346"/>
                  <a:gd name="T84" fmla="+- 0 11537 11322"/>
                  <a:gd name="T85" fmla="*/ T84 w 3288"/>
                  <a:gd name="T86" fmla="+- 0 820 228"/>
                  <a:gd name="T87" fmla="*/ 820 h 1346"/>
                  <a:gd name="T88" fmla="+- 0 11670 11322"/>
                  <a:gd name="T89" fmla="*/ T88 w 3288"/>
                  <a:gd name="T90" fmla="+- 0 868 228"/>
                  <a:gd name="T91" fmla="*/ 868 h 1346"/>
                  <a:gd name="T92" fmla="+- 0 11830 11322"/>
                  <a:gd name="T93" fmla="*/ T92 w 3288"/>
                  <a:gd name="T94" fmla="+- 0 910 228"/>
                  <a:gd name="T95" fmla="*/ 910 h 1346"/>
                  <a:gd name="T96" fmla="+- 0 12015 11322"/>
                  <a:gd name="T97" fmla="*/ T96 w 3288"/>
                  <a:gd name="T98" fmla="+- 0 947 228"/>
                  <a:gd name="T99" fmla="*/ 947 h 1346"/>
                  <a:gd name="T100" fmla="+- 0 12223 11322"/>
                  <a:gd name="T101" fmla="*/ T100 w 3288"/>
                  <a:gd name="T102" fmla="+- 0 978 228"/>
                  <a:gd name="T103" fmla="*/ 978 h 1346"/>
                  <a:gd name="T104" fmla="+- 0 12451 11322"/>
                  <a:gd name="T105" fmla="*/ T104 w 3288"/>
                  <a:gd name="T106" fmla="+- 0 1001 228"/>
                  <a:gd name="T107" fmla="*/ 1001 h 1346"/>
                  <a:gd name="T108" fmla="+- 0 13073 11322"/>
                  <a:gd name="T109" fmla="*/ T108 w 3288"/>
                  <a:gd name="T110" fmla="+- 0 1020 228"/>
                  <a:gd name="T111" fmla="*/ 1020 h 1346"/>
                  <a:gd name="T112" fmla="+- 0 13304 11322"/>
                  <a:gd name="T113" fmla="*/ T112 w 3288"/>
                  <a:gd name="T114" fmla="+- 0 1012 228"/>
                  <a:gd name="T115" fmla="*/ 1012 h 1346"/>
                  <a:gd name="T116" fmla="+- 0 13523 11322"/>
                  <a:gd name="T117" fmla="*/ T116 w 3288"/>
                  <a:gd name="T118" fmla="+- 0 997 228"/>
                  <a:gd name="T119" fmla="*/ 997 h 1346"/>
                  <a:gd name="T120" fmla="+- 0 13728 11322"/>
                  <a:gd name="T121" fmla="*/ T120 w 3288"/>
                  <a:gd name="T122" fmla="+- 0 975 228"/>
                  <a:gd name="T123" fmla="*/ 975 h 1346"/>
                  <a:gd name="T124" fmla="+- 0 13917 11322"/>
                  <a:gd name="T125" fmla="*/ T124 w 3288"/>
                  <a:gd name="T126" fmla="+- 0 947 228"/>
                  <a:gd name="T127" fmla="*/ 947 h 1346"/>
                  <a:gd name="T128" fmla="+- 0 14088 11322"/>
                  <a:gd name="T129" fmla="*/ T128 w 3288"/>
                  <a:gd name="T130" fmla="+- 0 913 228"/>
                  <a:gd name="T131" fmla="*/ 913 h 1346"/>
                  <a:gd name="T132" fmla="+- 0 14238 11322"/>
                  <a:gd name="T133" fmla="*/ T132 w 3288"/>
                  <a:gd name="T134" fmla="+- 0 875 228"/>
                  <a:gd name="T135" fmla="*/ 875 h 1346"/>
                  <a:gd name="T136" fmla="+- 0 14366 11322"/>
                  <a:gd name="T137" fmla="*/ T136 w 3288"/>
                  <a:gd name="T138" fmla="+- 0 831 228"/>
                  <a:gd name="T139" fmla="*/ 831 h 1346"/>
                  <a:gd name="T140" fmla="+- 0 14546 11322"/>
                  <a:gd name="T141" fmla="*/ T140 w 3288"/>
                  <a:gd name="T142" fmla="+- 0 733 228"/>
                  <a:gd name="T143" fmla="*/ 733 h 1346"/>
                  <a:gd name="T144" fmla="+- 0 14606 11322"/>
                  <a:gd name="T145" fmla="*/ T144 w 3288"/>
                  <a:gd name="T146" fmla="+- 0 652 228"/>
                  <a:gd name="T147" fmla="*/ 652 h 134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Lst>
                <a:rect l="0" t="0" r="r" b="b"/>
                <a:pathLst>
                  <a:path w="3288" h="1346">
                    <a:moveTo>
                      <a:pt x="3288" y="396"/>
                    </a:moveTo>
                    <a:lnTo>
                      <a:pt x="3255" y="316"/>
                    </a:lnTo>
                    <a:lnTo>
                      <a:pt x="3197" y="266"/>
                    </a:lnTo>
                    <a:lnTo>
                      <a:pt x="3114" y="218"/>
                    </a:lnTo>
                    <a:lnTo>
                      <a:pt x="3007" y="174"/>
                    </a:lnTo>
                    <a:lnTo>
                      <a:pt x="2946" y="154"/>
                    </a:lnTo>
                    <a:lnTo>
                      <a:pt x="2879" y="134"/>
                    </a:lnTo>
                    <a:lnTo>
                      <a:pt x="2807" y="116"/>
                    </a:lnTo>
                    <a:lnTo>
                      <a:pt x="2730" y="98"/>
                    </a:lnTo>
                    <a:lnTo>
                      <a:pt x="2649" y="82"/>
                    </a:lnTo>
                    <a:lnTo>
                      <a:pt x="2563" y="67"/>
                    </a:lnTo>
                    <a:lnTo>
                      <a:pt x="2474" y="54"/>
                    </a:lnTo>
                    <a:lnTo>
                      <a:pt x="2381" y="42"/>
                    </a:lnTo>
                    <a:lnTo>
                      <a:pt x="2284" y="31"/>
                    </a:lnTo>
                    <a:lnTo>
                      <a:pt x="2184" y="22"/>
                    </a:lnTo>
                    <a:lnTo>
                      <a:pt x="2081" y="14"/>
                    </a:lnTo>
                    <a:lnTo>
                      <a:pt x="1975" y="8"/>
                    </a:lnTo>
                    <a:lnTo>
                      <a:pt x="1867" y="3"/>
                    </a:lnTo>
                    <a:lnTo>
                      <a:pt x="1757" y="1"/>
                    </a:lnTo>
                    <a:lnTo>
                      <a:pt x="1644" y="0"/>
                    </a:lnTo>
                    <a:lnTo>
                      <a:pt x="1532" y="1"/>
                    </a:lnTo>
                    <a:lnTo>
                      <a:pt x="1421" y="3"/>
                    </a:lnTo>
                    <a:lnTo>
                      <a:pt x="1313" y="8"/>
                    </a:lnTo>
                    <a:lnTo>
                      <a:pt x="1207" y="14"/>
                    </a:lnTo>
                    <a:lnTo>
                      <a:pt x="1104" y="22"/>
                    </a:lnTo>
                    <a:lnTo>
                      <a:pt x="1004" y="31"/>
                    </a:lnTo>
                    <a:lnTo>
                      <a:pt x="908" y="42"/>
                    </a:lnTo>
                    <a:lnTo>
                      <a:pt x="815" y="54"/>
                    </a:lnTo>
                    <a:lnTo>
                      <a:pt x="725" y="67"/>
                    </a:lnTo>
                    <a:lnTo>
                      <a:pt x="640" y="82"/>
                    </a:lnTo>
                    <a:lnTo>
                      <a:pt x="559" y="98"/>
                    </a:lnTo>
                    <a:lnTo>
                      <a:pt x="482" y="116"/>
                    </a:lnTo>
                    <a:lnTo>
                      <a:pt x="410" y="134"/>
                    </a:lnTo>
                    <a:lnTo>
                      <a:pt x="343" y="154"/>
                    </a:lnTo>
                    <a:lnTo>
                      <a:pt x="281" y="174"/>
                    </a:lnTo>
                    <a:lnTo>
                      <a:pt x="225" y="196"/>
                    </a:lnTo>
                    <a:lnTo>
                      <a:pt x="129" y="242"/>
                    </a:lnTo>
                    <a:lnTo>
                      <a:pt x="59" y="291"/>
                    </a:lnTo>
                    <a:lnTo>
                      <a:pt x="15" y="342"/>
                    </a:lnTo>
                    <a:lnTo>
                      <a:pt x="0" y="396"/>
                    </a:lnTo>
                    <a:lnTo>
                      <a:pt x="5" y="426"/>
                    </a:lnTo>
                    <a:lnTo>
                      <a:pt x="41" y="484"/>
                    </a:lnTo>
                    <a:lnTo>
                      <a:pt x="112" y="540"/>
                    </a:lnTo>
                    <a:lnTo>
                      <a:pt x="215" y="592"/>
                    </a:lnTo>
                    <a:lnTo>
                      <a:pt x="278" y="616"/>
                    </a:lnTo>
                    <a:lnTo>
                      <a:pt x="348" y="640"/>
                    </a:lnTo>
                    <a:lnTo>
                      <a:pt x="425" y="662"/>
                    </a:lnTo>
                    <a:lnTo>
                      <a:pt x="508" y="682"/>
                    </a:lnTo>
                    <a:lnTo>
                      <a:pt x="598" y="702"/>
                    </a:lnTo>
                    <a:lnTo>
                      <a:pt x="693" y="719"/>
                    </a:lnTo>
                    <a:lnTo>
                      <a:pt x="794" y="735"/>
                    </a:lnTo>
                    <a:lnTo>
                      <a:pt x="901" y="750"/>
                    </a:lnTo>
                    <a:lnTo>
                      <a:pt x="1013" y="762"/>
                    </a:lnTo>
                    <a:lnTo>
                      <a:pt x="1129" y="773"/>
                    </a:lnTo>
                    <a:lnTo>
                      <a:pt x="1144" y="1345"/>
                    </a:lnTo>
                    <a:lnTo>
                      <a:pt x="1751" y="792"/>
                    </a:lnTo>
                    <a:lnTo>
                      <a:pt x="1868" y="789"/>
                    </a:lnTo>
                    <a:lnTo>
                      <a:pt x="1982" y="784"/>
                    </a:lnTo>
                    <a:lnTo>
                      <a:pt x="2093" y="777"/>
                    </a:lnTo>
                    <a:lnTo>
                      <a:pt x="2201" y="769"/>
                    </a:lnTo>
                    <a:lnTo>
                      <a:pt x="2305" y="759"/>
                    </a:lnTo>
                    <a:lnTo>
                      <a:pt x="2406" y="747"/>
                    </a:lnTo>
                    <a:lnTo>
                      <a:pt x="2503" y="734"/>
                    </a:lnTo>
                    <a:lnTo>
                      <a:pt x="2595" y="719"/>
                    </a:lnTo>
                    <a:lnTo>
                      <a:pt x="2683" y="703"/>
                    </a:lnTo>
                    <a:lnTo>
                      <a:pt x="2766" y="685"/>
                    </a:lnTo>
                    <a:lnTo>
                      <a:pt x="2844" y="667"/>
                    </a:lnTo>
                    <a:lnTo>
                      <a:pt x="2916" y="647"/>
                    </a:lnTo>
                    <a:lnTo>
                      <a:pt x="2983" y="626"/>
                    </a:lnTo>
                    <a:lnTo>
                      <a:pt x="3044" y="603"/>
                    </a:lnTo>
                    <a:lnTo>
                      <a:pt x="3148" y="556"/>
                    </a:lnTo>
                    <a:lnTo>
                      <a:pt x="3224" y="505"/>
                    </a:lnTo>
                    <a:lnTo>
                      <a:pt x="3272" y="452"/>
                    </a:lnTo>
                    <a:lnTo>
                      <a:pt x="3284" y="424"/>
                    </a:lnTo>
                    <a:lnTo>
                      <a:pt x="3288" y="396"/>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7"/>
              <p:cNvSpPr>
                <a:spLocks/>
              </p:cNvSpPr>
              <p:nvPr/>
            </p:nvSpPr>
            <p:spPr bwMode="auto">
              <a:xfrm>
                <a:off x="11322" y="227"/>
                <a:ext cx="3288" cy="1346"/>
              </a:xfrm>
              <a:custGeom>
                <a:avLst/>
                <a:gdLst>
                  <a:gd name="T0" fmla="+- 0 12335 11322"/>
                  <a:gd name="T1" fmla="*/ T0 w 3288"/>
                  <a:gd name="T2" fmla="+- 0 990 228"/>
                  <a:gd name="T3" fmla="*/ 990 h 1346"/>
                  <a:gd name="T4" fmla="+- 0 12116 11322"/>
                  <a:gd name="T5" fmla="*/ T4 w 3288"/>
                  <a:gd name="T6" fmla="+- 0 963 228"/>
                  <a:gd name="T7" fmla="*/ 963 h 1346"/>
                  <a:gd name="T8" fmla="+- 0 11920 11322"/>
                  <a:gd name="T9" fmla="*/ T8 w 3288"/>
                  <a:gd name="T10" fmla="+- 0 930 228"/>
                  <a:gd name="T11" fmla="*/ 930 h 1346"/>
                  <a:gd name="T12" fmla="+- 0 11747 11322"/>
                  <a:gd name="T13" fmla="*/ T12 w 3288"/>
                  <a:gd name="T14" fmla="+- 0 890 228"/>
                  <a:gd name="T15" fmla="*/ 890 h 1346"/>
                  <a:gd name="T16" fmla="+- 0 11600 11322"/>
                  <a:gd name="T17" fmla="*/ T16 w 3288"/>
                  <a:gd name="T18" fmla="+- 0 844 228"/>
                  <a:gd name="T19" fmla="*/ 844 h 1346"/>
                  <a:gd name="T20" fmla="+- 0 11482 11322"/>
                  <a:gd name="T21" fmla="*/ T20 w 3288"/>
                  <a:gd name="T22" fmla="+- 0 794 228"/>
                  <a:gd name="T23" fmla="*/ 794 h 1346"/>
                  <a:gd name="T24" fmla="+- 0 11341 11322"/>
                  <a:gd name="T25" fmla="*/ T24 w 3288"/>
                  <a:gd name="T26" fmla="+- 0 683 228"/>
                  <a:gd name="T27" fmla="*/ 683 h 1346"/>
                  <a:gd name="T28" fmla="+- 0 11326 11322"/>
                  <a:gd name="T29" fmla="*/ T28 w 3288"/>
                  <a:gd name="T30" fmla="+- 0 597 228"/>
                  <a:gd name="T31" fmla="*/ 597 h 1346"/>
                  <a:gd name="T32" fmla="+- 0 11413 11322"/>
                  <a:gd name="T33" fmla="*/ T32 w 3288"/>
                  <a:gd name="T34" fmla="+- 0 494 228"/>
                  <a:gd name="T35" fmla="*/ 494 h 1346"/>
                  <a:gd name="T36" fmla="+- 0 11603 11322"/>
                  <a:gd name="T37" fmla="*/ T36 w 3288"/>
                  <a:gd name="T38" fmla="+- 0 402 228"/>
                  <a:gd name="T39" fmla="*/ 402 h 1346"/>
                  <a:gd name="T40" fmla="+- 0 11732 11322"/>
                  <a:gd name="T41" fmla="*/ T40 w 3288"/>
                  <a:gd name="T42" fmla="+- 0 362 228"/>
                  <a:gd name="T43" fmla="*/ 362 h 1346"/>
                  <a:gd name="T44" fmla="+- 0 11881 11322"/>
                  <a:gd name="T45" fmla="*/ T44 w 3288"/>
                  <a:gd name="T46" fmla="+- 0 326 228"/>
                  <a:gd name="T47" fmla="*/ 326 h 1346"/>
                  <a:gd name="T48" fmla="+- 0 12047 11322"/>
                  <a:gd name="T49" fmla="*/ T48 w 3288"/>
                  <a:gd name="T50" fmla="+- 0 295 228"/>
                  <a:gd name="T51" fmla="*/ 295 h 1346"/>
                  <a:gd name="T52" fmla="+- 0 12230 11322"/>
                  <a:gd name="T53" fmla="*/ T52 w 3288"/>
                  <a:gd name="T54" fmla="+- 0 270 228"/>
                  <a:gd name="T55" fmla="*/ 270 h 1346"/>
                  <a:gd name="T56" fmla="+- 0 12426 11322"/>
                  <a:gd name="T57" fmla="*/ T56 w 3288"/>
                  <a:gd name="T58" fmla="+- 0 250 228"/>
                  <a:gd name="T59" fmla="*/ 250 h 1346"/>
                  <a:gd name="T60" fmla="+- 0 12635 11322"/>
                  <a:gd name="T61" fmla="*/ T60 w 3288"/>
                  <a:gd name="T62" fmla="+- 0 236 228"/>
                  <a:gd name="T63" fmla="*/ 236 h 1346"/>
                  <a:gd name="T64" fmla="+- 0 12854 11322"/>
                  <a:gd name="T65" fmla="*/ T64 w 3288"/>
                  <a:gd name="T66" fmla="+- 0 229 228"/>
                  <a:gd name="T67" fmla="*/ 229 h 1346"/>
                  <a:gd name="T68" fmla="+- 0 13079 11322"/>
                  <a:gd name="T69" fmla="*/ T68 w 3288"/>
                  <a:gd name="T70" fmla="+- 0 229 228"/>
                  <a:gd name="T71" fmla="*/ 229 h 1346"/>
                  <a:gd name="T72" fmla="+- 0 13297 11322"/>
                  <a:gd name="T73" fmla="*/ T72 w 3288"/>
                  <a:gd name="T74" fmla="+- 0 236 228"/>
                  <a:gd name="T75" fmla="*/ 236 h 1346"/>
                  <a:gd name="T76" fmla="+- 0 13506 11322"/>
                  <a:gd name="T77" fmla="*/ T76 w 3288"/>
                  <a:gd name="T78" fmla="+- 0 250 228"/>
                  <a:gd name="T79" fmla="*/ 250 h 1346"/>
                  <a:gd name="T80" fmla="+- 0 13703 11322"/>
                  <a:gd name="T81" fmla="*/ T80 w 3288"/>
                  <a:gd name="T82" fmla="+- 0 270 228"/>
                  <a:gd name="T83" fmla="*/ 270 h 1346"/>
                  <a:gd name="T84" fmla="+- 0 13885 11322"/>
                  <a:gd name="T85" fmla="*/ T84 w 3288"/>
                  <a:gd name="T86" fmla="+- 0 295 228"/>
                  <a:gd name="T87" fmla="*/ 295 h 1346"/>
                  <a:gd name="T88" fmla="+- 0 14052 11322"/>
                  <a:gd name="T89" fmla="*/ T88 w 3288"/>
                  <a:gd name="T90" fmla="+- 0 326 228"/>
                  <a:gd name="T91" fmla="*/ 326 h 1346"/>
                  <a:gd name="T92" fmla="+- 0 14201 11322"/>
                  <a:gd name="T93" fmla="*/ T92 w 3288"/>
                  <a:gd name="T94" fmla="+- 0 362 228"/>
                  <a:gd name="T95" fmla="*/ 362 h 1346"/>
                  <a:gd name="T96" fmla="+- 0 14329 11322"/>
                  <a:gd name="T97" fmla="*/ T96 w 3288"/>
                  <a:gd name="T98" fmla="+- 0 402 228"/>
                  <a:gd name="T99" fmla="*/ 402 h 1346"/>
                  <a:gd name="T100" fmla="+- 0 14481 11322"/>
                  <a:gd name="T101" fmla="*/ T100 w 3288"/>
                  <a:gd name="T102" fmla="+- 0 470 228"/>
                  <a:gd name="T103" fmla="*/ 470 h 1346"/>
                  <a:gd name="T104" fmla="+- 0 14595 11322"/>
                  <a:gd name="T105" fmla="*/ T104 w 3288"/>
                  <a:gd name="T106" fmla="+- 0 570 228"/>
                  <a:gd name="T107" fmla="*/ 570 h 1346"/>
                  <a:gd name="T108" fmla="+- 0 14606 11322"/>
                  <a:gd name="T109" fmla="*/ T108 w 3288"/>
                  <a:gd name="T110" fmla="+- 0 652 228"/>
                  <a:gd name="T111" fmla="*/ 652 h 1346"/>
                  <a:gd name="T112" fmla="+- 0 14511 11322"/>
                  <a:gd name="T113" fmla="*/ T112 w 3288"/>
                  <a:gd name="T114" fmla="+- 0 759 228"/>
                  <a:gd name="T115" fmla="*/ 759 h 1346"/>
                  <a:gd name="T116" fmla="+- 0 14305 11322"/>
                  <a:gd name="T117" fmla="*/ T116 w 3288"/>
                  <a:gd name="T118" fmla="+- 0 854 228"/>
                  <a:gd name="T119" fmla="*/ 854 h 1346"/>
                  <a:gd name="T120" fmla="+- 0 14166 11322"/>
                  <a:gd name="T121" fmla="*/ T120 w 3288"/>
                  <a:gd name="T122" fmla="+- 0 895 228"/>
                  <a:gd name="T123" fmla="*/ 895 h 1346"/>
                  <a:gd name="T124" fmla="+- 0 14005 11322"/>
                  <a:gd name="T125" fmla="*/ T124 w 3288"/>
                  <a:gd name="T126" fmla="+- 0 931 228"/>
                  <a:gd name="T127" fmla="*/ 931 h 1346"/>
                  <a:gd name="T128" fmla="+- 0 13825 11322"/>
                  <a:gd name="T129" fmla="*/ T128 w 3288"/>
                  <a:gd name="T130" fmla="+- 0 962 228"/>
                  <a:gd name="T131" fmla="*/ 962 h 1346"/>
                  <a:gd name="T132" fmla="+- 0 13627 11322"/>
                  <a:gd name="T133" fmla="*/ T132 w 3288"/>
                  <a:gd name="T134" fmla="+- 0 987 228"/>
                  <a:gd name="T135" fmla="*/ 987 h 1346"/>
                  <a:gd name="T136" fmla="+- 0 13415 11322"/>
                  <a:gd name="T137" fmla="*/ T136 w 3288"/>
                  <a:gd name="T138" fmla="+- 0 1005 228"/>
                  <a:gd name="T139" fmla="*/ 1005 h 1346"/>
                  <a:gd name="T140" fmla="+- 0 13190 11322"/>
                  <a:gd name="T141" fmla="*/ T140 w 3288"/>
                  <a:gd name="T142" fmla="+- 0 1017 228"/>
                  <a:gd name="T143" fmla="*/ 1017 h 1346"/>
                  <a:gd name="T144" fmla="+- 0 12466 11322"/>
                  <a:gd name="T145" fmla="*/ T144 w 3288"/>
                  <a:gd name="T146" fmla="+- 0 1573 228"/>
                  <a:gd name="T147" fmla="*/ 1573 h 134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Lst>
                <a:rect l="0" t="0" r="r" b="b"/>
                <a:pathLst>
                  <a:path w="3288" h="1346">
                    <a:moveTo>
                      <a:pt x="1129" y="773"/>
                    </a:moveTo>
                    <a:lnTo>
                      <a:pt x="1013" y="762"/>
                    </a:lnTo>
                    <a:lnTo>
                      <a:pt x="901" y="750"/>
                    </a:lnTo>
                    <a:lnTo>
                      <a:pt x="794" y="735"/>
                    </a:lnTo>
                    <a:lnTo>
                      <a:pt x="693" y="719"/>
                    </a:lnTo>
                    <a:lnTo>
                      <a:pt x="598" y="702"/>
                    </a:lnTo>
                    <a:lnTo>
                      <a:pt x="508" y="682"/>
                    </a:lnTo>
                    <a:lnTo>
                      <a:pt x="425" y="662"/>
                    </a:lnTo>
                    <a:lnTo>
                      <a:pt x="348" y="640"/>
                    </a:lnTo>
                    <a:lnTo>
                      <a:pt x="278" y="616"/>
                    </a:lnTo>
                    <a:lnTo>
                      <a:pt x="215" y="592"/>
                    </a:lnTo>
                    <a:lnTo>
                      <a:pt x="160" y="566"/>
                    </a:lnTo>
                    <a:lnTo>
                      <a:pt x="73" y="512"/>
                    </a:lnTo>
                    <a:lnTo>
                      <a:pt x="19" y="455"/>
                    </a:lnTo>
                    <a:lnTo>
                      <a:pt x="0" y="396"/>
                    </a:lnTo>
                    <a:lnTo>
                      <a:pt x="4" y="369"/>
                    </a:lnTo>
                    <a:lnTo>
                      <a:pt x="33" y="316"/>
                    </a:lnTo>
                    <a:lnTo>
                      <a:pt x="91" y="266"/>
                    </a:lnTo>
                    <a:lnTo>
                      <a:pt x="174" y="218"/>
                    </a:lnTo>
                    <a:lnTo>
                      <a:pt x="281" y="174"/>
                    </a:lnTo>
                    <a:lnTo>
                      <a:pt x="343" y="154"/>
                    </a:lnTo>
                    <a:lnTo>
                      <a:pt x="410" y="134"/>
                    </a:lnTo>
                    <a:lnTo>
                      <a:pt x="482" y="116"/>
                    </a:lnTo>
                    <a:lnTo>
                      <a:pt x="559" y="98"/>
                    </a:lnTo>
                    <a:lnTo>
                      <a:pt x="640" y="82"/>
                    </a:lnTo>
                    <a:lnTo>
                      <a:pt x="725" y="67"/>
                    </a:lnTo>
                    <a:lnTo>
                      <a:pt x="815" y="54"/>
                    </a:lnTo>
                    <a:lnTo>
                      <a:pt x="908" y="42"/>
                    </a:lnTo>
                    <a:lnTo>
                      <a:pt x="1004" y="31"/>
                    </a:lnTo>
                    <a:lnTo>
                      <a:pt x="1104" y="22"/>
                    </a:lnTo>
                    <a:lnTo>
                      <a:pt x="1207" y="14"/>
                    </a:lnTo>
                    <a:lnTo>
                      <a:pt x="1313" y="8"/>
                    </a:lnTo>
                    <a:lnTo>
                      <a:pt x="1421" y="3"/>
                    </a:lnTo>
                    <a:lnTo>
                      <a:pt x="1532" y="1"/>
                    </a:lnTo>
                    <a:lnTo>
                      <a:pt x="1644" y="0"/>
                    </a:lnTo>
                    <a:lnTo>
                      <a:pt x="1757" y="1"/>
                    </a:lnTo>
                    <a:lnTo>
                      <a:pt x="1867" y="3"/>
                    </a:lnTo>
                    <a:lnTo>
                      <a:pt x="1975" y="8"/>
                    </a:lnTo>
                    <a:lnTo>
                      <a:pt x="2081" y="14"/>
                    </a:lnTo>
                    <a:lnTo>
                      <a:pt x="2184" y="22"/>
                    </a:lnTo>
                    <a:lnTo>
                      <a:pt x="2284" y="31"/>
                    </a:lnTo>
                    <a:lnTo>
                      <a:pt x="2381" y="42"/>
                    </a:lnTo>
                    <a:lnTo>
                      <a:pt x="2474" y="54"/>
                    </a:lnTo>
                    <a:lnTo>
                      <a:pt x="2563" y="67"/>
                    </a:lnTo>
                    <a:lnTo>
                      <a:pt x="2649" y="82"/>
                    </a:lnTo>
                    <a:lnTo>
                      <a:pt x="2730" y="98"/>
                    </a:lnTo>
                    <a:lnTo>
                      <a:pt x="2807" y="116"/>
                    </a:lnTo>
                    <a:lnTo>
                      <a:pt x="2879" y="134"/>
                    </a:lnTo>
                    <a:lnTo>
                      <a:pt x="2946" y="154"/>
                    </a:lnTo>
                    <a:lnTo>
                      <a:pt x="3007" y="174"/>
                    </a:lnTo>
                    <a:lnTo>
                      <a:pt x="3064" y="196"/>
                    </a:lnTo>
                    <a:lnTo>
                      <a:pt x="3159" y="242"/>
                    </a:lnTo>
                    <a:lnTo>
                      <a:pt x="3229" y="291"/>
                    </a:lnTo>
                    <a:lnTo>
                      <a:pt x="3273" y="342"/>
                    </a:lnTo>
                    <a:lnTo>
                      <a:pt x="3288" y="396"/>
                    </a:lnTo>
                    <a:lnTo>
                      <a:pt x="3284" y="424"/>
                    </a:lnTo>
                    <a:lnTo>
                      <a:pt x="3252" y="479"/>
                    </a:lnTo>
                    <a:lnTo>
                      <a:pt x="3189" y="531"/>
                    </a:lnTo>
                    <a:lnTo>
                      <a:pt x="3099" y="580"/>
                    </a:lnTo>
                    <a:lnTo>
                      <a:pt x="2983" y="626"/>
                    </a:lnTo>
                    <a:lnTo>
                      <a:pt x="2916" y="647"/>
                    </a:lnTo>
                    <a:lnTo>
                      <a:pt x="2844" y="667"/>
                    </a:lnTo>
                    <a:lnTo>
                      <a:pt x="2766" y="685"/>
                    </a:lnTo>
                    <a:lnTo>
                      <a:pt x="2683" y="703"/>
                    </a:lnTo>
                    <a:lnTo>
                      <a:pt x="2595" y="719"/>
                    </a:lnTo>
                    <a:lnTo>
                      <a:pt x="2503" y="734"/>
                    </a:lnTo>
                    <a:lnTo>
                      <a:pt x="2406" y="747"/>
                    </a:lnTo>
                    <a:lnTo>
                      <a:pt x="2305" y="759"/>
                    </a:lnTo>
                    <a:lnTo>
                      <a:pt x="2201" y="769"/>
                    </a:lnTo>
                    <a:lnTo>
                      <a:pt x="2093" y="777"/>
                    </a:lnTo>
                    <a:lnTo>
                      <a:pt x="1982" y="784"/>
                    </a:lnTo>
                    <a:lnTo>
                      <a:pt x="1868" y="789"/>
                    </a:lnTo>
                    <a:lnTo>
                      <a:pt x="1751" y="792"/>
                    </a:lnTo>
                    <a:lnTo>
                      <a:pt x="1144" y="1345"/>
                    </a:lnTo>
                    <a:lnTo>
                      <a:pt x="1129" y="773"/>
                    </a:lnTo>
                    <a:close/>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Text Box 18"/>
              <p:cNvSpPr txBox="1">
                <a:spLocks noChangeArrowheads="1"/>
              </p:cNvSpPr>
              <p:nvPr/>
            </p:nvSpPr>
            <p:spPr bwMode="auto">
              <a:xfrm>
                <a:off x="11946" y="217"/>
                <a:ext cx="2061"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fontAlgn="base">
                  <a:spcBef>
                    <a:spcPct val="0"/>
                  </a:spcBef>
                  <a:spcAft>
                    <a:spcPct val="0"/>
                  </a:spcAft>
                  <a:defRPr sz="2400">
                    <a:solidFill>
                      <a:schemeClr val="tx1"/>
                    </a:solidFill>
                    <a:latin typeface="Arial" charset="0"/>
                    <a:ea typeface="ＭＳ Ｐゴシック" charset="0"/>
                  </a:defRPr>
                </a:lvl1pPr>
                <a:lvl2pPr fontAlgn="base">
                  <a:spcBef>
                    <a:spcPct val="0"/>
                  </a:spcBef>
                  <a:spcAft>
                    <a:spcPct val="0"/>
                  </a:spcAft>
                  <a:defRPr sz="2400">
                    <a:solidFill>
                      <a:schemeClr val="tx1"/>
                    </a:solidFill>
                    <a:latin typeface="Arial" charset="0"/>
                    <a:ea typeface="ＭＳ Ｐゴシック" charset="0"/>
                  </a:defRPr>
                </a:lvl2pPr>
                <a:lvl3pPr fontAlgn="base">
                  <a:spcBef>
                    <a:spcPct val="0"/>
                  </a:spcBef>
                  <a:spcAft>
                    <a:spcPct val="0"/>
                  </a:spcAft>
                  <a:defRPr sz="2400">
                    <a:solidFill>
                      <a:schemeClr val="tx1"/>
                    </a:solidFill>
                    <a:latin typeface="Arial" charset="0"/>
                    <a:ea typeface="ＭＳ Ｐゴシック" charset="0"/>
                  </a:defRPr>
                </a:lvl3pPr>
                <a:lvl4pPr fontAlgn="base">
                  <a:spcBef>
                    <a:spcPct val="0"/>
                  </a:spcBef>
                  <a:spcAft>
                    <a:spcPct val="0"/>
                  </a:spcAft>
                  <a:defRPr sz="2400">
                    <a:solidFill>
                      <a:schemeClr val="tx1"/>
                    </a:solidFill>
                    <a:latin typeface="Arial" charset="0"/>
                    <a:ea typeface="ＭＳ Ｐゴシック" charset="0"/>
                  </a:defRPr>
                </a:lvl4pPr>
                <a:lvl5pPr fontAlgn="base">
                  <a:spcBef>
                    <a:spcPct val="0"/>
                  </a:spcBef>
                  <a:spcAft>
                    <a:spcPct val="0"/>
                  </a:spcAft>
                  <a:defRPr sz="2400">
                    <a:solidFill>
                      <a:schemeClr val="tx1"/>
                    </a:solidFill>
                    <a:latin typeface="Arial" charset="0"/>
                    <a:ea typeface="ＭＳ Ｐゴシック" charset="0"/>
                  </a:defRPr>
                </a:lvl5pPr>
                <a:lvl6pPr fontAlgn="base">
                  <a:spcBef>
                    <a:spcPct val="0"/>
                  </a:spcBef>
                  <a:spcAft>
                    <a:spcPct val="0"/>
                  </a:spcAft>
                  <a:defRPr sz="2400">
                    <a:solidFill>
                      <a:schemeClr val="tx1"/>
                    </a:solidFill>
                    <a:latin typeface="Arial" charset="0"/>
                    <a:ea typeface="ＭＳ Ｐゴシック" charset="0"/>
                  </a:defRPr>
                </a:lvl6pPr>
                <a:lvl7pPr fontAlgn="base">
                  <a:spcBef>
                    <a:spcPct val="0"/>
                  </a:spcBef>
                  <a:spcAft>
                    <a:spcPct val="0"/>
                  </a:spcAft>
                  <a:defRPr sz="2400">
                    <a:solidFill>
                      <a:schemeClr val="tx1"/>
                    </a:solidFill>
                    <a:latin typeface="Arial" charset="0"/>
                    <a:ea typeface="ＭＳ Ｐゴシック" charset="0"/>
                  </a:defRPr>
                </a:lvl7pPr>
                <a:lvl8pPr fontAlgn="base">
                  <a:spcBef>
                    <a:spcPct val="0"/>
                  </a:spcBef>
                  <a:spcAft>
                    <a:spcPct val="0"/>
                  </a:spcAft>
                  <a:defRPr sz="2400">
                    <a:solidFill>
                      <a:schemeClr val="tx1"/>
                    </a:solidFill>
                    <a:latin typeface="Arial" charset="0"/>
                    <a:ea typeface="ＭＳ Ｐゴシック" charset="0"/>
                  </a:defRPr>
                </a:lvl8pPr>
                <a:lvl9pPr fontAlgn="base">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6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mbria" charset="0"/>
                    <a:ea typeface="ÇlÇr ñæí©" charset="0"/>
                  </a:rPr>
                  <a:t>Refined data</a:t>
                </a:r>
                <a:endParaRPr kumimoji="0" lang="en-US" sz="2400" b="0" i="0" u="none" strike="noStrike" cap="none" normalizeH="0" baseline="0" dirty="0">
                  <a:ln>
                    <a:noFill/>
                  </a:ln>
                  <a:solidFill>
                    <a:schemeClr val="tx1"/>
                  </a:solidFill>
                  <a:effectLst/>
                  <a:latin typeface="Arial" charset="0"/>
                  <a:ea typeface="ＭＳ Ｐゴシック" charset="0"/>
                </a:endParaRPr>
              </a:p>
            </p:txBody>
          </p:sp>
          <p:sp>
            <p:nvSpPr>
              <p:cNvPr id="17" name="Text Box 19"/>
              <p:cNvSpPr txBox="1">
                <a:spLocks noChangeArrowheads="1"/>
              </p:cNvSpPr>
              <p:nvPr/>
            </p:nvSpPr>
            <p:spPr bwMode="auto">
              <a:xfrm>
                <a:off x="11799" y="1511"/>
                <a:ext cx="190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fontAlgn="base">
                  <a:spcBef>
                    <a:spcPct val="0"/>
                  </a:spcBef>
                  <a:spcAft>
                    <a:spcPct val="0"/>
                  </a:spcAft>
                  <a:defRPr sz="2400">
                    <a:solidFill>
                      <a:schemeClr val="tx1"/>
                    </a:solidFill>
                    <a:latin typeface="Arial" charset="0"/>
                    <a:ea typeface="ＭＳ Ｐゴシック" charset="0"/>
                  </a:defRPr>
                </a:lvl1pPr>
                <a:lvl2pPr fontAlgn="base">
                  <a:spcBef>
                    <a:spcPct val="0"/>
                  </a:spcBef>
                  <a:spcAft>
                    <a:spcPct val="0"/>
                  </a:spcAft>
                  <a:defRPr sz="2400">
                    <a:solidFill>
                      <a:schemeClr val="tx1"/>
                    </a:solidFill>
                    <a:latin typeface="Arial" charset="0"/>
                    <a:ea typeface="ＭＳ Ｐゴシック" charset="0"/>
                  </a:defRPr>
                </a:lvl2pPr>
                <a:lvl3pPr fontAlgn="base">
                  <a:spcBef>
                    <a:spcPct val="0"/>
                  </a:spcBef>
                  <a:spcAft>
                    <a:spcPct val="0"/>
                  </a:spcAft>
                  <a:defRPr sz="2400">
                    <a:solidFill>
                      <a:schemeClr val="tx1"/>
                    </a:solidFill>
                    <a:latin typeface="Arial" charset="0"/>
                    <a:ea typeface="ＭＳ Ｐゴシック" charset="0"/>
                  </a:defRPr>
                </a:lvl3pPr>
                <a:lvl4pPr fontAlgn="base">
                  <a:spcBef>
                    <a:spcPct val="0"/>
                  </a:spcBef>
                  <a:spcAft>
                    <a:spcPct val="0"/>
                  </a:spcAft>
                  <a:defRPr sz="2400">
                    <a:solidFill>
                      <a:schemeClr val="tx1"/>
                    </a:solidFill>
                    <a:latin typeface="Arial" charset="0"/>
                    <a:ea typeface="ＭＳ Ｐゴシック" charset="0"/>
                  </a:defRPr>
                </a:lvl4pPr>
                <a:lvl5pPr fontAlgn="base">
                  <a:spcBef>
                    <a:spcPct val="0"/>
                  </a:spcBef>
                  <a:spcAft>
                    <a:spcPct val="0"/>
                  </a:spcAft>
                  <a:defRPr sz="2400">
                    <a:solidFill>
                      <a:schemeClr val="tx1"/>
                    </a:solidFill>
                    <a:latin typeface="Arial" charset="0"/>
                    <a:ea typeface="ＭＳ Ｐゴシック" charset="0"/>
                  </a:defRPr>
                </a:lvl5pPr>
                <a:lvl6pPr fontAlgn="base">
                  <a:spcBef>
                    <a:spcPct val="0"/>
                  </a:spcBef>
                  <a:spcAft>
                    <a:spcPct val="0"/>
                  </a:spcAft>
                  <a:defRPr sz="2400">
                    <a:solidFill>
                      <a:schemeClr val="tx1"/>
                    </a:solidFill>
                    <a:latin typeface="Arial" charset="0"/>
                    <a:ea typeface="ＭＳ Ｐゴシック" charset="0"/>
                  </a:defRPr>
                </a:lvl6pPr>
                <a:lvl7pPr fontAlgn="base">
                  <a:spcBef>
                    <a:spcPct val="0"/>
                  </a:spcBef>
                  <a:spcAft>
                    <a:spcPct val="0"/>
                  </a:spcAft>
                  <a:defRPr sz="2400">
                    <a:solidFill>
                      <a:schemeClr val="tx1"/>
                    </a:solidFill>
                    <a:latin typeface="Arial" charset="0"/>
                    <a:ea typeface="ＭＳ Ｐゴシック" charset="0"/>
                  </a:defRPr>
                </a:lvl7pPr>
                <a:lvl8pPr fontAlgn="base">
                  <a:spcBef>
                    <a:spcPct val="0"/>
                  </a:spcBef>
                  <a:spcAft>
                    <a:spcPct val="0"/>
                  </a:spcAft>
                  <a:defRPr sz="2400">
                    <a:solidFill>
                      <a:schemeClr val="tx1"/>
                    </a:solidFill>
                    <a:latin typeface="Arial" charset="0"/>
                    <a:ea typeface="ＭＳ Ｐゴシック" charset="0"/>
                  </a:defRPr>
                </a:lvl8pPr>
                <a:lvl9pPr fontAlgn="base">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6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mbria" charset="0"/>
                    <a:ea typeface="ÇlÇr ñæí©" charset="0"/>
                  </a:rPr>
                  <a:t>Output data</a:t>
                </a:r>
                <a:endParaRPr kumimoji="0" lang="en-US" sz="2400" b="0" i="0" u="none" strike="noStrike" cap="none" normalizeH="0" baseline="0" dirty="0">
                  <a:ln>
                    <a:noFill/>
                  </a:ln>
                  <a:solidFill>
                    <a:schemeClr val="tx1"/>
                  </a:solidFill>
                  <a:effectLst/>
                  <a:latin typeface="Arial" charset="0"/>
                  <a:ea typeface="ＭＳ Ｐゴシック" charset="0"/>
                </a:endParaRPr>
              </a:p>
            </p:txBody>
          </p:sp>
          <p:sp>
            <p:nvSpPr>
              <p:cNvPr id="18" name="Text Box 20"/>
              <p:cNvSpPr txBox="1">
                <a:spLocks noChangeArrowheads="1"/>
              </p:cNvSpPr>
              <p:nvPr/>
            </p:nvSpPr>
            <p:spPr bwMode="auto">
              <a:xfrm>
                <a:off x="5992" y="567"/>
                <a:ext cx="4422" cy="2951"/>
              </a:xfrm>
              <a:prstGeom prst="rect">
                <a:avLst/>
              </a:prstGeom>
              <a:solidFill>
                <a:srgbClr val="CCCCFF"/>
              </a:solidFill>
              <a:ln w="9525">
                <a:solidFill>
                  <a:srgbClr val="000000"/>
                </a:solidFill>
                <a:miter lim="800000"/>
                <a:headEnd/>
                <a:tailEnd/>
              </a:ln>
            </p:spPr>
            <p:txBody>
              <a:bodyPr vert="horz" wrap="square" lIns="0" tIns="0" rIns="0" bIns="0" numCol="1" anchor="t" anchorCtr="0" compatLnSpc="1">
                <a:prstTxWarp prst="textNoShape">
                  <a:avLst/>
                </a:prstTxWarp>
              </a:bodyPr>
              <a:lstStyle>
                <a:lvl1pPr fontAlgn="base">
                  <a:spcBef>
                    <a:spcPct val="0"/>
                  </a:spcBef>
                  <a:spcAft>
                    <a:spcPct val="0"/>
                  </a:spcAft>
                  <a:defRPr sz="2400">
                    <a:solidFill>
                      <a:schemeClr val="tx1"/>
                    </a:solidFill>
                    <a:latin typeface="Arial" charset="0"/>
                    <a:ea typeface="ＭＳ Ｐゴシック" charset="0"/>
                  </a:defRPr>
                </a:lvl1pPr>
                <a:lvl2pPr fontAlgn="base">
                  <a:spcBef>
                    <a:spcPct val="0"/>
                  </a:spcBef>
                  <a:spcAft>
                    <a:spcPct val="0"/>
                  </a:spcAft>
                  <a:defRPr sz="2400">
                    <a:solidFill>
                      <a:schemeClr val="tx1"/>
                    </a:solidFill>
                    <a:latin typeface="Arial" charset="0"/>
                    <a:ea typeface="ＭＳ Ｐゴシック" charset="0"/>
                  </a:defRPr>
                </a:lvl2pPr>
                <a:lvl3pPr fontAlgn="base">
                  <a:spcBef>
                    <a:spcPct val="0"/>
                  </a:spcBef>
                  <a:spcAft>
                    <a:spcPct val="0"/>
                  </a:spcAft>
                  <a:defRPr sz="2400">
                    <a:solidFill>
                      <a:schemeClr val="tx1"/>
                    </a:solidFill>
                    <a:latin typeface="Arial" charset="0"/>
                    <a:ea typeface="ＭＳ Ｐゴシック" charset="0"/>
                  </a:defRPr>
                </a:lvl3pPr>
                <a:lvl4pPr fontAlgn="base">
                  <a:spcBef>
                    <a:spcPct val="0"/>
                  </a:spcBef>
                  <a:spcAft>
                    <a:spcPct val="0"/>
                  </a:spcAft>
                  <a:defRPr sz="2400">
                    <a:solidFill>
                      <a:schemeClr val="tx1"/>
                    </a:solidFill>
                    <a:latin typeface="Arial" charset="0"/>
                    <a:ea typeface="ＭＳ Ｐゴシック" charset="0"/>
                  </a:defRPr>
                </a:lvl4pPr>
                <a:lvl5pPr fontAlgn="base">
                  <a:spcBef>
                    <a:spcPct val="0"/>
                  </a:spcBef>
                  <a:spcAft>
                    <a:spcPct val="0"/>
                  </a:spcAft>
                  <a:defRPr sz="2400">
                    <a:solidFill>
                      <a:schemeClr val="tx1"/>
                    </a:solidFill>
                    <a:latin typeface="Arial" charset="0"/>
                    <a:ea typeface="ＭＳ Ｐゴシック" charset="0"/>
                  </a:defRPr>
                </a:lvl5pPr>
                <a:lvl6pPr fontAlgn="base">
                  <a:spcBef>
                    <a:spcPct val="0"/>
                  </a:spcBef>
                  <a:spcAft>
                    <a:spcPct val="0"/>
                  </a:spcAft>
                  <a:defRPr sz="2400">
                    <a:solidFill>
                      <a:schemeClr val="tx1"/>
                    </a:solidFill>
                    <a:latin typeface="Arial" charset="0"/>
                    <a:ea typeface="ＭＳ Ｐゴシック" charset="0"/>
                  </a:defRPr>
                </a:lvl6pPr>
                <a:lvl7pPr fontAlgn="base">
                  <a:spcBef>
                    <a:spcPct val="0"/>
                  </a:spcBef>
                  <a:spcAft>
                    <a:spcPct val="0"/>
                  </a:spcAft>
                  <a:defRPr sz="2400">
                    <a:solidFill>
                      <a:schemeClr val="tx1"/>
                    </a:solidFill>
                    <a:latin typeface="Arial" charset="0"/>
                    <a:ea typeface="ＭＳ Ｐゴシック" charset="0"/>
                  </a:defRPr>
                </a:lvl7pPr>
                <a:lvl8pPr fontAlgn="base">
                  <a:spcBef>
                    <a:spcPct val="0"/>
                  </a:spcBef>
                  <a:spcAft>
                    <a:spcPct val="0"/>
                  </a:spcAft>
                  <a:defRPr sz="2400">
                    <a:solidFill>
                      <a:schemeClr val="tx1"/>
                    </a:solidFill>
                    <a:latin typeface="Arial" charset="0"/>
                    <a:ea typeface="ＭＳ Ｐゴシック" charset="0"/>
                  </a:defRPr>
                </a:lvl8pPr>
                <a:lvl9pPr fontAlgn="base">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3700" b="0" i="0" u="none" strike="noStrike" cap="none" normalizeH="0" baseline="0">
                  <a:ln>
                    <a:noFill/>
                  </a:ln>
                  <a:solidFill>
                    <a:schemeClr val="tx1"/>
                  </a:solidFill>
                  <a:effectLst/>
                  <a:latin typeface="Times New Roman" charset="0"/>
                  <a:ea typeface="ÇlÇr ñæí©" charset="0"/>
                </a:endParaRPr>
              </a:p>
              <a:p>
                <a:pPr marL="0" marR="176213" lvl="0" indent="0" algn="ctr"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a:ln>
                      <a:noFill/>
                    </a:ln>
                    <a:solidFill>
                      <a:schemeClr val="tx1"/>
                    </a:solidFill>
                    <a:effectLst/>
                    <a:latin typeface="Cambria" charset="0"/>
                    <a:ea typeface="ÇlÇr ñæí©" charset="0"/>
                  </a:rPr>
                  <a:t>Algorithm</a:t>
                </a:r>
              </a:p>
              <a:p>
                <a:pPr marL="0" marR="176213" lvl="0" indent="0" algn="ctr" defTabSz="914400" rtl="0" eaLnBrk="1" fontAlgn="base" latinLnBrk="0" hangingPunct="1">
                  <a:lnSpc>
                    <a:spcPct val="100000"/>
                  </a:lnSpc>
                  <a:spcBef>
                    <a:spcPts val="113"/>
                  </a:spcBef>
                  <a:spcAft>
                    <a:spcPct val="0"/>
                  </a:spcAft>
                  <a:buClrTx/>
                  <a:buSzTx/>
                  <a:buFontTx/>
                  <a:buNone/>
                  <a:tabLst/>
                </a:pPr>
                <a:r>
                  <a:rPr kumimoji="0" lang="en-US" sz="2000" b="0" i="0" u="none" strike="noStrike" cap="none" normalizeH="0" baseline="0">
                    <a:ln>
                      <a:noFill/>
                    </a:ln>
                    <a:solidFill>
                      <a:schemeClr val="tx1"/>
                    </a:solidFill>
                    <a:effectLst/>
                    <a:latin typeface="Cambria" charset="0"/>
                    <a:ea typeface="ÇlÇr ñæí©" charset="0"/>
                  </a:rPr>
                  <a:t>(transformation of data)</a:t>
                </a:r>
                <a:endParaRPr kumimoji="0" lang="en-US" sz="2400" b="0" i="0" u="none" strike="noStrike" cap="none" normalizeH="0" baseline="0">
                  <a:ln>
                    <a:noFill/>
                  </a:ln>
                  <a:solidFill>
                    <a:schemeClr val="tx1"/>
                  </a:solidFill>
                  <a:effectLst/>
                  <a:latin typeface="Arial" charset="0"/>
                  <a:ea typeface="ＭＳ Ｐゴシック" charset="0"/>
                </a:endParaRPr>
              </a:p>
            </p:txBody>
          </p:sp>
        </p:grpSp>
      </p:grpSp>
      <p:sp>
        <p:nvSpPr>
          <p:cNvPr id="27" name="TextBox 26">
            <a:extLst>
              <a:ext uri="{FF2B5EF4-FFF2-40B4-BE49-F238E27FC236}">
                <a16:creationId xmlns:a16="http://schemas.microsoft.com/office/drawing/2014/main" id="{63ED0710-7B4C-4C4F-984B-3C50D1ECA745}"/>
              </a:ext>
            </a:extLst>
          </p:cNvPr>
          <p:cNvSpPr txBox="1"/>
          <p:nvPr/>
        </p:nvSpPr>
        <p:spPr>
          <a:xfrm>
            <a:off x="922340" y="4959913"/>
            <a:ext cx="7524974" cy="461665"/>
          </a:xfrm>
          <a:prstGeom prst="rect">
            <a:avLst/>
          </a:prstGeom>
          <a:noFill/>
        </p:spPr>
        <p:txBody>
          <a:bodyPr wrap="square" rtlCol="0">
            <a:spAutoFit/>
          </a:bodyPr>
          <a:lstStyle/>
          <a:p>
            <a:r>
              <a:rPr lang="en-US" sz="2400" dirty="0" err="1">
                <a:solidFill>
                  <a:srgbClr val="FF0000"/>
                </a:solidFill>
              </a:rPr>
              <a:t>Đặt</a:t>
            </a:r>
            <a:r>
              <a:rPr lang="en-US" sz="2400" dirty="0">
                <a:solidFill>
                  <a:srgbClr val="FF0000"/>
                </a:solidFill>
              </a:rPr>
              <a:t> ra </a:t>
            </a:r>
            <a:r>
              <a:rPr lang="en-US" sz="2400" dirty="0" err="1">
                <a:solidFill>
                  <a:srgbClr val="FF0000"/>
                </a:solidFill>
              </a:rPr>
              <a:t>các</a:t>
            </a:r>
            <a:r>
              <a:rPr lang="en-US" sz="2400" dirty="0">
                <a:solidFill>
                  <a:srgbClr val="FF0000"/>
                </a:solidFill>
              </a:rPr>
              <a:t> </a:t>
            </a:r>
            <a:r>
              <a:rPr lang="en-US" sz="2400" dirty="0" err="1">
                <a:solidFill>
                  <a:srgbClr val="FF0000"/>
                </a:solidFill>
              </a:rPr>
              <a:t>câu</a:t>
            </a:r>
            <a:r>
              <a:rPr lang="en-US" sz="2400" dirty="0">
                <a:solidFill>
                  <a:srgbClr val="FF0000"/>
                </a:solidFill>
              </a:rPr>
              <a:t> </a:t>
            </a:r>
            <a:r>
              <a:rPr lang="en-US" sz="2400" dirty="0" err="1">
                <a:solidFill>
                  <a:srgbClr val="FF0000"/>
                </a:solidFill>
              </a:rPr>
              <a:t>hỏi</a:t>
            </a:r>
            <a:r>
              <a:rPr lang="en-US" sz="2400" dirty="0">
                <a:solidFill>
                  <a:srgbClr val="FF0000"/>
                </a:solidFill>
              </a:rPr>
              <a:t>: </a:t>
            </a:r>
            <a:r>
              <a:rPr lang="en-US" sz="2400" dirty="0" err="1">
                <a:solidFill>
                  <a:srgbClr val="FF0000"/>
                </a:solidFill>
              </a:rPr>
              <a:t>Yêu</a:t>
            </a:r>
            <a:r>
              <a:rPr lang="en-US" sz="2400" dirty="0">
                <a:solidFill>
                  <a:srgbClr val="FF0000"/>
                </a:solidFill>
              </a:rPr>
              <a:t> </a:t>
            </a:r>
            <a:r>
              <a:rPr lang="en-US" sz="2400" dirty="0" err="1">
                <a:solidFill>
                  <a:srgbClr val="FF0000"/>
                </a:solidFill>
              </a:rPr>
              <a:t>cầu</a:t>
            </a:r>
            <a:r>
              <a:rPr lang="en-US" sz="2400" dirty="0">
                <a:solidFill>
                  <a:srgbClr val="FF0000"/>
                </a:solidFill>
              </a:rPr>
              <a:t> </a:t>
            </a:r>
            <a:r>
              <a:rPr lang="en-US" sz="2400" dirty="0" err="1">
                <a:solidFill>
                  <a:srgbClr val="FF0000"/>
                </a:solidFill>
              </a:rPr>
              <a:t>là</a:t>
            </a:r>
            <a:r>
              <a:rPr lang="en-US" sz="2400" dirty="0">
                <a:solidFill>
                  <a:srgbClr val="FF0000"/>
                </a:solidFill>
              </a:rPr>
              <a:t> </a:t>
            </a:r>
            <a:r>
              <a:rPr lang="en-US" sz="2400" dirty="0" err="1">
                <a:solidFill>
                  <a:srgbClr val="FF0000"/>
                </a:solidFill>
              </a:rPr>
              <a:t>gì</a:t>
            </a:r>
            <a:r>
              <a:rPr lang="en-US" sz="2400" dirty="0">
                <a:solidFill>
                  <a:srgbClr val="FF0000"/>
                </a:solidFill>
              </a:rPr>
              <a:t>? </a:t>
            </a:r>
            <a:r>
              <a:rPr lang="en-US" sz="2400" dirty="0" err="1">
                <a:solidFill>
                  <a:srgbClr val="FF0000"/>
                </a:solidFill>
              </a:rPr>
              <a:t>Phải</a:t>
            </a:r>
            <a:r>
              <a:rPr lang="en-US" sz="2400" dirty="0">
                <a:solidFill>
                  <a:srgbClr val="FF0000"/>
                </a:solidFill>
              </a:rPr>
              <a:t> </a:t>
            </a:r>
            <a:r>
              <a:rPr lang="en-US" sz="2400" dirty="0" err="1">
                <a:solidFill>
                  <a:srgbClr val="FF0000"/>
                </a:solidFill>
              </a:rPr>
              <a:t>làm</a:t>
            </a:r>
            <a:r>
              <a:rPr lang="en-US" sz="2400" dirty="0">
                <a:solidFill>
                  <a:srgbClr val="FF0000"/>
                </a:solidFill>
              </a:rPr>
              <a:t> </a:t>
            </a:r>
            <a:r>
              <a:rPr lang="en-US" sz="2400" dirty="0" err="1">
                <a:solidFill>
                  <a:srgbClr val="FF0000"/>
                </a:solidFill>
              </a:rPr>
              <a:t>gì</a:t>
            </a:r>
            <a:r>
              <a:rPr lang="en-US" sz="2400" dirty="0">
                <a:solidFill>
                  <a:srgbClr val="FF0000"/>
                </a:solidFill>
              </a:rPr>
              <a:t>? </a:t>
            </a:r>
            <a:r>
              <a:rPr lang="en-US" sz="2400" dirty="0" err="1">
                <a:solidFill>
                  <a:srgbClr val="FF0000"/>
                </a:solidFill>
              </a:rPr>
              <a:t>Làm</a:t>
            </a:r>
            <a:r>
              <a:rPr lang="en-US" sz="2400" dirty="0">
                <a:solidFill>
                  <a:srgbClr val="FF0000"/>
                </a:solidFill>
              </a:rPr>
              <a:t> </a:t>
            </a:r>
            <a:r>
              <a:rPr lang="en-US" sz="2400" dirty="0" err="1">
                <a:solidFill>
                  <a:srgbClr val="FF0000"/>
                </a:solidFill>
              </a:rPr>
              <a:t>thế</a:t>
            </a:r>
            <a:r>
              <a:rPr lang="en-US" sz="2400" dirty="0">
                <a:solidFill>
                  <a:srgbClr val="FF0000"/>
                </a:solidFill>
              </a:rPr>
              <a:t> </a:t>
            </a:r>
            <a:r>
              <a:rPr lang="en-US" sz="2400" dirty="0" err="1">
                <a:solidFill>
                  <a:srgbClr val="FF0000"/>
                </a:solidFill>
              </a:rPr>
              <a:t>nào</a:t>
            </a:r>
            <a:r>
              <a:rPr lang="en-US" sz="2400" dirty="0">
                <a:solidFill>
                  <a:srgbClr val="FF0000"/>
                </a:solidFill>
              </a:rPr>
              <a:t>?</a:t>
            </a:r>
          </a:p>
        </p:txBody>
      </p:sp>
    </p:spTree>
    <p:extLst>
      <p:ext uri="{BB962C8B-B14F-4D97-AF65-F5344CB8AC3E}">
        <p14:creationId xmlns:p14="http://schemas.microsoft.com/office/powerpoint/2010/main" val="20131936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a:extLst>
              <a:ext uri="{FF2B5EF4-FFF2-40B4-BE49-F238E27FC236}">
                <a16:creationId xmlns:a16="http://schemas.microsoft.com/office/drawing/2014/main" id="{3AF0C9FD-7E6B-6948-97E9-D276C7DED4E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spcBef>
                <a:spcPct val="0"/>
              </a:spcBef>
              <a:buClrTx/>
              <a:buSzTx/>
              <a:buFontTx/>
              <a:buNone/>
            </a:pPr>
            <a:fld id="{92F35B30-004E-4443-B7FA-1334974F5100}" type="slidenum">
              <a:rPr lang="en-US" altLang="en-US" sz="1200" smtClean="0">
                <a:latin typeface="Garamond" panose="02020404030301010803" pitchFamily="18" charset="0"/>
              </a:rPr>
              <a:pPr>
                <a:spcBef>
                  <a:spcPct val="0"/>
                </a:spcBef>
                <a:buClrTx/>
                <a:buSzTx/>
                <a:buFontTx/>
                <a:buNone/>
              </a:pPr>
              <a:t>33</a:t>
            </a:fld>
            <a:endParaRPr lang="en-US" altLang="en-US" sz="1200">
              <a:latin typeface="Garamond" panose="02020404030301010803" pitchFamily="18" charset="0"/>
            </a:endParaRPr>
          </a:p>
        </p:txBody>
      </p:sp>
      <p:sp>
        <p:nvSpPr>
          <p:cNvPr id="36867" name="Rectangle 2">
            <a:extLst>
              <a:ext uri="{FF2B5EF4-FFF2-40B4-BE49-F238E27FC236}">
                <a16:creationId xmlns:a16="http://schemas.microsoft.com/office/drawing/2014/main" id="{BBF32F7E-D393-CE44-A82E-4F48B480C223}"/>
              </a:ext>
            </a:extLst>
          </p:cNvPr>
          <p:cNvSpPr>
            <a:spLocks noGrp="1" noChangeArrowheads="1"/>
          </p:cNvSpPr>
          <p:nvPr>
            <p:ph type="title"/>
          </p:nvPr>
        </p:nvSpPr>
        <p:spPr/>
        <p:txBody>
          <a:bodyPr/>
          <a:lstStyle/>
          <a:p>
            <a:pPr eaLnBrk="1" hangingPunct="1"/>
            <a:r>
              <a:rPr lang="en-US" altLang="en-US"/>
              <a:t>Các giai đoạn thiết kế chính</a:t>
            </a:r>
          </a:p>
        </p:txBody>
      </p:sp>
      <p:sp>
        <p:nvSpPr>
          <p:cNvPr id="36868" name="Rectangle 3">
            <a:extLst>
              <a:ext uri="{FF2B5EF4-FFF2-40B4-BE49-F238E27FC236}">
                <a16:creationId xmlns:a16="http://schemas.microsoft.com/office/drawing/2014/main" id="{A49C899F-ED1B-2D40-B817-D90545A029EF}"/>
              </a:ext>
            </a:extLst>
          </p:cNvPr>
          <p:cNvSpPr>
            <a:spLocks noGrp="1" noChangeArrowheads="1"/>
          </p:cNvSpPr>
          <p:nvPr>
            <p:ph sz="quarter" idx="13"/>
          </p:nvPr>
        </p:nvSpPr>
        <p:spPr/>
        <p:txBody>
          <a:bodyPr>
            <a:normAutofit/>
          </a:bodyPr>
          <a:lstStyle/>
          <a:p>
            <a:pPr>
              <a:lnSpc>
                <a:spcPct val="90000"/>
              </a:lnSpc>
            </a:pPr>
            <a:r>
              <a:rPr lang="en-US" altLang="en-US" sz="3000" dirty="0" err="1"/>
              <a:t>Thiết</a:t>
            </a:r>
            <a:r>
              <a:rPr lang="en-US" altLang="en-US" sz="3000" dirty="0"/>
              <a:t> </a:t>
            </a:r>
            <a:r>
              <a:rPr lang="en-US" altLang="en-US" sz="3000" dirty="0" err="1"/>
              <a:t>kế</a:t>
            </a:r>
            <a:r>
              <a:rPr lang="en-US" altLang="en-US" sz="3000" dirty="0"/>
              <a:t> </a:t>
            </a:r>
            <a:r>
              <a:rPr lang="en-US" altLang="en-US" sz="3000" dirty="0" err="1"/>
              <a:t>sơ</a:t>
            </a:r>
            <a:r>
              <a:rPr lang="en-US" altLang="en-US" sz="3000" dirty="0"/>
              <a:t> </a:t>
            </a:r>
            <a:r>
              <a:rPr lang="en-US" altLang="en-US" sz="3000" dirty="0" err="1"/>
              <a:t>bộ</a:t>
            </a:r>
            <a:r>
              <a:rPr lang="en-US" altLang="en-US" sz="3000" dirty="0"/>
              <a:t>: </a:t>
            </a:r>
          </a:p>
          <a:p>
            <a:pPr lvl="1">
              <a:lnSpc>
                <a:spcPct val="90000"/>
              </a:lnSpc>
            </a:pPr>
            <a:r>
              <a:rPr lang="en-US" altLang="en-US" sz="2600" dirty="0" err="1"/>
              <a:t>Tìm</a:t>
            </a:r>
            <a:r>
              <a:rPr lang="en-US" altLang="en-US" sz="2600" dirty="0"/>
              <a:t> </a:t>
            </a:r>
            <a:r>
              <a:rPr lang="en-US" altLang="en-US" sz="2600" dirty="0" err="1"/>
              <a:t>hiểu</a:t>
            </a:r>
            <a:r>
              <a:rPr lang="en-US" altLang="en-US" sz="2600" dirty="0"/>
              <a:t> </a:t>
            </a:r>
            <a:r>
              <a:rPr lang="en-US" altLang="en-US" sz="2600" dirty="0" err="1"/>
              <a:t>cặn</a:t>
            </a:r>
            <a:r>
              <a:rPr lang="en-US" altLang="en-US" sz="2600" dirty="0"/>
              <a:t> </a:t>
            </a:r>
            <a:r>
              <a:rPr lang="en-US" altLang="en-US" sz="2600" dirty="0" err="1"/>
              <a:t>kẽ</a:t>
            </a:r>
            <a:r>
              <a:rPr lang="en-US" altLang="en-US" sz="2600" dirty="0"/>
              <a:t> </a:t>
            </a:r>
            <a:r>
              <a:rPr lang="en-US" altLang="en-US" sz="2600" dirty="0" err="1"/>
              <a:t>các</a:t>
            </a:r>
            <a:r>
              <a:rPr lang="en-US" altLang="en-US" sz="2600" dirty="0"/>
              <a:t> </a:t>
            </a:r>
            <a:r>
              <a:rPr lang="en-US" altLang="en-US" sz="2600" dirty="0" err="1"/>
              <a:t>thành</a:t>
            </a:r>
            <a:r>
              <a:rPr lang="en-US" altLang="en-US" sz="2600" dirty="0"/>
              <a:t> </a:t>
            </a:r>
            <a:r>
              <a:rPr lang="en-US" altLang="en-US" sz="2600" dirty="0" err="1"/>
              <a:t>phần</a:t>
            </a:r>
            <a:r>
              <a:rPr lang="en-US" altLang="en-US" sz="2600" dirty="0"/>
              <a:t> </a:t>
            </a:r>
            <a:r>
              <a:rPr lang="en-US" altLang="en-US" sz="2600" dirty="0" err="1"/>
              <a:t>của</a:t>
            </a:r>
            <a:r>
              <a:rPr lang="en-US" altLang="en-US" sz="2600" dirty="0"/>
              <a:t> </a:t>
            </a:r>
            <a:r>
              <a:rPr lang="en-US" altLang="en-US" sz="2600" dirty="0" err="1"/>
              <a:t>giải</a:t>
            </a:r>
            <a:r>
              <a:rPr lang="en-US" altLang="en-US" sz="2600" dirty="0"/>
              <a:t> </a:t>
            </a:r>
            <a:r>
              <a:rPr lang="en-US" altLang="en-US" sz="2600" dirty="0" err="1"/>
              <a:t>thuật</a:t>
            </a:r>
            <a:endParaRPr lang="en-US" altLang="en-US" sz="2600" dirty="0"/>
          </a:p>
          <a:p>
            <a:pPr lvl="1">
              <a:lnSpc>
                <a:spcPct val="90000"/>
              </a:lnSpc>
            </a:pPr>
            <a:r>
              <a:rPr lang="en-US" altLang="en-US" sz="2600" dirty="0" err="1"/>
              <a:t>Giải</a:t>
            </a:r>
            <a:r>
              <a:rPr lang="en-US" altLang="en-US" sz="2600" dirty="0"/>
              <a:t> </a:t>
            </a:r>
            <a:r>
              <a:rPr lang="en-US" altLang="en-US" sz="2600" dirty="0" err="1"/>
              <a:t>thuật</a:t>
            </a:r>
            <a:r>
              <a:rPr lang="en-US" altLang="en-US" sz="2600" dirty="0"/>
              <a:t> </a:t>
            </a:r>
            <a:r>
              <a:rPr lang="en-US" altLang="en-US" sz="2600" dirty="0" err="1"/>
              <a:t>gồm</a:t>
            </a:r>
            <a:r>
              <a:rPr lang="en-US" altLang="en-US" sz="2600" dirty="0"/>
              <a:t> </a:t>
            </a:r>
            <a:r>
              <a:rPr lang="en-US" altLang="en-US" sz="2600" dirty="0" err="1"/>
              <a:t>có</a:t>
            </a:r>
            <a:r>
              <a:rPr lang="en-US" altLang="en-US" sz="2600" dirty="0"/>
              <a:t> bao </a:t>
            </a:r>
            <a:r>
              <a:rPr lang="en-US" altLang="en-US" sz="2600" dirty="0" err="1"/>
              <a:t>nhiêu</a:t>
            </a:r>
            <a:r>
              <a:rPr lang="en-US" altLang="en-US" sz="2600" dirty="0"/>
              <a:t> </a:t>
            </a:r>
            <a:r>
              <a:rPr lang="en-US" altLang="en-US" sz="2600" dirty="0" err="1"/>
              <a:t>thành</a:t>
            </a:r>
            <a:r>
              <a:rPr lang="en-US" altLang="en-US" sz="2600" dirty="0"/>
              <a:t> </a:t>
            </a:r>
            <a:r>
              <a:rPr lang="en-US" altLang="en-US" sz="2600" dirty="0" err="1"/>
              <a:t>phần</a:t>
            </a:r>
            <a:r>
              <a:rPr lang="en-US" altLang="en-US" sz="2600" dirty="0"/>
              <a:t> </a:t>
            </a:r>
            <a:r>
              <a:rPr lang="en-US" altLang="en-US" sz="2600" dirty="0" err="1"/>
              <a:t>cơ</a:t>
            </a:r>
            <a:r>
              <a:rPr lang="en-US" altLang="en-US" sz="2600" dirty="0"/>
              <a:t> </a:t>
            </a:r>
            <a:r>
              <a:rPr lang="en-US" altLang="en-US" sz="2600" dirty="0" err="1"/>
              <a:t>bản</a:t>
            </a:r>
            <a:r>
              <a:rPr lang="en-US" altLang="en-US" sz="2600" dirty="0"/>
              <a:t> (</a:t>
            </a:r>
            <a:r>
              <a:rPr lang="en-US" altLang="en-US" sz="2600" dirty="0" err="1"/>
              <a:t>mô</a:t>
            </a:r>
            <a:r>
              <a:rPr lang="en-US" altLang="en-US" sz="2600" dirty="0"/>
              <a:t> </a:t>
            </a:r>
            <a:r>
              <a:rPr lang="en-US" altLang="en-US" sz="2600" dirty="0" err="1"/>
              <a:t>dul</a:t>
            </a:r>
            <a:r>
              <a:rPr lang="en-US" altLang="en-US" sz="2600" dirty="0"/>
              <a:t>) </a:t>
            </a:r>
          </a:p>
          <a:p>
            <a:pPr lvl="1">
              <a:lnSpc>
                <a:spcPct val="90000"/>
              </a:lnSpc>
            </a:pPr>
            <a:r>
              <a:rPr lang="en-US" altLang="en-US" sz="2600" dirty="0" err="1"/>
              <a:t>Phương</a:t>
            </a:r>
            <a:r>
              <a:rPr lang="en-US" altLang="en-US" sz="2600" dirty="0"/>
              <a:t> </a:t>
            </a:r>
            <a:r>
              <a:rPr lang="en-US" altLang="en-US" sz="2600" dirty="0" err="1"/>
              <a:t>pháp</a:t>
            </a:r>
            <a:r>
              <a:rPr lang="en-US" altLang="en-US" sz="2600" dirty="0"/>
              <a:t> </a:t>
            </a:r>
            <a:r>
              <a:rPr lang="en-US" altLang="en-US" sz="2600" b="1" dirty="0" err="1">
                <a:solidFill>
                  <a:srgbClr val="FF0000"/>
                </a:solidFill>
              </a:rPr>
              <a:t>thiết</a:t>
            </a:r>
            <a:r>
              <a:rPr lang="en-US" altLang="en-US" sz="2600" b="1" dirty="0">
                <a:solidFill>
                  <a:srgbClr val="FF0000"/>
                </a:solidFill>
              </a:rPr>
              <a:t> </a:t>
            </a:r>
            <a:r>
              <a:rPr lang="en-US" altLang="en-US" sz="2600" b="1" dirty="0" err="1">
                <a:solidFill>
                  <a:srgbClr val="FF0000"/>
                </a:solidFill>
              </a:rPr>
              <a:t>kế</a:t>
            </a:r>
            <a:r>
              <a:rPr lang="en-US" altLang="en-US" sz="2600" b="1" dirty="0">
                <a:solidFill>
                  <a:srgbClr val="FF0000"/>
                </a:solidFill>
              </a:rPr>
              <a:t> </a:t>
            </a:r>
            <a:r>
              <a:rPr lang="en-US" altLang="en-US" sz="2600" b="1" dirty="0" err="1">
                <a:solidFill>
                  <a:srgbClr val="FF0000"/>
                </a:solidFill>
              </a:rPr>
              <a:t>từ</a:t>
            </a:r>
            <a:r>
              <a:rPr lang="en-US" altLang="en-US" sz="2600" b="1" dirty="0">
                <a:solidFill>
                  <a:srgbClr val="FF0000"/>
                </a:solidFill>
              </a:rPr>
              <a:t> </a:t>
            </a:r>
            <a:r>
              <a:rPr lang="en-US" altLang="en-US" sz="2600" b="1" dirty="0" err="1">
                <a:solidFill>
                  <a:srgbClr val="FF0000"/>
                </a:solidFill>
              </a:rPr>
              <a:t>trên</a:t>
            </a:r>
            <a:r>
              <a:rPr lang="en-US" altLang="en-US" sz="2600" b="1" dirty="0">
                <a:solidFill>
                  <a:srgbClr val="FF0000"/>
                </a:solidFill>
              </a:rPr>
              <a:t> </a:t>
            </a:r>
            <a:r>
              <a:rPr lang="en-US" altLang="en-US" sz="2600" b="1" dirty="0" err="1">
                <a:solidFill>
                  <a:srgbClr val="FF0000"/>
                </a:solidFill>
              </a:rPr>
              <a:t>xuống</a:t>
            </a:r>
            <a:r>
              <a:rPr lang="en-US" altLang="en-US" sz="2600" b="1" dirty="0">
                <a:solidFill>
                  <a:srgbClr val="FF0000"/>
                </a:solidFill>
              </a:rPr>
              <a:t> </a:t>
            </a:r>
          </a:p>
          <a:p>
            <a:pPr>
              <a:lnSpc>
                <a:spcPct val="90000"/>
              </a:lnSpc>
            </a:pPr>
            <a:r>
              <a:rPr lang="en-US" altLang="en-US" sz="3000" dirty="0" err="1"/>
              <a:t>Thiết</a:t>
            </a:r>
            <a:r>
              <a:rPr lang="en-US" altLang="en-US" sz="3000" dirty="0"/>
              <a:t> </a:t>
            </a:r>
            <a:r>
              <a:rPr lang="en-US" altLang="en-US" sz="3000" dirty="0" err="1"/>
              <a:t>kế</a:t>
            </a:r>
            <a:r>
              <a:rPr lang="en-US" altLang="en-US" sz="3000" dirty="0"/>
              <a:t> chi </a:t>
            </a:r>
            <a:r>
              <a:rPr lang="en-US" altLang="en-US" sz="3000" dirty="0" err="1"/>
              <a:t>tiết</a:t>
            </a:r>
            <a:r>
              <a:rPr lang="en-US" altLang="en-US" sz="3000" dirty="0"/>
              <a:t>: </a:t>
            </a:r>
          </a:p>
          <a:p>
            <a:pPr lvl="1">
              <a:lnSpc>
                <a:spcPct val="90000"/>
              </a:lnSpc>
            </a:pPr>
            <a:r>
              <a:rPr lang="en-US" altLang="en-US" sz="2600" dirty="0" err="1"/>
              <a:t>Cài</a:t>
            </a:r>
            <a:r>
              <a:rPr lang="en-US" altLang="en-US" sz="2600" dirty="0"/>
              <a:t> </a:t>
            </a:r>
            <a:r>
              <a:rPr lang="en-US" altLang="en-US" sz="2600" dirty="0" err="1"/>
              <a:t>đặt</a:t>
            </a:r>
            <a:r>
              <a:rPr lang="en-US" altLang="en-US" sz="2600" dirty="0"/>
              <a:t> </a:t>
            </a:r>
            <a:r>
              <a:rPr lang="en-US" altLang="en-US" sz="2600" dirty="0" err="1"/>
              <a:t>các</a:t>
            </a:r>
            <a:r>
              <a:rPr lang="en-US" altLang="en-US" sz="2600" dirty="0"/>
              <a:t> </a:t>
            </a:r>
            <a:r>
              <a:rPr lang="en-US" altLang="en-US" sz="2600" dirty="0" err="1"/>
              <a:t>mô</a:t>
            </a:r>
            <a:r>
              <a:rPr lang="en-US" altLang="en-US" sz="2600" dirty="0"/>
              <a:t> </a:t>
            </a:r>
            <a:r>
              <a:rPr lang="en-US" altLang="en-US" sz="2600" dirty="0" err="1"/>
              <a:t>dul</a:t>
            </a:r>
            <a:r>
              <a:rPr lang="en-US" altLang="en-US" sz="2600" dirty="0"/>
              <a:t> </a:t>
            </a:r>
            <a:r>
              <a:rPr lang="en-US" altLang="en-US" sz="2600" dirty="0" err="1"/>
              <a:t>bằng</a:t>
            </a:r>
            <a:r>
              <a:rPr lang="en-US" altLang="en-US" sz="2600" dirty="0"/>
              <a:t> </a:t>
            </a:r>
            <a:r>
              <a:rPr lang="en-US" altLang="en-US" sz="2600" dirty="0" err="1"/>
              <a:t>một</a:t>
            </a:r>
            <a:r>
              <a:rPr lang="en-US" altLang="en-US" sz="2600" dirty="0"/>
              <a:t> </a:t>
            </a:r>
            <a:r>
              <a:rPr lang="en-US" altLang="en-US" sz="2600" dirty="0" err="1"/>
              <a:t>ngôn</a:t>
            </a:r>
            <a:r>
              <a:rPr lang="en-US" altLang="en-US" sz="2600" dirty="0"/>
              <a:t> </a:t>
            </a:r>
            <a:r>
              <a:rPr lang="en-US" altLang="en-US" sz="2600" dirty="0" err="1"/>
              <a:t>ngữ</a:t>
            </a:r>
            <a:r>
              <a:rPr lang="en-US" altLang="en-US" sz="2600" dirty="0"/>
              <a:t> </a:t>
            </a:r>
            <a:r>
              <a:rPr lang="en-US" altLang="en-US" sz="2600" dirty="0" err="1"/>
              <a:t>lập</a:t>
            </a:r>
            <a:r>
              <a:rPr lang="en-US" altLang="en-US" sz="2600" dirty="0"/>
              <a:t> </a:t>
            </a:r>
            <a:r>
              <a:rPr lang="en-US" altLang="en-US" sz="2600" dirty="0" err="1"/>
              <a:t>trình</a:t>
            </a:r>
            <a:r>
              <a:rPr lang="en-US" altLang="en-US" sz="2600" dirty="0"/>
              <a:t> </a:t>
            </a:r>
            <a:r>
              <a:rPr lang="en-US" altLang="en-US" sz="2600" dirty="0" err="1"/>
              <a:t>cụ</a:t>
            </a:r>
            <a:r>
              <a:rPr lang="en-US" altLang="en-US" sz="2600" dirty="0"/>
              <a:t> </a:t>
            </a:r>
            <a:r>
              <a:rPr lang="en-US" altLang="en-US" sz="2600" dirty="0" err="1"/>
              <a:t>thể</a:t>
            </a:r>
            <a:r>
              <a:rPr lang="en-US" altLang="en-US" sz="2600" dirty="0"/>
              <a:t>. </a:t>
            </a:r>
          </a:p>
          <a:p>
            <a:pPr lvl="1">
              <a:lnSpc>
                <a:spcPct val="90000"/>
              </a:lnSpc>
            </a:pPr>
            <a:r>
              <a:rPr lang="en-US" altLang="en-US" sz="2600" dirty="0" err="1"/>
              <a:t>Ghép</a:t>
            </a:r>
            <a:r>
              <a:rPr lang="en-US" altLang="en-US" sz="2600" dirty="0"/>
              <a:t> </a:t>
            </a:r>
            <a:r>
              <a:rPr lang="en-US" altLang="en-US" sz="2600" dirty="0" err="1"/>
              <a:t>nối</a:t>
            </a:r>
            <a:r>
              <a:rPr lang="en-US" altLang="en-US" sz="2600" dirty="0"/>
              <a:t> </a:t>
            </a:r>
            <a:r>
              <a:rPr lang="en-US" altLang="en-US" sz="2600" dirty="0" err="1"/>
              <a:t>các</a:t>
            </a:r>
            <a:r>
              <a:rPr lang="en-US" altLang="en-US" sz="2600" dirty="0"/>
              <a:t> </a:t>
            </a:r>
            <a:r>
              <a:rPr lang="en-US" altLang="en-US" sz="2600" dirty="0" err="1"/>
              <a:t>mô</a:t>
            </a:r>
            <a:r>
              <a:rPr lang="en-US" altLang="en-US" sz="2600" dirty="0"/>
              <a:t> </a:t>
            </a:r>
            <a:r>
              <a:rPr lang="en-US" altLang="en-US" sz="2600" dirty="0" err="1"/>
              <a:t>dul</a:t>
            </a:r>
            <a:r>
              <a:rPr lang="en-US" altLang="en-US" sz="2600" dirty="0"/>
              <a:t> </a:t>
            </a:r>
            <a:r>
              <a:rPr lang="en-US" altLang="en-US" sz="2600" dirty="0" err="1"/>
              <a:t>để</a:t>
            </a:r>
            <a:r>
              <a:rPr lang="en-US" altLang="en-US" sz="2600" dirty="0"/>
              <a:t> </a:t>
            </a:r>
            <a:r>
              <a:rPr lang="en-US" altLang="en-US" sz="2600" dirty="0" err="1"/>
              <a:t>tạo</a:t>
            </a:r>
            <a:r>
              <a:rPr lang="en-US" altLang="en-US" sz="2600" dirty="0"/>
              <a:t> </a:t>
            </a:r>
            <a:r>
              <a:rPr lang="en-US" altLang="en-US" sz="2600" dirty="0" err="1"/>
              <a:t>thành</a:t>
            </a:r>
            <a:r>
              <a:rPr lang="en-US" altLang="en-US" sz="2600" dirty="0"/>
              <a:t> </a:t>
            </a:r>
            <a:r>
              <a:rPr lang="en-US" altLang="en-US" sz="2600" dirty="0" err="1"/>
              <a:t>một</a:t>
            </a:r>
            <a:r>
              <a:rPr lang="en-US" altLang="en-US" sz="2600" dirty="0"/>
              <a:t> </a:t>
            </a:r>
            <a:r>
              <a:rPr lang="en-US" altLang="en-US" sz="2600" dirty="0" err="1"/>
              <a:t>chương</a:t>
            </a:r>
            <a:r>
              <a:rPr lang="en-US" altLang="en-US" sz="2600" dirty="0"/>
              <a:t> </a:t>
            </a:r>
            <a:r>
              <a:rPr lang="en-US" altLang="en-US" sz="2600" dirty="0" err="1"/>
              <a:t>trình</a:t>
            </a:r>
            <a:r>
              <a:rPr lang="en-US" altLang="en-US" sz="2600" dirty="0"/>
              <a:t> </a:t>
            </a:r>
            <a:r>
              <a:rPr lang="en-US" altLang="en-US" sz="2600" dirty="0" err="1"/>
              <a:t>hoàn</a:t>
            </a:r>
            <a:r>
              <a:rPr lang="en-US" altLang="en-US" sz="2600" dirty="0"/>
              <a:t> </a:t>
            </a:r>
            <a:r>
              <a:rPr lang="en-US" altLang="en-US" sz="2600" dirty="0" err="1"/>
              <a:t>chỉnh</a:t>
            </a:r>
            <a:r>
              <a:rPr lang="en-US" altLang="en-US" sz="2600" dirty="0"/>
              <a:t> </a:t>
            </a:r>
            <a:r>
              <a:rPr lang="en-US" altLang="en-US" sz="2600" dirty="0" err="1"/>
              <a:t>thực</a:t>
            </a:r>
            <a:r>
              <a:rPr lang="en-US" altLang="en-US" sz="2600" dirty="0"/>
              <a:t> </a:t>
            </a:r>
            <a:r>
              <a:rPr lang="en-US" altLang="en-US" sz="2600" dirty="0" err="1"/>
              <a:t>hiện</a:t>
            </a:r>
            <a:r>
              <a:rPr lang="en-US" altLang="en-US" sz="2600" dirty="0"/>
              <a:t> </a:t>
            </a:r>
            <a:r>
              <a:rPr lang="en-US" altLang="en-US" sz="2600" dirty="0" err="1"/>
              <a:t>giải</a:t>
            </a:r>
            <a:r>
              <a:rPr lang="en-US" altLang="en-US" sz="2600" dirty="0"/>
              <a:t> </a:t>
            </a:r>
            <a:r>
              <a:rPr lang="en-US" altLang="en-US" sz="2600" dirty="0" err="1"/>
              <a:t>thuật</a:t>
            </a:r>
            <a:r>
              <a:rPr lang="en-US" altLang="en-US" sz="2600" dirty="0"/>
              <a:t> ban </a:t>
            </a:r>
            <a:r>
              <a:rPr lang="en-US" altLang="en-US" sz="2600" dirty="0" err="1"/>
              <a:t>đầu</a:t>
            </a:r>
            <a:r>
              <a:rPr lang="en-US" altLang="en-US" sz="2600" dirty="0"/>
              <a:t>. </a:t>
            </a:r>
          </a:p>
          <a:p>
            <a:pPr lvl="1">
              <a:lnSpc>
                <a:spcPct val="90000"/>
              </a:lnSpc>
            </a:pPr>
            <a:r>
              <a:rPr lang="en-US" altLang="en-US" sz="2600" dirty="0" err="1"/>
              <a:t>Phương</a:t>
            </a:r>
            <a:r>
              <a:rPr lang="en-US" altLang="en-US" sz="2600" dirty="0"/>
              <a:t> </a:t>
            </a:r>
            <a:r>
              <a:rPr lang="en-US" altLang="en-US" sz="2600" dirty="0" err="1"/>
              <a:t>pháp</a:t>
            </a:r>
            <a:r>
              <a:rPr lang="en-US" altLang="en-US" sz="2600" dirty="0"/>
              <a:t> </a:t>
            </a:r>
            <a:r>
              <a:rPr lang="en-US" altLang="en-US" sz="2600" b="1" dirty="0" err="1">
                <a:solidFill>
                  <a:srgbClr val="FF0000"/>
                </a:solidFill>
              </a:rPr>
              <a:t>tinh</a:t>
            </a:r>
            <a:r>
              <a:rPr lang="en-US" altLang="en-US" sz="2600" b="1" dirty="0">
                <a:solidFill>
                  <a:srgbClr val="FF0000"/>
                </a:solidFill>
              </a:rPr>
              <a:t> </a:t>
            </a:r>
            <a:r>
              <a:rPr lang="en-US" altLang="en-US" sz="2600" b="1" dirty="0" err="1">
                <a:solidFill>
                  <a:srgbClr val="FF0000"/>
                </a:solidFill>
              </a:rPr>
              <a:t>chỉnh</a:t>
            </a:r>
            <a:r>
              <a:rPr lang="en-US" altLang="en-US" sz="2600" b="1" dirty="0">
                <a:solidFill>
                  <a:srgbClr val="FF0000"/>
                </a:solidFill>
              </a:rPr>
              <a:t> </a:t>
            </a:r>
            <a:r>
              <a:rPr lang="en-US" altLang="en-US" sz="2600" b="1" dirty="0" err="1">
                <a:solidFill>
                  <a:srgbClr val="FF0000"/>
                </a:solidFill>
              </a:rPr>
              <a:t>từng</a:t>
            </a:r>
            <a:r>
              <a:rPr lang="en-US" altLang="en-US" sz="2600" b="1" dirty="0">
                <a:solidFill>
                  <a:srgbClr val="FF0000"/>
                </a:solidFill>
              </a:rPr>
              <a:t> </a:t>
            </a:r>
            <a:r>
              <a:rPr lang="en-US" altLang="en-US" sz="2600" b="1" dirty="0" err="1">
                <a:solidFill>
                  <a:srgbClr val="FF0000"/>
                </a:solidFill>
              </a:rPr>
              <a:t>bước</a:t>
            </a:r>
            <a:endParaRPr lang="en-US" altLang="en-US" sz="2600" b="1" dirty="0">
              <a:solidFill>
                <a:srgbClr val="FF0000"/>
              </a:solidFill>
            </a:endParaRPr>
          </a:p>
        </p:txBody>
      </p:sp>
    </p:spTree>
    <p:extLst>
      <p:ext uri="{BB962C8B-B14F-4D97-AF65-F5344CB8AC3E}">
        <p14:creationId xmlns:p14="http://schemas.microsoft.com/office/powerpoint/2010/main" val="15112679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a:extLst>
              <a:ext uri="{FF2B5EF4-FFF2-40B4-BE49-F238E27FC236}">
                <a16:creationId xmlns:a16="http://schemas.microsoft.com/office/drawing/2014/main" id="{41715FEB-A5F6-D34D-B6A9-7C90BDCB84C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spcBef>
                <a:spcPct val="0"/>
              </a:spcBef>
              <a:buClrTx/>
              <a:buSzTx/>
              <a:buFontTx/>
              <a:buNone/>
            </a:pPr>
            <a:fld id="{577E38CD-C0AF-1541-B5DF-86CF4807C675}" type="slidenum">
              <a:rPr lang="en-US" altLang="en-US" sz="1200" smtClean="0">
                <a:latin typeface="Garamond" panose="02020404030301010803" pitchFamily="18" charset="0"/>
              </a:rPr>
              <a:pPr>
                <a:spcBef>
                  <a:spcPct val="0"/>
                </a:spcBef>
                <a:buClrTx/>
                <a:buSzTx/>
                <a:buFontTx/>
                <a:buNone/>
              </a:pPr>
              <a:t>34</a:t>
            </a:fld>
            <a:endParaRPr lang="en-US" altLang="en-US" sz="1200">
              <a:latin typeface="Garamond" panose="02020404030301010803" pitchFamily="18" charset="0"/>
            </a:endParaRPr>
          </a:p>
        </p:txBody>
      </p:sp>
      <p:sp>
        <p:nvSpPr>
          <p:cNvPr id="37891" name="Rectangle 2">
            <a:extLst>
              <a:ext uri="{FF2B5EF4-FFF2-40B4-BE49-F238E27FC236}">
                <a16:creationId xmlns:a16="http://schemas.microsoft.com/office/drawing/2014/main" id="{9CECF0A7-83A5-5945-B970-9038890073C7}"/>
              </a:ext>
            </a:extLst>
          </p:cNvPr>
          <p:cNvSpPr>
            <a:spLocks noGrp="1" noChangeArrowheads="1"/>
          </p:cNvSpPr>
          <p:nvPr>
            <p:ph type="title"/>
          </p:nvPr>
        </p:nvSpPr>
        <p:spPr/>
        <p:txBody>
          <a:bodyPr/>
          <a:lstStyle/>
          <a:p>
            <a:pPr eaLnBrk="1" hangingPunct="1"/>
            <a:r>
              <a:rPr lang="en-US" altLang="en-US"/>
              <a:t>Phương pháp TK từ trên xuống</a:t>
            </a:r>
          </a:p>
        </p:txBody>
      </p:sp>
      <p:sp>
        <p:nvSpPr>
          <p:cNvPr id="37892" name="Rectangle 3">
            <a:extLst>
              <a:ext uri="{FF2B5EF4-FFF2-40B4-BE49-F238E27FC236}">
                <a16:creationId xmlns:a16="http://schemas.microsoft.com/office/drawing/2014/main" id="{FCD78575-B888-EA45-953F-DCE3BC9A8194}"/>
              </a:ext>
            </a:extLst>
          </p:cNvPr>
          <p:cNvSpPr>
            <a:spLocks noGrp="1" noChangeArrowheads="1"/>
          </p:cNvSpPr>
          <p:nvPr>
            <p:ph sz="quarter" idx="13"/>
          </p:nvPr>
        </p:nvSpPr>
        <p:spPr/>
        <p:txBody>
          <a:bodyPr/>
          <a:lstStyle/>
          <a:p>
            <a:pPr>
              <a:lnSpc>
                <a:spcPct val="90000"/>
              </a:lnSpc>
            </a:pPr>
            <a:r>
              <a:rPr lang="en-US" altLang="en-US" sz="3000" dirty="0" err="1"/>
              <a:t>Phương</a:t>
            </a:r>
            <a:r>
              <a:rPr lang="en-US" altLang="en-US" sz="3000" dirty="0"/>
              <a:t> </a:t>
            </a:r>
            <a:r>
              <a:rPr lang="en-US" altLang="en-US" sz="3000" dirty="0" err="1"/>
              <a:t>pháp</a:t>
            </a:r>
            <a:r>
              <a:rPr lang="en-US" altLang="en-US" sz="3000" dirty="0"/>
              <a:t> </a:t>
            </a:r>
            <a:r>
              <a:rPr lang="en-US" altLang="en-US" sz="3000" dirty="0" err="1"/>
              <a:t>mô</a:t>
            </a:r>
            <a:r>
              <a:rPr lang="en-US" altLang="en-US" sz="3000" dirty="0"/>
              <a:t> </a:t>
            </a:r>
            <a:r>
              <a:rPr lang="en-US" altLang="en-US" sz="3000" dirty="0" err="1"/>
              <a:t>dul</a:t>
            </a:r>
            <a:r>
              <a:rPr lang="en-US" altLang="en-US" sz="3000" dirty="0"/>
              <a:t> </a:t>
            </a:r>
            <a:r>
              <a:rPr lang="en-US" altLang="en-US" sz="3000" dirty="0" err="1"/>
              <a:t>hoá</a:t>
            </a:r>
            <a:r>
              <a:rPr lang="en-US" altLang="en-US" sz="3000" dirty="0"/>
              <a:t>, </a:t>
            </a:r>
            <a:r>
              <a:rPr lang="en-US" altLang="en-US" sz="3000" dirty="0" err="1"/>
              <a:t>dựa</a:t>
            </a:r>
            <a:r>
              <a:rPr lang="en-US" altLang="en-US" sz="3000" dirty="0"/>
              <a:t> </a:t>
            </a:r>
            <a:r>
              <a:rPr lang="en-US" altLang="en-US" sz="3000" dirty="0" err="1"/>
              <a:t>trên</a:t>
            </a:r>
            <a:r>
              <a:rPr lang="en-US" altLang="en-US" sz="3000" dirty="0"/>
              <a:t> </a:t>
            </a:r>
            <a:r>
              <a:rPr lang="en-US" altLang="en-US" sz="3000" dirty="0" err="1"/>
              <a:t>nguyên</a:t>
            </a:r>
            <a:r>
              <a:rPr lang="en-US" altLang="en-US" sz="3000" dirty="0"/>
              <a:t> </a:t>
            </a:r>
            <a:r>
              <a:rPr lang="en-US" altLang="en-US" sz="3000" dirty="0" err="1"/>
              <a:t>tắc</a:t>
            </a:r>
            <a:r>
              <a:rPr lang="en-US" altLang="en-US" sz="3000" dirty="0"/>
              <a:t> chia </a:t>
            </a:r>
            <a:r>
              <a:rPr lang="en-US" altLang="en-US" sz="3000" dirty="0" err="1"/>
              <a:t>để</a:t>
            </a:r>
            <a:r>
              <a:rPr lang="en-US" altLang="en-US" sz="3000" dirty="0"/>
              <a:t> </a:t>
            </a:r>
            <a:r>
              <a:rPr lang="en-US" altLang="en-US" sz="3000" dirty="0" err="1"/>
              <a:t>trị</a:t>
            </a:r>
            <a:r>
              <a:rPr lang="en-US" altLang="en-US" sz="3000" dirty="0"/>
              <a:t>. </a:t>
            </a:r>
          </a:p>
          <a:p>
            <a:pPr lvl="1">
              <a:lnSpc>
                <a:spcPct val="90000"/>
              </a:lnSpc>
            </a:pPr>
            <a:r>
              <a:rPr lang="en-US" altLang="en-US" sz="2600" dirty="0"/>
              <a:t>Chia </a:t>
            </a:r>
            <a:r>
              <a:rPr lang="en-US" altLang="en-US" sz="2600" dirty="0" err="1"/>
              <a:t>giải</a:t>
            </a:r>
            <a:r>
              <a:rPr lang="en-US" altLang="en-US" sz="2600" dirty="0"/>
              <a:t> </a:t>
            </a:r>
            <a:r>
              <a:rPr lang="en-US" altLang="en-US" sz="2600" dirty="0" err="1"/>
              <a:t>thuật</a:t>
            </a:r>
            <a:r>
              <a:rPr lang="en-US" altLang="en-US" sz="2600" dirty="0"/>
              <a:t> ban </a:t>
            </a:r>
            <a:r>
              <a:rPr lang="en-US" altLang="en-US" sz="2600" dirty="0" err="1"/>
              <a:t>đầu</a:t>
            </a:r>
            <a:r>
              <a:rPr lang="en-US" altLang="en-US" sz="2600" dirty="0"/>
              <a:t> </a:t>
            </a:r>
            <a:r>
              <a:rPr lang="en-US" altLang="en-US" sz="2600" dirty="0" err="1"/>
              <a:t>thành</a:t>
            </a:r>
            <a:r>
              <a:rPr lang="en-US" altLang="en-US" sz="2600" dirty="0"/>
              <a:t> </a:t>
            </a:r>
            <a:r>
              <a:rPr lang="en-US" altLang="en-US" sz="2600" dirty="0" err="1"/>
              <a:t>các</a:t>
            </a:r>
            <a:r>
              <a:rPr lang="en-US" altLang="en-US" sz="2600" dirty="0"/>
              <a:t> </a:t>
            </a:r>
            <a:r>
              <a:rPr lang="en-US" altLang="en-US" sz="2600" dirty="0" err="1"/>
              <a:t>giải</a:t>
            </a:r>
            <a:r>
              <a:rPr lang="en-US" altLang="en-US" sz="2600" dirty="0"/>
              <a:t> </a:t>
            </a:r>
            <a:r>
              <a:rPr lang="en-US" altLang="en-US" sz="2600" dirty="0" err="1"/>
              <a:t>thuật</a:t>
            </a:r>
            <a:r>
              <a:rPr lang="en-US" altLang="en-US" sz="2600" dirty="0"/>
              <a:t> con (</a:t>
            </a:r>
            <a:r>
              <a:rPr lang="en-US" altLang="en-US" sz="2600" dirty="0" err="1"/>
              <a:t>mô</a:t>
            </a:r>
            <a:r>
              <a:rPr lang="en-US" altLang="en-US" sz="2600" dirty="0"/>
              <a:t> </a:t>
            </a:r>
            <a:r>
              <a:rPr lang="en-US" altLang="en-US" sz="2600" dirty="0" err="1"/>
              <a:t>dul</a:t>
            </a:r>
            <a:r>
              <a:rPr lang="en-US" altLang="en-US" sz="2600" dirty="0"/>
              <a:t>), </a:t>
            </a:r>
            <a:r>
              <a:rPr lang="en-US" altLang="en-US" sz="2600" dirty="0" err="1"/>
              <a:t>mỗi</a:t>
            </a:r>
            <a:r>
              <a:rPr lang="en-US" altLang="en-US" sz="2600" dirty="0"/>
              <a:t> </a:t>
            </a:r>
            <a:r>
              <a:rPr lang="en-US" altLang="en-US" sz="2600" dirty="0" err="1"/>
              <a:t>giải</a:t>
            </a:r>
            <a:r>
              <a:rPr lang="en-US" altLang="en-US" sz="2600" dirty="0"/>
              <a:t> </a:t>
            </a:r>
            <a:r>
              <a:rPr lang="en-US" altLang="en-US" sz="2600" dirty="0" err="1"/>
              <a:t>thuật</a:t>
            </a:r>
            <a:r>
              <a:rPr lang="en-US" altLang="en-US" sz="2600" dirty="0"/>
              <a:t> con </a:t>
            </a:r>
            <a:r>
              <a:rPr lang="en-US" altLang="en-US" sz="2600" dirty="0" err="1"/>
              <a:t>sẽ</a:t>
            </a:r>
            <a:r>
              <a:rPr lang="en-US" altLang="en-US" sz="2600" dirty="0"/>
              <a:t> </a:t>
            </a:r>
            <a:r>
              <a:rPr lang="en-US" altLang="en-US" sz="2600" dirty="0" err="1"/>
              <a:t>thực</a:t>
            </a:r>
            <a:r>
              <a:rPr lang="en-US" altLang="en-US" sz="2600" dirty="0"/>
              <a:t> </a:t>
            </a:r>
            <a:r>
              <a:rPr lang="en-US" altLang="en-US" sz="2600" dirty="0" err="1"/>
              <a:t>hiện</a:t>
            </a:r>
            <a:r>
              <a:rPr lang="en-US" altLang="en-US" sz="2600" dirty="0"/>
              <a:t> </a:t>
            </a:r>
            <a:r>
              <a:rPr lang="en-US" altLang="en-US" sz="2600" dirty="0" err="1"/>
              <a:t>một</a:t>
            </a:r>
            <a:r>
              <a:rPr lang="en-US" altLang="en-US" sz="2600" dirty="0"/>
              <a:t> </a:t>
            </a:r>
            <a:r>
              <a:rPr lang="en-US" altLang="en-US" sz="2600" dirty="0" err="1"/>
              <a:t>phần</a:t>
            </a:r>
            <a:r>
              <a:rPr lang="en-US" altLang="en-US" sz="2600" dirty="0"/>
              <a:t> </a:t>
            </a:r>
            <a:r>
              <a:rPr lang="en-US" altLang="en-US" sz="2600" dirty="0" err="1"/>
              <a:t>chức</a:t>
            </a:r>
            <a:r>
              <a:rPr lang="en-US" altLang="en-US" sz="2600" dirty="0"/>
              <a:t> </a:t>
            </a:r>
            <a:r>
              <a:rPr lang="en-US" altLang="en-US" sz="2600" dirty="0" err="1"/>
              <a:t>năng</a:t>
            </a:r>
            <a:r>
              <a:rPr lang="en-US" altLang="en-US" sz="2600" dirty="0"/>
              <a:t> </a:t>
            </a:r>
            <a:r>
              <a:rPr lang="en-US" altLang="en-US" sz="2600" dirty="0" err="1"/>
              <a:t>của</a:t>
            </a:r>
            <a:r>
              <a:rPr lang="en-US" altLang="en-US" sz="2600" dirty="0"/>
              <a:t> </a:t>
            </a:r>
            <a:r>
              <a:rPr lang="en-US" altLang="en-US" sz="2600" dirty="0" err="1"/>
              <a:t>giải</a:t>
            </a:r>
            <a:r>
              <a:rPr lang="en-US" altLang="en-US" sz="2600" dirty="0"/>
              <a:t> </a:t>
            </a:r>
            <a:r>
              <a:rPr lang="en-US" altLang="en-US" sz="2600" dirty="0" err="1"/>
              <a:t>thuật</a:t>
            </a:r>
            <a:r>
              <a:rPr lang="en-US" altLang="en-US" sz="2600" dirty="0"/>
              <a:t> ban </a:t>
            </a:r>
            <a:r>
              <a:rPr lang="en-US" altLang="en-US" sz="2600" dirty="0" err="1"/>
              <a:t>đầu</a:t>
            </a:r>
            <a:endParaRPr lang="en-US" altLang="en-US" sz="2600" dirty="0"/>
          </a:p>
          <a:p>
            <a:pPr lvl="1">
              <a:lnSpc>
                <a:spcPct val="90000"/>
              </a:lnSpc>
            </a:pPr>
            <a:r>
              <a:rPr lang="en-US" altLang="en-US" sz="2600" dirty="0" err="1"/>
              <a:t>Quá</a:t>
            </a:r>
            <a:r>
              <a:rPr lang="en-US" altLang="en-US" sz="2600" dirty="0"/>
              <a:t> </a:t>
            </a:r>
            <a:r>
              <a:rPr lang="en-US" altLang="en-US" sz="2600" dirty="0" err="1"/>
              <a:t>trình</a:t>
            </a:r>
            <a:r>
              <a:rPr lang="en-US" altLang="en-US" sz="2600" dirty="0"/>
              <a:t> </a:t>
            </a:r>
            <a:r>
              <a:rPr lang="en-US" altLang="en-US" sz="2600" dirty="0" err="1"/>
              <a:t>phân</a:t>
            </a:r>
            <a:r>
              <a:rPr lang="en-US" altLang="en-US" sz="2600" dirty="0"/>
              <a:t> chia </a:t>
            </a:r>
            <a:r>
              <a:rPr lang="en-US" altLang="en-US" sz="2600" dirty="0" err="1"/>
              <a:t>này</a:t>
            </a:r>
            <a:r>
              <a:rPr lang="en-US" altLang="en-US" sz="2600" dirty="0"/>
              <a:t> </a:t>
            </a:r>
            <a:r>
              <a:rPr lang="en-US" altLang="en-US" sz="2600" dirty="0" err="1"/>
              <a:t>được</a:t>
            </a:r>
            <a:r>
              <a:rPr lang="en-US" altLang="en-US" sz="2600" dirty="0"/>
              <a:t> </a:t>
            </a:r>
            <a:r>
              <a:rPr lang="en-US" altLang="en-US" sz="2600" dirty="0" err="1"/>
              <a:t>lặp</a:t>
            </a:r>
            <a:r>
              <a:rPr lang="en-US" altLang="en-US" sz="2600" dirty="0"/>
              <a:t> </a:t>
            </a:r>
            <a:r>
              <a:rPr lang="en-US" altLang="en-US" sz="2600" dirty="0" err="1"/>
              <a:t>lại</a:t>
            </a:r>
            <a:r>
              <a:rPr lang="en-US" altLang="en-US" sz="2600" dirty="0"/>
              <a:t> </a:t>
            </a:r>
            <a:r>
              <a:rPr lang="en-US" altLang="en-US" sz="2600" dirty="0" err="1"/>
              <a:t>cho</a:t>
            </a:r>
            <a:r>
              <a:rPr lang="en-US" altLang="en-US" sz="2600" dirty="0"/>
              <a:t> </a:t>
            </a:r>
            <a:r>
              <a:rPr lang="en-US" altLang="en-US" sz="2600" dirty="0" err="1"/>
              <a:t>các</a:t>
            </a:r>
            <a:r>
              <a:rPr lang="en-US" altLang="en-US" sz="2600" dirty="0"/>
              <a:t> </a:t>
            </a:r>
            <a:r>
              <a:rPr lang="en-US" altLang="en-US" sz="2600" dirty="0" err="1"/>
              <a:t>modul</a:t>
            </a:r>
            <a:r>
              <a:rPr lang="en-US" altLang="en-US" sz="2600" dirty="0"/>
              <a:t> con </a:t>
            </a:r>
            <a:r>
              <a:rPr lang="en-US" altLang="en-US" sz="2600" dirty="0" err="1"/>
              <a:t>cho</a:t>
            </a:r>
            <a:r>
              <a:rPr lang="en-US" altLang="en-US" sz="2600" dirty="0"/>
              <a:t> </a:t>
            </a:r>
            <a:r>
              <a:rPr lang="en-US" altLang="en-US" sz="2600" dirty="0" err="1"/>
              <a:t>đến</a:t>
            </a:r>
            <a:r>
              <a:rPr lang="en-US" altLang="en-US" sz="2600" dirty="0"/>
              <a:t> </a:t>
            </a:r>
            <a:r>
              <a:rPr lang="en-US" altLang="en-US" sz="2600" dirty="0" err="1"/>
              <a:t>khi</a:t>
            </a:r>
            <a:r>
              <a:rPr lang="en-US" altLang="en-US" sz="2600" dirty="0"/>
              <a:t> </a:t>
            </a:r>
            <a:r>
              <a:rPr lang="en-US" altLang="en-US" sz="2600" dirty="0" err="1"/>
              <a:t>các</a:t>
            </a:r>
            <a:r>
              <a:rPr lang="en-US" altLang="en-US" sz="2600" dirty="0"/>
              <a:t> </a:t>
            </a:r>
            <a:r>
              <a:rPr lang="en-US" altLang="en-US" sz="2600" dirty="0" err="1"/>
              <a:t>modul</a:t>
            </a:r>
            <a:r>
              <a:rPr lang="en-US" altLang="en-US" sz="2600" dirty="0"/>
              <a:t> </a:t>
            </a:r>
            <a:r>
              <a:rPr lang="en-US" altLang="en-US" sz="2600" dirty="0" err="1"/>
              <a:t>là</a:t>
            </a:r>
            <a:r>
              <a:rPr lang="en-US" altLang="en-US" sz="2600" dirty="0"/>
              <a:t> </a:t>
            </a:r>
            <a:r>
              <a:rPr lang="en-US" altLang="en-US" sz="2600" dirty="0" err="1"/>
              <a:t>đủ</a:t>
            </a:r>
            <a:r>
              <a:rPr lang="en-US" altLang="en-US" sz="2600" dirty="0"/>
              <a:t> </a:t>
            </a:r>
            <a:r>
              <a:rPr lang="en-US" altLang="en-US" sz="2600" dirty="0" err="1"/>
              <a:t>nhỏ</a:t>
            </a:r>
            <a:r>
              <a:rPr lang="en-US" altLang="en-US" sz="2600" dirty="0"/>
              <a:t> </a:t>
            </a:r>
            <a:r>
              <a:rPr lang="en-US" altLang="en-US" sz="2600" dirty="0" err="1"/>
              <a:t>để</a:t>
            </a:r>
            <a:r>
              <a:rPr lang="en-US" altLang="en-US" sz="2600" dirty="0"/>
              <a:t> </a:t>
            </a:r>
            <a:r>
              <a:rPr lang="en-US" altLang="en-US" sz="2600" dirty="0" err="1"/>
              <a:t>có</a:t>
            </a:r>
            <a:r>
              <a:rPr lang="en-US" altLang="en-US" sz="2600" dirty="0"/>
              <a:t> </a:t>
            </a:r>
            <a:r>
              <a:rPr lang="en-US" altLang="en-US" sz="2600" dirty="0" err="1"/>
              <a:t>thể</a:t>
            </a:r>
            <a:r>
              <a:rPr lang="en-US" altLang="en-US" sz="2600" dirty="0"/>
              <a:t> </a:t>
            </a:r>
            <a:r>
              <a:rPr lang="en-US" altLang="en-US" sz="2600" dirty="0" err="1"/>
              <a:t>giải</a:t>
            </a:r>
            <a:r>
              <a:rPr lang="en-US" altLang="en-US" sz="2600" dirty="0"/>
              <a:t> </a:t>
            </a:r>
            <a:r>
              <a:rPr lang="en-US" altLang="en-US" sz="2600" dirty="0" err="1"/>
              <a:t>trực</a:t>
            </a:r>
            <a:r>
              <a:rPr lang="en-US" altLang="en-US" sz="2600" dirty="0"/>
              <a:t> </a:t>
            </a:r>
            <a:r>
              <a:rPr lang="en-US" altLang="en-US" sz="2600" dirty="0" err="1"/>
              <a:t>tiếp</a:t>
            </a:r>
            <a:endParaRPr lang="en-US" altLang="en-US" sz="2600" dirty="0"/>
          </a:p>
          <a:p>
            <a:pPr>
              <a:lnSpc>
                <a:spcPct val="90000"/>
              </a:lnSpc>
            </a:pPr>
            <a:r>
              <a:rPr lang="en-US" altLang="en-US" sz="3000" dirty="0" err="1"/>
              <a:t>Kết</a:t>
            </a:r>
            <a:r>
              <a:rPr lang="en-US" altLang="en-US" sz="3000" dirty="0"/>
              <a:t> </a:t>
            </a:r>
            <a:r>
              <a:rPr lang="en-US" altLang="en-US" sz="3000" dirty="0" err="1"/>
              <a:t>quả</a:t>
            </a:r>
            <a:r>
              <a:rPr lang="en-US" altLang="en-US" sz="3000" dirty="0"/>
              <a:t> </a:t>
            </a:r>
            <a:r>
              <a:rPr lang="en-US" altLang="en-US" sz="3000" dirty="0" err="1"/>
              <a:t>phân</a:t>
            </a:r>
            <a:r>
              <a:rPr lang="en-US" altLang="en-US" sz="3000" dirty="0"/>
              <a:t> chia </a:t>
            </a:r>
            <a:r>
              <a:rPr lang="en-US" altLang="en-US" sz="3000" dirty="0" err="1"/>
              <a:t>này</a:t>
            </a:r>
            <a:r>
              <a:rPr lang="en-US" altLang="en-US" sz="3000" dirty="0"/>
              <a:t> </a:t>
            </a:r>
            <a:r>
              <a:rPr lang="en-US" altLang="en-US" sz="3000" dirty="0" err="1"/>
              <a:t>sẽ</a:t>
            </a:r>
            <a:r>
              <a:rPr lang="en-US" altLang="en-US" sz="3000" dirty="0"/>
              <a:t> </a:t>
            </a:r>
            <a:r>
              <a:rPr lang="en-US" altLang="en-US" sz="3000" dirty="0" err="1"/>
              <a:t>tạo</a:t>
            </a:r>
            <a:r>
              <a:rPr lang="en-US" altLang="en-US" sz="3000" dirty="0"/>
              <a:t> ra </a:t>
            </a:r>
            <a:r>
              <a:rPr lang="en-US" altLang="en-US" sz="3000" dirty="0" err="1"/>
              <a:t>một</a:t>
            </a:r>
            <a:r>
              <a:rPr lang="en-US" altLang="en-US" sz="3000" dirty="0"/>
              <a:t> </a:t>
            </a:r>
            <a:r>
              <a:rPr lang="en-US" altLang="en-US" sz="3000" dirty="0" err="1"/>
              <a:t>sơ</a:t>
            </a:r>
            <a:r>
              <a:rPr lang="en-US" altLang="en-US" sz="3000" dirty="0"/>
              <a:t> </a:t>
            </a:r>
            <a:r>
              <a:rPr lang="en-US" altLang="en-US" sz="3000" dirty="0" err="1"/>
              <a:t>đồ</a:t>
            </a:r>
            <a:r>
              <a:rPr lang="en-US" altLang="en-US" sz="3000" dirty="0"/>
              <a:t> </a:t>
            </a:r>
            <a:r>
              <a:rPr lang="en-US" altLang="en-US" sz="3000" dirty="0" err="1"/>
              <a:t>phân</a:t>
            </a:r>
            <a:r>
              <a:rPr lang="en-US" altLang="en-US" sz="3000" dirty="0"/>
              <a:t> </a:t>
            </a:r>
            <a:r>
              <a:rPr lang="en-US" altLang="en-US" sz="3000" dirty="0" err="1"/>
              <a:t>cấp</a:t>
            </a:r>
            <a:r>
              <a:rPr lang="en-US" altLang="en-US" sz="3000" dirty="0"/>
              <a:t> </a:t>
            </a:r>
            <a:r>
              <a:rPr lang="en-US" altLang="en-US" sz="3000" dirty="0" err="1"/>
              <a:t>chức</a:t>
            </a:r>
            <a:r>
              <a:rPr lang="en-US" altLang="en-US" sz="3000" dirty="0"/>
              <a:t> </a:t>
            </a:r>
            <a:r>
              <a:rPr lang="en-US" altLang="en-US" sz="3000" dirty="0" err="1"/>
              <a:t>năng</a:t>
            </a:r>
            <a:r>
              <a:rPr lang="en-US" altLang="en-US" sz="3000" dirty="0"/>
              <a:t> </a:t>
            </a:r>
          </a:p>
        </p:txBody>
      </p:sp>
    </p:spTree>
    <p:extLst>
      <p:ext uri="{BB962C8B-B14F-4D97-AF65-F5344CB8AC3E}">
        <p14:creationId xmlns:p14="http://schemas.microsoft.com/office/powerpoint/2010/main" val="20795031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5">
            <a:extLst>
              <a:ext uri="{FF2B5EF4-FFF2-40B4-BE49-F238E27FC236}">
                <a16:creationId xmlns:a16="http://schemas.microsoft.com/office/drawing/2014/main" id="{0FD6E5CE-9495-254C-AEE2-6F2BDA1715E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spcBef>
                <a:spcPct val="0"/>
              </a:spcBef>
              <a:buClrTx/>
              <a:buSzTx/>
              <a:buFontTx/>
              <a:buNone/>
            </a:pPr>
            <a:fld id="{EC557E05-CF19-2D44-BA0A-7E6B30A7E43D}" type="slidenum">
              <a:rPr lang="en-US" altLang="en-US" sz="1200" smtClean="0">
                <a:latin typeface="Garamond" panose="02020404030301010803" pitchFamily="18" charset="0"/>
              </a:rPr>
              <a:pPr>
                <a:spcBef>
                  <a:spcPct val="0"/>
                </a:spcBef>
                <a:buClrTx/>
                <a:buSzTx/>
                <a:buFontTx/>
                <a:buNone/>
              </a:pPr>
              <a:t>35</a:t>
            </a:fld>
            <a:endParaRPr lang="en-US" altLang="en-US" sz="1200">
              <a:latin typeface="Garamond" panose="02020404030301010803" pitchFamily="18" charset="0"/>
            </a:endParaRPr>
          </a:p>
        </p:txBody>
      </p:sp>
      <p:sp>
        <p:nvSpPr>
          <p:cNvPr id="38915" name="Rectangle 2">
            <a:extLst>
              <a:ext uri="{FF2B5EF4-FFF2-40B4-BE49-F238E27FC236}">
                <a16:creationId xmlns:a16="http://schemas.microsoft.com/office/drawing/2014/main" id="{FECF7B7C-53EC-4E42-A907-C1DC8F377B57}"/>
              </a:ext>
            </a:extLst>
          </p:cNvPr>
          <p:cNvSpPr>
            <a:spLocks noGrp="1" noChangeArrowheads="1"/>
          </p:cNvSpPr>
          <p:nvPr>
            <p:ph type="title"/>
          </p:nvPr>
        </p:nvSpPr>
        <p:spPr/>
        <p:txBody>
          <a:bodyPr/>
          <a:lstStyle/>
          <a:p>
            <a:pPr eaLnBrk="1" hangingPunct="1"/>
            <a:r>
              <a:rPr lang="en-US" altLang="en-US"/>
              <a:t>Sơ đồ phân cấp chức năng</a:t>
            </a:r>
          </a:p>
        </p:txBody>
      </p:sp>
      <p:sp>
        <p:nvSpPr>
          <p:cNvPr id="2" name="Chỗ dành sẵn cho Nội dung 1">
            <a:extLst>
              <a:ext uri="{FF2B5EF4-FFF2-40B4-BE49-F238E27FC236}">
                <a16:creationId xmlns:a16="http://schemas.microsoft.com/office/drawing/2014/main" id="{710B4205-C4D3-19F5-A961-94C8C3208042}"/>
              </a:ext>
            </a:extLst>
          </p:cNvPr>
          <p:cNvSpPr>
            <a:spLocks noGrp="1"/>
          </p:cNvSpPr>
          <p:nvPr>
            <p:ph sz="quarter" idx="13"/>
          </p:nvPr>
        </p:nvSpPr>
        <p:spPr/>
        <p:txBody>
          <a:bodyPr/>
          <a:lstStyle/>
          <a:p>
            <a:endParaRPr lang="vi-VN"/>
          </a:p>
        </p:txBody>
      </p:sp>
      <p:sp>
        <p:nvSpPr>
          <p:cNvPr id="38916" name="Rectangle 4">
            <a:extLst>
              <a:ext uri="{FF2B5EF4-FFF2-40B4-BE49-F238E27FC236}">
                <a16:creationId xmlns:a16="http://schemas.microsoft.com/office/drawing/2014/main" id="{CB490B7A-0FDA-A34B-A9E8-5FC9FBCC5DEA}"/>
              </a:ext>
            </a:extLst>
          </p:cNvPr>
          <p:cNvSpPr>
            <a:spLocks noChangeArrowheads="1"/>
          </p:cNvSpPr>
          <p:nvPr/>
        </p:nvSpPr>
        <p:spPr bwMode="auto">
          <a:xfrm>
            <a:off x="3810000" y="1981200"/>
            <a:ext cx="1371600" cy="457200"/>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000"/>
              <a:t>Main</a:t>
            </a:r>
          </a:p>
        </p:txBody>
      </p:sp>
      <p:sp>
        <p:nvSpPr>
          <p:cNvPr id="38917" name="Rectangle 5">
            <a:extLst>
              <a:ext uri="{FF2B5EF4-FFF2-40B4-BE49-F238E27FC236}">
                <a16:creationId xmlns:a16="http://schemas.microsoft.com/office/drawing/2014/main" id="{0A1C531D-504D-B04E-B314-226E2DEFD90C}"/>
              </a:ext>
            </a:extLst>
          </p:cNvPr>
          <p:cNvSpPr>
            <a:spLocks noChangeArrowheads="1"/>
          </p:cNvSpPr>
          <p:nvPr/>
        </p:nvSpPr>
        <p:spPr bwMode="auto">
          <a:xfrm>
            <a:off x="1143000" y="3048000"/>
            <a:ext cx="1371600" cy="457200"/>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000"/>
              <a:t>M1</a:t>
            </a:r>
          </a:p>
        </p:txBody>
      </p:sp>
      <p:sp>
        <p:nvSpPr>
          <p:cNvPr id="38918" name="Rectangle 6">
            <a:extLst>
              <a:ext uri="{FF2B5EF4-FFF2-40B4-BE49-F238E27FC236}">
                <a16:creationId xmlns:a16="http://schemas.microsoft.com/office/drawing/2014/main" id="{478A18AE-EA6A-E149-A2B2-4B53ECBA80AC}"/>
              </a:ext>
            </a:extLst>
          </p:cNvPr>
          <p:cNvSpPr>
            <a:spLocks noChangeArrowheads="1"/>
          </p:cNvSpPr>
          <p:nvPr/>
        </p:nvSpPr>
        <p:spPr bwMode="auto">
          <a:xfrm>
            <a:off x="3810000" y="3048000"/>
            <a:ext cx="1371600" cy="457200"/>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000"/>
              <a:t>M2</a:t>
            </a:r>
          </a:p>
        </p:txBody>
      </p:sp>
      <p:sp>
        <p:nvSpPr>
          <p:cNvPr id="38919" name="Rectangle 7">
            <a:extLst>
              <a:ext uri="{FF2B5EF4-FFF2-40B4-BE49-F238E27FC236}">
                <a16:creationId xmlns:a16="http://schemas.microsoft.com/office/drawing/2014/main" id="{A996A313-23AD-D24C-AE02-D07C39A0BAC4}"/>
              </a:ext>
            </a:extLst>
          </p:cNvPr>
          <p:cNvSpPr>
            <a:spLocks noChangeArrowheads="1"/>
          </p:cNvSpPr>
          <p:nvPr/>
        </p:nvSpPr>
        <p:spPr bwMode="auto">
          <a:xfrm>
            <a:off x="6477000" y="3048000"/>
            <a:ext cx="1371600" cy="457200"/>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000"/>
              <a:t>M3</a:t>
            </a:r>
          </a:p>
        </p:txBody>
      </p:sp>
      <p:sp>
        <p:nvSpPr>
          <p:cNvPr id="38920" name="Rectangle 8">
            <a:extLst>
              <a:ext uri="{FF2B5EF4-FFF2-40B4-BE49-F238E27FC236}">
                <a16:creationId xmlns:a16="http://schemas.microsoft.com/office/drawing/2014/main" id="{7FB45FEE-C5D5-8B4F-91D9-0E7A0C423DE5}"/>
              </a:ext>
            </a:extLst>
          </p:cNvPr>
          <p:cNvSpPr>
            <a:spLocks noChangeArrowheads="1"/>
          </p:cNvSpPr>
          <p:nvPr/>
        </p:nvSpPr>
        <p:spPr bwMode="auto">
          <a:xfrm>
            <a:off x="685800" y="4191000"/>
            <a:ext cx="762000" cy="457200"/>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000"/>
              <a:t>M1.1</a:t>
            </a:r>
          </a:p>
        </p:txBody>
      </p:sp>
      <p:sp>
        <p:nvSpPr>
          <p:cNvPr id="38921" name="Rectangle 9">
            <a:extLst>
              <a:ext uri="{FF2B5EF4-FFF2-40B4-BE49-F238E27FC236}">
                <a16:creationId xmlns:a16="http://schemas.microsoft.com/office/drawing/2014/main" id="{90638AA4-88BA-A24D-8F92-1B919884E100}"/>
              </a:ext>
            </a:extLst>
          </p:cNvPr>
          <p:cNvSpPr>
            <a:spLocks noChangeArrowheads="1"/>
          </p:cNvSpPr>
          <p:nvPr/>
        </p:nvSpPr>
        <p:spPr bwMode="auto">
          <a:xfrm>
            <a:off x="1828800" y="4191000"/>
            <a:ext cx="762000" cy="457200"/>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000"/>
              <a:t>M1.2</a:t>
            </a:r>
          </a:p>
        </p:txBody>
      </p:sp>
      <p:sp>
        <p:nvSpPr>
          <p:cNvPr id="38922" name="Rectangle 10">
            <a:extLst>
              <a:ext uri="{FF2B5EF4-FFF2-40B4-BE49-F238E27FC236}">
                <a16:creationId xmlns:a16="http://schemas.microsoft.com/office/drawing/2014/main" id="{5F643504-9133-9048-B34B-2CD513F8C2F5}"/>
              </a:ext>
            </a:extLst>
          </p:cNvPr>
          <p:cNvSpPr>
            <a:spLocks noChangeArrowheads="1"/>
          </p:cNvSpPr>
          <p:nvPr/>
        </p:nvSpPr>
        <p:spPr bwMode="auto">
          <a:xfrm>
            <a:off x="3352800" y="4191000"/>
            <a:ext cx="762000" cy="457200"/>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000"/>
              <a:t>M2.1</a:t>
            </a:r>
          </a:p>
        </p:txBody>
      </p:sp>
      <p:sp>
        <p:nvSpPr>
          <p:cNvPr id="38923" name="Rectangle 11">
            <a:extLst>
              <a:ext uri="{FF2B5EF4-FFF2-40B4-BE49-F238E27FC236}">
                <a16:creationId xmlns:a16="http://schemas.microsoft.com/office/drawing/2014/main" id="{5F62EA01-B775-B643-89F2-E7077D91056C}"/>
              </a:ext>
            </a:extLst>
          </p:cNvPr>
          <p:cNvSpPr>
            <a:spLocks noChangeArrowheads="1"/>
          </p:cNvSpPr>
          <p:nvPr/>
        </p:nvSpPr>
        <p:spPr bwMode="auto">
          <a:xfrm>
            <a:off x="4495800" y="4191000"/>
            <a:ext cx="762000" cy="457200"/>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000"/>
              <a:t>M2.2</a:t>
            </a:r>
          </a:p>
        </p:txBody>
      </p:sp>
      <p:sp>
        <p:nvSpPr>
          <p:cNvPr id="38924" name="Rectangle 12">
            <a:extLst>
              <a:ext uri="{FF2B5EF4-FFF2-40B4-BE49-F238E27FC236}">
                <a16:creationId xmlns:a16="http://schemas.microsoft.com/office/drawing/2014/main" id="{40C7653D-1656-8945-AFE5-442ED6E9924B}"/>
              </a:ext>
            </a:extLst>
          </p:cNvPr>
          <p:cNvSpPr>
            <a:spLocks noChangeArrowheads="1"/>
          </p:cNvSpPr>
          <p:nvPr/>
        </p:nvSpPr>
        <p:spPr bwMode="auto">
          <a:xfrm>
            <a:off x="5638800" y="4191000"/>
            <a:ext cx="762000" cy="457200"/>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000"/>
              <a:t>M2.3</a:t>
            </a:r>
          </a:p>
        </p:txBody>
      </p:sp>
      <p:sp>
        <p:nvSpPr>
          <p:cNvPr id="38925" name="Line 14">
            <a:extLst>
              <a:ext uri="{FF2B5EF4-FFF2-40B4-BE49-F238E27FC236}">
                <a16:creationId xmlns:a16="http://schemas.microsoft.com/office/drawing/2014/main" id="{F2C866BE-31D3-1E49-BDE0-8459BD562D8D}"/>
              </a:ext>
            </a:extLst>
          </p:cNvPr>
          <p:cNvSpPr>
            <a:spLocks noChangeShapeType="1"/>
          </p:cNvSpPr>
          <p:nvPr/>
        </p:nvSpPr>
        <p:spPr bwMode="auto">
          <a:xfrm flipH="1">
            <a:off x="1981200" y="2438400"/>
            <a:ext cx="25146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26" name="Line 15">
            <a:extLst>
              <a:ext uri="{FF2B5EF4-FFF2-40B4-BE49-F238E27FC236}">
                <a16:creationId xmlns:a16="http://schemas.microsoft.com/office/drawing/2014/main" id="{D856BDEC-3A82-204F-A778-9AC56BAD6061}"/>
              </a:ext>
            </a:extLst>
          </p:cNvPr>
          <p:cNvSpPr>
            <a:spLocks noChangeShapeType="1"/>
          </p:cNvSpPr>
          <p:nvPr/>
        </p:nvSpPr>
        <p:spPr bwMode="auto">
          <a:xfrm>
            <a:off x="4495800" y="24384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27" name="Line 16">
            <a:extLst>
              <a:ext uri="{FF2B5EF4-FFF2-40B4-BE49-F238E27FC236}">
                <a16:creationId xmlns:a16="http://schemas.microsoft.com/office/drawing/2014/main" id="{5F3CD43C-99EF-0146-B811-CC40B9322875}"/>
              </a:ext>
            </a:extLst>
          </p:cNvPr>
          <p:cNvSpPr>
            <a:spLocks noChangeShapeType="1"/>
          </p:cNvSpPr>
          <p:nvPr/>
        </p:nvSpPr>
        <p:spPr bwMode="auto">
          <a:xfrm>
            <a:off x="4495800" y="2438400"/>
            <a:ext cx="25908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28" name="Line 17">
            <a:extLst>
              <a:ext uri="{FF2B5EF4-FFF2-40B4-BE49-F238E27FC236}">
                <a16:creationId xmlns:a16="http://schemas.microsoft.com/office/drawing/2014/main" id="{806D7C64-35A8-364B-8A5B-EA2021F0C32F}"/>
              </a:ext>
            </a:extLst>
          </p:cNvPr>
          <p:cNvSpPr>
            <a:spLocks noChangeShapeType="1"/>
          </p:cNvSpPr>
          <p:nvPr/>
        </p:nvSpPr>
        <p:spPr bwMode="auto">
          <a:xfrm flipH="1">
            <a:off x="1143000" y="3505200"/>
            <a:ext cx="6858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29" name="Line 18">
            <a:extLst>
              <a:ext uri="{FF2B5EF4-FFF2-40B4-BE49-F238E27FC236}">
                <a16:creationId xmlns:a16="http://schemas.microsoft.com/office/drawing/2014/main" id="{97CDC851-7FCE-4A44-9434-A0C9EC643CDA}"/>
              </a:ext>
            </a:extLst>
          </p:cNvPr>
          <p:cNvSpPr>
            <a:spLocks noChangeShapeType="1"/>
          </p:cNvSpPr>
          <p:nvPr/>
        </p:nvSpPr>
        <p:spPr bwMode="auto">
          <a:xfrm>
            <a:off x="1828800" y="3505200"/>
            <a:ext cx="3810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30" name="Line 19">
            <a:extLst>
              <a:ext uri="{FF2B5EF4-FFF2-40B4-BE49-F238E27FC236}">
                <a16:creationId xmlns:a16="http://schemas.microsoft.com/office/drawing/2014/main" id="{E4FABB98-5975-A549-9EA8-5868A72DC6B5}"/>
              </a:ext>
            </a:extLst>
          </p:cNvPr>
          <p:cNvSpPr>
            <a:spLocks noChangeShapeType="1"/>
          </p:cNvSpPr>
          <p:nvPr/>
        </p:nvSpPr>
        <p:spPr bwMode="auto">
          <a:xfrm flipH="1">
            <a:off x="3733800" y="3505200"/>
            <a:ext cx="7620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31" name="Line 20">
            <a:extLst>
              <a:ext uri="{FF2B5EF4-FFF2-40B4-BE49-F238E27FC236}">
                <a16:creationId xmlns:a16="http://schemas.microsoft.com/office/drawing/2014/main" id="{20450279-2647-CF4B-A555-DBAEBFEC99E6}"/>
              </a:ext>
            </a:extLst>
          </p:cNvPr>
          <p:cNvSpPr>
            <a:spLocks noChangeShapeType="1"/>
          </p:cNvSpPr>
          <p:nvPr/>
        </p:nvSpPr>
        <p:spPr bwMode="auto">
          <a:xfrm>
            <a:off x="4495800" y="3505200"/>
            <a:ext cx="3810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32" name="Line 21">
            <a:extLst>
              <a:ext uri="{FF2B5EF4-FFF2-40B4-BE49-F238E27FC236}">
                <a16:creationId xmlns:a16="http://schemas.microsoft.com/office/drawing/2014/main" id="{2503A133-5FF8-CD43-9180-CB6CF1675B65}"/>
              </a:ext>
            </a:extLst>
          </p:cNvPr>
          <p:cNvSpPr>
            <a:spLocks noChangeShapeType="1"/>
          </p:cNvSpPr>
          <p:nvPr/>
        </p:nvSpPr>
        <p:spPr bwMode="auto">
          <a:xfrm>
            <a:off x="4495800" y="3505200"/>
            <a:ext cx="16002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8814625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0E6DF181-94A5-1D46-A7D7-93E2699AD5E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spcBef>
                <a:spcPct val="0"/>
              </a:spcBef>
              <a:buClrTx/>
              <a:buSzTx/>
              <a:buFontTx/>
              <a:buNone/>
            </a:pPr>
            <a:fld id="{7E9454B0-E69A-9D49-AFF1-F07C3BBA0FAE}" type="slidenum">
              <a:rPr lang="en-US" altLang="en-US" sz="1200" smtClean="0">
                <a:latin typeface="Garamond" panose="02020404030301010803" pitchFamily="18" charset="0"/>
              </a:rPr>
              <a:pPr>
                <a:spcBef>
                  <a:spcPct val="0"/>
                </a:spcBef>
                <a:buClrTx/>
                <a:buSzTx/>
                <a:buFontTx/>
                <a:buNone/>
              </a:pPr>
              <a:t>36</a:t>
            </a:fld>
            <a:endParaRPr lang="en-US" altLang="en-US" sz="1200">
              <a:latin typeface="Garamond" panose="02020404030301010803" pitchFamily="18" charset="0"/>
            </a:endParaRPr>
          </a:p>
        </p:txBody>
      </p:sp>
      <p:sp>
        <p:nvSpPr>
          <p:cNvPr id="39939" name="Rectangle 2">
            <a:extLst>
              <a:ext uri="{FF2B5EF4-FFF2-40B4-BE49-F238E27FC236}">
                <a16:creationId xmlns:a16="http://schemas.microsoft.com/office/drawing/2014/main" id="{2AAFEDE0-2423-A149-8BD9-F1B386126764}"/>
              </a:ext>
            </a:extLst>
          </p:cNvPr>
          <p:cNvSpPr>
            <a:spLocks noGrp="1" noChangeArrowheads="1"/>
          </p:cNvSpPr>
          <p:nvPr>
            <p:ph type="title"/>
          </p:nvPr>
        </p:nvSpPr>
        <p:spPr/>
        <p:txBody>
          <a:bodyPr/>
          <a:lstStyle/>
          <a:p>
            <a:pPr eaLnBrk="1" hangingPunct="1"/>
            <a:r>
              <a:rPr lang="en-US" altLang="en-US"/>
              <a:t>Phương pháp tinh chỉnh từng bước </a:t>
            </a:r>
          </a:p>
        </p:txBody>
      </p:sp>
      <p:sp>
        <p:nvSpPr>
          <p:cNvPr id="39940" name="Rectangle 3">
            <a:extLst>
              <a:ext uri="{FF2B5EF4-FFF2-40B4-BE49-F238E27FC236}">
                <a16:creationId xmlns:a16="http://schemas.microsoft.com/office/drawing/2014/main" id="{8598099B-7C3D-014E-A88A-53A897841826}"/>
              </a:ext>
            </a:extLst>
          </p:cNvPr>
          <p:cNvSpPr>
            <a:spLocks noGrp="1" noChangeArrowheads="1"/>
          </p:cNvSpPr>
          <p:nvPr>
            <p:ph sz="quarter" idx="13"/>
          </p:nvPr>
        </p:nvSpPr>
        <p:spPr/>
        <p:txBody>
          <a:bodyPr>
            <a:normAutofit lnSpcReduction="10000"/>
          </a:bodyPr>
          <a:lstStyle/>
          <a:p>
            <a:pPr>
              <a:lnSpc>
                <a:spcPct val="90000"/>
              </a:lnSpc>
            </a:pPr>
            <a:r>
              <a:rPr lang="en-US" altLang="en-US" sz="3000" dirty="0"/>
              <a:t>Cho </a:t>
            </a:r>
            <a:r>
              <a:rPr lang="en-US" altLang="en-US" sz="3000" dirty="0" err="1"/>
              <a:t>phép</a:t>
            </a:r>
            <a:r>
              <a:rPr lang="en-US" altLang="en-US" sz="3000" dirty="0"/>
              <a:t> </a:t>
            </a:r>
            <a:r>
              <a:rPr lang="en-US" altLang="en-US" sz="3000" dirty="0" err="1"/>
              <a:t>chuyển</a:t>
            </a:r>
            <a:r>
              <a:rPr lang="en-US" altLang="en-US" sz="3000" dirty="0"/>
              <a:t> </a:t>
            </a:r>
            <a:r>
              <a:rPr lang="en-US" altLang="en-US" sz="3000" dirty="0" err="1"/>
              <a:t>đổi</a:t>
            </a:r>
            <a:r>
              <a:rPr lang="en-US" altLang="en-US" sz="3000" dirty="0"/>
              <a:t> </a:t>
            </a:r>
            <a:r>
              <a:rPr lang="en-US" altLang="en-US" sz="3000" dirty="0" err="1"/>
              <a:t>từ</a:t>
            </a:r>
            <a:r>
              <a:rPr lang="en-US" altLang="en-US" sz="3000" dirty="0"/>
              <a:t> </a:t>
            </a:r>
            <a:r>
              <a:rPr lang="en-US" altLang="en-US" sz="3000" dirty="0" err="1"/>
              <a:t>đặc</a:t>
            </a:r>
            <a:r>
              <a:rPr lang="en-US" altLang="en-US" sz="3000" dirty="0"/>
              <a:t> </a:t>
            </a:r>
            <a:r>
              <a:rPr lang="en-US" altLang="en-US" sz="3000" dirty="0" err="1"/>
              <a:t>tả</a:t>
            </a:r>
            <a:r>
              <a:rPr lang="en-US" altLang="en-US" sz="3000" dirty="0"/>
              <a:t> </a:t>
            </a:r>
            <a:r>
              <a:rPr lang="en-US" altLang="en-US" sz="3000" dirty="0" err="1"/>
              <a:t>giải</a:t>
            </a:r>
            <a:r>
              <a:rPr lang="en-US" altLang="en-US" sz="3000" dirty="0"/>
              <a:t> </a:t>
            </a:r>
            <a:r>
              <a:rPr lang="en-US" altLang="en-US" sz="3000" dirty="0" err="1"/>
              <a:t>thuật</a:t>
            </a:r>
            <a:r>
              <a:rPr lang="en-US" altLang="en-US" sz="3000" dirty="0"/>
              <a:t> </a:t>
            </a:r>
            <a:r>
              <a:rPr lang="en-US" altLang="en-US" sz="3000" dirty="0" err="1"/>
              <a:t>bằng</a:t>
            </a:r>
            <a:r>
              <a:rPr lang="en-US" altLang="en-US" sz="3000" dirty="0"/>
              <a:t> </a:t>
            </a:r>
            <a:r>
              <a:rPr lang="en-US" altLang="en-US" sz="3000" dirty="0" err="1"/>
              <a:t>ngôn</a:t>
            </a:r>
            <a:r>
              <a:rPr lang="en-US" altLang="en-US" sz="3000" dirty="0"/>
              <a:t> </a:t>
            </a:r>
            <a:r>
              <a:rPr lang="en-US" altLang="en-US" sz="3000" dirty="0" err="1"/>
              <a:t>ngữ</a:t>
            </a:r>
            <a:r>
              <a:rPr lang="en-US" altLang="en-US" sz="3000" dirty="0"/>
              <a:t> </a:t>
            </a:r>
            <a:r>
              <a:rPr lang="en-US" altLang="en-US" sz="3000" dirty="0" err="1"/>
              <a:t>tự</a:t>
            </a:r>
            <a:r>
              <a:rPr lang="en-US" altLang="en-US" sz="3000" dirty="0"/>
              <a:t> </a:t>
            </a:r>
            <a:r>
              <a:rPr lang="en-US" altLang="en-US" sz="3000" dirty="0" err="1"/>
              <a:t>nhiên</a:t>
            </a:r>
            <a:r>
              <a:rPr lang="en-US" altLang="en-US" sz="3000" dirty="0"/>
              <a:t>/</a:t>
            </a:r>
            <a:r>
              <a:rPr lang="en-US" altLang="en-US" sz="3000" dirty="0" err="1"/>
              <a:t>lưu</a:t>
            </a:r>
            <a:r>
              <a:rPr lang="en-US" altLang="en-US" sz="3000" dirty="0"/>
              <a:t> </a:t>
            </a:r>
            <a:r>
              <a:rPr lang="en-US" altLang="en-US" sz="3000" dirty="0" err="1"/>
              <a:t>đồ</a:t>
            </a:r>
            <a:r>
              <a:rPr lang="en-US" altLang="en-US" sz="3000" dirty="0"/>
              <a:t> sang </a:t>
            </a:r>
            <a:r>
              <a:rPr lang="en-US" altLang="en-US" sz="3000" dirty="0" err="1"/>
              <a:t>một</a:t>
            </a:r>
            <a:r>
              <a:rPr lang="en-US" altLang="en-US" sz="3000" dirty="0"/>
              <a:t> </a:t>
            </a:r>
            <a:r>
              <a:rPr lang="en-US" altLang="en-US" sz="3000" dirty="0" err="1"/>
              <a:t>đặc</a:t>
            </a:r>
            <a:r>
              <a:rPr lang="en-US" altLang="en-US" sz="3000" dirty="0"/>
              <a:t> </a:t>
            </a:r>
            <a:r>
              <a:rPr lang="en-US" altLang="en-US" sz="3000" dirty="0" err="1"/>
              <a:t>tả</a:t>
            </a:r>
            <a:r>
              <a:rPr lang="en-US" altLang="en-US" sz="3000" dirty="0"/>
              <a:t> </a:t>
            </a:r>
            <a:r>
              <a:rPr lang="en-US" altLang="en-US" sz="3000" dirty="0" err="1"/>
              <a:t>giải</a:t>
            </a:r>
            <a:r>
              <a:rPr lang="en-US" altLang="en-US" sz="3000" dirty="0"/>
              <a:t> </a:t>
            </a:r>
            <a:r>
              <a:rPr lang="en-US" altLang="en-US" sz="3000" dirty="0" err="1"/>
              <a:t>thuật</a:t>
            </a:r>
            <a:r>
              <a:rPr lang="en-US" altLang="en-US" sz="3000" dirty="0"/>
              <a:t> </a:t>
            </a:r>
            <a:r>
              <a:rPr lang="en-US" altLang="en-US" sz="3000" dirty="0" err="1"/>
              <a:t>bằng</a:t>
            </a:r>
            <a:r>
              <a:rPr lang="en-US" altLang="en-US" sz="3000" dirty="0"/>
              <a:t> </a:t>
            </a:r>
            <a:r>
              <a:rPr lang="en-US" altLang="en-US" sz="3000" dirty="0" err="1"/>
              <a:t>một</a:t>
            </a:r>
            <a:r>
              <a:rPr lang="en-US" altLang="en-US" sz="3000" dirty="0"/>
              <a:t> </a:t>
            </a:r>
            <a:r>
              <a:rPr lang="en-US" altLang="en-US" sz="3000" dirty="0" err="1"/>
              <a:t>ngôn</a:t>
            </a:r>
            <a:r>
              <a:rPr lang="en-US" altLang="en-US" sz="3000" dirty="0"/>
              <a:t> </a:t>
            </a:r>
            <a:r>
              <a:rPr lang="en-US" altLang="en-US" sz="3000" dirty="0" err="1"/>
              <a:t>ngữ</a:t>
            </a:r>
            <a:r>
              <a:rPr lang="en-US" altLang="en-US" sz="3000" dirty="0"/>
              <a:t> </a:t>
            </a:r>
            <a:r>
              <a:rPr lang="en-US" altLang="en-US" sz="3000" dirty="0" err="1"/>
              <a:t>lập</a:t>
            </a:r>
            <a:r>
              <a:rPr lang="en-US" altLang="en-US" sz="3000" dirty="0"/>
              <a:t> </a:t>
            </a:r>
            <a:r>
              <a:rPr lang="en-US" altLang="en-US" sz="3000" dirty="0" err="1"/>
              <a:t>trình</a:t>
            </a:r>
            <a:r>
              <a:rPr lang="en-US" altLang="en-US" sz="3000" dirty="0"/>
              <a:t> </a:t>
            </a:r>
            <a:r>
              <a:rPr lang="en-US" altLang="en-US" sz="3000" dirty="0" err="1"/>
              <a:t>cụ</a:t>
            </a:r>
            <a:r>
              <a:rPr lang="en-US" altLang="en-US" sz="3000" dirty="0"/>
              <a:t> </a:t>
            </a:r>
            <a:r>
              <a:rPr lang="en-US" altLang="en-US" sz="3000" dirty="0" err="1"/>
              <a:t>thể</a:t>
            </a:r>
            <a:r>
              <a:rPr lang="en-US" altLang="en-US" sz="3000" dirty="0"/>
              <a:t>. </a:t>
            </a:r>
          </a:p>
          <a:p>
            <a:pPr>
              <a:lnSpc>
                <a:spcPct val="90000"/>
              </a:lnSpc>
            </a:pPr>
            <a:r>
              <a:rPr lang="en-US" altLang="en-US" sz="3000" dirty="0" err="1"/>
              <a:t>Quá</a:t>
            </a:r>
            <a:r>
              <a:rPr lang="en-US" altLang="en-US" sz="3000" dirty="0"/>
              <a:t> </a:t>
            </a:r>
            <a:r>
              <a:rPr lang="en-US" altLang="en-US" sz="3000" dirty="0" err="1"/>
              <a:t>trình</a:t>
            </a:r>
            <a:r>
              <a:rPr lang="en-US" altLang="en-US" sz="3000" dirty="0"/>
              <a:t> </a:t>
            </a:r>
            <a:r>
              <a:rPr lang="en-US" altLang="en-US" sz="3000" dirty="0" err="1"/>
              <a:t>chuyển</a:t>
            </a:r>
            <a:r>
              <a:rPr lang="en-US" altLang="en-US" sz="3000" dirty="0"/>
              <a:t> </a:t>
            </a:r>
            <a:r>
              <a:rPr lang="en-US" altLang="en-US" sz="3000" dirty="0" err="1"/>
              <a:t>đổi</a:t>
            </a:r>
            <a:r>
              <a:rPr lang="en-US" altLang="en-US" sz="3000" dirty="0"/>
              <a:t> </a:t>
            </a:r>
            <a:r>
              <a:rPr lang="en-US" altLang="en-US" sz="3000" dirty="0" err="1"/>
              <a:t>này</a:t>
            </a:r>
            <a:r>
              <a:rPr lang="en-US" altLang="en-US" sz="3000" dirty="0"/>
              <a:t> </a:t>
            </a:r>
            <a:r>
              <a:rPr lang="en-US" altLang="en-US" sz="3000" dirty="0" err="1"/>
              <a:t>gồm</a:t>
            </a:r>
            <a:r>
              <a:rPr lang="en-US" altLang="en-US" sz="3000" dirty="0"/>
              <a:t> </a:t>
            </a:r>
            <a:r>
              <a:rPr lang="en-US" altLang="en-US" sz="3000" dirty="0" err="1"/>
              <a:t>nhiều</a:t>
            </a:r>
            <a:r>
              <a:rPr lang="en-US" altLang="en-US" sz="3000" dirty="0"/>
              <a:t> </a:t>
            </a:r>
            <a:r>
              <a:rPr lang="en-US" altLang="en-US" sz="3000" dirty="0" err="1"/>
              <a:t>bước</a:t>
            </a:r>
            <a:r>
              <a:rPr lang="en-US" altLang="en-US" sz="3000" dirty="0"/>
              <a:t>, </a:t>
            </a:r>
            <a:r>
              <a:rPr lang="en-US" altLang="en-US" sz="3000" dirty="0" err="1"/>
              <a:t>trong</a:t>
            </a:r>
            <a:r>
              <a:rPr lang="en-US" altLang="en-US" sz="3000" dirty="0"/>
              <a:t> </a:t>
            </a:r>
            <a:r>
              <a:rPr lang="en-US" altLang="en-US" sz="3000" dirty="0" err="1"/>
              <a:t>đó</a:t>
            </a:r>
            <a:r>
              <a:rPr lang="en-US" altLang="en-US" sz="3000" dirty="0"/>
              <a:t> </a:t>
            </a:r>
            <a:r>
              <a:rPr lang="en-US" altLang="en-US" sz="3000" dirty="0" err="1"/>
              <a:t>mỗi</a:t>
            </a:r>
            <a:r>
              <a:rPr lang="en-US" altLang="en-US" sz="3000" dirty="0"/>
              <a:t> </a:t>
            </a:r>
            <a:r>
              <a:rPr lang="en-US" altLang="en-US" sz="3000" dirty="0" err="1"/>
              <a:t>bước</a:t>
            </a:r>
            <a:r>
              <a:rPr lang="en-US" altLang="en-US" sz="3000" dirty="0"/>
              <a:t> </a:t>
            </a:r>
            <a:r>
              <a:rPr lang="en-US" altLang="en-US" sz="3000" dirty="0" err="1"/>
              <a:t>là</a:t>
            </a:r>
            <a:r>
              <a:rPr lang="en-US" altLang="en-US" sz="3000" dirty="0"/>
              <a:t> </a:t>
            </a:r>
            <a:r>
              <a:rPr lang="en-US" altLang="en-US" sz="3000" dirty="0" err="1"/>
              <a:t>một</a:t>
            </a:r>
            <a:r>
              <a:rPr lang="en-US" altLang="en-US" sz="3000" dirty="0"/>
              <a:t> </a:t>
            </a:r>
            <a:r>
              <a:rPr lang="en-US" altLang="en-US" sz="3000" dirty="0" err="1"/>
              <a:t>đặc</a:t>
            </a:r>
            <a:r>
              <a:rPr lang="en-US" altLang="en-US" sz="3000" dirty="0"/>
              <a:t> </a:t>
            </a:r>
            <a:r>
              <a:rPr lang="en-US" altLang="en-US" sz="3000" dirty="0" err="1"/>
              <a:t>tả</a:t>
            </a:r>
            <a:r>
              <a:rPr lang="en-US" altLang="en-US" sz="3000" dirty="0"/>
              <a:t> </a:t>
            </a:r>
            <a:r>
              <a:rPr lang="en-US" altLang="en-US" sz="3000" dirty="0" err="1"/>
              <a:t>giải</a:t>
            </a:r>
            <a:r>
              <a:rPr lang="en-US" altLang="en-US" sz="3000" dirty="0"/>
              <a:t> </a:t>
            </a:r>
            <a:r>
              <a:rPr lang="en-US" altLang="en-US" sz="3000" dirty="0" err="1"/>
              <a:t>thuật</a:t>
            </a:r>
            <a:r>
              <a:rPr lang="en-US" altLang="en-US" sz="3000" dirty="0"/>
              <a:t>. </a:t>
            </a:r>
          </a:p>
          <a:p>
            <a:pPr lvl="1">
              <a:lnSpc>
                <a:spcPct val="90000"/>
              </a:lnSpc>
            </a:pPr>
            <a:r>
              <a:rPr lang="en-US" altLang="en-US" sz="2600" dirty="0" err="1"/>
              <a:t>Đầu</a:t>
            </a:r>
            <a:r>
              <a:rPr lang="en-US" altLang="en-US" sz="2600" dirty="0"/>
              <a:t> </a:t>
            </a:r>
            <a:r>
              <a:rPr lang="en-US" altLang="en-US" sz="2600" dirty="0" err="1"/>
              <a:t>tiên</a:t>
            </a:r>
            <a:r>
              <a:rPr lang="en-US" altLang="en-US" sz="2600" dirty="0"/>
              <a:t>, </a:t>
            </a:r>
            <a:r>
              <a:rPr lang="en-US" altLang="en-US" sz="2600" dirty="0" err="1"/>
              <a:t>đặc</a:t>
            </a:r>
            <a:r>
              <a:rPr lang="en-US" altLang="en-US" sz="2600" dirty="0"/>
              <a:t> </a:t>
            </a:r>
            <a:r>
              <a:rPr lang="en-US" altLang="en-US" sz="2600" dirty="0" err="1"/>
              <a:t>tả</a:t>
            </a:r>
            <a:r>
              <a:rPr lang="en-US" altLang="en-US" sz="2600" dirty="0"/>
              <a:t> </a:t>
            </a:r>
            <a:r>
              <a:rPr lang="en-US" altLang="en-US" sz="2600" dirty="0" err="1"/>
              <a:t>giải</a:t>
            </a:r>
            <a:r>
              <a:rPr lang="en-US" altLang="en-US" sz="2600" dirty="0"/>
              <a:t> </a:t>
            </a:r>
            <a:r>
              <a:rPr lang="en-US" altLang="en-US" sz="2600" dirty="0" err="1"/>
              <a:t>thuật</a:t>
            </a:r>
            <a:r>
              <a:rPr lang="en-US" altLang="en-US" sz="2600" dirty="0"/>
              <a:t> </a:t>
            </a:r>
            <a:r>
              <a:rPr lang="en-US" altLang="en-US" sz="2600" dirty="0" err="1"/>
              <a:t>bằng</a:t>
            </a:r>
            <a:r>
              <a:rPr lang="en-US" altLang="en-US" sz="2600" dirty="0"/>
              <a:t> </a:t>
            </a:r>
            <a:r>
              <a:rPr lang="en-US" altLang="en-US" sz="2600" dirty="0" err="1"/>
              <a:t>ngôn</a:t>
            </a:r>
            <a:r>
              <a:rPr lang="en-US" altLang="en-US" sz="2600" dirty="0"/>
              <a:t> </a:t>
            </a:r>
            <a:r>
              <a:rPr lang="en-US" altLang="en-US" sz="2600" dirty="0" err="1"/>
              <a:t>ngữ</a:t>
            </a:r>
            <a:r>
              <a:rPr lang="en-US" altLang="en-US" sz="2600" dirty="0"/>
              <a:t> </a:t>
            </a:r>
            <a:r>
              <a:rPr lang="en-US" altLang="en-US" sz="2600" dirty="0" err="1"/>
              <a:t>tự</a:t>
            </a:r>
            <a:r>
              <a:rPr lang="en-US" altLang="en-US" sz="2600" dirty="0"/>
              <a:t> </a:t>
            </a:r>
            <a:r>
              <a:rPr lang="en-US" altLang="en-US" sz="2600" dirty="0" err="1"/>
              <a:t>nhiên</a:t>
            </a:r>
            <a:r>
              <a:rPr lang="en-US" altLang="en-US" sz="2600" dirty="0"/>
              <a:t>/</a:t>
            </a:r>
            <a:r>
              <a:rPr lang="en-US" altLang="en-US" sz="2600" dirty="0" err="1"/>
              <a:t>lưu</a:t>
            </a:r>
            <a:r>
              <a:rPr lang="en-US" altLang="en-US" sz="2600" dirty="0"/>
              <a:t> </a:t>
            </a:r>
            <a:r>
              <a:rPr lang="en-US" altLang="en-US" sz="2600" dirty="0" err="1"/>
              <a:t>đồ</a:t>
            </a:r>
            <a:r>
              <a:rPr lang="en-US" altLang="en-US" sz="2600" dirty="0"/>
              <a:t> </a:t>
            </a:r>
            <a:r>
              <a:rPr lang="en-US" altLang="en-US" sz="2600" dirty="0" err="1"/>
              <a:t>giải</a:t>
            </a:r>
            <a:r>
              <a:rPr lang="en-US" altLang="en-US" sz="2600" dirty="0"/>
              <a:t> </a:t>
            </a:r>
            <a:r>
              <a:rPr lang="en-US" altLang="en-US" sz="2600" dirty="0" err="1"/>
              <a:t>thuật</a:t>
            </a:r>
            <a:r>
              <a:rPr lang="en-US" altLang="en-US" sz="2600" dirty="0"/>
              <a:t>. </a:t>
            </a:r>
          </a:p>
          <a:p>
            <a:pPr lvl="1">
              <a:lnSpc>
                <a:spcPct val="90000"/>
              </a:lnSpc>
            </a:pPr>
            <a:r>
              <a:rPr lang="en-US" altLang="en-US" sz="2600" dirty="0" err="1"/>
              <a:t>Tiếp</a:t>
            </a:r>
            <a:r>
              <a:rPr lang="en-US" altLang="en-US" sz="2600" dirty="0"/>
              <a:t> </a:t>
            </a:r>
            <a:r>
              <a:rPr lang="en-US" altLang="en-US" sz="2600" dirty="0" err="1"/>
              <a:t>sau</a:t>
            </a:r>
            <a:r>
              <a:rPr lang="en-US" altLang="en-US" sz="2600" dirty="0"/>
              <a:t>, </a:t>
            </a:r>
            <a:r>
              <a:rPr lang="en-US" altLang="en-US" sz="2600" dirty="0" err="1"/>
              <a:t>thay</a:t>
            </a:r>
            <a:r>
              <a:rPr lang="en-US" altLang="en-US" sz="2600" dirty="0"/>
              <a:t> </a:t>
            </a:r>
            <a:r>
              <a:rPr lang="en-US" altLang="en-US" sz="2600" dirty="0" err="1"/>
              <a:t>thế</a:t>
            </a:r>
            <a:r>
              <a:rPr lang="en-US" altLang="en-US" sz="2600" dirty="0"/>
              <a:t> </a:t>
            </a:r>
            <a:r>
              <a:rPr lang="en-US" altLang="en-US" sz="2600" dirty="0" err="1"/>
              <a:t>dần</a:t>
            </a:r>
            <a:r>
              <a:rPr lang="en-US" altLang="en-US" sz="2600" dirty="0"/>
              <a:t> </a:t>
            </a:r>
            <a:r>
              <a:rPr lang="en-US" altLang="en-US" sz="2600" dirty="0" err="1"/>
              <a:t>các</a:t>
            </a:r>
            <a:r>
              <a:rPr lang="en-US" altLang="en-US" sz="2600" dirty="0"/>
              <a:t> </a:t>
            </a:r>
            <a:r>
              <a:rPr lang="en-US" altLang="en-US" sz="2600" dirty="0" err="1"/>
              <a:t>thành</a:t>
            </a:r>
            <a:r>
              <a:rPr lang="en-US" altLang="en-US" sz="2600" dirty="0"/>
              <a:t> </a:t>
            </a:r>
            <a:r>
              <a:rPr lang="en-US" altLang="en-US" sz="2600" dirty="0" err="1"/>
              <a:t>phần</a:t>
            </a:r>
            <a:r>
              <a:rPr lang="en-US" altLang="en-US" sz="2600" dirty="0"/>
              <a:t> </a:t>
            </a:r>
            <a:r>
              <a:rPr lang="en-US" altLang="en-US" sz="2600" dirty="0" err="1"/>
              <a:t>được</a:t>
            </a:r>
            <a:r>
              <a:rPr lang="en-US" altLang="en-US" sz="2600" dirty="0"/>
              <a:t> </a:t>
            </a:r>
            <a:r>
              <a:rPr lang="en-US" altLang="en-US" sz="2600" dirty="0" err="1"/>
              <a:t>biểu</a:t>
            </a:r>
            <a:r>
              <a:rPr lang="en-US" altLang="en-US" sz="2600" dirty="0"/>
              <a:t> </a:t>
            </a:r>
            <a:r>
              <a:rPr lang="en-US" altLang="en-US" sz="2600" dirty="0" err="1"/>
              <a:t>diễn</a:t>
            </a:r>
            <a:r>
              <a:rPr lang="en-US" altLang="en-US" sz="2600" dirty="0"/>
              <a:t> </a:t>
            </a:r>
            <a:r>
              <a:rPr lang="en-US" altLang="en-US" sz="2600" dirty="0" err="1"/>
              <a:t>bằng</a:t>
            </a:r>
            <a:r>
              <a:rPr lang="en-US" altLang="en-US" sz="2600" dirty="0"/>
              <a:t> </a:t>
            </a:r>
            <a:r>
              <a:rPr lang="en-US" altLang="en-US" sz="2600" dirty="0" err="1"/>
              <a:t>ngôn</a:t>
            </a:r>
            <a:r>
              <a:rPr lang="en-US" altLang="en-US" sz="2600" dirty="0"/>
              <a:t> </a:t>
            </a:r>
            <a:r>
              <a:rPr lang="en-US" altLang="en-US" sz="2600" dirty="0" err="1"/>
              <a:t>ngữ</a:t>
            </a:r>
            <a:r>
              <a:rPr lang="en-US" altLang="en-US" sz="2600" dirty="0"/>
              <a:t> </a:t>
            </a:r>
            <a:r>
              <a:rPr lang="en-US" altLang="en-US" sz="2600" dirty="0" err="1"/>
              <a:t>tự</a:t>
            </a:r>
            <a:r>
              <a:rPr lang="en-US" altLang="en-US" sz="2600" dirty="0"/>
              <a:t> </a:t>
            </a:r>
            <a:r>
              <a:rPr lang="en-US" altLang="en-US" sz="2600" dirty="0" err="1"/>
              <a:t>nhiên</a:t>
            </a:r>
            <a:r>
              <a:rPr lang="en-US" altLang="en-US" sz="2600" dirty="0"/>
              <a:t>/</a:t>
            </a:r>
            <a:r>
              <a:rPr lang="en-US" altLang="en-US" sz="2600" dirty="0" err="1"/>
              <a:t>lưu</a:t>
            </a:r>
            <a:r>
              <a:rPr lang="en-US" altLang="en-US" sz="2600" dirty="0"/>
              <a:t> </a:t>
            </a:r>
            <a:r>
              <a:rPr lang="en-US" altLang="en-US" sz="2600" dirty="0" err="1"/>
              <a:t>đồ</a:t>
            </a:r>
            <a:r>
              <a:rPr lang="en-US" altLang="en-US" sz="2600" dirty="0"/>
              <a:t> </a:t>
            </a:r>
            <a:r>
              <a:rPr lang="en-US" altLang="en-US" sz="2600" dirty="0" err="1"/>
              <a:t>bằng</a:t>
            </a:r>
            <a:r>
              <a:rPr lang="en-US" altLang="en-US" sz="2600" dirty="0"/>
              <a:t> </a:t>
            </a:r>
            <a:r>
              <a:rPr lang="en-US" altLang="en-US" sz="2600" dirty="0" err="1"/>
              <a:t>các</a:t>
            </a:r>
            <a:r>
              <a:rPr lang="en-US" altLang="en-US" sz="2600" dirty="0"/>
              <a:t> </a:t>
            </a:r>
            <a:r>
              <a:rPr lang="en-US" altLang="en-US" sz="2600" dirty="0" err="1"/>
              <a:t>thành</a:t>
            </a:r>
            <a:r>
              <a:rPr lang="en-US" altLang="en-US" sz="2600" dirty="0"/>
              <a:t> </a:t>
            </a:r>
            <a:r>
              <a:rPr lang="en-US" altLang="en-US" sz="2600" dirty="0" err="1"/>
              <a:t>phần</a:t>
            </a:r>
            <a:r>
              <a:rPr lang="en-US" altLang="en-US" sz="2600" dirty="0"/>
              <a:t> </a:t>
            </a:r>
            <a:r>
              <a:rPr lang="en-US" altLang="en-US" sz="2600" dirty="0" err="1"/>
              <a:t>tương</a:t>
            </a:r>
            <a:r>
              <a:rPr lang="en-US" altLang="en-US" sz="2600" dirty="0"/>
              <a:t> </a:t>
            </a:r>
            <a:r>
              <a:rPr lang="en-US" altLang="en-US" sz="2600" dirty="0" err="1"/>
              <a:t>tự</a:t>
            </a:r>
            <a:r>
              <a:rPr lang="en-US" altLang="en-US" sz="2600" dirty="0"/>
              <a:t> </a:t>
            </a:r>
            <a:r>
              <a:rPr lang="en-US" altLang="en-US" sz="2600" dirty="0" err="1"/>
              <a:t>được</a:t>
            </a:r>
            <a:r>
              <a:rPr lang="en-US" altLang="en-US" sz="2600" dirty="0"/>
              <a:t> </a:t>
            </a:r>
            <a:r>
              <a:rPr lang="en-US" altLang="en-US" sz="2600" dirty="0" err="1"/>
              <a:t>biểu</a:t>
            </a:r>
            <a:r>
              <a:rPr lang="en-US" altLang="en-US" sz="2600" dirty="0"/>
              <a:t> </a:t>
            </a:r>
            <a:r>
              <a:rPr lang="en-US" altLang="en-US" sz="2600" dirty="0" err="1"/>
              <a:t>diễn</a:t>
            </a:r>
            <a:r>
              <a:rPr lang="en-US" altLang="en-US" sz="2600" dirty="0"/>
              <a:t> </a:t>
            </a:r>
            <a:r>
              <a:rPr lang="en-US" altLang="en-US" sz="2600" dirty="0" err="1"/>
              <a:t>bằng</a:t>
            </a:r>
            <a:r>
              <a:rPr lang="en-US" altLang="en-US" sz="2600" dirty="0"/>
              <a:t> </a:t>
            </a:r>
            <a:r>
              <a:rPr lang="en-US" altLang="en-US" sz="2600" dirty="0" err="1"/>
              <a:t>ngôn</a:t>
            </a:r>
            <a:r>
              <a:rPr lang="en-US" altLang="en-US" sz="2600" dirty="0"/>
              <a:t> </a:t>
            </a:r>
            <a:r>
              <a:rPr lang="en-US" altLang="en-US" sz="2600" dirty="0" err="1"/>
              <a:t>ngữ</a:t>
            </a:r>
            <a:r>
              <a:rPr lang="en-US" altLang="en-US" sz="2600" dirty="0"/>
              <a:t> </a:t>
            </a:r>
            <a:r>
              <a:rPr lang="en-US" altLang="en-US" sz="2600" dirty="0" err="1"/>
              <a:t>lập</a:t>
            </a:r>
            <a:r>
              <a:rPr lang="en-US" altLang="en-US" sz="2600" dirty="0"/>
              <a:t> </a:t>
            </a:r>
            <a:r>
              <a:rPr lang="en-US" altLang="en-US" sz="2600" dirty="0" err="1"/>
              <a:t>trình</a:t>
            </a:r>
            <a:r>
              <a:rPr lang="en-US" altLang="en-US" sz="2600" dirty="0"/>
              <a:t> </a:t>
            </a:r>
            <a:r>
              <a:rPr lang="en-US" altLang="en-US" sz="2600" dirty="0" err="1"/>
              <a:t>đã</a:t>
            </a:r>
            <a:r>
              <a:rPr lang="en-US" altLang="en-US" sz="2600" dirty="0"/>
              <a:t> </a:t>
            </a:r>
            <a:r>
              <a:rPr lang="en-US" altLang="en-US" sz="2600" dirty="0" err="1"/>
              <a:t>chọn</a:t>
            </a:r>
            <a:r>
              <a:rPr lang="en-US" altLang="en-US" sz="2600" dirty="0"/>
              <a:t>. </a:t>
            </a:r>
          </a:p>
          <a:p>
            <a:pPr lvl="1">
              <a:lnSpc>
                <a:spcPct val="90000"/>
              </a:lnSpc>
            </a:pPr>
            <a:r>
              <a:rPr lang="en-US" altLang="en-US" sz="2600" dirty="0" err="1"/>
              <a:t>Lặp</a:t>
            </a:r>
            <a:r>
              <a:rPr lang="en-US" altLang="en-US" sz="2600" dirty="0"/>
              <a:t> </a:t>
            </a:r>
            <a:r>
              <a:rPr lang="en-US" altLang="en-US" sz="2600" dirty="0" err="1"/>
              <a:t>lại</a:t>
            </a:r>
            <a:r>
              <a:rPr lang="en-US" altLang="en-US" sz="2600" dirty="0"/>
              <a:t> </a:t>
            </a:r>
            <a:r>
              <a:rPr lang="en-US" altLang="en-US" sz="2600" dirty="0" err="1"/>
              <a:t>quá</a:t>
            </a:r>
            <a:r>
              <a:rPr lang="en-US" altLang="en-US" sz="2600" dirty="0"/>
              <a:t> </a:t>
            </a:r>
            <a:r>
              <a:rPr lang="en-US" altLang="en-US" sz="2600" dirty="0" err="1"/>
              <a:t>trình</a:t>
            </a:r>
            <a:r>
              <a:rPr lang="en-US" altLang="en-US" sz="2600" dirty="0"/>
              <a:t> </a:t>
            </a:r>
            <a:r>
              <a:rPr lang="en-US" altLang="en-US" sz="2600" dirty="0" err="1"/>
              <a:t>trên</a:t>
            </a:r>
            <a:r>
              <a:rPr lang="en-US" altLang="en-US" sz="2600" dirty="0"/>
              <a:t> </a:t>
            </a:r>
            <a:r>
              <a:rPr lang="en-US" altLang="en-US" sz="2600" dirty="0" err="1"/>
              <a:t>cho</a:t>
            </a:r>
            <a:r>
              <a:rPr lang="en-US" altLang="en-US" sz="2600" dirty="0"/>
              <a:t> </a:t>
            </a:r>
            <a:r>
              <a:rPr lang="en-US" altLang="en-US" sz="2600" dirty="0" err="1"/>
              <a:t>đến</a:t>
            </a:r>
            <a:r>
              <a:rPr lang="en-US" altLang="en-US" sz="2600" dirty="0"/>
              <a:t> </a:t>
            </a:r>
            <a:r>
              <a:rPr lang="en-US" altLang="en-US" sz="2600" dirty="0" err="1"/>
              <a:t>khi</a:t>
            </a:r>
            <a:r>
              <a:rPr lang="en-US" altLang="en-US" sz="2600" dirty="0"/>
              <a:t> </a:t>
            </a:r>
            <a:r>
              <a:rPr lang="en-US" altLang="en-US" sz="2600" dirty="0" err="1"/>
              <a:t>tạo</a:t>
            </a:r>
            <a:r>
              <a:rPr lang="en-US" altLang="en-US" sz="2600" dirty="0"/>
              <a:t> ra </a:t>
            </a:r>
            <a:r>
              <a:rPr lang="en-US" altLang="en-US" sz="2600" dirty="0" err="1"/>
              <a:t>một</a:t>
            </a:r>
            <a:r>
              <a:rPr lang="en-US" altLang="en-US" sz="2600" dirty="0"/>
              <a:t> </a:t>
            </a:r>
            <a:r>
              <a:rPr lang="en-US" altLang="en-US" sz="2600" dirty="0" err="1"/>
              <a:t>chương</a:t>
            </a:r>
            <a:r>
              <a:rPr lang="en-US" altLang="en-US" sz="2600" dirty="0"/>
              <a:t> </a:t>
            </a:r>
            <a:r>
              <a:rPr lang="en-US" altLang="en-US" sz="2600" dirty="0" err="1"/>
              <a:t>trình</a:t>
            </a:r>
            <a:r>
              <a:rPr lang="en-US" altLang="en-US" sz="2600" dirty="0"/>
              <a:t> </a:t>
            </a:r>
            <a:r>
              <a:rPr lang="en-US" altLang="en-US" sz="2600" dirty="0" err="1"/>
              <a:t>hoàn</a:t>
            </a:r>
            <a:r>
              <a:rPr lang="en-US" altLang="en-US" sz="2600" dirty="0"/>
              <a:t> </a:t>
            </a:r>
            <a:r>
              <a:rPr lang="en-US" altLang="en-US" sz="2600" dirty="0" err="1"/>
              <a:t>chỉnh</a:t>
            </a:r>
            <a:r>
              <a:rPr lang="en-US" altLang="en-US" sz="2600" dirty="0"/>
              <a:t> </a:t>
            </a:r>
            <a:r>
              <a:rPr lang="en-US" altLang="en-US" sz="2600" dirty="0" err="1"/>
              <a:t>có</a:t>
            </a:r>
            <a:r>
              <a:rPr lang="en-US" altLang="en-US" sz="2600" dirty="0"/>
              <a:t> </a:t>
            </a:r>
            <a:r>
              <a:rPr lang="en-US" altLang="en-US" sz="2600" dirty="0" err="1"/>
              <a:t>thể</a:t>
            </a:r>
            <a:r>
              <a:rPr lang="en-US" altLang="en-US" sz="2600" dirty="0"/>
              <a:t> </a:t>
            </a:r>
            <a:r>
              <a:rPr lang="en-US" altLang="en-US" sz="2600" dirty="0" err="1"/>
              <a:t>chạy</a:t>
            </a:r>
            <a:r>
              <a:rPr lang="en-US" altLang="en-US" sz="2600" dirty="0"/>
              <a:t> </a:t>
            </a:r>
            <a:r>
              <a:rPr lang="en-US" altLang="en-US" sz="2600" dirty="0" err="1"/>
              <a:t>được</a:t>
            </a:r>
            <a:r>
              <a:rPr lang="en-US" altLang="en-US" sz="2600" dirty="0"/>
              <a:t>, </a:t>
            </a:r>
            <a:r>
              <a:rPr lang="en-US" altLang="en-US" sz="2600" dirty="0" err="1"/>
              <a:t>thực</a:t>
            </a:r>
            <a:r>
              <a:rPr lang="en-US" altLang="en-US" sz="2600" dirty="0"/>
              <a:t> </a:t>
            </a:r>
            <a:r>
              <a:rPr lang="en-US" altLang="en-US" sz="2600" dirty="0" err="1"/>
              <a:t>hiện</a:t>
            </a:r>
            <a:r>
              <a:rPr lang="en-US" altLang="en-US" sz="2600" dirty="0"/>
              <a:t> </a:t>
            </a:r>
            <a:r>
              <a:rPr lang="en-US" altLang="en-US" sz="2600" dirty="0" err="1"/>
              <a:t>giải</a:t>
            </a:r>
            <a:r>
              <a:rPr lang="en-US" altLang="en-US" sz="2600" dirty="0"/>
              <a:t> </a:t>
            </a:r>
            <a:r>
              <a:rPr lang="en-US" altLang="en-US" sz="2600" dirty="0" err="1"/>
              <a:t>thuật</a:t>
            </a:r>
            <a:r>
              <a:rPr lang="en-US" altLang="en-US" sz="2600" dirty="0"/>
              <a:t> </a:t>
            </a:r>
            <a:r>
              <a:rPr lang="en-US" altLang="en-US" sz="2600" dirty="0" err="1"/>
              <a:t>yêu</a:t>
            </a:r>
            <a:r>
              <a:rPr lang="en-US" altLang="en-US" sz="2600" dirty="0"/>
              <a:t> </a:t>
            </a:r>
            <a:r>
              <a:rPr lang="en-US" altLang="en-US" sz="2600" dirty="0" err="1"/>
              <a:t>cầu</a:t>
            </a:r>
            <a:r>
              <a:rPr lang="en-US" altLang="en-US" sz="2600" dirty="0"/>
              <a:t> </a:t>
            </a:r>
          </a:p>
        </p:txBody>
      </p:sp>
    </p:spTree>
    <p:extLst>
      <p:ext uri="{BB962C8B-B14F-4D97-AF65-F5344CB8AC3E}">
        <p14:creationId xmlns:p14="http://schemas.microsoft.com/office/powerpoint/2010/main" val="40423130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37</a:t>
            </a:fld>
            <a:endParaRPr lang="en-US"/>
          </a:p>
        </p:txBody>
      </p:sp>
      <p:sp>
        <p:nvSpPr>
          <p:cNvPr id="2" name="Title 1"/>
          <p:cNvSpPr>
            <a:spLocks noGrp="1"/>
          </p:cNvSpPr>
          <p:nvPr>
            <p:ph type="title"/>
          </p:nvPr>
        </p:nvSpPr>
        <p:spPr/>
        <p:txBody>
          <a:bodyPr>
            <a:normAutofit fontScale="90000"/>
          </a:bodyPr>
          <a:lstStyle/>
          <a:p>
            <a:r>
              <a:rPr lang="en-US" dirty="0" err="1"/>
              <a:t>Ngôn</a:t>
            </a:r>
            <a:r>
              <a:rPr lang="en-US" dirty="0"/>
              <a:t> </a:t>
            </a:r>
            <a:r>
              <a:rPr lang="en-US" dirty="0" err="1"/>
              <a:t>ngữ</a:t>
            </a:r>
            <a:r>
              <a:rPr lang="en-US" dirty="0"/>
              <a:t> </a:t>
            </a:r>
            <a:r>
              <a:rPr lang="en-US" dirty="0" err="1"/>
              <a:t>diễn</a:t>
            </a:r>
            <a:r>
              <a:rPr lang="en-US" dirty="0"/>
              <a:t> </a:t>
            </a:r>
            <a:r>
              <a:rPr lang="en-US" dirty="0" err="1"/>
              <a:t>đạt</a:t>
            </a:r>
            <a:r>
              <a:rPr lang="en-US" dirty="0"/>
              <a:t> </a:t>
            </a:r>
            <a:r>
              <a:rPr lang="en-US" dirty="0" err="1"/>
              <a:t>giải</a:t>
            </a:r>
            <a:r>
              <a:rPr lang="en-US" dirty="0"/>
              <a:t> </a:t>
            </a:r>
            <a:r>
              <a:rPr lang="en-US" dirty="0" err="1"/>
              <a:t>thuật</a:t>
            </a:r>
            <a:r>
              <a:rPr lang="en-US" dirty="0"/>
              <a:t> (Pseudo code for algorithm)</a:t>
            </a:r>
            <a:br>
              <a:rPr lang="en-US" dirty="0"/>
            </a:br>
            <a:r>
              <a:rPr lang="en-US" dirty="0"/>
              <a:t> </a:t>
            </a:r>
          </a:p>
        </p:txBody>
      </p:sp>
      <p:sp>
        <p:nvSpPr>
          <p:cNvPr id="3" name="Content Placeholder 2"/>
          <p:cNvSpPr>
            <a:spLocks noGrp="1"/>
          </p:cNvSpPr>
          <p:nvPr>
            <p:ph sz="quarter" idx="13"/>
          </p:nvPr>
        </p:nvSpPr>
        <p:spPr/>
        <p:txBody>
          <a:bodyPr/>
          <a:lstStyle/>
          <a:p>
            <a:r>
              <a:rPr lang="en-US" dirty="0" err="1"/>
              <a:t>Nếu</a:t>
            </a:r>
            <a:r>
              <a:rPr lang="en-US" dirty="0"/>
              <a:t> </a:t>
            </a:r>
            <a:r>
              <a:rPr lang="en-US" dirty="0" err="1"/>
              <a:t>chọn</a:t>
            </a:r>
            <a:r>
              <a:rPr lang="en-US" dirty="0"/>
              <a:t> </a:t>
            </a:r>
            <a:r>
              <a:rPr lang="en-US" dirty="0" err="1"/>
              <a:t>một</a:t>
            </a:r>
            <a:r>
              <a:rPr lang="en-US" dirty="0"/>
              <a:t> </a:t>
            </a:r>
            <a:r>
              <a:rPr lang="en-US" dirty="0" err="1"/>
              <a:t>ngôn</a:t>
            </a:r>
            <a:r>
              <a:rPr lang="en-US" dirty="0"/>
              <a:t> </a:t>
            </a:r>
            <a:r>
              <a:rPr lang="en-US" dirty="0" err="1"/>
              <a:t>ngữ</a:t>
            </a:r>
            <a:r>
              <a:rPr lang="en-US" dirty="0"/>
              <a:t> </a:t>
            </a:r>
            <a:r>
              <a:rPr lang="en-US" dirty="0" err="1"/>
              <a:t>lập</a:t>
            </a:r>
            <a:r>
              <a:rPr lang="en-US" dirty="0"/>
              <a:t> </a:t>
            </a:r>
            <a:r>
              <a:rPr lang="en-US" dirty="0" err="1"/>
              <a:t>trình</a:t>
            </a:r>
            <a:r>
              <a:rPr lang="en-US" dirty="0"/>
              <a:t> </a:t>
            </a:r>
            <a:r>
              <a:rPr lang="en-US" dirty="0" err="1"/>
              <a:t>như</a:t>
            </a:r>
            <a:r>
              <a:rPr lang="en-US" dirty="0"/>
              <a:t> Pascal, C/C++, Java… </a:t>
            </a:r>
            <a:r>
              <a:rPr lang="en-US" dirty="0" err="1"/>
              <a:t>sẽ</a:t>
            </a:r>
            <a:r>
              <a:rPr lang="en-US" dirty="0"/>
              <a:t> </a:t>
            </a:r>
            <a:r>
              <a:rPr lang="en-US" dirty="0" err="1"/>
              <a:t>gặp</a:t>
            </a:r>
            <a:r>
              <a:rPr lang="en-US" dirty="0"/>
              <a:t> </a:t>
            </a:r>
            <a:r>
              <a:rPr lang="en-US" dirty="0" err="1"/>
              <a:t>một</a:t>
            </a:r>
            <a:r>
              <a:rPr lang="en-US" dirty="0"/>
              <a:t> </a:t>
            </a:r>
            <a:r>
              <a:rPr lang="en-US" dirty="0" err="1"/>
              <a:t>số</a:t>
            </a:r>
            <a:r>
              <a:rPr lang="en-US" dirty="0"/>
              <a:t> </a:t>
            </a:r>
            <a:r>
              <a:rPr lang="en-US" dirty="0" err="1"/>
              <a:t>hạn</a:t>
            </a:r>
            <a:r>
              <a:rPr lang="en-US" dirty="0"/>
              <a:t> </a:t>
            </a:r>
            <a:r>
              <a:rPr lang="en-US" dirty="0" err="1"/>
              <a:t>chế</a:t>
            </a:r>
            <a:endParaRPr lang="en-US" dirty="0"/>
          </a:p>
          <a:p>
            <a:pPr lvl="1"/>
            <a:r>
              <a:rPr lang="en-US" dirty="0" err="1"/>
              <a:t>Luôn</a:t>
            </a:r>
            <a:r>
              <a:rPr lang="en-US" dirty="0"/>
              <a:t> </a:t>
            </a:r>
            <a:r>
              <a:rPr lang="en-US" dirty="0" err="1"/>
              <a:t>tuân</a:t>
            </a:r>
            <a:r>
              <a:rPr lang="en-US" dirty="0"/>
              <a:t> </a:t>
            </a:r>
            <a:r>
              <a:rPr lang="en-US" dirty="0" err="1"/>
              <a:t>thủ</a:t>
            </a:r>
            <a:r>
              <a:rPr lang="en-US" dirty="0"/>
              <a:t> </a:t>
            </a:r>
            <a:r>
              <a:rPr lang="en-US" dirty="0" err="1"/>
              <a:t>các</a:t>
            </a:r>
            <a:r>
              <a:rPr lang="en-US" dirty="0"/>
              <a:t> </a:t>
            </a:r>
            <a:r>
              <a:rPr lang="en-US" dirty="0" err="1"/>
              <a:t>quy</a:t>
            </a:r>
            <a:r>
              <a:rPr lang="en-US" dirty="0"/>
              <a:t> </a:t>
            </a:r>
            <a:r>
              <a:rPr lang="en-US" dirty="0" err="1"/>
              <a:t>tắc</a:t>
            </a:r>
            <a:r>
              <a:rPr lang="en-US" dirty="0"/>
              <a:t> </a:t>
            </a:r>
            <a:r>
              <a:rPr lang="en-US" dirty="0" err="1"/>
              <a:t>chặt</a:t>
            </a:r>
            <a:r>
              <a:rPr lang="en-US" dirty="0"/>
              <a:t> </a:t>
            </a:r>
            <a:r>
              <a:rPr lang="en-US" dirty="0" err="1"/>
              <a:t>chẽ</a:t>
            </a:r>
            <a:r>
              <a:rPr lang="en-US" dirty="0"/>
              <a:t> </a:t>
            </a:r>
            <a:r>
              <a:rPr lang="en-US" dirty="0" err="1"/>
              <a:t>về</a:t>
            </a:r>
            <a:r>
              <a:rPr lang="en-US" dirty="0"/>
              <a:t> </a:t>
            </a:r>
            <a:r>
              <a:rPr lang="en-US" dirty="0" err="1"/>
              <a:t>cú</a:t>
            </a:r>
            <a:r>
              <a:rPr lang="en-US" dirty="0"/>
              <a:t> </a:t>
            </a:r>
            <a:r>
              <a:rPr lang="en-US" dirty="0" err="1"/>
              <a:t>pháp</a:t>
            </a:r>
            <a:r>
              <a:rPr lang="en-US" dirty="0"/>
              <a:t> </a:t>
            </a:r>
            <a:r>
              <a:rPr lang="en-US" dirty="0" err="1"/>
              <a:t>của</a:t>
            </a:r>
            <a:r>
              <a:rPr lang="en-US" dirty="0"/>
              <a:t> </a:t>
            </a:r>
            <a:r>
              <a:rPr lang="en-US" dirty="0" err="1"/>
              <a:t>ngôn</a:t>
            </a:r>
            <a:r>
              <a:rPr lang="en-US" dirty="0"/>
              <a:t> </a:t>
            </a:r>
            <a:r>
              <a:rPr lang="en-US" dirty="0" err="1"/>
              <a:t>ngữ</a:t>
            </a:r>
            <a:r>
              <a:rPr lang="en-US" dirty="0"/>
              <a:t> </a:t>
            </a:r>
            <a:r>
              <a:rPr lang="en-US" dirty="0" err="1"/>
              <a:t>đó</a:t>
            </a:r>
            <a:endParaRPr lang="en-US" dirty="0"/>
          </a:p>
          <a:p>
            <a:pPr lvl="1"/>
            <a:r>
              <a:rPr lang="en-US" dirty="0" err="1"/>
              <a:t>Phụ</a:t>
            </a:r>
            <a:r>
              <a:rPr lang="en-US" dirty="0"/>
              <a:t> </a:t>
            </a:r>
            <a:r>
              <a:rPr lang="en-US" dirty="0" err="1"/>
              <a:t>thuộc</a:t>
            </a:r>
            <a:r>
              <a:rPr lang="en-US" dirty="0"/>
              <a:t> </a:t>
            </a:r>
            <a:r>
              <a:rPr lang="en-US" dirty="0" err="1"/>
              <a:t>vào</a:t>
            </a:r>
            <a:r>
              <a:rPr lang="en-US" dirty="0"/>
              <a:t> </a:t>
            </a:r>
            <a:r>
              <a:rPr lang="en-US" dirty="0" err="1"/>
              <a:t>cấu</a:t>
            </a:r>
            <a:r>
              <a:rPr lang="en-US" dirty="0"/>
              <a:t> </a:t>
            </a:r>
            <a:r>
              <a:rPr lang="en-US" dirty="0" err="1"/>
              <a:t>trúc</a:t>
            </a:r>
            <a:r>
              <a:rPr lang="en-US" dirty="0"/>
              <a:t> </a:t>
            </a:r>
            <a:r>
              <a:rPr lang="en-US" dirty="0" err="1"/>
              <a:t>dữ</a:t>
            </a:r>
            <a:r>
              <a:rPr lang="en-US" dirty="0"/>
              <a:t> </a:t>
            </a:r>
            <a:r>
              <a:rPr lang="en-US" dirty="0" err="1"/>
              <a:t>liệu</a:t>
            </a:r>
            <a:r>
              <a:rPr lang="en-US" dirty="0"/>
              <a:t> </a:t>
            </a:r>
            <a:r>
              <a:rPr lang="en-US" dirty="0" err="1"/>
              <a:t>tiền</a:t>
            </a:r>
            <a:r>
              <a:rPr lang="en-US" dirty="0"/>
              <a:t> </a:t>
            </a:r>
            <a:r>
              <a:rPr lang="en-US" dirty="0" err="1"/>
              <a:t>định</a:t>
            </a:r>
            <a:r>
              <a:rPr lang="en-US" dirty="0"/>
              <a:t> </a:t>
            </a:r>
            <a:r>
              <a:rPr lang="en-US" dirty="0" err="1"/>
              <a:t>của</a:t>
            </a:r>
            <a:r>
              <a:rPr lang="en-US" dirty="0"/>
              <a:t> </a:t>
            </a:r>
            <a:r>
              <a:rPr lang="en-US" dirty="0" err="1"/>
              <a:t>ngôn</a:t>
            </a:r>
            <a:r>
              <a:rPr lang="en-US" dirty="0"/>
              <a:t> </a:t>
            </a:r>
            <a:r>
              <a:rPr lang="en-US" dirty="0" err="1"/>
              <a:t>ngữ</a:t>
            </a:r>
            <a:r>
              <a:rPr lang="en-US" dirty="0"/>
              <a:t> </a:t>
            </a:r>
          </a:p>
          <a:p>
            <a:pPr lvl="1"/>
            <a:r>
              <a:rPr lang="en-US" dirty="0" err="1"/>
              <a:t>Ngôn</a:t>
            </a:r>
            <a:r>
              <a:rPr lang="en-US" dirty="0"/>
              <a:t> </a:t>
            </a:r>
            <a:r>
              <a:rPr lang="en-US" dirty="0" err="1"/>
              <a:t>ngữ</a:t>
            </a:r>
            <a:r>
              <a:rPr lang="en-US" dirty="0"/>
              <a:t> </a:t>
            </a:r>
            <a:r>
              <a:rPr lang="en-US" dirty="0" err="1"/>
              <a:t>lựa</a:t>
            </a:r>
            <a:r>
              <a:rPr lang="en-US" dirty="0"/>
              <a:t> </a:t>
            </a:r>
            <a:r>
              <a:rPr lang="en-US" dirty="0" err="1"/>
              <a:t>chọn</a:t>
            </a:r>
            <a:r>
              <a:rPr lang="en-US" dirty="0"/>
              <a:t> </a:t>
            </a:r>
            <a:r>
              <a:rPr lang="en-US" dirty="0" err="1"/>
              <a:t>không</a:t>
            </a:r>
            <a:r>
              <a:rPr lang="en-US" dirty="0"/>
              <a:t> </a:t>
            </a:r>
            <a:r>
              <a:rPr lang="en-US" dirty="0" err="1"/>
              <a:t>phải</a:t>
            </a:r>
            <a:r>
              <a:rPr lang="en-US" dirty="0"/>
              <a:t> </a:t>
            </a:r>
            <a:r>
              <a:rPr lang="en-US" dirty="0" err="1"/>
              <a:t>ai</a:t>
            </a:r>
            <a:r>
              <a:rPr lang="en-US" dirty="0"/>
              <a:t> </a:t>
            </a:r>
            <a:r>
              <a:rPr lang="en-US" dirty="0" err="1"/>
              <a:t>cũng</a:t>
            </a:r>
            <a:r>
              <a:rPr lang="en-US" dirty="0"/>
              <a:t> </a:t>
            </a:r>
            <a:r>
              <a:rPr lang="en-US" dirty="0" err="1"/>
              <a:t>ưa</a:t>
            </a:r>
            <a:r>
              <a:rPr lang="en-US" dirty="0"/>
              <a:t> </a:t>
            </a:r>
            <a:r>
              <a:rPr lang="en-US" dirty="0" err="1"/>
              <a:t>thích</a:t>
            </a:r>
            <a:r>
              <a:rPr lang="en-US" dirty="0"/>
              <a:t> </a:t>
            </a:r>
            <a:r>
              <a:rPr lang="en-US" dirty="0" err="1"/>
              <a:t>sử</a:t>
            </a:r>
            <a:r>
              <a:rPr lang="en-US" dirty="0"/>
              <a:t> </a:t>
            </a:r>
            <a:r>
              <a:rPr lang="en-US" dirty="0" err="1"/>
              <a:t>dụng</a:t>
            </a:r>
            <a:endParaRPr lang="en-US" dirty="0"/>
          </a:p>
        </p:txBody>
      </p:sp>
    </p:spTree>
    <p:extLst>
      <p:ext uri="{BB962C8B-B14F-4D97-AF65-F5344CB8AC3E}">
        <p14:creationId xmlns:p14="http://schemas.microsoft.com/office/powerpoint/2010/main" val="10027276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38</a:t>
            </a:fld>
            <a:endParaRPr lang="en-US" dirty="0"/>
          </a:p>
        </p:txBody>
      </p:sp>
      <p:sp>
        <p:nvSpPr>
          <p:cNvPr id="2" name="Title 1"/>
          <p:cNvSpPr>
            <a:spLocks noGrp="1"/>
          </p:cNvSpPr>
          <p:nvPr>
            <p:ph type="title"/>
          </p:nvPr>
        </p:nvSpPr>
        <p:spPr/>
        <p:txBody>
          <a:bodyPr/>
          <a:lstStyle/>
          <a:p>
            <a:r>
              <a:rPr lang="en-US" dirty="0" err="1"/>
              <a:t>Ví</a:t>
            </a:r>
            <a:r>
              <a:rPr lang="en-US" dirty="0"/>
              <a:t> </a:t>
            </a:r>
            <a:r>
              <a:rPr lang="en-US" dirty="0" err="1"/>
              <a:t>dụ</a:t>
            </a:r>
            <a:r>
              <a:rPr lang="en-US" dirty="0"/>
              <a:t> 1</a:t>
            </a:r>
          </a:p>
        </p:txBody>
      </p:sp>
      <p:sp>
        <p:nvSpPr>
          <p:cNvPr id="3" name="Content Placeholder 2"/>
          <p:cNvSpPr>
            <a:spLocks noGrp="1"/>
          </p:cNvSpPr>
          <p:nvPr>
            <p:ph sz="quarter" idx="13"/>
          </p:nvPr>
        </p:nvSpPr>
        <p:spPr/>
        <p:txBody>
          <a:bodyPr>
            <a:normAutofit/>
          </a:bodyPr>
          <a:lstStyle/>
          <a:p>
            <a:r>
              <a:rPr lang="en-US" dirty="0" err="1"/>
              <a:t>Tìm</a:t>
            </a:r>
            <a:r>
              <a:rPr lang="en-US" dirty="0"/>
              <a:t> </a:t>
            </a:r>
            <a:r>
              <a:rPr lang="en-US" dirty="0" err="1"/>
              <a:t>số</a:t>
            </a:r>
            <a:r>
              <a:rPr lang="en-US" dirty="0"/>
              <a:t> </a:t>
            </a:r>
            <a:r>
              <a:rPr lang="en-US" dirty="0" err="1"/>
              <a:t>lớn</a:t>
            </a:r>
            <a:r>
              <a:rPr lang="en-US" dirty="0"/>
              <a:t> </a:t>
            </a:r>
            <a:r>
              <a:rPr lang="en-US" dirty="0" err="1"/>
              <a:t>nhất</a:t>
            </a:r>
            <a:r>
              <a:rPr lang="en-US" dirty="0"/>
              <a:t> </a:t>
            </a:r>
            <a:r>
              <a:rPr lang="en-US" dirty="0" err="1"/>
              <a:t>trong</a:t>
            </a:r>
            <a:r>
              <a:rPr lang="en-US" dirty="0"/>
              <a:t> </a:t>
            </a:r>
            <a:r>
              <a:rPr lang="en-US" dirty="0" err="1"/>
              <a:t>dãy</a:t>
            </a:r>
            <a:r>
              <a:rPr lang="en-US" dirty="0"/>
              <a:t> 3 </a:t>
            </a:r>
            <a:r>
              <a:rPr lang="en-US" dirty="0" err="1"/>
              <a:t>số</a:t>
            </a:r>
            <a:r>
              <a:rPr lang="en-US" dirty="0"/>
              <a:t> : </a:t>
            </a:r>
            <a:r>
              <a:rPr lang="en-US" dirty="0">
                <a:solidFill>
                  <a:srgbClr val="FF0000"/>
                </a:solidFill>
              </a:rPr>
              <a:t>a, b, c</a:t>
            </a:r>
          </a:p>
          <a:p>
            <a:pPr marL="0" indent="0">
              <a:buNone/>
            </a:pPr>
            <a:endParaRPr lang="en-US" dirty="0"/>
          </a:p>
        </p:txBody>
      </p:sp>
      <p:sp>
        <p:nvSpPr>
          <p:cNvPr id="10" name="Rounded Rectangle 9"/>
          <p:cNvSpPr/>
          <p:nvPr/>
        </p:nvSpPr>
        <p:spPr>
          <a:xfrm>
            <a:off x="1063172" y="2432277"/>
            <a:ext cx="2336799" cy="323162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r>
              <a:rPr lang="en-US" sz="2400" dirty="0"/>
              <a:t>Input: </a:t>
            </a:r>
            <a:r>
              <a:rPr lang="en-US" sz="2400" dirty="0" err="1"/>
              <a:t>a,b,c</a:t>
            </a:r>
            <a:r>
              <a:rPr lang="en-US" sz="2400" dirty="0"/>
              <a:t> </a:t>
            </a:r>
          </a:p>
          <a:p>
            <a:pPr algn="just"/>
            <a:r>
              <a:rPr lang="en-US" sz="2400" dirty="0"/>
              <a:t>Output: x</a:t>
            </a:r>
          </a:p>
          <a:p>
            <a:pPr algn="just"/>
            <a:r>
              <a:rPr lang="en-US" sz="2400" dirty="0"/>
              <a:t>Max(</a:t>
            </a:r>
            <a:r>
              <a:rPr lang="en-US" sz="2400" dirty="0" err="1"/>
              <a:t>a,b,c</a:t>
            </a:r>
            <a:r>
              <a:rPr lang="en-US" sz="2400" dirty="0"/>
              <a:t>){</a:t>
            </a:r>
          </a:p>
          <a:p>
            <a:pPr algn="just"/>
            <a:r>
              <a:rPr lang="en-US" sz="2400" dirty="0"/>
              <a:t>x = a; </a:t>
            </a:r>
          </a:p>
          <a:p>
            <a:pPr algn="just"/>
            <a:r>
              <a:rPr lang="en-US" sz="2400" dirty="0"/>
              <a:t>If (b&gt;x) x =b</a:t>
            </a:r>
          </a:p>
          <a:p>
            <a:pPr algn="just"/>
            <a:r>
              <a:rPr lang="en-US" sz="2400" dirty="0"/>
              <a:t>If (c&gt;x) x = c</a:t>
            </a:r>
          </a:p>
          <a:p>
            <a:pPr algn="just"/>
            <a:r>
              <a:rPr lang="en-US" sz="2400" dirty="0"/>
              <a:t>Return x</a:t>
            </a:r>
          </a:p>
          <a:p>
            <a:pPr algn="just"/>
            <a:r>
              <a:rPr lang="en-US" sz="2400" dirty="0"/>
              <a:t>}</a:t>
            </a:r>
          </a:p>
          <a:p>
            <a:pPr algn="just"/>
            <a:endParaRPr lang="en-US" sz="2400" dirty="0"/>
          </a:p>
        </p:txBody>
      </p:sp>
      <p:sp>
        <p:nvSpPr>
          <p:cNvPr id="20" name="Rounded Rectangle 19">
            <a:extLst>
              <a:ext uri="{FF2B5EF4-FFF2-40B4-BE49-F238E27FC236}">
                <a16:creationId xmlns:a16="http://schemas.microsoft.com/office/drawing/2014/main" id="{07613058-0D27-4B43-A608-C8956A338ED2}"/>
              </a:ext>
            </a:extLst>
          </p:cNvPr>
          <p:cNvSpPr/>
          <p:nvPr/>
        </p:nvSpPr>
        <p:spPr>
          <a:xfrm>
            <a:off x="3985986" y="2432277"/>
            <a:ext cx="3835400" cy="323162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r>
              <a:rPr lang="en-US" sz="2400" dirty="0" err="1"/>
              <a:t>Nhập</a:t>
            </a:r>
            <a:r>
              <a:rPr lang="en-US" sz="2400" dirty="0"/>
              <a:t> </a:t>
            </a:r>
            <a:r>
              <a:rPr lang="en-US" sz="2400" dirty="0" err="1"/>
              <a:t>các</a:t>
            </a:r>
            <a:r>
              <a:rPr lang="en-US" sz="2400" dirty="0"/>
              <a:t> </a:t>
            </a:r>
            <a:r>
              <a:rPr lang="en-US" sz="2400" dirty="0" err="1"/>
              <a:t>số</a:t>
            </a:r>
            <a:r>
              <a:rPr lang="en-US" sz="2400" dirty="0"/>
              <a:t> </a:t>
            </a:r>
            <a:r>
              <a:rPr lang="en-US" sz="2400" dirty="0" err="1"/>
              <a:t>đầu</a:t>
            </a:r>
            <a:r>
              <a:rPr lang="en-US" sz="2400" dirty="0"/>
              <a:t> </a:t>
            </a:r>
            <a:r>
              <a:rPr lang="en-US" sz="2400" dirty="0" err="1"/>
              <a:t>vào</a:t>
            </a:r>
            <a:r>
              <a:rPr lang="en-US" sz="2400" dirty="0"/>
              <a:t>: </a:t>
            </a:r>
            <a:r>
              <a:rPr lang="en-US" sz="2400" dirty="0" err="1"/>
              <a:t>a,b,c</a:t>
            </a:r>
            <a:r>
              <a:rPr lang="en-US" sz="2400" dirty="0"/>
              <a:t> </a:t>
            </a:r>
          </a:p>
          <a:p>
            <a:pPr algn="just"/>
            <a:r>
              <a:rPr lang="en-US" sz="2400" dirty="0" err="1"/>
              <a:t>Tìm</a:t>
            </a:r>
            <a:r>
              <a:rPr lang="en-US" sz="2400" dirty="0"/>
              <a:t> </a:t>
            </a:r>
            <a:r>
              <a:rPr lang="en-US" sz="2400" dirty="0" err="1"/>
              <a:t>số</a:t>
            </a:r>
            <a:r>
              <a:rPr lang="en-US" sz="2400" dirty="0"/>
              <a:t> </a:t>
            </a:r>
            <a:r>
              <a:rPr lang="en-US" sz="2400" dirty="0" err="1"/>
              <a:t>đầu</a:t>
            </a:r>
            <a:r>
              <a:rPr lang="en-US" sz="2400" dirty="0"/>
              <a:t> ra : x</a:t>
            </a:r>
          </a:p>
          <a:p>
            <a:pPr algn="just"/>
            <a:r>
              <a:rPr lang="en-US" sz="2400" dirty="0" err="1"/>
              <a:t>Số</a:t>
            </a:r>
            <a:r>
              <a:rPr lang="en-US" sz="2400" dirty="0"/>
              <a:t> </a:t>
            </a:r>
            <a:r>
              <a:rPr lang="en-US" sz="2400" dirty="0" err="1"/>
              <a:t>lớn</a:t>
            </a:r>
            <a:r>
              <a:rPr lang="en-US" sz="2400" dirty="0"/>
              <a:t> </a:t>
            </a:r>
            <a:r>
              <a:rPr lang="en-US" sz="2400" dirty="0" err="1"/>
              <a:t>nhất</a:t>
            </a:r>
            <a:r>
              <a:rPr lang="en-US" sz="2400" dirty="0"/>
              <a:t>(</a:t>
            </a:r>
            <a:r>
              <a:rPr lang="en-US" sz="2400" dirty="0" err="1"/>
              <a:t>a,b,c</a:t>
            </a:r>
            <a:r>
              <a:rPr lang="en-US" sz="2400" dirty="0"/>
              <a:t>){</a:t>
            </a:r>
          </a:p>
          <a:p>
            <a:pPr algn="just"/>
            <a:r>
              <a:rPr lang="en-US" sz="2400" dirty="0"/>
              <a:t>x = a; </a:t>
            </a:r>
          </a:p>
          <a:p>
            <a:pPr algn="just"/>
            <a:r>
              <a:rPr lang="en-US" sz="2400" dirty="0" err="1"/>
              <a:t>Nếu</a:t>
            </a:r>
            <a:r>
              <a:rPr lang="en-US" sz="2400" dirty="0"/>
              <a:t> (b&gt;x) </a:t>
            </a:r>
            <a:r>
              <a:rPr lang="en-US" sz="2400" dirty="0" err="1"/>
              <a:t>thì</a:t>
            </a:r>
            <a:r>
              <a:rPr lang="en-US" sz="2400" dirty="0"/>
              <a:t> x =b</a:t>
            </a:r>
          </a:p>
          <a:p>
            <a:pPr algn="just"/>
            <a:r>
              <a:rPr lang="en-US" sz="2400" dirty="0" err="1"/>
              <a:t>Nếu</a:t>
            </a:r>
            <a:r>
              <a:rPr lang="en-US" sz="2400" dirty="0"/>
              <a:t> (c&gt;x) </a:t>
            </a:r>
            <a:r>
              <a:rPr lang="en-US" sz="2400" dirty="0" err="1"/>
              <a:t>thì</a:t>
            </a:r>
            <a:r>
              <a:rPr lang="en-US" sz="2400" dirty="0"/>
              <a:t> x = c</a:t>
            </a:r>
          </a:p>
          <a:p>
            <a:pPr algn="just"/>
            <a:r>
              <a:rPr lang="en-US" sz="2400" dirty="0" err="1"/>
              <a:t>Giá</a:t>
            </a:r>
            <a:r>
              <a:rPr lang="en-US" sz="2400" dirty="0"/>
              <a:t> </a:t>
            </a:r>
            <a:r>
              <a:rPr lang="en-US" sz="2400" dirty="0" err="1"/>
              <a:t>trị</a:t>
            </a:r>
            <a:r>
              <a:rPr lang="en-US" sz="2400" dirty="0"/>
              <a:t> </a:t>
            </a:r>
            <a:r>
              <a:rPr lang="en-US" sz="2400" dirty="0" err="1"/>
              <a:t>trả</a:t>
            </a:r>
            <a:r>
              <a:rPr lang="en-US" sz="2400" dirty="0"/>
              <a:t> </a:t>
            </a:r>
            <a:r>
              <a:rPr lang="en-US" sz="2400" dirty="0" err="1"/>
              <a:t>về</a:t>
            </a:r>
            <a:r>
              <a:rPr lang="en-US" sz="2400" dirty="0"/>
              <a:t> </a:t>
            </a:r>
            <a:r>
              <a:rPr lang="en-US" sz="2400" dirty="0" err="1"/>
              <a:t>là</a:t>
            </a:r>
            <a:r>
              <a:rPr lang="en-US" sz="2400" dirty="0"/>
              <a:t> x</a:t>
            </a:r>
          </a:p>
          <a:p>
            <a:pPr algn="just"/>
            <a:r>
              <a:rPr lang="en-US" sz="2400" dirty="0"/>
              <a:t>}</a:t>
            </a:r>
          </a:p>
          <a:p>
            <a:pPr algn="just"/>
            <a:endParaRPr lang="en-US" sz="2400" dirty="0"/>
          </a:p>
        </p:txBody>
      </p:sp>
    </p:spTree>
    <p:extLst>
      <p:ext uri="{BB962C8B-B14F-4D97-AF65-F5344CB8AC3E}">
        <p14:creationId xmlns:p14="http://schemas.microsoft.com/office/powerpoint/2010/main" val="19791502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39</a:t>
            </a:fld>
            <a:endParaRPr lang="en-US"/>
          </a:p>
        </p:txBody>
      </p:sp>
      <p:sp>
        <p:nvSpPr>
          <p:cNvPr id="2" name="Title 1"/>
          <p:cNvSpPr>
            <a:spLocks noGrp="1"/>
          </p:cNvSpPr>
          <p:nvPr>
            <p:ph type="title"/>
          </p:nvPr>
        </p:nvSpPr>
        <p:spPr/>
        <p:txBody>
          <a:bodyPr>
            <a:normAutofit fontScale="90000"/>
          </a:bodyPr>
          <a:lstStyle/>
          <a:p>
            <a:r>
              <a:rPr lang="en-US" dirty="0" err="1"/>
              <a:t>Quy</a:t>
            </a:r>
            <a:r>
              <a:rPr lang="en-US" dirty="0"/>
              <a:t> </a:t>
            </a:r>
            <a:r>
              <a:rPr lang="en-US" dirty="0" err="1"/>
              <a:t>tắc</a:t>
            </a:r>
            <a:r>
              <a:rPr lang="en-US" dirty="0"/>
              <a:t> </a:t>
            </a:r>
            <a:r>
              <a:rPr lang="en-US" dirty="0" err="1"/>
              <a:t>diễn</a:t>
            </a:r>
            <a:r>
              <a:rPr lang="en-US" dirty="0"/>
              <a:t> </a:t>
            </a:r>
            <a:r>
              <a:rPr lang="en-US" dirty="0" err="1"/>
              <a:t>đạt</a:t>
            </a:r>
            <a:r>
              <a:rPr lang="en-US" dirty="0"/>
              <a:t> </a:t>
            </a:r>
            <a:r>
              <a:rPr lang="en-US" dirty="0" err="1"/>
              <a:t>giải</a:t>
            </a:r>
            <a:r>
              <a:rPr lang="en-US" dirty="0"/>
              <a:t> </a:t>
            </a:r>
            <a:r>
              <a:rPr lang="en-US" dirty="0" err="1"/>
              <a:t>thuật</a:t>
            </a:r>
            <a:endParaRPr lang="en-US" dirty="0"/>
          </a:p>
        </p:txBody>
      </p:sp>
      <p:sp>
        <p:nvSpPr>
          <p:cNvPr id="3" name="Content Placeholder 2"/>
          <p:cNvSpPr>
            <a:spLocks noGrp="1"/>
          </p:cNvSpPr>
          <p:nvPr>
            <p:ph sz="quarter" idx="13"/>
          </p:nvPr>
        </p:nvSpPr>
        <p:spPr>
          <a:xfrm>
            <a:off x="189437" y="941472"/>
            <a:ext cx="5582919" cy="5303393"/>
          </a:xfrm>
        </p:spPr>
        <p:txBody>
          <a:bodyPr>
            <a:normAutofit fontScale="92500"/>
          </a:bodyPr>
          <a:lstStyle/>
          <a:p>
            <a:pPr marL="0" indent="0">
              <a:buNone/>
            </a:pPr>
            <a:r>
              <a:rPr lang="en-US" b="1" err="1">
                <a:solidFill>
                  <a:srgbClr val="FF0000"/>
                </a:solidFill>
              </a:rPr>
              <a:t>Sử</a:t>
            </a:r>
            <a:r>
              <a:rPr lang="en-US" b="1">
                <a:solidFill>
                  <a:srgbClr val="FF0000"/>
                </a:solidFill>
              </a:rPr>
              <a:t> dụng </a:t>
            </a:r>
            <a:r>
              <a:rPr lang="en-US" b="1" dirty="0" err="1">
                <a:solidFill>
                  <a:srgbClr val="FF0000"/>
                </a:solidFill>
              </a:rPr>
              <a:t>ngôn</a:t>
            </a:r>
            <a:r>
              <a:rPr lang="en-US" b="1" dirty="0">
                <a:solidFill>
                  <a:srgbClr val="FF0000"/>
                </a:solidFill>
              </a:rPr>
              <a:t> </a:t>
            </a:r>
            <a:r>
              <a:rPr lang="en-US" b="1" dirty="0" err="1">
                <a:solidFill>
                  <a:srgbClr val="FF0000"/>
                </a:solidFill>
              </a:rPr>
              <a:t>ngữ</a:t>
            </a:r>
            <a:r>
              <a:rPr lang="en-US" b="1" dirty="0">
                <a:solidFill>
                  <a:srgbClr val="FF0000"/>
                </a:solidFill>
              </a:rPr>
              <a:t> </a:t>
            </a:r>
            <a:r>
              <a:rPr lang="en-US" b="1" dirty="0" err="1">
                <a:solidFill>
                  <a:srgbClr val="FF0000"/>
                </a:solidFill>
              </a:rPr>
              <a:t>tựa</a:t>
            </a:r>
            <a:r>
              <a:rPr lang="en-US" b="1" dirty="0">
                <a:solidFill>
                  <a:srgbClr val="FF0000"/>
                </a:solidFill>
              </a:rPr>
              <a:t> </a:t>
            </a:r>
            <a:r>
              <a:rPr lang="en-US" b="1" err="1">
                <a:solidFill>
                  <a:srgbClr val="FF0000"/>
                </a:solidFill>
              </a:rPr>
              <a:t>lập</a:t>
            </a:r>
            <a:r>
              <a:rPr lang="en-US" b="1">
                <a:solidFill>
                  <a:srgbClr val="FF0000"/>
                </a:solidFill>
              </a:rPr>
              <a:t> trình (mã giả) </a:t>
            </a:r>
            <a:endParaRPr lang="en-US" b="1" dirty="0">
              <a:solidFill>
                <a:srgbClr val="FF0000"/>
              </a:solidFill>
            </a:endParaRPr>
          </a:p>
          <a:p>
            <a:r>
              <a:rPr lang="en-US" dirty="0" err="1"/>
              <a:t>Tên</a:t>
            </a:r>
            <a:r>
              <a:rPr lang="en-US" dirty="0"/>
              <a:t> CT: </a:t>
            </a:r>
            <a:r>
              <a:rPr lang="en-US" dirty="0" err="1"/>
              <a:t>Viết</a:t>
            </a:r>
            <a:r>
              <a:rPr lang="en-US" dirty="0"/>
              <a:t> </a:t>
            </a:r>
            <a:r>
              <a:rPr lang="en-US" dirty="0" err="1"/>
              <a:t>bằng</a:t>
            </a:r>
            <a:r>
              <a:rPr lang="en-US" dirty="0"/>
              <a:t> </a:t>
            </a:r>
            <a:r>
              <a:rPr lang="en-US" dirty="0" err="1"/>
              <a:t>chữ</a:t>
            </a:r>
            <a:r>
              <a:rPr lang="en-US" dirty="0"/>
              <a:t> in </a:t>
            </a:r>
            <a:r>
              <a:rPr lang="en-US" dirty="0" err="1"/>
              <a:t>hoa</a:t>
            </a:r>
            <a:r>
              <a:rPr lang="en-US" dirty="0"/>
              <a:t> </a:t>
            </a:r>
          </a:p>
          <a:p>
            <a:pPr lvl="1"/>
            <a:r>
              <a:rPr lang="en-US" dirty="0" err="1"/>
              <a:t>Ví</a:t>
            </a:r>
            <a:r>
              <a:rPr lang="en-US" dirty="0"/>
              <a:t> </a:t>
            </a:r>
            <a:r>
              <a:rPr lang="en-US" dirty="0" err="1"/>
              <a:t>dụ</a:t>
            </a:r>
            <a:r>
              <a:rPr lang="en-US" dirty="0"/>
              <a:t>: Program NHAN_MA_TRAN </a:t>
            </a:r>
          </a:p>
          <a:p>
            <a:pPr lvl="1"/>
            <a:r>
              <a:rPr lang="en-US" dirty="0"/>
              <a:t>{}, #, // : </a:t>
            </a:r>
            <a:r>
              <a:rPr lang="en-US" dirty="0" err="1"/>
              <a:t>viết</a:t>
            </a:r>
            <a:r>
              <a:rPr lang="en-US" dirty="0"/>
              <a:t>  </a:t>
            </a:r>
            <a:r>
              <a:rPr lang="en-US" dirty="0" err="1"/>
              <a:t>chú</a:t>
            </a:r>
            <a:r>
              <a:rPr lang="en-US" dirty="0"/>
              <a:t> </a:t>
            </a:r>
            <a:r>
              <a:rPr lang="en-US" dirty="0" err="1"/>
              <a:t>thích</a:t>
            </a:r>
            <a:r>
              <a:rPr lang="en-US" dirty="0"/>
              <a:t> </a:t>
            </a:r>
          </a:p>
          <a:p>
            <a:r>
              <a:rPr lang="en-US" dirty="0" err="1"/>
              <a:t>Ký</a:t>
            </a:r>
            <a:r>
              <a:rPr lang="en-US" dirty="0"/>
              <a:t> </a:t>
            </a:r>
            <a:r>
              <a:rPr lang="en-US" dirty="0" err="1"/>
              <a:t>tự</a:t>
            </a:r>
            <a:r>
              <a:rPr lang="en-US" dirty="0"/>
              <a:t> : </a:t>
            </a:r>
          </a:p>
          <a:p>
            <a:pPr lvl="1"/>
            <a:r>
              <a:rPr lang="en-US" dirty="0"/>
              <a:t>26 </a:t>
            </a:r>
            <a:r>
              <a:rPr lang="en-US" dirty="0" err="1"/>
              <a:t>chữ</a:t>
            </a:r>
            <a:r>
              <a:rPr lang="en-US" dirty="0"/>
              <a:t> </a:t>
            </a:r>
            <a:r>
              <a:rPr lang="en-US" dirty="0" err="1"/>
              <a:t>cái</a:t>
            </a:r>
            <a:r>
              <a:rPr lang="en-US" dirty="0"/>
              <a:t> la </a:t>
            </a:r>
            <a:r>
              <a:rPr lang="en-US" dirty="0" err="1"/>
              <a:t>tinh</a:t>
            </a:r>
            <a:r>
              <a:rPr lang="en-US" dirty="0"/>
              <a:t> in </a:t>
            </a:r>
            <a:r>
              <a:rPr lang="en-US" dirty="0" err="1"/>
              <a:t>hoa</a:t>
            </a:r>
            <a:r>
              <a:rPr lang="en-US" dirty="0"/>
              <a:t> </a:t>
            </a:r>
            <a:r>
              <a:rPr lang="en-US" dirty="0" err="1"/>
              <a:t>hoặc</a:t>
            </a:r>
            <a:r>
              <a:rPr lang="en-US" dirty="0"/>
              <a:t> </a:t>
            </a:r>
            <a:r>
              <a:rPr lang="en-US" dirty="0" err="1"/>
              <a:t>thường</a:t>
            </a:r>
            <a:endParaRPr lang="en-US" dirty="0"/>
          </a:p>
          <a:p>
            <a:pPr lvl="1"/>
            <a:r>
              <a:rPr lang="en-US" dirty="0"/>
              <a:t>10 </a:t>
            </a:r>
            <a:r>
              <a:rPr lang="en-US" dirty="0" err="1"/>
              <a:t>chữ</a:t>
            </a:r>
            <a:r>
              <a:rPr lang="en-US" dirty="0"/>
              <a:t> </a:t>
            </a:r>
            <a:r>
              <a:rPr lang="en-US" dirty="0" err="1"/>
              <a:t>số</a:t>
            </a:r>
            <a:r>
              <a:rPr lang="en-US" dirty="0"/>
              <a:t> </a:t>
            </a:r>
            <a:r>
              <a:rPr lang="en-US" dirty="0" err="1"/>
              <a:t>thập</a:t>
            </a:r>
            <a:r>
              <a:rPr lang="en-US" dirty="0"/>
              <a:t> </a:t>
            </a:r>
            <a:r>
              <a:rPr lang="en-US" dirty="0" err="1"/>
              <a:t>phân</a:t>
            </a:r>
            <a:endParaRPr lang="en-US" dirty="0"/>
          </a:p>
          <a:p>
            <a:pPr lvl="1"/>
            <a:r>
              <a:rPr lang="en-US" dirty="0" err="1"/>
              <a:t>Các</a:t>
            </a:r>
            <a:r>
              <a:rPr lang="en-US" dirty="0"/>
              <a:t> </a:t>
            </a:r>
            <a:r>
              <a:rPr lang="en-US" dirty="0" err="1"/>
              <a:t>phép</a:t>
            </a:r>
            <a:r>
              <a:rPr lang="en-US" dirty="0"/>
              <a:t> </a:t>
            </a:r>
            <a:r>
              <a:rPr lang="en-US" dirty="0" err="1"/>
              <a:t>toán</a:t>
            </a:r>
            <a:r>
              <a:rPr lang="en-US" dirty="0"/>
              <a:t> </a:t>
            </a:r>
            <a:r>
              <a:rPr lang="en-US" dirty="0" err="1"/>
              <a:t>số</a:t>
            </a:r>
            <a:r>
              <a:rPr lang="en-US" dirty="0"/>
              <a:t> </a:t>
            </a:r>
            <a:r>
              <a:rPr lang="en-US" dirty="0" err="1"/>
              <a:t>học</a:t>
            </a:r>
            <a:r>
              <a:rPr lang="en-US" dirty="0"/>
              <a:t>: +,-,*,/…</a:t>
            </a:r>
          </a:p>
          <a:p>
            <a:pPr lvl="1"/>
            <a:r>
              <a:rPr lang="en-US" dirty="0" err="1">
                <a:latin typeface="+mj-lt"/>
              </a:rPr>
              <a:t>Các</a:t>
            </a:r>
            <a:r>
              <a:rPr lang="en-US" dirty="0">
                <a:latin typeface="+mj-lt"/>
              </a:rPr>
              <a:t> </a:t>
            </a:r>
            <a:r>
              <a:rPr lang="en-US" dirty="0" err="1">
                <a:latin typeface="+mj-lt"/>
              </a:rPr>
              <a:t>phép</a:t>
            </a:r>
            <a:r>
              <a:rPr lang="en-US" dirty="0">
                <a:latin typeface="+mj-lt"/>
              </a:rPr>
              <a:t> </a:t>
            </a:r>
            <a:r>
              <a:rPr lang="en-US" dirty="0" err="1">
                <a:latin typeface="+mj-lt"/>
              </a:rPr>
              <a:t>toán</a:t>
            </a:r>
            <a:r>
              <a:rPr lang="en-US" dirty="0">
                <a:latin typeface="+mj-lt"/>
              </a:rPr>
              <a:t> </a:t>
            </a:r>
            <a:r>
              <a:rPr lang="en-US" dirty="0" err="1">
                <a:latin typeface="+mj-lt"/>
              </a:rPr>
              <a:t>quan</a:t>
            </a:r>
            <a:r>
              <a:rPr lang="en-US" dirty="0">
                <a:latin typeface="+mj-lt"/>
              </a:rPr>
              <a:t> </a:t>
            </a:r>
            <a:r>
              <a:rPr lang="en-US" dirty="0" err="1">
                <a:latin typeface="+mj-lt"/>
              </a:rPr>
              <a:t>hệ</a:t>
            </a:r>
            <a:r>
              <a:rPr lang="en-US" dirty="0">
                <a:latin typeface="+mj-lt"/>
              </a:rPr>
              <a:t>: &lt;,&gt;,=…</a:t>
            </a:r>
          </a:p>
          <a:p>
            <a:pPr lvl="1"/>
            <a:r>
              <a:rPr lang="en-US" dirty="0" err="1">
                <a:latin typeface="+mj-lt"/>
              </a:rPr>
              <a:t>Giá</a:t>
            </a:r>
            <a:r>
              <a:rPr lang="en-US" dirty="0">
                <a:latin typeface="+mj-lt"/>
              </a:rPr>
              <a:t> </a:t>
            </a:r>
            <a:r>
              <a:rPr lang="en-US" dirty="0" err="1">
                <a:latin typeface="+mj-lt"/>
              </a:rPr>
              <a:t>trị</a:t>
            </a:r>
            <a:r>
              <a:rPr lang="en-US" dirty="0">
                <a:latin typeface="+mj-lt"/>
              </a:rPr>
              <a:t> logic: true, false</a:t>
            </a:r>
          </a:p>
          <a:p>
            <a:pPr lvl="1"/>
            <a:r>
              <a:rPr lang="en-US" dirty="0" err="1">
                <a:latin typeface="+mj-lt"/>
              </a:rPr>
              <a:t>Dấu</a:t>
            </a:r>
            <a:r>
              <a:rPr lang="en-US" dirty="0">
                <a:latin typeface="+mj-lt"/>
              </a:rPr>
              <a:t> </a:t>
            </a:r>
            <a:r>
              <a:rPr lang="en-US" dirty="0" err="1">
                <a:latin typeface="+mj-lt"/>
              </a:rPr>
              <a:t>phép</a:t>
            </a:r>
            <a:r>
              <a:rPr lang="en-US" dirty="0">
                <a:latin typeface="+mj-lt"/>
              </a:rPr>
              <a:t> </a:t>
            </a:r>
            <a:r>
              <a:rPr lang="en-US" dirty="0" err="1">
                <a:latin typeface="+mj-lt"/>
              </a:rPr>
              <a:t>toán</a:t>
            </a:r>
            <a:r>
              <a:rPr lang="en-US" dirty="0">
                <a:latin typeface="+mj-lt"/>
              </a:rPr>
              <a:t> logic : and, or, not</a:t>
            </a:r>
          </a:p>
          <a:p>
            <a:r>
              <a:rPr lang="en-US" dirty="0" err="1">
                <a:latin typeface="+mj-lt"/>
              </a:rPr>
              <a:t>Tên</a:t>
            </a:r>
            <a:r>
              <a:rPr lang="en-US" dirty="0">
                <a:latin typeface="+mj-lt"/>
              </a:rPr>
              <a:t> </a:t>
            </a:r>
            <a:r>
              <a:rPr lang="en-US" dirty="0" err="1">
                <a:latin typeface="+mj-lt"/>
              </a:rPr>
              <a:t>biến</a:t>
            </a:r>
            <a:r>
              <a:rPr lang="en-US" dirty="0">
                <a:latin typeface="+mj-lt"/>
              </a:rPr>
              <a:t> : </a:t>
            </a:r>
            <a:r>
              <a:rPr lang="en-US" dirty="0" err="1">
                <a:latin typeface="+mj-lt"/>
              </a:rPr>
              <a:t>dãy</a:t>
            </a:r>
            <a:r>
              <a:rPr lang="en-US" dirty="0">
                <a:latin typeface="+mj-lt"/>
              </a:rPr>
              <a:t> </a:t>
            </a:r>
            <a:r>
              <a:rPr lang="en-US" dirty="0" err="1">
                <a:latin typeface="+mj-lt"/>
              </a:rPr>
              <a:t>chữ</a:t>
            </a:r>
            <a:r>
              <a:rPr lang="en-US" dirty="0">
                <a:latin typeface="+mj-lt"/>
              </a:rPr>
              <a:t> </a:t>
            </a:r>
            <a:r>
              <a:rPr lang="en-US" dirty="0" err="1">
                <a:latin typeface="+mj-lt"/>
              </a:rPr>
              <a:t>cái</a:t>
            </a:r>
            <a:r>
              <a:rPr lang="en-US" dirty="0">
                <a:latin typeface="+mj-lt"/>
              </a:rPr>
              <a:t> </a:t>
            </a:r>
            <a:r>
              <a:rPr lang="en-US" dirty="0" err="1">
                <a:latin typeface="+mj-lt"/>
              </a:rPr>
              <a:t>hoặc</a:t>
            </a:r>
            <a:r>
              <a:rPr lang="en-US" dirty="0">
                <a:latin typeface="+mj-lt"/>
              </a:rPr>
              <a:t> </a:t>
            </a:r>
            <a:r>
              <a:rPr lang="en-US" dirty="0" err="1">
                <a:latin typeface="+mj-lt"/>
              </a:rPr>
              <a:t>chữ</a:t>
            </a:r>
            <a:r>
              <a:rPr lang="en-US" dirty="0">
                <a:latin typeface="+mj-lt"/>
              </a:rPr>
              <a:t> </a:t>
            </a:r>
            <a:r>
              <a:rPr lang="en-US" dirty="0" err="1">
                <a:latin typeface="+mj-lt"/>
              </a:rPr>
              <a:t>số</a:t>
            </a:r>
            <a:endParaRPr lang="en-US" dirty="0">
              <a:latin typeface="+mj-lt"/>
            </a:endParaRPr>
          </a:p>
          <a:p>
            <a:pPr marL="0" indent="0">
              <a:buNone/>
            </a:pPr>
            <a:endParaRPr lang="en-US" dirty="0"/>
          </a:p>
          <a:p>
            <a:endParaRPr lang="en-US" dirty="0"/>
          </a:p>
        </p:txBody>
      </p:sp>
      <p:grpSp>
        <p:nvGrpSpPr>
          <p:cNvPr id="7" name="Group 6">
            <a:extLst>
              <a:ext uri="{FF2B5EF4-FFF2-40B4-BE49-F238E27FC236}">
                <a16:creationId xmlns:a16="http://schemas.microsoft.com/office/drawing/2014/main" id="{4F9AA4A3-732C-B640-BDFD-461F6374ABFA}"/>
              </a:ext>
            </a:extLst>
          </p:cNvPr>
          <p:cNvGrpSpPr/>
          <p:nvPr/>
        </p:nvGrpSpPr>
        <p:grpSpPr>
          <a:xfrm>
            <a:off x="5930852" y="1960549"/>
            <a:ext cx="3213147" cy="4056203"/>
            <a:chOff x="2667000" y="3007895"/>
            <a:chExt cx="3656012" cy="3181378"/>
          </a:xfrm>
        </p:grpSpPr>
        <p:sp>
          <p:nvSpPr>
            <p:cNvPr id="8" name="TextBox 7">
              <a:extLst>
                <a:ext uri="{FF2B5EF4-FFF2-40B4-BE49-F238E27FC236}">
                  <a16:creationId xmlns:a16="http://schemas.microsoft.com/office/drawing/2014/main" id="{60524150-E016-7547-97C1-50510D650706}"/>
                </a:ext>
              </a:extLst>
            </p:cNvPr>
            <p:cNvSpPr txBox="1"/>
            <p:nvPr/>
          </p:nvSpPr>
          <p:spPr>
            <a:xfrm>
              <a:off x="2753895" y="3007895"/>
              <a:ext cx="1537368" cy="369332"/>
            </a:xfrm>
            <a:prstGeom prst="rect">
              <a:avLst/>
            </a:prstGeom>
            <a:noFill/>
          </p:spPr>
          <p:txBody>
            <a:bodyPr wrap="square" rtlCol="0">
              <a:spAutoFit/>
            </a:bodyPr>
            <a:lstStyle/>
            <a:p>
              <a:endParaRPr lang="en-US" dirty="0"/>
            </a:p>
          </p:txBody>
        </p:sp>
        <p:sp>
          <p:nvSpPr>
            <p:cNvPr id="9" name="Line 5">
              <a:extLst>
                <a:ext uri="{FF2B5EF4-FFF2-40B4-BE49-F238E27FC236}">
                  <a16:creationId xmlns:a16="http://schemas.microsoft.com/office/drawing/2014/main" id="{4C3C24F3-0326-E549-9006-83D1C17C018F}"/>
                </a:ext>
              </a:extLst>
            </p:cNvPr>
            <p:cNvSpPr>
              <a:spLocks noChangeShapeType="1"/>
            </p:cNvSpPr>
            <p:nvPr/>
          </p:nvSpPr>
          <p:spPr bwMode="auto">
            <a:xfrm>
              <a:off x="2667000" y="3170238"/>
              <a:ext cx="914400" cy="0"/>
            </a:xfrm>
            <a:prstGeom prst="line">
              <a:avLst/>
            </a:prstGeom>
            <a:noFill/>
            <a:ln w="25400">
              <a:solidFill>
                <a:srgbClr val="000000"/>
              </a:solidFill>
              <a:round/>
              <a:headEnd/>
              <a:tailEnd type="triangle" w="med" len="med"/>
            </a:ln>
          </p:spPr>
          <p:txBody>
            <a:bodyPr/>
            <a:lstStyle/>
            <a:p>
              <a:endParaRPr lang="en-US"/>
            </a:p>
          </p:txBody>
        </p:sp>
        <p:sp>
          <p:nvSpPr>
            <p:cNvPr id="10" name="Text Box 6">
              <a:extLst>
                <a:ext uri="{FF2B5EF4-FFF2-40B4-BE49-F238E27FC236}">
                  <a16:creationId xmlns:a16="http://schemas.microsoft.com/office/drawing/2014/main" id="{E1286904-24CC-3348-9427-3FD526A2505D}"/>
                </a:ext>
              </a:extLst>
            </p:cNvPr>
            <p:cNvSpPr txBox="1">
              <a:spLocks noChangeArrowheads="1"/>
            </p:cNvSpPr>
            <p:nvPr/>
          </p:nvSpPr>
          <p:spPr bwMode="auto">
            <a:xfrm>
              <a:off x="3206749" y="3017045"/>
              <a:ext cx="3048000" cy="381000"/>
            </a:xfrm>
            <a:prstGeom prst="rect">
              <a:avLst/>
            </a:prstGeom>
            <a:noFill/>
            <a:ln w="9525">
              <a:noFill/>
              <a:miter lim="800000"/>
              <a:headEnd/>
              <a:tailEnd/>
            </a:ln>
          </p:spPr>
          <p:txBody>
            <a:bodyPr tIns="10800"/>
            <a:lstStyle/>
            <a:p>
              <a:pPr marL="742950" lvl="1" indent="-285750">
                <a:lnSpc>
                  <a:spcPct val="80000"/>
                </a:lnSpc>
                <a:spcBef>
                  <a:spcPct val="20000"/>
                </a:spcBef>
                <a:buFont typeface="Arial"/>
                <a:buChar char="–"/>
              </a:pPr>
              <a:r>
                <a:rPr lang="en-US" sz="2000" dirty="0" err="1"/>
                <a:t>Chỉ</a:t>
              </a:r>
              <a:r>
                <a:rPr lang="en-US" sz="2000" dirty="0"/>
                <a:t> </a:t>
              </a:r>
              <a:r>
                <a:rPr lang="en-US" sz="2000" dirty="0" err="1"/>
                <a:t>đến</a:t>
              </a:r>
              <a:r>
                <a:rPr lang="en-US" sz="2000" dirty="0"/>
                <a:t> </a:t>
              </a:r>
              <a:r>
                <a:rPr lang="en-US" sz="2000" dirty="0" err="1"/>
                <a:t>khối</a:t>
              </a:r>
              <a:r>
                <a:rPr lang="en-US" sz="2000" dirty="0"/>
                <a:t> </a:t>
              </a:r>
              <a:r>
                <a:rPr lang="en-US" sz="2000" dirty="0" err="1"/>
                <a:t>lệnh</a:t>
              </a:r>
              <a:r>
                <a:rPr lang="en-US" sz="2000" dirty="0"/>
                <a:t> </a:t>
              </a:r>
              <a:r>
                <a:rPr lang="en-US" sz="2000" dirty="0" err="1"/>
                <a:t>tiếp</a:t>
              </a:r>
              <a:r>
                <a:rPr lang="en-US" sz="2000" dirty="0"/>
                <a:t> </a:t>
              </a:r>
              <a:r>
                <a:rPr lang="en-US" sz="2000" dirty="0" err="1"/>
                <a:t>theo</a:t>
              </a:r>
              <a:endParaRPr lang="en-US" sz="2000" dirty="0"/>
            </a:p>
          </p:txBody>
        </p:sp>
        <p:sp>
          <p:nvSpPr>
            <p:cNvPr id="11" name="Rectangle 7">
              <a:extLst>
                <a:ext uri="{FF2B5EF4-FFF2-40B4-BE49-F238E27FC236}">
                  <a16:creationId xmlns:a16="http://schemas.microsoft.com/office/drawing/2014/main" id="{CC65BBC3-AAAB-8445-9A1C-6CE2223E4D30}"/>
                </a:ext>
              </a:extLst>
            </p:cNvPr>
            <p:cNvSpPr>
              <a:spLocks noChangeArrowheads="1"/>
            </p:cNvSpPr>
            <p:nvPr/>
          </p:nvSpPr>
          <p:spPr bwMode="auto">
            <a:xfrm>
              <a:off x="2667000" y="3551238"/>
              <a:ext cx="914400" cy="457200"/>
            </a:xfrm>
            <a:prstGeom prst="rect">
              <a:avLst/>
            </a:prstGeom>
            <a:solidFill>
              <a:srgbClr val="FFFFFF"/>
            </a:solidFill>
            <a:ln w="25400">
              <a:solidFill>
                <a:srgbClr val="000000"/>
              </a:solidFill>
              <a:miter lim="800000"/>
              <a:headEnd/>
              <a:tailEnd/>
            </a:ln>
          </p:spPr>
          <p:txBody>
            <a:bodyPr/>
            <a:lstStyle/>
            <a:p>
              <a:endParaRPr lang="en-US"/>
            </a:p>
          </p:txBody>
        </p:sp>
        <p:sp>
          <p:nvSpPr>
            <p:cNvPr id="12" name="Text Box 8">
              <a:extLst>
                <a:ext uri="{FF2B5EF4-FFF2-40B4-BE49-F238E27FC236}">
                  <a16:creationId xmlns:a16="http://schemas.microsoft.com/office/drawing/2014/main" id="{7D80E53B-7F00-CF42-AB74-F6DBD30DC227}"/>
                </a:ext>
              </a:extLst>
            </p:cNvPr>
            <p:cNvSpPr txBox="1">
              <a:spLocks noChangeArrowheads="1"/>
            </p:cNvSpPr>
            <p:nvPr/>
          </p:nvSpPr>
          <p:spPr bwMode="auto">
            <a:xfrm>
              <a:off x="3244850" y="3551238"/>
              <a:ext cx="2857499" cy="457200"/>
            </a:xfrm>
            <a:prstGeom prst="rect">
              <a:avLst/>
            </a:prstGeom>
            <a:noFill/>
            <a:ln w="9525">
              <a:noFill/>
              <a:miter lim="800000"/>
              <a:headEnd/>
              <a:tailEnd/>
            </a:ln>
          </p:spPr>
          <p:txBody>
            <a:bodyPr/>
            <a:lstStyle/>
            <a:p>
              <a:pPr marL="742950" lvl="1" indent="-285750">
                <a:lnSpc>
                  <a:spcPct val="80000"/>
                </a:lnSpc>
                <a:spcBef>
                  <a:spcPct val="20000"/>
                </a:spcBef>
                <a:buFont typeface="Arial"/>
                <a:buChar char="–"/>
              </a:pPr>
              <a:r>
                <a:rPr lang="en-US" sz="2000" dirty="0" err="1"/>
                <a:t>Khối</a:t>
              </a:r>
              <a:r>
                <a:rPr lang="en-US" sz="2000" dirty="0"/>
                <a:t> </a:t>
              </a:r>
              <a:r>
                <a:rPr lang="en-US" sz="2000" dirty="0" err="1"/>
                <a:t>lệnh</a:t>
              </a:r>
              <a:r>
                <a:rPr lang="en-US" sz="2000" dirty="0"/>
                <a:t> (</a:t>
              </a:r>
              <a:r>
                <a:rPr lang="en-US" sz="2000" dirty="0" err="1"/>
                <a:t>có</a:t>
              </a:r>
              <a:r>
                <a:rPr lang="en-US" sz="2000" dirty="0"/>
                <a:t> </a:t>
              </a:r>
              <a:r>
                <a:rPr lang="en-US" sz="2000" dirty="0" err="1"/>
                <a:t>thể</a:t>
              </a:r>
              <a:r>
                <a:rPr lang="en-US" sz="2000" dirty="0"/>
                <a:t> </a:t>
              </a:r>
              <a:r>
                <a:rPr lang="en-US" sz="2000" dirty="0" err="1"/>
                <a:t>lệnh</a:t>
              </a:r>
              <a:r>
                <a:rPr lang="en-US" sz="2000" dirty="0"/>
                <a:t> </a:t>
              </a:r>
              <a:r>
                <a:rPr lang="en-US" sz="2000" dirty="0" err="1"/>
                <a:t>đơn</a:t>
              </a:r>
              <a:r>
                <a:rPr lang="en-US" sz="2000" dirty="0"/>
                <a:t> hay </a:t>
              </a:r>
              <a:r>
                <a:rPr lang="en-US" sz="2000" dirty="0" err="1"/>
                <a:t>lệnh</a:t>
              </a:r>
              <a:r>
                <a:rPr lang="en-US" sz="2000" dirty="0"/>
                <a:t> </a:t>
              </a:r>
              <a:r>
                <a:rPr lang="en-US" sz="2000" dirty="0" err="1"/>
                <a:t>phức</a:t>
              </a:r>
              <a:r>
                <a:rPr lang="en-US" sz="2000" dirty="0"/>
                <a:t>)</a:t>
              </a:r>
            </a:p>
          </p:txBody>
        </p:sp>
        <p:sp>
          <p:nvSpPr>
            <p:cNvPr id="13" name="AutoShape 9">
              <a:extLst>
                <a:ext uri="{FF2B5EF4-FFF2-40B4-BE49-F238E27FC236}">
                  <a16:creationId xmlns:a16="http://schemas.microsoft.com/office/drawing/2014/main" id="{E2C87966-D550-1D4B-88A7-A6F12FCDFEB2}"/>
                </a:ext>
              </a:extLst>
            </p:cNvPr>
            <p:cNvSpPr>
              <a:spLocks noChangeArrowheads="1"/>
            </p:cNvSpPr>
            <p:nvPr/>
          </p:nvSpPr>
          <p:spPr bwMode="auto">
            <a:xfrm>
              <a:off x="2667000" y="4389438"/>
              <a:ext cx="914400" cy="457200"/>
            </a:xfrm>
            <a:prstGeom prst="flowChartDecision">
              <a:avLst/>
            </a:prstGeom>
            <a:solidFill>
              <a:srgbClr val="FFFFFF"/>
            </a:solidFill>
            <a:ln w="25400">
              <a:solidFill>
                <a:srgbClr val="000000"/>
              </a:solidFill>
              <a:miter lim="800000"/>
              <a:headEnd/>
              <a:tailEnd/>
            </a:ln>
          </p:spPr>
          <p:txBody>
            <a:bodyPr/>
            <a:lstStyle/>
            <a:p>
              <a:endParaRPr lang="en-US"/>
            </a:p>
          </p:txBody>
        </p:sp>
        <p:sp>
          <p:nvSpPr>
            <p:cNvPr id="14" name="Text Box 10">
              <a:extLst>
                <a:ext uri="{FF2B5EF4-FFF2-40B4-BE49-F238E27FC236}">
                  <a16:creationId xmlns:a16="http://schemas.microsoft.com/office/drawing/2014/main" id="{278FF500-54DE-9447-B6D6-C7092847F98D}"/>
                </a:ext>
              </a:extLst>
            </p:cNvPr>
            <p:cNvSpPr txBox="1">
              <a:spLocks noChangeArrowheads="1"/>
            </p:cNvSpPr>
            <p:nvPr/>
          </p:nvSpPr>
          <p:spPr bwMode="auto">
            <a:xfrm>
              <a:off x="3244850" y="4466255"/>
              <a:ext cx="3078162" cy="365125"/>
            </a:xfrm>
            <a:prstGeom prst="rect">
              <a:avLst/>
            </a:prstGeom>
            <a:noFill/>
            <a:ln w="9525">
              <a:noFill/>
              <a:miter lim="800000"/>
              <a:headEnd/>
              <a:tailEnd/>
            </a:ln>
          </p:spPr>
          <p:txBody>
            <a:bodyPr/>
            <a:lstStyle/>
            <a:p>
              <a:pPr marL="742950" lvl="1" indent="-285750">
                <a:lnSpc>
                  <a:spcPct val="80000"/>
                </a:lnSpc>
                <a:spcBef>
                  <a:spcPct val="20000"/>
                </a:spcBef>
                <a:buFont typeface="Arial"/>
                <a:buChar char="–"/>
              </a:pPr>
              <a:r>
                <a:rPr lang="en-US" sz="2000" dirty="0" err="1"/>
                <a:t>Lệnh</a:t>
              </a:r>
              <a:r>
                <a:rPr lang="en-US" sz="2000" dirty="0"/>
                <a:t> </a:t>
              </a:r>
              <a:r>
                <a:rPr lang="en-US" sz="2000" dirty="0" err="1"/>
                <a:t>rẽ</a:t>
              </a:r>
              <a:r>
                <a:rPr lang="en-US" sz="2000" dirty="0"/>
                <a:t> </a:t>
              </a:r>
              <a:r>
                <a:rPr lang="en-US" sz="2000" dirty="0" err="1"/>
                <a:t>nhánh</a:t>
              </a:r>
              <a:r>
                <a:rPr lang="en-US" sz="2000" dirty="0"/>
                <a:t> (</a:t>
              </a:r>
              <a:r>
                <a:rPr lang="en-US" sz="2000" dirty="0" err="1"/>
                <a:t>điều</a:t>
              </a:r>
              <a:r>
                <a:rPr lang="en-US" sz="2000" dirty="0"/>
                <a:t> </a:t>
              </a:r>
              <a:r>
                <a:rPr lang="en-US" sz="2000" dirty="0" err="1"/>
                <a:t>kiện</a:t>
              </a:r>
              <a:r>
                <a:rPr lang="en-US" sz="2000" dirty="0"/>
                <a:t> </a:t>
              </a:r>
              <a:r>
                <a:rPr lang="en-US" sz="2000" dirty="0" err="1"/>
                <a:t>rẽ</a:t>
              </a:r>
              <a:r>
                <a:rPr lang="en-US" sz="2000" dirty="0"/>
                <a:t> </a:t>
              </a:r>
              <a:r>
                <a:rPr lang="en-US" sz="2000" dirty="0" err="1"/>
                <a:t>nhánh</a:t>
              </a:r>
              <a:r>
                <a:rPr lang="en-US" sz="2000" dirty="0"/>
                <a:t>)</a:t>
              </a:r>
            </a:p>
          </p:txBody>
        </p:sp>
        <p:sp>
          <p:nvSpPr>
            <p:cNvPr id="15" name="Oval 11">
              <a:extLst>
                <a:ext uri="{FF2B5EF4-FFF2-40B4-BE49-F238E27FC236}">
                  <a16:creationId xmlns:a16="http://schemas.microsoft.com/office/drawing/2014/main" id="{51E61E3A-0DE0-A640-A0A5-64F914747A1F}"/>
                </a:ext>
              </a:extLst>
            </p:cNvPr>
            <p:cNvSpPr>
              <a:spLocks noChangeArrowheads="1"/>
            </p:cNvSpPr>
            <p:nvPr/>
          </p:nvSpPr>
          <p:spPr bwMode="auto">
            <a:xfrm>
              <a:off x="3032125" y="5364163"/>
              <a:ext cx="212725" cy="244475"/>
            </a:xfrm>
            <a:prstGeom prst="ellipse">
              <a:avLst/>
            </a:prstGeom>
            <a:solidFill>
              <a:srgbClr val="FFFFFF"/>
            </a:solidFill>
            <a:ln w="25400">
              <a:solidFill>
                <a:srgbClr val="000000"/>
              </a:solidFill>
              <a:round/>
              <a:headEnd/>
              <a:tailEnd/>
            </a:ln>
          </p:spPr>
          <p:txBody>
            <a:bodyPr/>
            <a:lstStyle/>
            <a:p>
              <a:endParaRPr lang="en-US"/>
            </a:p>
          </p:txBody>
        </p:sp>
        <p:sp>
          <p:nvSpPr>
            <p:cNvPr id="16" name="Oval 12">
              <a:extLst>
                <a:ext uri="{FF2B5EF4-FFF2-40B4-BE49-F238E27FC236}">
                  <a16:creationId xmlns:a16="http://schemas.microsoft.com/office/drawing/2014/main" id="{1D6866A8-A0FF-5B4D-9968-44FA7B8F7C93}"/>
                </a:ext>
              </a:extLst>
            </p:cNvPr>
            <p:cNvSpPr>
              <a:spLocks noChangeArrowheads="1"/>
            </p:cNvSpPr>
            <p:nvPr/>
          </p:nvSpPr>
          <p:spPr bwMode="auto">
            <a:xfrm>
              <a:off x="3032125" y="5867401"/>
              <a:ext cx="212725" cy="198437"/>
            </a:xfrm>
            <a:prstGeom prst="ellipse">
              <a:avLst/>
            </a:prstGeom>
            <a:solidFill>
              <a:srgbClr val="000000"/>
            </a:solidFill>
            <a:ln w="9525">
              <a:solidFill>
                <a:srgbClr val="000000"/>
              </a:solidFill>
              <a:round/>
              <a:headEnd/>
              <a:tailEnd/>
            </a:ln>
          </p:spPr>
          <p:txBody>
            <a:bodyPr/>
            <a:lstStyle/>
            <a:p>
              <a:endParaRPr lang="en-US"/>
            </a:p>
          </p:txBody>
        </p:sp>
        <p:sp>
          <p:nvSpPr>
            <p:cNvPr id="17" name="Text Box 13">
              <a:extLst>
                <a:ext uri="{FF2B5EF4-FFF2-40B4-BE49-F238E27FC236}">
                  <a16:creationId xmlns:a16="http://schemas.microsoft.com/office/drawing/2014/main" id="{79282F18-3A2A-424E-B923-C1C43EEA410C}"/>
                </a:ext>
              </a:extLst>
            </p:cNvPr>
            <p:cNvSpPr txBox="1">
              <a:spLocks noChangeArrowheads="1"/>
            </p:cNvSpPr>
            <p:nvPr/>
          </p:nvSpPr>
          <p:spPr bwMode="auto">
            <a:xfrm>
              <a:off x="3244850" y="5275843"/>
              <a:ext cx="2743200" cy="365125"/>
            </a:xfrm>
            <a:prstGeom prst="rect">
              <a:avLst/>
            </a:prstGeom>
            <a:noFill/>
            <a:ln w="9525">
              <a:noFill/>
              <a:miter lim="800000"/>
              <a:headEnd/>
              <a:tailEnd/>
            </a:ln>
          </p:spPr>
          <p:txBody>
            <a:bodyPr/>
            <a:lstStyle/>
            <a:p>
              <a:pPr marL="742950" lvl="1" indent="-285750">
                <a:lnSpc>
                  <a:spcPct val="80000"/>
                </a:lnSpc>
                <a:spcBef>
                  <a:spcPct val="20000"/>
                </a:spcBef>
                <a:buFont typeface="Arial"/>
                <a:buChar char="–"/>
              </a:pPr>
              <a:r>
                <a:rPr lang="en-US" sz="2000" dirty="0" err="1"/>
                <a:t>Điểm</a:t>
              </a:r>
              <a:r>
                <a:rPr lang="en-US" sz="2000" dirty="0"/>
                <a:t> </a:t>
              </a:r>
              <a:r>
                <a:rPr lang="en-US" sz="2000" dirty="0" err="1"/>
                <a:t>bắt</a:t>
              </a:r>
              <a:r>
                <a:rPr lang="en-US" sz="2000" dirty="0"/>
                <a:t> </a:t>
              </a:r>
              <a:r>
                <a:rPr lang="en-US" sz="2000" dirty="0" err="1"/>
                <a:t>đầu</a:t>
              </a:r>
              <a:r>
                <a:rPr lang="en-US" sz="2000" dirty="0"/>
                <a:t> </a:t>
              </a:r>
              <a:r>
                <a:rPr lang="en-US" sz="2000" dirty="0" err="1"/>
                <a:t>giải</a:t>
              </a:r>
              <a:r>
                <a:rPr lang="en-US" sz="2000" dirty="0"/>
                <a:t> </a:t>
              </a:r>
              <a:r>
                <a:rPr lang="en-US" sz="2000" dirty="0" err="1"/>
                <a:t>thuật</a:t>
              </a:r>
              <a:r>
                <a:rPr lang="en-US" sz="2000" dirty="0"/>
                <a:t> </a:t>
              </a:r>
            </a:p>
          </p:txBody>
        </p:sp>
        <p:sp>
          <p:nvSpPr>
            <p:cNvPr id="18" name="Text Box 14">
              <a:extLst>
                <a:ext uri="{FF2B5EF4-FFF2-40B4-BE49-F238E27FC236}">
                  <a16:creationId xmlns:a16="http://schemas.microsoft.com/office/drawing/2014/main" id="{2CBB12B7-C74D-2B49-8987-59FDED138511}"/>
                </a:ext>
              </a:extLst>
            </p:cNvPr>
            <p:cNvSpPr txBox="1">
              <a:spLocks noChangeArrowheads="1"/>
            </p:cNvSpPr>
            <p:nvPr/>
          </p:nvSpPr>
          <p:spPr bwMode="auto">
            <a:xfrm>
              <a:off x="3244850" y="5824148"/>
              <a:ext cx="2743200" cy="365125"/>
            </a:xfrm>
            <a:prstGeom prst="rect">
              <a:avLst/>
            </a:prstGeom>
            <a:noFill/>
            <a:ln w="9525">
              <a:noFill/>
              <a:miter lim="800000"/>
              <a:headEnd/>
              <a:tailEnd/>
            </a:ln>
          </p:spPr>
          <p:txBody>
            <a:bodyPr/>
            <a:lstStyle/>
            <a:p>
              <a:pPr marL="742950" lvl="1" indent="-285750">
                <a:lnSpc>
                  <a:spcPct val="80000"/>
                </a:lnSpc>
                <a:spcBef>
                  <a:spcPct val="20000"/>
                </a:spcBef>
                <a:buFont typeface="Arial"/>
                <a:buChar char="–"/>
              </a:pPr>
              <a:r>
                <a:rPr lang="en-US" sz="2000" dirty="0" err="1"/>
                <a:t>Điểm</a:t>
              </a:r>
              <a:r>
                <a:rPr lang="en-US" sz="2000" dirty="0"/>
                <a:t> </a:t>
              </a:r>
              <a:r>
                <a:rPr lang="en-US" sz="2000" dirty="0" err="1"/>
                <a:t>kết</a:t>
              </a:r>
              <a:r>
                <a:rPr lang="en-US" sz="2000" dirty="0"/>
                <a:t> </a:t>
              </a:r>
              <a:r>
                <a:rPr lang="en-US" sz="2000" dirty="0" err="1"/>
                <a:t>thúc</a:t>
              </a:r>
              <a:r>
                <a:rPr lang="en-US" sz="2000" dirty="0"/>
                <a:t> </a:t>
              </a:r>
              <a:r>
                <a:rPr lang="en-US" sz="2000" dirty="0" err="1"/>
                <a:t>giải</a:t>
              </a:r>
              <a:r>
                <a:rPr lang="en-US" sz="2000" dirty="0"/>
                <a:t> </a:t>
              </a:r>
              <a:r>
                <a:rPr lang="en-US" sz="2000" dirty="0" err="1"/>
                <a:t>thuật</a:t>
              </a:r>
              <a:r>
                <a:rPr lang="en-US" sz="2000" dirty="0"/>
                <a:t> </a:t>
              </a:r>
            </a:p>
          </p:txBody>
        </p:sp>
      </p:grpSp>
      <p:sp>
        <p:nvSpPr>
          <p:cNvPr id="19" name="Rectangle 18">
            <a:extLst>
              <a:ext uri="{FF2B5EF4-FFF2-40B4-BE49-F238E27FC236}">
                <a16:creationId xmlns:a16="http://schemas.microsoft.com/office/drawing/2014/main" id="{57756D63-1103-A748-B7D5-C983320C67B0}"/>
              </a:ext>
            </a:extLst>
          </p:cNvPr>
          <p:cNvSpPr/>
          <p:nvPr/>
        </p:nvSpPr>
        <p:spPr>
          <a:xfrm>
            <a:off x="5574353" y="1254331"/>
            <a:ext cx="3292312" cy="430887"/>
          </a:xfrm>
          <a:prstGeom prst="rect">
            <a:avLst/>
          </a:prstGeom>
        </p:spPr>
        <p:txBody>
          <a:bodyPr wrap="none">
            <a:spAutoFit/>
          </a:bodyPr>
          <a:lstStyle/>
          <a:p>
            <a:r>
              <a:rPr lang="en-US" sz="2200" b="1" dirty="0" err="1">
                <a:solidFill>
                  <a:srgbClr val="FF0000"/>
                </a:solidFill>
              </a:rPr>
              <a:t>Sử</a:t>
            </a:r>
            <a:r>
              <a:rPr lang="en-US" sz="2200" b="1" dirty="0">
                <a:solidFill>
                  <a:srgbClr val="FF0000"/>
                </a:solidFill>
              </a:rPr>
              <a:t> </a:t>
            </a:r>
            <a:r>
              <a:rPr lang="en-US" sz="2200" b="1" dirty="0" err="1">
                <a:solidFill>
                  <a:srgbClr val="FF0000"/>
                </a:solidFill>
              </a:rPr>
              <a:t>dụng</a:t>
            </a:r>
            <a:r>
              <a:rPr lang="en-US" sz="2200" b="1" dirty="0">
                <a:solidFill>
                  <a:srgbClr val="FF0000"/>
                </a:solidFill>
              </a:rPr>
              <a:t> </a:t>
            </a:r>
            <a:r>
              <a:rPr lang="en-US" sz="2200" b="1" dirty="0" err="1">
                <a:solidFill>
                  <a:srgbClr val="FF0000"/>
                </a:solidFill>
              </a:rPr>
              <a:t>lưu</a:t>
            </a:r>
            <a:r>
              <a:rPr lang="en-US" sz="2200" b="1" dirty="0">
                <a:solidFill>
                  <a:srgbClr val="FF0000"/>
                </a:solidFill>
              </a:rPr>
              <a:t> </a:t>
            </a:r>
            <a:r>
              <a:rPr lang="en-US" sz="2200" b="1" dirty="0" err="1">
                <a:solidFill>
                  <a:srgbClr val="FF0000"/>
                </a:solidFill>
              </a:rPr>
              <a:t>đồ</a:t>
            </a:r>
            <a:r>
              <a:rPr lang="en-US" sz="2200" b="1" dirty="0">
                <a:solidFill>
                  <a:srgbClr val="FF0000"/>
                </a:solidFill>
              </a:rPr>
              <a:t> </a:t>
            </a:r>
            <a:r>
              <a:rPr lang="en-US" sz="2200" b="1" dirty="0" err="1">
                <a:solidFill>
                  <a:srgbClr val="FF0000"/>
                </a:solidFill>
              </a:rPr>
              <a:t>thuật</a:t>
            </a:r>
            <a:r>
              <a:rPr lang="en-US" sz="2200" b="1" dirty="0">
                <a:solidFill>
                  <a:srgbClr val="FF0000"/>
                </a:solidFill>
              </a:rPr>
              <a:t> </a:t>
            </a:r>
            <a:r>
              <a:rPr lang="en-US" sz="2200" b="1" dirty="0" err="1">
                <a:solidFill>
                  <a:srgbClr val="FF0000"/>
                </a:solidFill>
              </a:rPr>
              <a:t>toán</a:t>
            </a:r>
            <a:endParaRPr lang="en-US" sz="2200" b="1" dirty="0">
              <a:solidFill>
                <a:srgbClr val="FF0000"/>
              </a:solidFill>
            </a:endParaRPr>
          </a:p>
        </p:txBody>
      </p:sp>
    </p:spTree>
    <p:extLst>
      <p:ext uri="{BB962C8B-B14F-4D97-AF65-F5344CB8AC3E}">
        <p14:creationId xmlns:p14="http://schemas.microsoft.com/office/powerpoint/2010/main" val="39787533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Slide Number Placeholder 3">
            <a:extLst>
              <a:ext uri="{FF2B5EF4-FFF2-40B4-BE49-F238E27FC236}">
                <a16:creationId xmlns:a16="http://schemas.microsoft.com/office/drawing/2014/main" id="{0F45026D-410B-514C-9B41-EC0F319141B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9B54441-0019-4843-B797-9B4208BA3050}" type="slidenum">
              <a:rPr lang="en-US" altLang="en-US" smtClean="0">
                <a:latin typeface="Garamond" panose="02020404030301010803" pitchFamily="18" charset="0"/>
              </a:rPr>
              <a:pPr/>
              <a:t>40</a:t>
            </a:fld>
            <a:endParaRPr lang="en-US" altLang="en-US">
              <a:latin typeface="Garamond" panose="02020404030301010803" pitchFamily="18" charset="0"/>
            </a:endParaRPr>
          </a:p>
        </p:txBody>
      </p:sp>
      <p:sp>
        <p:nvSpPr>
          <p:cNvPr id="25602" name="Title 1">
            <a:extLst>
              <a:ext uri="{FF2B5EF4-FFF2-40B4-BE49-F238E27FC236}">
                <a16:creationId xmlns:a16="http://schemas.microsoft.com/office/drawing/2014/main" id="{266B3B9D-0B54-E940-B15E-5067793230D0}"/>
              </a:ext>
            </a:extLst>
          </p:cNvPr>
          <p:cNvSpPr>
            <a:spLocks noGrp="1" noChangeArrowheads="1"/>
          </p:cNvSpPr>
          <p:nvPr>
            <p:ph type="title"/>
          </p:nvPr>
        </p:nvSpPr>
        <p:spPr/>
        <p:txBody>
          <a:bodyPr>
            <a:normAutofit fontScale="90000"/>
          </a:bodyPr>
          <a:lstStyle/>
          <a:p>
            <a:r>
              <a:rPr lang="en-US" altLang="en-US"/>
              <a:t>Ngôn ngữ tựa lập trình (pseudo code)</a:t>
            </a:r>
          </a:p>
        </p:txBody>
      </p:sp>
      <p:sp>
        <p:nvSpPr>
          <p:cNvPr id="25603" name="Content Placeholder 2">
            <a:extLst>
              <a:ext uri="{FF2B5EF4-FFF2-40B4-BE49-F238E27FC236}">
                <a16:creationId xmlns:a16="http://schemas.microsoft.com/office/drawing/2014/main" id="{7431C554-A736-E54F-8260-9C2F5E2C5ABB}"/>
              </a:ext>
            </a:extLst>
          </p:cNvPr>
          <p:cNvSpPr>
            <a:spLocks noGrp="1" noChangeArrowheads="1"/>
          </p:cNvSpPr>
          <p:nvPr>
            <p:ph sz="quarter" idx="13"/>
          </p:nvPr>
        </p:nvSpPr>
        <p:spPr/>
        <p:txBody>
          <a:bodyPr/>
          <a:lstStyle/>
          <a:p>
            <a:r>
              <a:rPr lang="en-US" altLang="en-US" dirty="0" err="1"/>
              <a:t>Gồm</a:t>
            </a:r>
            <a:r>
              <a:rPr lang="en-US" altLang="en-US" dirty="0"/>
              <a:t> </a:t>
            </a:r>
            <a:r>
              <a:rPr lang="en-US" altLang="en-US" dirty="0" err="1"/>
              <a:t>các</a:t>
            </a:r>
            <a:r>
              <a:rPr lang="en-US" altLang="en-US" dirty="0"/>
              <a:t> </a:t>
            </a:r>
            <a:r>
              <a:rPr lang="en-US" altLang="en-US" dirty="0" err="1"/>
              <a:t>thành</a:t>
            </a:r>
            <a:r>
              <a:rPr lang="en-US" altLang="en-US" dirty="0"/>
              <a:t> </a:t>
            </a:r>
            <a:r>
              <a:rPr lang="en-US" altLang="en-US" dirty="0" err="1"/>
              <a:t>phần</a:t>
            </a:r>
            <a:r>
              <a:rPr lang="en-US" altLang="en-US" dirty="0"/>
              <a:t>:</a:t>
            </a:r>
          </a:p>
          <a:p>
            <a:pPr lvl="1"/>
            <a:r>
              <a:rPr lang="en-US" altLang="en-US" dirty="0" err="1"/>
              <a:t>Khai</a:t>
            </a:r>
            <a:r>
              <a:rPr lang="en-US" altLang="en-US" dirty="0"/>
              <a:t> </a:t>
            </a:r>
            <a:r>
              <a:rPr lang="en-US" altLang="en-US" dirty="0" err="1"/>
              <a:t>báo</a:t>
            </a:r>
            <a:r>
              <a:rPr lang="en-US" altLang="en-US" dirty="0"/>
              <a:t> </a:t>
            </a:r>
            <a:r>
              <a:rPr lang="en-US" altLang="en-US" dirty="0" err="1"/>
              <a:t>kiểu</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mới</a:t>
            </a:r>
            <a:endParaRPr lang="en-US" altLang="en-US" dirty="0"/>
          </a:p>
          <a:p>
            <a:pPr lvl="1"/>
            <a:r>
              <a:rPr lang="en-US" altLang="en-US" dirty="0" err="1"/>
              <a:t>Khai</a:t>
            </a:r>
            <a:r>
              <a:rPr lang="en-US" altLang="en-US" dirty="0"/>
              <a:t> </a:t>
            </a:r>
            <a:r>
              <a:rPr lang="en-US" altLang="en-US" dirty="0" err="1"/>
              <a:t>báo</a:t>
            </a:r>
            <a:r>
              <a:rPr lang="en-US" altLang="en-US" dirty="0"/>
              <a:t> </a:t>
            </a:r>
            <a:r>
              <a:rPr lang="en-US" altLang="en-US" dirty="0" err="1"/>
              <a:t>đối</a:t>
            </a:r>
            <a:r>
              <a:rPr lang="en-US" altLang="en-US" dirty="0"/>
              <a:t> t</a:t>
            </a:r>
            <a:r>
              <a:rPr lang="vi-VN" altLang="en-US" dirty="0"/>
              <a:t>ư</a:t>
            </a:r>
            <a:r>
              <a:rPr lang="en-US" altLang="en-US" dirty="0" err="1"/>
              <a:t>ợng</a:t>
            </a:r>
            <a:r>
              <a:rPr lang="en-US" altLang="en-US" dirty="0"/>
              <a:t> </a:t>
            </a:r>
            <a:r>
              <a:rPr lang="en-US" altLang="en-US" dirty="0" err="1"/>
              <a:t>dữ</a:t>
            </a:r>
            <a:r>
              <a:rPr lang="en-US" altLang="en-US" dirty="0"/>
              <a:t> </a:t>
            </a:r>
            <a:r>
              <a:rPr lang="en-US" altLang="en-US" dirty="0" err="1"/>
              <a:t>liệu</a:t>
            </a:r>
            <a:endParaRPr lang="en-US" altLang="en-US" dirty="0"/>
          </a:p>
          <a:p>
            <a:pPr lvl="1"/>
            <a:r>
              <a:rPr lang="en-US" altLang="en-US" dirty="0" err="1"/>
              <a:t>Truy</a:t>
            </a:r>
            <a:r>
              <a:rPr lang="en-US" altLang="en-US" dirty="0"/>
              <a:t> </a:t>
            </a:r>
            <a:r>
              <a:rPr lang="en-US" altLang="en-US" dirty="0" err="1"/>
              <a:t>nhập</a:t>
            </a:r>
            <a:r>
              <a:rPr lang="en-US" altLang="en-US" dirty="0"/>
              <a:t> </a:t>
            </a:r>
            <a:r>
              <a:rPr lang="en-US" altLang="en-US" dirty="0" err="1"/>
              <a:t>vào</a:t>
            </a:r>
            <a:r>
              <a:rPr lang="en-US" altLang="en-US" dirty="0"/>
              <a:t> </a:t>
            </a:r>
            <a:r>
              <a:rPr lang="en-US" altLang="en-US" dirty="0" err="1"/>
              <a:t>các</a:t>
            </a:r>
            <a:r>
              <a:rPr lang="en-US" altLang="en-US" dirty="0"/>
              <a:t> </a:t>
            </a:r>
            <a:r>
              <a:rPr lang="en-US" altLang="en-US" dirty="0" err="1"/>
              <a:t>thành</a:t>
            </a:r>
            <a:r>
              <a:rPr lang="en-US" altLang="en-US" dirty="0"/>
              <a:t> </a:t>
            </a:r>
            <a:r>
              <a:rPr lang="en-US" altLang="en-US" dirty="0" err="1"/>
              <a:t>phần</a:t>
            </a:r>
            <a:r>
              <a:rPr lang="en-US" altLang="en-US" dirty="0"/>
              <a:t> </a:t>
            </a:r>
            <a:r>
              <a:rPr lang="en-US" altLang="en-US" dirty="0" err="1"/>
              <a:t>của</a:t>
            </a:r>
            <a:r>
              <a:rPr lang="en-US" altLang="en-US" dirty="0"/>
              <a:t> </a:t>
            </a:r>
            <a:r>
              <a:rPr lang="en-US" altLang="en-US" dirty="0" err="1"/>
              <a:t>đối</a:t>
            </a:r>
            <a:r>
              <a:rPr lang="en-US" altLang="en-US" dirty="0"/>
              <a:t> t</a:t>
            </a:r>
            <a:r>
              <a:rPr lang="vi-VN" altLang="en-US" dirty="0"/>
              <a:t>ư</a:t>
            </a:r>
            <a:r>
              <a:rPr lang="en-US" altLang="en-US" dirty="0" err="1"/>
              <a:t>ợng</a:t>
            </a:r>
            <a:r>
              <a:rPr lang="en-US" altLang="en-US" dirty="0"/>
              <a:t> </a:t>
            </a:r>
            <a:r>
              <a:rPr lang="en-US" altLang="en-US" dirty="0" err="1"/>
              <a:t>dữ</a:t>
            </a:r>
            <a:r>
              <a:rPr lang="en-US" altLang="en-US" dirty="0"/>
              <a:t> </a:t>
            </a:r>
            <a:r>
              <a:rPr lang="en-US" altLang="en-US" dirty="0" err="1"/>
              <a:t>liệu</a:t>
            </a:r>
            <a:endParaRPr lang="en-US" altLang="en-US" dirty="0"/>
          </a:p>
          <a:p>
            <a:pPr lvl="1"/>
            <a:r>
              <a:rPr lang="en-US" altLang="en-US" dirty="0" err="1"/>
              <a:t>Định</a:t>
            </a:r>
            <a:r>
              <a:rPr lang="en-US" altLang="en-US" dirty="0"/>
              <a:t> </a:t>
            </a:r>
            <a:r>
              <a:rPr lang="en-US" altLang="en-US" dirty="0" err="1"/>
              <a:t>nghĩa</a:t>
            </a:r>
            <a:r>
              <a:rPr lang="en-US" altLang="en-US" dirty="0"/>
              <a:t> </a:t>
            </a:r>
            <a:r>
              <a:rPr lang="en-US" altLang="en-US" dirty="0" err="1"/>
              <a:t>thao</a:t>
            </a:r>
            <a:r>
              <a:rPr lang="en-US" altLang="en-US" dirty="0"/>
              <a:t> </a:t>
            </a:r>
            <a:r>
              <a:rPr lang="en-US" altLang="en-US" dirty="0" err="1"/>
              <a:t>tác</a:t>
            </a:r>
            <a:endParaRPr lang="en-US" altLang="en-US" dirty="0"/>
          </a:p>
          <a:p>
            <a:pPr lvl="1"/>
            <a:r>
              <a:rPr lang="en-US" altLang="en-US" dirty="0" err="1"/>
              <a:t>Gọi</a:t>
            </a:r>
            <a:r>
              <a:rPr lang="en-US" altLang="en-US" dirty="0"/>
              <a:t>/</a:t>
            </a:r>
            <a:r>
              <a:rPr lang="en-US" altLang="en-US" dirty="0" err="1"/>
              <a:t>sử</a:t>
            </a:r>
            <a:r>
              <a:rPr lang="en-US" altLang="en-US" dirty="0"/>
              <a:t> </a:t>
            </a:r>
            <a:r>
              <a:rPr lang="en-US" altLang="en-US" dirty="0" err="1"/>
              <a:t>dụng</a:t>
            </a:r>
            <a:r>
              <a:rPr lang="en-US" altLang="en-US" dirty="0"/>
              <a:t> </a:t>
            </a:r>
            <a:r>
              <a:rPr lang="en-US" altLang="en-US" dirty="0" err="1"/>
              <a:t>thao</a:t>
            </a:r>
            <a:r>
              <a:rPr lang="en-US" altLang="en-US" dirty="0"/>
              <a:t> </a:t>
            </a:r>
            <a:r>
              <a:rPr lang="en-US" altLang="en-US" dirty="0" err="1"/>
              <a:t>tác</a:t>
            </a:r>
            <a:endParaRPr lang="en-US" altLang="en-US" dirty="0"/>
          </a:p>
        </p:txBody>
      </p:sp>
    </p:spTree>
    <p:extLst>
      <p:ext uri="{BB962C8B-B14F-4D97-AF65-F5344CB8AC3E}">
        <p14:creationId xmlns:p14="http://schemas.microsoft.com/office/powerpoint/2010/main" val="23240214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Slide Number Placeholder 3">
            <a:extLst>
              <a:ext uri="{FF2B5EF4-FFF2-40B4-BE49-F238E27FC236}">
                <a16:creationId xmlns:a16="http://schemas.microsoft.com/office/drawing/2014/main" id="{0924C9EC-4C67-AF48-9283-61EACA3BC7B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DD315B8-761C-E644-B692-636D070459D1}" type="slidenum">
              <a:rPr lang="en-US" altLang="en-US" smtClean="0">
                <a:latin typeface="Garamond" panose="02020404030301010803" pitchFamily="18" charset="0"/>
              </a:rPr>
              <a:pPr/>
              <a:t>41</a:t>
            </a:fld>
            <a:endParaRPr lang="en-US" altLang="en-US">
              <a:latin typeface="Garamond" panose="02020404030301010803" pitchFamily="18" charset="0"/>
            </a:endParaRPr>
          </a:p>
        </p:txBody>
      </p:sp>
      <p:sp>
        <p:nvSpPr>
          <p:cNvPr id="26626" name="Title 1">
            <a:extLst>
              <a:ext uri="{FF2B5EF4-FFF2-40B4-BE49-F238E27FC236}">
                <a16:creationId xmlns:a16="http://schemas.microsoft.com/office/drawing/2014/main" id="{FAFB51D5-7CE9-8C41-B731-93B1F9EDC474}"/>
              </a:ext>
            </a:extLst>
          </p:cNvPr>
          <p:cNvSpPr>
            <a:spLocks noGrp="1" noChangeArrowheads="1"/>
          </p:cNvSpPr>
          <p:nvPr>
            <p:ph type="title"/>
          </p:nvPr>
        </p:nvSpPr>
        <p:spPr/>
        <p:txBody>
          <a:bodyPr/>
          <a:lstStyle/>
          <a:p>
            <a:r>
              <a:rPr lang="en-US" altLang="en-US"/>
              <a:t>Ngôn ngữ tựa lập trình</a:t>
            </a:r>
          </a:p>
        </p:txBody>
      </p:sp>
      <p:sp>
        <p:nvSpPr>
          <p:cNvPr id="26627" name="Content Placeholder 2">
            <a:extLst>
              <a:ext uri="{FF2B5EF4-FFF2-40B4-BE49-F238E27FC236}">
                <a16:creationId xmlns:a16="http://schemas.microsoft.com/office/drawing/2014/main" id="{DE875F61-D299-5749-B901-59C685C6F53F}"/>
              </a:ext>
            </a:extLst>
          </p:cNvPr>
          <p:cNvSpPr>
            <a:spLocks noGrp="1" noChangeArrowheads="1"/>
          </p:cNvSpPr>
          <p:nvPr>
            <p:ph sz="quarter" idx="13"/>
          </p:nvPr>
        </p:nvSpPr>
        <p:spPr/>
        <p:txBody>
          <a:bodyPr/>
          <a:lstStyle/>
          <a:p>
            <a:r>
              <a:rPr lang="en-US" altLang="en-US" dirty="0" err="1"/>
              <a:t>Khai</a:t>
            </a:r>
            <a:r>
              <a:rPr lang="en-US" altLang="en-US" dirty="0"/>
              <a:t> </a:t>
            </a:r>
            <a:r>
              <a:rPr lang="en-US" altLang="en-US" dirty="0" err="1"/>
              <a:t>báo</a:t>
            </a:r>
            <a:r>
              <a:rPr lang="en-US" altLang="en-US" dirty="0"/>
              <a:t> </a:t>
            </a:r>
            <a:r>
              <a:rPr lang="en-US" altLang="en-US" dirty="0" err="1"/>
              <a:t>kiểu</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mới</a:t>
            </a:r>
            <a:r>
              <a:rPr lang="en-US" altLang="en-US" dirty="0"/>
              <a:t>:</a:t>
            </a:r>
          </a:p>
          <a:p>
            <a:endParaRPr lang="en-US" altLang="en-US" dirty="0"/>
          </a:p>
          <a:p>
            <a:r>
              <a:rPr lang="en-US" altLang="en-US" dirty="0" err="1"/>
              <a:t>Ví</a:t>
            </a:r>
            <a:r>
              <a:rPr lang="en-US" altLang="en-US" dirty="0"/>
              <a:t> </a:t>
            </a:r>
            <a:r>
              <a:rPr lang="en-US" altLang="en-US" dirty="0" err="1"/>
              <a:t>dụ</a:t>
            </a:r>
            <a:r>
              <a:rPr lang="en-US" altLang="en-US" dirty="0"/>
              <a:t>:</a:t>
            </a:r>
          </a:p>
        </p:txBody>
      </p:sp>
      <p:sp>
        <p:nvSpPr>
          <p:cNvPr id="26629" name="TextBox 4">
            <a:extLst>
              <a:ext uri="{FF2B5EF4-FFF2-40B4-BE49-F238E27FC236}">
                <a16:creationId xmlns:a16="http://schemas.microsoft.com/office/drawing/2014/main" id="{CEAE5A49-09D2-844A-B1BF-515578B87464}"/>
              </a:ext>
            </a:extLst>
          </p:cNvPr>
          <p:cNvSpPr txBox="1">
            <a:spLocks noChangeArrowheads="1"/>
          </p:cNvSpPr>
          <p:nvPr/>
        </p:nvSpPr>
        <p:spPr bwMode="auto">
          <a:xfrm>
            <a:off x="512884" y="1391380"/>
            <a:ext cx="5867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latin typeface="Courier New" panose="02070309020205020404" pitchFamily="49" charset="0"/>
                <a:cs typeface="Courier New" panose="02070309020205020404" pitchFamily="49" charset="0"/>
              </a:rPr>
              <a:t>new datatype </a:t>
            </a:r>
            <a:r>
              <a:rPr lang="en-US" altLang="en-US" i="1" dirty="0" err="1">
                <a:latin typeface="Courier New" panose="02070309020205020404" pitchFamily="49" charset="0"/>
                <a:cs typeface="Courier New" panose="02070309020205020404" pitchFamily="49" charset="0"/>
              </a:rPr>
              <a:t>typename</a:t>
            </a:r>
            <a:r>
              <a:rPr lang="en-US" altLang="en-US" dirty="0">
                <a:latin typeface="Courier New" panose="02070309020205020404" pitchFamily="49" charset="0"/>
                <a:cs typeface="Courier New" panose="02070309020205020404" pitchFamily="49" charset="0"/>
              </a:rPr>
              <a:t> </a:t>
            </a:r>
            <a:r>
              <a:rPr lang="en-US" altLang="en-US" i="1" dirty="0">
                <a:latin typeface="Courier New" panose="02070309020205020404" pitchFamily="49" charset="0"/>
                <a:cs typeface="Courier New" panose="02070309020205020404" pitchFamily="49" charset="0"/>
              </a:rPr>
              <a:t>{</a:t>
            </a:r>
            <a:r>
              <a:rPr lang="en-US" altLang="en-US" i="1" dirty="0" err="1">
                <a:latin typeface="Courier New" panose="02070309020205020404" pitchFamily="49" charset="0"/>
                <a:cs typeface="Courier New" panose="02070309020205020404" pitchFamily="49" charset="0"/>
              </a:rPr>
              <a:t>các</a:t>
            </a:r>
            <a:r>
              <a:rPr lang="en-US" altLang="en-US" i="1" dirty="0">
                <a:latin typeface="Courier New" panose="02070309020205020404" pitchFamily="49" charset="0"/>
                <a:cs typeface="Courier New" panose="02070309020205020404" pitchFamily="49" charset="0"/>
              </a:rPr>
              <a:t> </a:t>
            </a:r>
            <a:r>
              <a:rPr lang="en-US" altLang="en-US" i="1" dirty="0" err="1">
                <a:latin typeface="Courier New" panose="02070309020205020404" pitchFamily="49" charset="0"/>
                <a:cs typeface="Courier New" panose="02070309020205020404" pitchFamily="49" charset="0"/>
              </a:rPr>
              <a:t>thành</a:t>
            </a:r>
            <a:r>
              <a:rPr lang="en-US" altLang="en-US" i="1" dirty="0">
                <a:latin typeface="Courier New" panose="02070309020205020404" pitchFamily="49" charset="0"/>
                <a:cs typeface="Courier New" panose="02070309020205020404" pitchFamily="49" charset="0"/>
              </a:rPr>
              <a:t> </a:t>
            </a:r>
            <a:r>
              <a:rPr lang="en-US" altLang="en-US" i="1" dirty="0" err="1">
                <a:latin typeface="Courier New" panose="02070309020205020404" pitchFamily="49" charset="0"/>
                <a:cs typeface="Courier New" panose="02070309020205020404" pitchFamily="49" charset="0"/>
              </a:rPr>
              <a:t>phần</a:t>
            </a:r>
            <a:r>
              <a:rPr lang="en-US" altLang="en-US" i="1" dirty="0">
                <a:latin typeface="Courier New" panose="02070309020205020404" pitchFamily="49" charset="0"/>
                <a:cs typeface="Courier New" panose="02070309020205020404" pitchFamily="49" charset="0"/>
              </a:rPr>
              <a:t>}</a:t>
            </a:r>
          </a:p>
        </p:txBody>
      </p:sp>
      <p:sp>
        <p:nvSpPr>
          <p:cNvPr id="26630" name="TextBox 5">
            <a:extLst>
              <a:ext uri="{FF2B5EF4-FFF2-40B4-BE49-F238E27FC236}">
                <a16:creationId xmlns:a16="http://schemas.microsoft.com/office/drawing/2014/main" id="{AC5F5483-773B-2C4E-877E-BDCC349C20DF}"/>
              </a:ext>
            </a:extLst>
          </p:cNvPr>
          <p:cNvSpPr txBox="1">
            <a:spLocks noChangeArrowheads="1"/>
          </p:cNvSpPr>
          <p:nvPr/>
        </p:nvSpPr>
        <p:spPr bwMode="auto">
          <a:xfrm>
            <a:off x="512884" y="2349972"/>
            <a:ext cx="7467600" cy="313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dirty="0" err="1">
                <a:latin typeface="Times New Roman" panose="02020603050405020304" pitchFamily="18" charset="0"/>
                <a:cs typeface="Times New Roman" panose="02020603050405020304" pitchFamily="18" charset="0"/>
              </a:rPr>
              <a:t>Kiểu</a:t>
            </a:r>
            <a:r>
              <a:rPr lang="en-US" altLang="en-US" b="1" dirty="0">
                <a:latin typeface="Times New Roman" panose="02020603050405020304" pitchFamily="18" charset="0"/>
                <a:cs typeface="Times New Roman" panose="02020603050405020304" pitchFamily="18" charset="0"/>
              </a:rPr>
              <a:t> </a:t>
            </a:r>
            <a:r>
              <a:rPr lang="en-US" altLang="en-US" b="1" dirty="0" err="1">
                <a:latin typeface="Times New Roman" panose="02020603050405020304" pitchFamily="18" charset="0"/>
                <a:cs typeface="Times New Roman" panose="02020603050405020304" pitchFamily="18" charset="0"/>
              </a:rPr>
              <a:t>mảng</a:t>
            </a:r>
            <a:r>
              <a:rPr lang="en-US" altLang="en-US" b="1" dirty="0">
                <a:latin typeface="Times New Roman" panose="02020603050405020304" pitchFamily="18" charset="0"/>
                <a:cs typeface="Times New Roman" panose="02020603050405020304" pitchFamily="18" charset="0"/>
              </a:rPr>
              <a:t> (array):</a:t>
            </a:r>
          </a:p>
          <a:p>
            <a:r>
              <a:rPr lang="en-US" altLang="en-US" dirty="0">
                <a:latin typeface="Courier New" panose="02070309020205020404" pitchFamily="49" charset="0"/>
                <a:cs typeface="Courier New" panose="02070309020205020404" pitchFamily="49" charset="0"/>
              </a:rPr>
              <a:t>new datatype </a:t>
            </a:r>
            <a:r>
              <a:rPr lang="en-US" altLang="en-US" i="1" dirty="0">
                <a:latin typeface="Courier New" panose="02070309020205020404" pitchFamily="49" charset="0"/>
                <a:cs typeface="Courier New" panose="02070309020205020404" pitchFamily="49" charset="0"/>
              </a:rPr>
              <a:t>vector</a:t>
            </a:r>
            <a:r>
              <a:rPr lang="en-US" altLang="en-US" dirty="0">
                <a:latin typeface="Courier New" panose="02070309020205020404" pitchFamily="49" charset="0"/>
                <a:cs typeface="Courier New" panose="02070309020205020404" pitchFamily="49" charset="0"/>
              </a:rPr>
              <a:t> </a:t>
            </a:r>
            <a:r>
              <a:rPr lang="en-US" altLang="en-US" i="1" dirty="0">
                <a:latin typeface="Courier New" panose="02070309020205020404" pitchFamily="49" charset="0"/>
                <a:cs typeface="Courier New" panose="02070309020205020404" pitchFamily="49" charset="0"/>
              </a:rPr>
              <a:t>{array[1..100] of integer}</a:t>
            </a:r>
          </a:p>
          <a:p>
            <a:r>
              <a:rPr lang="en-US" altLang="en-US" dirty="0">
                <a:latin typeface="Courier New" panose="02070309020205020404" pitchFamily="49" charset="0"/>
                <a:cs typeface="Courier New" panose="02070309020205020404" pitchFamily="49" charset="0"/>
              </a:rPr>
              <a:t>new datatype </a:t>
            </a:r>
            <a:r>
              <a:rPr lang="en-US" altLang="en-US" i="1" dirty="0">
                <a:latin typeface="Courier New" panose="02070309020205020404" pitchFamily="49" charset="0"/>
                <a:cs typeface="Courier New" panose="02070309020205020404" pitchFamily="49" charset="0"/>
              </a:rPr>
              <a:t>matrix</a:t>
            </a:r>
            <a:r>
              <a:rPr lang="en-US" altLang="en-US" dirty="0">
                <a:latin typeface="Courier New" panose="02070309020205020404" pitchFamily="49" charset="0"/>
                <a:cs typeface="Courier New" panose="02070309020205020404" pitchFamily="49" charset="0"/>
              </a:rPr>
              <a:t> </a:t>
            </a:r>
            <a:r>
              <a:rPr lang="en-US" altLang="en-US" i="1" dirty="0">
                <a:latin typeface="Courier New" panose="02070309020205020404" pitchFamily="49" charset="0"/>
                <a:cs typeface="Courier New" panose="02070309020205020404" pitchFamily="49" charset="0"/>
              </a:rPr>
              <a:t>{array[1..10][1..20] of integer}</a:t>
            </a:r>
          </a:p>
          <a:p>
            <a:r>
              <a:rPr lang="en-US" altLang="en-US" b="1" dirty="0" err="1">
                <a:latin typeface="Times New Roman" panose="02020603050405020304" pitchFamily="18" charset="0"/>
                <a:cs typeface="Times New Roman" panose="02020603050405020304" pitchFamily="18" charset="0"/>
              </a:rPr>
              <a:t>Kiểu</a:t>
            </a:r>
            <a:r>
              <a:rPr lang="en-US" altLang="en-US" b="1" dirty="0">
                <a:latin typeface="Times New Roman" panose="02020603050405020304" pitchFamily="18" charset="0"/>
                <a:cs typeface="Times New Roman" panose="02020603050405020304" pitchFamily="18" charset="0"/>
              </a:rPr>
              <a:t> </a:t>
            </a:r>
            <a:r>
              <a:rPr lang="en-US" altLang="en-US" b="1" dirty="0" err="1">
                <a:latin typeface="Times New Roman" panose="02020603050405020304" pitchFamily="18" charset="0"/>
                <a:cs typeface="Times New Roman" panose="02020603050405020304" pitchFamily="18" charset="0"/>
              </a:rPr>
              <a:t>bản</a:t>
            </a:r>
            <a:r>
              <a:rPr lang="en-US" altLang="en-US" b="1" dirty="0">
                <a:latin typeface="Times New Roman" panose="02020603050405020304" pitchFamily="18" charset="0"/>
                <a:cs typeface="Times New Roman" panose="02020603050405020304" pitchFamily="18" charset="0"/>
              </a:rPr>
              <a:t> </a:t>
            </a:r>
            <a:r>
              <a:rPr lang="en-US" altLang="en-US" b="1" dirty="0" err="1">
                <a:latin typeface="Times New Roman" panose="02020603050405020304" pitchFamily="18" charset="0"/>
                <a:cs typeface="Times New Roman" panose="02020603050405020304" pitchFamily="18" charset="0"/>
              </a:rPr>
              <a:t>ghi</a:t>
            </a:r>
            <a:r>
              <a:rPr lang="en-US" altLang="en-US" b="1" dirty="0">
                <a:latin typeface="Times New Roman" panose="02020603050405020304" pitchFamily="18" charset="0"/>
                <a:cs typeface="Times New Roman" panose="02020603050405020304" pitchFamily="18" charset="0"/>
              </a:rPr>
              <a:t> (record):</a:t>
            </a:r>
          </a:p>
          <a:p>
            <a:r>
              <a:rPr lang="en-US" altLang="en-US" i="1" dirty="0">
                <a:latin typeface="Courier New" panose="02070309020205020404" pitchFamily="49" charset="0"/>
                <a:cs typeface="Courier New" panose="02070309020205020404" pitchFamily="49" charset="0"/>
              </a:rPr>
              <a:t>new datatype person {ID, name, age}</a:t>
            </a:r>
          </a:p>
          <a:p>
            <a:r>
              <a:rPr lang="en-US" altLang="en-US" i="1" dirty="0">
                <a:latin typeface="Courier New" panose="02070309020205020404" pitchFamily="49" charset="0"/>
                <a:cs typeface="Courier New" panose="02070309020205020404" pitchFamily="49" charset="0"/>
              </a:rPr>
              <a:t>new datatype person {ID string, name string, age integer}</a:t>
            </a:r>
          </a:p>
          <a:p>
            <a:r>
              <a:rPr lang="en-US" altLang="en-US" i="1" dirty="0">
                <a:latin typeface="Courier New" panose="02070309020205020404" pitchFamily="49" charset="0"/>
                <a:cs typeface="Courier New" panose="02070309020205020404" pitchFamily="49" charset="0"/>
              </a:rPr>
              <a:t>new datatype node {info, next </a:t>
            </a:r>
            <a:r>
              <a:rPr lang="en-US" altLang="en-US" i="1" dirty="0">
                <a:latin typeface="Courier New" panose="02070309020205020404" pitchFamily="49" charset="0"/>
                <a:cs typeface="Courier New" panose="02070309020205020404" pitchFamily="49" charset="0"/>
                <a:sym typeface="Wingdings" pitchFamily="2" charset="2"/>
              </a:rPr>
              <a:t>node</a:t>
            </a:r>
            <a:r>
              <a:rPr lang="en-US" altLang="en-US" i="1" dirty="0">
                <a:latin typeface="Courier New" panose="02070309020205020404" pitchFamily="49" charset="0"/>
                <a:cs typeface="Courier New" panose="02070309020205020404" pitchFamily="49" charset="0"/>
              </a:rPr>
              <a:t>}</a:t>
            </a:r>
          </a:p>
          <a:p>
            <a:r>
              <a:rPr lang="en-US" altLang="en-US" b="1" dirty="0" err="1">
                <a:latin typeface="Times New Roman" panose="02020603050405020304" pitchFamily="18" charset="0"/>
                <a:cs typeface="Times New Roman" panose="02020603050405020304" pitchFamily="18" charset="0"/>
              </a:rPr>
              <a:t>Kiểu</a:t>
            </a:r>
            <a:r>
              <a:rPr lang="en-US" altLang="en-US" b="1" dirty="0">
                <a:latin typeface="Times New Roman" panose="02020603050405020304" pitchFamily="18" charset="0"/>
                <a:cs typeface="Times New Roman" panose="02020603050405020304" pitchFamily="18" charset="0"/>
              </a:rPr>
              <a:t> con </a:t>
            </a:r>
            <a:r>
              <a:rPr lang="en-US" altLang="en-US" b="1" dirty="0" err="1">
                <a:latin typeface="Times New Roman" panose="02020603050405020304" pitchFamily="18" charset="0"/>
                <a:cs typeface="Times New Roman" panose="02020603050405020304" pitchFamily="18" charset="0"/>
              </a:rPr>
              <a:t>trỏ</a:t>
            </a:r>
            <a:r>
              <a:rPr lang="en-US" altLang="en-US" b="1" dirty="0">
                <a:latin typeface="Times New Roman" panose="02020603050405020304" pitchFamily="18" charset="0"/>
                <a:cs typeface="Times New Roman" panose="02020603050405020304" pitchFamily="18" charset="0"/>
              </a:rPr>
              <a:t> (pointer):</a:t>
            </a:r>
          </a:p>
          <a:p>
            <a:r>
              <a:rPr lang="en-US" altLang="en-US" i="1" dirty="0">
                <a:latin typeface="Courier New" panose="02070309020205020404" pitchFamily="49" charset="0"/>
                <a:cs typeface="Courier New" panose="02070309020205020404" pitchFamily="49" charset="0"/>
              </a:rPr>
              <a:t>new datatype </a:t>
            </a:r>
            <a:r>
              <a:rPr lang="en-US" altLang="en-US" i="1" dirty="0">
                <a:latin typeface="Courier New" panose="02070309020205020404" pitchFamily="49" charset="0"/>
                <a:cs typeface="Courier New" panose="02070309020205020404" pitchFamily="49" charset="0"/>
                <a:sym typeface="Wingdings" pitchFamily="2" charset="2"/>
              </a:rPr>
              <a:t></a:t>
            </a:r>
            <a:r>
              <a:rPr lang="en-US" altLang="en-US" i="1" dirty="0">
                <a:latin typeface="Courier New" panose="02070309020205020404" pitchFamily="49" charset="0"/>
                <a:cs typeface="Courier New" panose="02070309020205020404" pitchFamily="49" charset="0"/>
              </a:rPr>
              <a:t>node </a:t>
            </a:r>
          </a:p>
          <a:p>
            <a:endParaRPr lang="en-US" altLang="en-US" i="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6711705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Slide Number Placeholder 3">
            <a:extLst>
              <a:ext uri="{FF2B5EF4-FFF2-40B4-BE49-F238E27FC236}">
                <a16:creationId xmlns:a16="http://schemas.microsoft.com/office/drawing/2014/main" id="{F6AB22EE-3E25-3D40-84C3-488C3ADA725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CF4FEEB-577F-744A-A99D-59120AD5E57E}" type="slidenum">
              <a:rPr lang="en-US" altLang="en-US" smtClean="0">
                <a:latin typeface="Garamond" panose="02020404030301010803" pitchFamily="18" charset="0"/>
              </a:rPr>
              <a:pPr/>
              <a:t>42</a:t>
            </a:fld>
            <a:endParaRPr lang="en-US" altLang="en-US">
              <a:latin typeface="Garamond" panose="02020404030301010803" pitchFamily="18" charset="0"/>
            </a:endParaRPr>
          </a:p>
        </p:txBody>
      </p:sp>
      <p:sp>
        <p:nvSpPr>
          <p:cNvPr id="27650" name="Title 1">
            <a:extLst>
              <a:ext uri="{FF2B5EF4-FFF2-40B4-BE49-F238E27FC236}">
                <a16:creationId xmlns:a16="http://schemas.microsoft.com/office/drawing/2014/main" id="{E9260BE5-1414-4949-B2CD-8703ABD65196}"/>
              </a:ext>
            </a:extLst>
          </p:cNvPr>
          <p:cNvSpPr>
            <a:spLocks noGrp="1" noChangeArrowheads="1"/>
          </p:cNvSpPr>
          <p:nvPr>
            <p:ph type="title"/>
          </p:nvPr>
        </p:nvSpPr>
        <p:spPr/>
        <p:txBody>
          <a:bodyPr/>
          <a:lstStyle/>
          <a:p>
            <a:r>
              <a:rPr lang="en-US" altLang="en-US"/>
              <a:t>Ngôn ngữ tựa lập trình</a:t>
            </a:r>
          </a:p>
        </p:txBody>
      </p:sp>
      <p:sp>
        <p:nvSpPr>
          <p:cNvPr id="27651" name="Content Placeholder 2">
            <a:extLst>
              <a:ext uri="{FF2B5EF4-FFF2-40B4-BE49-F238E27FC236}">
                <a16:creationId xmlns:a16="http://schemas.microsoft.com/office/drawing/2014/main" id="{0E091DE5-84FF-A041-B013-6930BFC838FD}"/>
              </a:ext>
            </a:extLst>
          </p:cNvPr>
          <p:cNvSpPr>
            <a:spLocks noGrp="1" noChangeArrowheads="1"/>
          </p:cNvSpPr>
          <p:nvPr>
            <p:ph sz="quarter" idx="13"/>
          </p:nvPr>
        </p:nvSpPr>
        <p:spPr/>
        <p:txBody>
          <a:bodyPr>
            <a:normAutofit/>
          </a:bodyPr>
          <a:lstStyle/>
          <a:p>
            <a:r>
              <a:rPr lang="en-US" altLang="en-US"/>
              <a:t>Một số kiểu dữ liệu c</a:t>
            </a:r>
            <a:r>
              <a:rPr lang="vi-VN" altLang="en-US"/>
              <a:t>ơ</a:t>
            </a:r>
            <a:r>
              <a:rPr lang="en-US" altLang="en-US"/>
              <a:t> bản:</a:t>
            </a:r>
          </a:p>
          <a:p>
            <a:pPr lvl="1"/>
            <a:r>
              <a:rPr lang="en-US" altLang="en-US" i="1"/>
              <a:t>integer</a:t>
            </a:r>
            <a:r>
              <a:rPr lang="en-US" altLang="en-US"/>
              <a:t>: kiểu số nguyên</a:t>
            </a:r>
          </a:p>
          <a:p>
            <a:pPr lvl="1"/>
            <a:r>
              <a:rPr lang="en-US" altLang="en-US" i="1"/>
              <a:t>float</a:t>
            </a:r>
            <a:r>
              <a:rPr lang="en-US" altLang="en-US"/>
              <a:t>: kiểu số thực</a:t>
            </a:r>
          </a:p>
          <a:p>
            <a:pPr lvl="1"/>
            <a:r>
              <a:rPr lang="en-US" altLang="en-US" i="1"/>
              <a:t>number</a:t>
            </a:r>
            <a:r>
              <a:rPr lang="en-US" altLang="en-US"/>
              <a:t>: kiểu số nói chung, có thể là số nguyên hoặc số thực</a:t>
            </a:r>
          </a:p>
          <a:p>
            <a:pPr lvl="1"/>
            <a:r>
              <a:rPr lang="en-US" altLang="en-US" i="1"/>
              <a:t>char</a:t>
            </a:r>
            <a:r>
              <a:rPr lang="en-US" altLang="en-US"/>
              <a:t>: kiểu ký tự</a:t>
            </a:r>
          </a:p>
          <a:p>
            <a:pPr lvl="1"/>
            <a:r>
              <a:rPr lang="en-US" altLang="en-US" i="1"/>
              <a:t>string</a:t>
            </a:r>
            <a:r>
              <a:rPr lang="en-US" altLang="en-US"/>
              <a:t>: kiểu chuỗi ký tự</a:t>
            </a:r>
          </a:p>
          <a:p>
            <a:pPr lvl="1"/>
            <a:r>
              <a:rPr lang="en-US" altLang="en-US" i="1"/>
              <a:t>bool</a:t>
            </a:r>
            <a:r>
              <a:rPr lang="en-US" altLang="en-US"/>
              <a:t>: kiểu logic (true/false)</a:t>
            </a:r>
          </a:p>
          <a:p>
            <a:pPr lvl="1"/>
            <a:r>
              <a:rPr lang="en-US" altLang="en-US" i="1"/>
              <a:t>array[min..max]</a:t>
            </a:r>
            <a:r>
              <a:rPr lang="en-US" altLang="en-US"/>
              <a:t>: kiểu mảng với các phần tử chạy từ min đến max (max-min+1 phần tử)</a:t>
            </a:r>
          </a:p>
          <a:p>
            <a:pPr lvl="1"/>
            <a:endParaRPr lang="en-US" altLang="en-US"/>
          </a:p>
        </p:txBody>
      </p:sp>
    </p:spTree>
    <p:extLst>
      <p:ext uri="{BB962C8B-B14F-4D97-AF65-F5344CB8AC3E}">
        <p14:creationId xmlns:p14="http://schemas.microsoft.com/office/powerpoint/2010/main" val="35918527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Slide Number Placeholder 3">
            <a:extLst>
              <a:ext uri="{FF2B5EF4-FFF2-40B4-BE49-F238E27FC236}">
                <a16:creationId xmlns:a16="http://schemas.microsoft.com/office/drawing/2014/main" id="{F4E9C978-0D5F-2747-AEFA-086D97BD01D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A1A21A7-AA36-4B4A-B6C9-6E2BBE3BBFF0}" type="slidenum">
              <a:rPr lang="en-US" altLang="en-US" smtClean="0">
                <a:latin typeface="Garamond" panose="02020404030301010803" pitchFamily="18" charset="0"/>
              </a:rPr>
              <a:pPr/>
              <a:t>43</a:t>
            </a:fld>
            <a:endParaRPr lang="en-US" altLang="en-US">
              <a:latin typeface="Garamond" panose="02020404030301010803" pitchFamily="18" charset="0"/>
            </a:endParaRPr>
          </a:p>
        </p:txBody>
      </p:sp>
      <p:sp>
        <p:nvSpPr>
          <p:cNvPr id="28674" name="Title 1">
            <a:extLst>
              <a:ext uri="{FF2B5EF4-FFF2-40B4-BE49-F238E27FC236}">
                <a16:creationId xmlns:a16="http://schemas.microsoft.com/office/drawing/2014/main" id="{4DCB54D2-EAEB-3E4C-992A-0B19E5066C15}"/>
              </a:ext>
            </a:extLst>
          </p:cNvPr>
          <p:cNvSpPr>
            <a:spLocks noGrp="1" noChangeArrowheads="1"/>
          </p:cNvSpPr>
          <p:nvPr>
            <p:ph type="title"/>
          </p:nvPr>
        </p:nvSpPr>
        <p:spPr/>
        <p:txBody>
          <a:bodyPr/>
          <a:lstStyle/>
          <a:p>
            <a:r>
              <a:rPr lang="en-US" altLang="en-US"/>
              <a:t>Ngôn ngữ tựa lập trình</a:t>
            </a:r>
          </a:p>
        </p:txBody>
      </p:sp>
      <p:sp>
        <p:nvSpPr>
          <p:cNvPr id="28675" name="Content Placeholder 2">
            <a:extLst>
              <a:ext uri="{FF2B5EF4-FFF2-40B4-BE49-F238E27FC236}">
                <a16:creationId xmlns:a16="http://schemas.microsoft.com/office/drawing/2014/main" id="{F1BBEC1C-230B-3A44-BF4D-4E0EC3DD7F2B}"/>
              </a:ext>
            </a:extLst>
          </p:cNvPr>
          <p:cNvSpPr>
            <a:spLocks noGrp="1" noChangeArrowheads="1"/>
          </p:cNvSpPr>
          <p:nvPr>
            <p:ph sz="quarter" idx="13"/>
          </p:nvPr>
        </p:nvSpPr>
        <p:spPr/>
        <p:txBody>
          <a:bodyPr/>
          <a:lstStyle/>
          <a:p>
            <a:r>
              <a:rPr lang="en-US" altLang="en-US"/>
              <a:t>Khai báo đối t</a:t>
            </a:r>
            <a:r>
              <a:rPr lang="vi-VN" altLang="en-US"/>
              <a:t>ư</a:t>
            </a:r>
            <a:r>
              <a:rPr lang="en-US" altLang="en-US"/>
              <a:t>ợng dữ liệu:</a:t>
            </a:r>
          </a:p>
          <a:p>
            <a:endParaRPr lang="en-US" altLang="en-US"/>
          </a:p>
          <a:p>
            <a:endParaRPr lang="en-US" altLang="en-US"/>
          </a:p>
          <a:p>
            <a:r>
              <a:rPr lang="en-US" altLang="en-US"/>
              <a:t>Ví dụ:</a:t>
            </a:r>
          </a:p>
        </p:txBody>
      </p:sp>
      <p:sp>
        <p:nvSpPr>
          <p:cNvPr id="28677" name="TextBox 4">
            <a:extLst>
              <a:ext uri="{FF2B5EF4-FFF2-40B4-BE49-F238E27FC236}">
                <a16:creationId xmlns:a16="http://schemas.microsoft.com/office/drawing/2014/main" id="{15B1F48B-0480-A744-ABFA-353A5C70039C}"/>
              </a:ext>
            </a:extLst>
          </p:cNvPr>
          <p:cNvSpPr txBox="1">
            <a:spLocks noChangeArrowheads="1"/>
          </p:cNvSpPr>
          <p:nvPr/>
        </p:nvSpPr>
        <p:spPr bwMode="auto">
          <a:xfrm>
            <a:off x="562708" y="1362012"/>
            <a:ext cx="58674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Courier New" panose="02070309020205020404" pitchFamily="49" charset="0"/>
                <a:cs typeface="Courier New" panose="02070309020205020404" pitchFamily="49" charset="0"/>
              </a:rPr>
              <a:t>object-name </a:t>
            </a:r>
            <a:r>
              <a:rPr lang="en-US" altLang="en-US" i="1">
                <a:latin typeface="Courier New" panose="02070309020205020404" pitchFamily="49" charset="0"/>
                <a:cs typeface="Courier New" panose="02070309020205020404" pitchFamily="49" charset="0"/>
              </a:rPr>
              <a:t>typename</a:t>
            </a:r>
          </a:p>
          <a:p>
            <a:r>
              <a:rPr lang="en-US" altLang="en-US" i="1">
                <a:latin typeface="Courier New" panose="02070309020205020404" pitchFamily="49" charset="0"/>
                <a:cs typeface="Courier New" panose="02070309020205020404" pitchFamily="49" charset="0"/>
              </a:rPr>
              <a:t>obj-name1, obj-name2 typename</a:t>
            </a:r>
          </a:p>
        </p:txBody>
      </p:sp>
      <p:sp>
        <p:nvSpPr>
          <p:cNvPr id="28678" name="TextBox 5">
            <a:extLst>
              <a:ext uri="{FF2B5EF4-FFF2-40B4-BE49-F238E27FC236}">
                <a16:creationId xmlns:a16="http://schemas.microsoft.com/office/drawing/2014/main" id="{FFD605F5-0358-4240-AC69-64225D304766}"/>
              </a:ext>
            </a:extLst>
          </p:cNvPr>
          <p:cNvSpPr txBox="1">
            <a:spLocks noChangeArrowheads="1"/>
          </p:cNvSpPr>
          <p:nvPr/>
        </p:nvSpPr>
        <p:spPr bwMode="auto">
          <a:xfrm>
            <a:off x="562708" y="2944019"/>
            <a:ext cx="58674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Courier New" panose="02070309020205020404" pitchFamily="49" charset="0"/>
                <a:cs typeface="Courier New" panose="02070309020205020404" pitchFamily="49" charset="0"/>
              </a:rPr>
              <a:t>v vector</a:t>
            </a:r>
          </a:p>
          <a:p>
            <a:r>
              <a:rPr lang="en-US" altLang="en-US">
                <a:latin typeface="Courier New" panose="02070309020205020404" pitchFamily="49" charset="0"/>
                <a:cs typeface="Courier New" panose="02070309020205020404" pitchFamily="49" charset="0"/>
              </a:rPr>
              <a:t>v1, v2 vector</a:t>
            </a:r>
          </a:p>
          <a:p>
            <a:r>
              <a:rPr lang="en-US" altLang="en-US" i="1">
                <a:latin typeface="Courier New" panose="02070309020205020404" pitchFamily="49" charset="0"/>
                <a:cs typeface="Courier New" panose="02070309020205020404" pitchFamily="49" charset="0"/>
              </a:rPr>
              <a:t>m matrix</a:t>
            </a:r>
          </a:p>
          <a:p>
            <a:r>
              <a:rPr lang="en-US" altLang="en-US" i="1">
                <a:latin typeface="Courier New" panose="02070309020205020404" pitchFamily="49" charset="0"/>
                <a:cs typeface="Courier New" panose="02070309020205020404" pitchFamily="49" charset="0"/>
              </a:rPr>
              <a:t>p node</a:t>
            </a:r>
          </a:p>
          <a:p>
            <a:r>
              <a:rPr lang="en-US" altLang="en-US" i="1">
                <a:latin typeface="Courier New" panose="02070309020205020404" pitchFamily="49" charset="0"/>
                <a:cs typeface="Courier New" panose="02070309020205020404" pitchFamily="49" charset="0"/>
              </a:rPr>
              <a:t>q </a:t>
            </a:r>
            <a:r>
              <a:rPr lang="en-US" altLang="en-US" i="1">
                <a:latin typeface="Courier New" panose="02070309020205020404" pitchFamily="49" charset="0"/>
                <a:cs typeface="Courier New" panose="02070309020205020404" pitchFamily="49" charset="0"/>
                <a:sym typeface="Wingdings" pitchFamily="2" charset="2"/>
              </a:rPr>
              <a:t>node</a:t>
            </a:r>
            <a:endParaRPr lang="en-US" altLang="en-US" i="1">
              <a:latin typeface="Courier New" panose="02070309020205020404" pitchFamily="49" charset="0"/>
              <a:cs typeface="Courier New" panose="02070309020205020404" pitchFamily="49" charset="0"/>
            </a:endParaRPr>
          </a:p>
          <a:p>
            <a:endParaRPr lang="en-US" altLang="en-US" i="1">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356850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Slide Number Placeholder 3">
            <a:extLst>
              <a:ext uri="{FF2B5EF4-FFF2-40B4-BE49-F238E27FC236}">
                <a16:creationId xmlns:a16="http://schemas.microsoft.com/office/drawing/2014/main" id="{EF687AFC-472A-0B42-A5AE-372FE64A562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86EE314-611F-4245-A40E-FA7E8C3BFBA7}" type="slidenum">
              <a:rPr lang="en-US" altLang="en-US" smtClean="0">
                <a:latin typeface="Garamond" panose="02020404030301010803" pitchFamily="18" charset="0"/>
              </a:rPr>
              <a:pPr/>
              <a:t>44</a:t>
            </a:fld>
            <a:endParaRPr lang="en-US" altLang="en-US">
              <a:latin typeface="Garamond" panose="02020404030301010803" pitchFamily="18" charset="0"/>
            </a:endParaRPr>
          </a:p>
        </p:txBody>
      </p:sp>
      <p:sp>
        <p:nvSpPr>
          <p:cNvPr id="29698" name="Title 1">
            <a:extLst>
              <a:ext uri="{FF2B5EF4-FFF2-40B4-BE49-F238E27FC236}">
                <a16:creationId xmlns:a16="http://schemas.microsoft.com/office/drawing/2014/main" id="{3B60338F-4D80-9144-9C3C-DF1D8C69B8DB}"/>
              </a:ext>
            </a:extLst>
          </p:cNvPr>
          <p:cNvSpPr>
            <a:spLocks noGrp="1" noChangeArrowheads="1"/>
          </p:cNvSpPr>
          <p:nvPr>
            <p:ph type="title"/>
          </p:nvPr>
        </p:nvSpPr>
        <p:spPr/>
        <p:txBody>
          <a:bodyPr/>
          <a:lstStyle/>
          <a:p>
            <a:r>
              <a:rPr lang="en-US" altLang="en-US"/>
              <a:t>Ngôn ngữ tựa lập trình</a:t>
            </a:r>
          </a:p>
        </p:txBody>
      </p:sp>
      <p:sp>
        <p:nvSpPr>
          <p:cNvPr id="29699" name="Content Placeholder 2">
            <a:extLst>
              <a:ext uri="{FF2B5EF4-FFF2-40B4-BE49-F238E27FC236}">
                <a16:creationId xmlns:a16="http://schemas.microsoft.com/office/drawing/2014/main" id="{F2D4CECD-408F-5B49-9A68-339A8ED3BDA8}"/>
              </a:ext>
            </a:extLst>
          </p:cNvPr>
          <p:cNvSpPr>
            <a:spLocks noGrp="1" noChangeArrowheads="1"/>
          </p:cNvSpPr>
          <p:nvPr>
            <p:ph sz="quarter" idx="13"/>
          </p:nvPr>
        </p:nvSpPr>
        <p:spPr/>
        <p:txBody>
          <a:bodyPr/>
          <a:lstStyle/>
          <a:p>
            <a:r>
              <a:rPr lang="en-US" altLang="en-US"/>
              <a:t>Truy nhập vào các thành phần của đối t</a:t>
            </a:r>
            <a:r>
              <a:rPr lang="vi-VN" altLang="en-US"/>
              <a:t>ư</a:t>
            </a:r>
            <a:r>
              <a:rPr lang="en-US" altLang="en-US"/>
              <a:t>ợng dữ liệu: </a:t>
            </a:r>
          </a:p>
        </p:txBody>
      </p:sp>
      <p:sp>
        <p:nvSpPr>
          <p:cNvPr id="29701" name="TextBox 4">
            <a:extLst>
              <a:ext uri="{FF2B5EF4-FFF2-40B4-BE49-F238E27FC236}">
                <a16:creationId xmlns:a16="http://schemas.microsoft.com/office/drawing/2014/main" id="{7204F51C-8230-4643-9E63-7075454C5E68}"/>
              </a:ext>
            </a:extLst>
          </p:cNvPr>
          <p:cNvSpPr txBox="1">
            <a:spLocks noChangeArrowheads="1"/>
          </p:cNvSpPr>
          <p:nvPr/>
        </p:nvSpPr>
        <p:spPr bwMode="auto">
          <a:xfrm>
            <a:off x="564382" y="1426867"/>
            <a:ext cx="76200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i="1">
                <a:latin typeface="Courier New" panose="02070309020205020404" pitchFamily="49" charset="0"/>
                <a:cs typeface="Courier New" panose="02070309020205020404" pitchFamily="49" charset="0"/>
              </a:rPr>
              <a:t>new datatype vector {array[1..100] of integer}</a:t>
            </a:r>
          </a:p>
          <a:p>
            <a:r>
              <a:rPr lang="en-US" altLang="en-US" i="1">
                <a:latin typeface="Courier New" panose="02070309020205020404" pitchFamily="49" charset="0"/>
                <a:cs typeface="Courier New" panose="02070309020205020404" pitchFamily="49" charset="0"/>
              </a:rPr>
              <a:t>v vector</a:t>
            </a:r>
          </a:p>
          <a:p>
            <a:r>
              <a:rPr lang="en-US" altLang="en-US">
                <a:latin typeface="Courier New" panose="02070309020205020404" pitchFamily="49" charset="0"/>
                <a:cs typeface="Courier New" panose="02070309020205020404" pitchFamily="49" charset="0"/>
              </a:rPr>
              <a:t>Các thành phần của v:</a:t>
            </a:r>
          </a:p>
          <a:p>
            <a:r>
              <a:rPr lang="en-US" altLang="en-US">
                <a:latin typeface="Courier New" panose="02070309020205020404" pitchFamily="49" charset="0"/>
                <a:cs typeface="Courier New" panose="02070309020205020404" pitchFamily="49" charset="0"/>
              </a:rPr>
              <a:t>	</a:t>
            </a:r>
            <a:r>
              <a:rPr lang="en-US" altLang="en-US" b="1">
                <a:latin typeface="Courier New" panose="02070309020205020404" pitchFamily="49" charset="0"/>
                <a:cs typeface="Courier New" panose="02070309020205020404" pitchFamily="49" charset="0"/>
              </a:rPr>
              <a:t>v[1], v[2], …, v[100]</a:t>
            </a:r>
          </a:p>
          <a:p>
            <a:endParaRPr lang="en-US" altLang="en-US">
              <a:latin typeface="Courier New" panose="02070309020205020404" pitchFamily="49" charset="0"/>
              <a:cs typeface="Courier New" panose="02070309020205020404" pitchFamily="49" charset="0"/>
            </a:endParaRPr>
          </a:p>
          <a:p>
            <a:r>
              <a:rPr lang="en-US" altLang="en-US" i="1">
                <a:latin typeface="Courier New" panose="02070309020205020404" pitchFamily="49" charset="0"/>
                <a:cs typeface="Courier New" panose="02070309020205020404" pitchFamily="49" charset="0"/>
              </a:rPr>
              <a:t>new datatype matrix {array[1..10][1..20] of integer}</a:t>
            </a:r>
          </a:p>
          <a:p>
            <a:r>
              <a:rPr lang="en-US" altLang="en-US" i="1">
                <a:latin typeface="Courier New" panose="02070309020205020404" pitchFamily="49" charset="0"/>
                <a:cs typeface="Courier New" panose="02070309020205020404" pitchFamily="49" charset="0"/>
              </a:rPr>
              <a:t>m matrix</a:t>
            </a:r>
          </a:p>
          <a:p>
            <a:r>
              <a:rPr lang="en-US" altLang="en-US">
                <a:latin typeface="Courier New" panose="02070309020205020404" pitchFamily="49" charset="0"/>
                <a:cs typeface="Courier New" panose="02070309020205020404" pitchFamily="49" charset="0"/>
              </a:rPr>
              <a:t>Các thành phần của m:</a:t>
            </a:r>
          </a:p>
          <a:p>
            <a:r>
              <a:rPr lang="en-US" altLang="en-US" i="1">
                <a:latin typeface="Courier New" panose="02070309020205020404" pitchFamily="49" charset="0"/>
                <a:cs typeface="Courier New" panose="02070309020205020404" pitchFamily="49" charset="0"/>
              </a:rPr>
              <a:t>	</a:t>
            </a:r>
            <a:r>
              <a:rPr lang="en-US" altLang="en-US" b="1" i="1">
                <a:latin typeface="Courier New" panose="02070309020205020404" pitchFamily="49" charset="0"/>
                <a:cs typeface="Courier New" panose="02070309020205020404" pitchFamily="49" charset="0"/>
              </a:rPr>
              <a:t>m[1,1], m[1,2], … , m[10,20]</a:t>
            </a:r>
          </a:p>
          <a:p>
            <a:endParaRPr lang="en-US" altLang="en-US" i="1">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796582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Slide Number Placeholder 3">
            <a:extLst>
              <a:ext uri="{FF2B5EF4-FFF2-40B4-BE49-F238E27FC236}">
                <a16:creationId xmlns:a16="http://schemas.microsoft.com/office/drawing/2014/main" id="{ACDB129B-2007-0E44-88EB-81D0BE1DC16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EFCDD04-3E27-B443-BA66-01C9FF7EA5DA}" type="slidenum">
              <a:rPr lang="en-US" altLang="en-US" smtClean="0">
                <a:latin typeface="Garamond" panose="02020404030301010803" pitchFamily="18" charset="0"/>
              </a:rPr>
              <a:pPr/>
              <a:t>45</a:t>
            </a:fld>
            <a:endParaRPr lang="en-US" altLang="en-US">
              <a:latin typeface="Garamond" panose="02020404030301010803" pitchFamily="18" charset="0"/>
            </a:endParaRPr>
          </a:p>
        </p:txBody>
      </p:sp>
      <p:sp>
        <p:nvSpPr>
          <p:cNvPr id="30722" name="Title 1">
            <a:extLst>
              <a:ext uri="{FF2B5EF4-FFF2-40B4-BE49-F238E27FC236}">
                <a16:creationId xmlns:a16="http://schemas.microsoft.com/office/drawing/2014/main" id="{047A0A73-D37B-A546-9258-E1C17A2548B3}"/>
              </a:ext>
            </a:extLst>
          </p:cNvPr>
          <p:cNvSpPr>
            <a:spLocks noGrp="1" noChangeArrowheads="1"/>
          </p:cNvSpPr>
          <p:nvPr>
            <p:ph type="title"/>
          </p:nvPr>
        </p:nvSpPr>
        <p:spPr/>
        <p:txBody>
          <a:bodyPr/>
          <a:lstStyle/>
          <a:p>
            <a:r>
              <a:rPr lang="en-US" altLang="en-US"/>
              <a:t>Ngôn ngữ tựa lập trình</a:t>
            </a:r>
          </a:p>
        </p:txBody>
      </p:sp>
      <p:sp>
        <p:nvSpPr>
          <p:cNvPr id="30723" name="Content Placeholder 2">
            <a:extLst>
              <a:ext uri="{FF2B5EF4-FFF2-40B4-BE49-F238E27FC236}">
                <a16:creationId xmlns:a16="http://schemas.microsoft.com/office/drawing/2014/main" id="{98237735-47D3-6B4A-A7ED-C33345E6752A}"/>
              </a:ext>
            </a:extLst>
          </p:cNvPr>
          <p:cNvSpPr>
            <a:spLocks noGrp="1" noChangeArrowheads="1"/>
          </p:cNvSpPr>
          <p:nvPr>
            <p:ph sz="quarter" idx="13"/>
          </p:nvPr>
        </p:nvSpPr>
        <p:spPr/>
        <p:txBody>
          <a:bodyPr/>
          <a:lstStyle/>
          <a:p>
            <a:r>
              <a:rPr lang="en-US" altLang="en-US"/>
              <a:t>Truy nhập vào các thành phần của đối t</a:t>
            </a:r>
            <a:r>
              <a:rPr lang="vi-VN" altLang="en-US"/>
              <a:t>ư</a:t>
            </a:r>
            <a:r>
              <a:rPr lang="en-US" altLang="en-US"/>
              <a:t>ợng dữ liệu:</a:t>
            </a:r>
          </a:p>
        </p:txBody>
      </p:sp>
      <p:sp>
        <p:nvSpPr>
          <p:cNvPr id="30725" name="TextBox 4">
            <a:extLst>
              <a:ext uri="{FF2B5EF4-FFF2-40B4-BE49-F238E27FC236}">
                <a16:creationId xmlns:a16="http://schemas.microsoft.com/office/drawing/2014/main" id="{29710A0C-0D1D-8142-B10E-32FCF0D450B5}"/>
              </a:ext>
            </a:extLst>
          </p:cNvPr>
          <p:cNvSpPr txBox="1">
            <a:spLocks noChangeArrowheads="1"/>
          </p:cNvSpPr>
          <p:nvPr/>
        </p:nvSpPr>
        <p:spPr bwMode="auto">
          <a:xfrm>
            <a:off x="544286" y="1406769"/>
            <a:ext cx="762000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i="1">
                <a:latin typeface="Courier New" panose="02070309020205020404" pitchFamily="49" charset="0"/>
                <a:cs typeface="Courier New" panose="02070309020205020404" pitchFamily="49" charset="0"/>
              </a:rPr>
              <a:t>new datatype node {info, next </a:t>
            </a:r>
            <a:r>
              <a:rPr lang="en-US" altLang="en-US" i="1">
                <a:latin typeface="Courier New" panose="02070309020205020404" pitchFamily="49" charset="0"/>
                <a:cs typeface="Courier New" panose="02070309020205020404" pitchFamily="49" charset="0"/>
                <a:sym typeface="Wingdings" pitchFamily="2" charset="2"/>
              </a:rPr>
              <a:t>node</a:t>
            </a:r>
            <a:r>
              <a:rPr lang="en-US" altLang="en-US" i="1">
                <a:latin typeface="Courier New" panose="02070309020205020404" pitchFamily="49" charset="0"/>
                <a:cs typeface="Courier New" panose="02070309020205020404" pitchFamily="49" charset="0"/>
              </a:rPr>
              <a:t>}</a:t>
            </a:r>
          </a:p>
          <a:p>
            <a:r>
              <a:rPr lang="en-US" altLang="en-US" i="1">
                <a:latin typeface="Courier New" panose="02070309020205020404" pitchFamily="49" charset="0"/>
                <a:cs typeface="Courier New" panose="02070309020205020404" pitchFamily="49" charset="0"/>
              </a:rPr>
              <a:t>p node</a:t>
            </a:r>
          </a:p>
          <a:p>
            <a:r>
              <a:rPr lang="en-US" altLang="en-US">
                <a:latin typeface="Courier New" panose="02070309020205020404" pitchFamily="49" charset="0"/>
                <a:cs typeface="Courier New" panose="02070309020205020404" pitchFamily="49" charset="0"/>
              </a:rPr>
              <a:t>Các thành phần của p:</a:t>
            </a:r>
          </a:p>
          <a:p>
            <a:r>
              <a:rPr lang="en-US" altLang="en-US" i="1">
                <a:latin typeface="Courier New" panose="02070309020205020404" pitchFamily="49" charset="0"/>
                <a:cs typeface="Courier New" panose="02070309020205020404" pitchFamily="49" charset="0"/>
              </a:rPr>
              <a:t>	p.info</a:t>
            </a:r>
          </a:p>
          <a:p>
            <a:r>
              <a:rPr lang="en-US" altLang="en-US" i="1">
                <a:latin typeface="Courier New" panose="02070309020205020404" pitchFamily="49" charset="0"/>
                <a:cs typeface="Courier New" panose="02070309020205020404" pitchFamily="49" charset="0"/>
              </a:rPr>
              <a:t>	p.next</a:t>
            </a:r>
          </a:p>
          <a:p>
            <a:endParaRPr lang="en-US" altLang="en-US" i="1">
              <a:latin typeface="Courier New" panose="02070309020205020404" pitchFamily="49" charset="0"/>
              <a:cs typeface="Courier New" panose="02070309020205020404" pitchFamily="49" charset="0"/>
            </a:endParaRPr>
          </a:p>
          <a:p>
            <a:r>
              <a:rPr lang="en-US" altLang="en-US" i="1">
                <a:latin typeface="Courier New" panose="02070309020205020404" pitchFamily="49" charset="0"/>
                <a:cs typeface="Courier New" panose="02070309020205020404" pitchFamily="49" charset="0"/>
              </a:rPr>
              <a:t>q </a:t>
            </a:r>
            <a:r>
              <a:rPr lang="en-US" altLang="en-US" i="1">
                <a:latin typeface="Courier New" panose="02070309020205020404" pitchFamily="49" charset="0"/>
                <a:cs typeface="Courier New" panose="02070309020205020404" pitchFamily="49" charset="0"/>
                <a:sym typeface="Wingdings" pitchFamily="2" charset="2"/>
              </a:rPr>
              <a:t>node</a:t>
            </a:r>
          </a:p>
          <a:p>
            <a:r>
              <a:rPr lang="en-US" altLang="en-US">
                <a:latin typeface="Courier New" panose="02070309020205020404" pitchFamily="49" charset="0"/>
                <a:cs typeface="Courier New" panose="02070309020205020404" pitchFamily="49" charset="0"/>
              </a:rPr>
              <a:t>Các thành phần của q:</a:t>
            </a:r>
          </a:p>
          <a:p>
            <a:r>
              <a:rPr lang="en-US" altLang="en-US" i="1">
                <a:latin typeface="Courier New" panose="02070309020205020404" pitchFamily="49" charset="0"/>
                <a:cs typeface="Courier New" panose="02070309020205020404" pitchFamily="49" charset="0"/>
              </a:rPr>
              <a:t>	q</a:t>
            </a:r>
            <a:r>
              <a:rPr lang="en-US" altLang="en-US" i="1">
                <a:latin typeface="Courier New" panose="02070309020205020404" pitchFamily="49" charset="0"/>
                <a:cs typeface="Courier New" panose="02070309020205020404" pitchFamily="49" charset="0"/>
                <a:sym typeface="Wingdings" pitchFamily="2" charset="2"/>
              </a:rPr>
              <a:t></a:t>
            </a:r>
            <a:r>
              <a:rPr lang="en-US" altLang="en-US" i="1">
                <a:latin typeface="Courier New" panose="02070309020205020404" pitchFamily="49" charset="0"/>
                <a:cs typeface="Courier New" panose="02070309020205020404" pitchFamily="49" charset="0"/>
              </a:rPr>
              <a:t>info</a:t>
            </a:r>
          </a:p>
          <a:p>
            <a:r>
              <a:rPr lang="en-US" altLang="en-US" i="1">
                <a:latin typeface="Courier New" panose="02070309020205020404" pitchFamily="49" charset="0"/>
                <a:cs typeface="Courier New" panose="02070309020205020404" pitchFamily="49" charset="0"/>
              </a:rPr>
              <a:t>	q</a:t>
            </a:r>
            <a:r>
              <a:rPr lang="en-US" altLang="en-US" i="1">
                <a:latin typeface="Courier New" panose="02070309020205020404" pitchFamily="49" charset="0"/>
                <a:cs typeface="Courier New" panose="02070309020205020404" pitchFamily="49" charset="0"/>
                <a:sym typeface="Wingdings" pitchFamily="2" charset="2"/>
              </a:rPr>
              <a:t></a:t>
            </a:r>
            <a:r>
              <a:rPr lang="en-US" altLang="en-US" i="1">
                <a:latin typeface="Courier New" panose="02070309020205020404" pitchFamily="49" charset="0"/>
                <a:cs typeface="Courier New" panose="02070309020205020404" pitchFamily="49" charset="0"/>
              </a:rPr>
              <a:t>next</a:t>
            </a:r>
          </a:p>
          <a:p>
            <a:endParaRPr lang="en-US" altLang="en-US" i="1">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5601114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Slide Number Placeholder 3">
            <a:extLst>
              <a:ext uri="{FF2B5EF4-FFF2-40B4-BE49-F238E27FC236}">
                <a16:creationId xmlns:a16="http://schemas.microsoft.com/office/drawing/2014/main" id="{FB5F6E09-9E78-234E-B886-CF5D5336D75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4761BD4-C301-6E46-B3AF-F4A769C4F6DA}" type="slidenum">
              <a:rPr lang="en-US" altLang="en-US" smtClean="0">
                <a:latin typeface="Garamond" panose="02020404030301010803" pitchFamily="18" charset="0"/>
              </a:rPr>
              <a:pPr/>
              <a:t>46</a:t>
            </a:fld>
            <a:endParaRPr lang="en-US" altLang="en-US">
              <a:latin typeface="Garamond" panose="02020404030301010803" pitchFamily="18" charset="0"/>
            </a:endParaRPr>
          </a:p>
        </p:txBody>
      </p:sp>
      <p:sp>
        <p:nvSpPr>
          <p:cNvPr id="31746" name="Title 1">
            <a:extLst>
              <a:ext uri="{FF2B5EF4-FFF2-40B4-BE49-F238E27FC236}">
                <a16:creationId xmlns:a16="http://schemas.microsoft.com/office/drawing/2014/main" id="{AE4B78E1-0AFC-754D-97F4-A891B7C89A79}"/>
              </a:ext>
            </a:extLst>
          </p:cNvPr>
          <p:cNvSpPr>
            <a:spLocks noGrp="1" noChangeArrowheads="1"/>
          </p:cNvSpPr>
          <p:nvPr>
            <p:ph type="title"/>
          </p:nvPr>
        </p:nvSpPr>
        <p:spPr/>
        <p:txBody>
          <a:bodyPr/>
          <a:lstStyle/>
          <a:p>
            <a:r>
              <a:rPr lang="en-US" altLang="en-US"/>
              <a:t>Ngôn ngữ tựa lập trình</a:t>
            </a:r>
          </a:p>
        </p:txBody>
      </p:sp>
      <p:sp>
        <p:nvSpPr>
          <p:cNvPr id="31747" name="Content Placeholder 2">
            <a:extLst>
              <a:ext uri="{FF2B5EF4-FFF2-40B4-BE49-F238E27FC236}">
                <a16:creationId xmlns:a16="http://schemas.microsoft.com/office/drawing/2014/main" id="{CE25E076-CF33-9445-B394-3FB371E4B332}"/>
              </a:ext>
            </a:extLst>
          </p:cNvPr>
          <p:cNvSpPr>
            <a:spLocks noGrp="1" noChangeArrowheads="1"/>
          </p:cNvSpPr>
          <p:nvPr>
            <p:ph sz="quarter" idx="13"/>
          </p:nvPr>
        </p:nvSpPr>
        <p:spPr/>
        <p:txBody>
          <a:bodyPr/>
          <a:lstStyle/>
          <a:p>
            <a:r>
              <a:rPr lang="en-US" altLang="en-US"/>
              <a:t>Ví dụ:</a:t>
            </a:r>
          </a:p>
        </p:txBody>
      </p:sp>
      <p:grpSp>
        <p:nvGrpSpPr>
          <p:cNvPr id="31749" name="Group 4">
            <a:extLst>
              <a:ext uri="{FF2B5EF4-FFF2-40B4-BE49-F238E27FC236}">
                <a16:creationId xmlns:a16="http://schemas.microsoft.com/office/drawing/2014/main" id="{DD9937ED-DAFD-3C42-9496-C806881D7205}"/>
              </a:ext>
            </a:extLst>
          </p:cNvPr>
          <p:cNvGrpSpPr>
            <a:grpSpLocks/>
          </p:cNvGrpSpPr>
          <p:nvPr/>
        </p:nvGrpSpPr>
        <p:grpSpPr bwMode="auto">
          <a:xfrm>
            <a:off x="410323" y="1347030"/>
            <a:ext cx="2136775" cy="990600"/>
            <a:chOff x="4876800" y="3200400"/>
            <a:chExt cx="2136237" cy="990600"/>
          </a:xfrm>
        </p:grpSpPr>
        <p:sp>
          <p:nvSpPr>
            <p:cNvPr id="31751" name="Rectangle 14">
              <a:extLst>
                <a:ext uri="{FF2B5EF4-FFF2-40B4-BE49-F238E27FC236}">
                  <a16:creationId xmlns:a16="http://schemas.microsoft.com/office/drawing/2014/main" id="{4553D0C9-ECD5-7B43-8BF7-A4492A519407}"/>
                </a:ext>
              </a:extLst>
            </p:cNvPr>
            <p:cNvSpPr>
              <a:spLocks noChangeArrowheads="1"/>
            </p:cNvSpPr>
            <p:nvPr/>
          </p:nvSpPr>
          <p:spPr bwMode="auto">
            <a:xfrm>
              <a:off x="6019800" y="3657600"/>
              <a:ext cx="685800" cy="533392"/>
            </a:xfrm>
            <a:prstGeom prst="rect">
              <a:avLst/>
            </a:prstGeom>
            <a:solidFill>
              <a:srgbClr val="00FF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400"/>
                <a:t>a</a:t>
              </a:r>
              <a:r>
                <a:rPr lang="en-US" altLang="en-US" sz="2400" baseline="-25000"/>
                <a:t>1</a:t>
              </a:r>
            </a:p>
          </p:txBody>
        </p:sp>
        <p:sp>
          <p:nvSpPr>
            <p:cNvPr id="31752" name="Rectangle 20">
              <a:extLst>
                <a:ext uri="{FF2B5EF4-FFF2-40B4-BE49-F238E27FC236}">
                  <a16:creationId xmlns:a16="http://schemas.microsoft.com/office/drawing/2014/main" id="{0C8B191D-0D80-094D-A168-F298C6C6D78D}"/>
                </a:ext>
              </a:extLst>
            </p:cNvPr>
            <p:cNvSpPr>
              <a:spLocks noChangeArrowheads="1"/>
            </p:cNvSpPr>
            <p:nvPr/>
          </p:nvSpPr>
          <p:spPr bwMode="auto">
            <a:xfrm>
              <a:off x="5034475" y="3657608"/>
              <a:ext cx="304800" cy="533392"/>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31753" name="Line 21">
              <a:extLst>
                <a:ext uri="{FF2B5EF4-FFF2-40B4-BE49-F238E27FC236}">
                  <a16:creationId xmlns:a16="http://schemas.microsoft.com/office/drawing/2014/main" id="{C639B989-0AA4-4041-AB23-3B10B08FD350}"/>
                </a:ext>
              </a:extLst>
            </p:cNvPr>
            <p:cNvSpPr>
              <a:spLocks noChangeShapeType="1"/>
            </p:cNvSpPr>
            <p:nvPr/>
          </p:nvSpPr>
          <p:spPr bwMode="auto">
            <a:xfrm flipV="1">
              <a:off x="5186875" y="3880338"/>
              <a:ext cx="820030" cy="5853"/>
            </a:xfrm>
            <a:prstGeom prst="line">
              <a:avLst/>
            </a:prstGeom>
            <a:noFill/>
            <a:ln w="952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54" name="Text Box 37">
              <a:extLst>
                <a:ext uri="{FF2B5EF4-FFF2-40B4-BE49-F238E27FC236}">
                  <a16:creationId xmlns:a16="http://schemas.microsoft.com/office/drawing/2014/main" id="{B3DC1D6B-BD1A-5143-846F-C3E2517AFF4B}"/>
                </a:ext>
              </a:extLst>
            </p:cNvPr>
            <p:cNvSpPr txBox="1">
              <a:spLocks noChangeArrowheads="1"/>
            </p:cNvSpPr>
            <p:nvPr/>
          </p:nvSpPr>
          <p:spPr bwMode="auto">
            <a:xfrm>
              <a:off x="4876800" y="3200400"/>
              <a:ext cx="533400" cy="396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2000"/>
                <a:t>q</a:t>
              </a:r>
            </a:p>
          </p:txBody>
        </p:sp>
        <p:sp>
          <p:nvSpPr>
            <p:cNvPr id="31755" name="Rectangle 20">
              <a:extLst>
                <a:ext uri="{FF2B5EF4-FFF2-40B4-BE49-F238E27FC236}">
                  <a16:creationId xmlns:a16="http://schemas.microsoft.com/office/drawing/2014/main" id="{FE2CC9EB-6138-CE45-B70B-D8D28AD374BD}"/>
                </a:ext>
              </a:extLst>
            </p:cNvPr>
            <p:cNvSpPr>
              <a:spLocks noChangeArrowheads="1"/>
            </p:cNvSpPr>
            <p:nvPr/>
          </p:nvSpPr>
          <p:spPr bwMode="auto">
            <a:xfrm>
              <a:off x="6708237" y="3657600"/>
              <a:ext cx="304800" cy="533392"/>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en-US" sz="1800"/>
            </a:p>
          </p:txBody>
        </p:sp>
        <p:sp>
          <p:nvSpPr>
            <p:cNvPr id="31756" name="Text Box 37">
              <a:extLst>
                <a:ext uri="{FF2B5EF4-FFF2-40B4-BE49-F238E27FC236}">
                  <a16:creationId xmlns:a16="http://schemas.microsoft.com/office/drawing/2014/main" id="{B531855F-3CC1-8C4F-8835-05B707CF2FF7}"/>
                </a:ext>
              </a:extLst>
            </p:cNvPr>
            <p:cNvSpPr txBox="1">
              <a:spLocks noChangeArrowheads="1"/>
            </p:cNvSpPr>
            <p:nvPr/>
          </p:nvSpPr>
          <p:spPr bwMode="auto">
            <a:xfrm>
              <a:off x="6006905" y="3210761"/>
              <a:ext cx="533400" cy="396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2000"/>
                <a:t>p</a:t>
              </a:r>
            </a:p>
          </p:txBody>
        </p:sp>
        <p:sp>
          <p:nvSpPr>
            <p:cNvPr id="31757" name="Line 32">
              <a:extLst>
                <a:ext uri="{FF2B5EF4-FFF2-40B4-BE49-F238E27FC236}">
                  <a16:creationId xmlns:a16="http://schemas.microsoft.com/office/drawing/2014/main" id="{401943A2-FD88-824A-8224-D3F2D0294BB0}"/>
                </a:ext>
              </a:extLst>
            </p:cNvPr>
            <p:cNvSpPr>
              <a:spLocks noChangeShapeType="1"/>
            </p:cNvSpPr>
            <p:nvPr/>
          </p:nvSpPr>
          <p:spPr bwMode="auto">
            <a:xfrm>
              <a:off x="6705600" y="3657608"/>
              <a:ext cx="304800" cy="533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1750" name="TextBox 12">
            <a:extLst>
              <a:ext uri="{FF2B5EF4-FFF2-40B4-BE49-F238E27FC236}">
                <a16:creationId xmlns:a16="http://schemas.microsoft.com/office/drawing/2014/main" id="{8C5BA062-296A-064D-8D35-19825840DBF2}"/>
              </a:ext>
            </a:extLst>
          </p:cNvPr>
          <p:cNvSpPr txBox="1">
            <a:spLocks noChangeArrowheads="1"/>
          </p:cNvSpPr>
          <p:nvPr/>
        </p:nvSpPr>
        <p:spPr bwMode="auto">
          <a:xfrm>
            <a:off x="525084" y="2745226"/>
            <a:ext cx="3429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i="1">
                <a:latin typeface="Courier New" panose="02070309020205020404" pitchFamily="49" charset="0"/>
                <a:cs typeface="Courier New" panose="02070309020205020404" pitchFamily="49" charset="0"/>
              </a:rPr>
              <a:t>p node</a:t>
            </a:r>
          </a:p>
          <a:p>
            <a:r>
              <a:rPr lang="en-US" altLang="en-US" i="1">
                <a:latin typeface="Courier New" panose="02070309020205020404" pitchFamily="49" charset="0"/>
                <a:cs typeface="Courier New" panose="02070309020205020404" pitchFamily="49" charset="0"/>
              </a:rPr>
              <a:t>p.info = a1</a:t>
            </a:r>
          </a:p>
          <a:p>
            <a:r>
              <a:rPr lang="en-US" altLang="en-US" i="1">
                <a:latin typeface="Courier New" panose="02070309020205020404" pitchFamily="49" charset="0"/>
                <a:cs typeface="Courier New" panose="02070309020205020404" pitchFamily="49" charset="0"/>
              </a:rPr>
              <a:t>p.next = null</a:t>
            </a:r>
          </a:p>
          <a:p>
            <a:r>
              <a:rPr lang="en-US" altLang="en-US" i="1">
                <a:latin typeface="Courier New" panose="02070309020205020404" pitchFamily="49" charset="0"/>
                <a:cs typeface="Courier New" panose="02070309020205020404" pitchFamily="49" charset="0"/>
              </a:rPr>
              <a:t>q </a:t>
            </a:r>
            <a:r>
              <a:rPr lang="en-US" altLang="en-US" i="1">
                <a:latin typeface="Courier New" panose="02070309020205020404" pitchFamily="49" charset="0"/>
                <a:cs typeface="Courier New" panose="02070309020205020404" pitchFamily="49" charset="0"/>
                <a:sym typeface="Wingdings" pitchFamily="2" charset="2"/>
              </a:rPr>
              <a:t>node</a:t>
            </a:r>
          </a:p>
          <a:p>
            <a:r>
              <a:rPr lang="en-US" altLang="en-US" i="1">
                <a:latin typeface="Courier New" panose="02070309020205020404" pitchFamily="49" charset="0"/>
                <a:cs typeface="Courier New" panose="02070309020205020404" pitchFamily="49" charset="0"/>
                <a:sym typeface="Wingdings" pitchFamily="2" charset="2"/>
              </a:rPr>
              <a:t>q = p</a:t>
            </a:r>
          </a:p>
          <a:p>
            <a:r>
              <a:rPr lang="en-US" altLang="en-US" i="1">
                <a:latin typeface="Courier New" panose="02070309020205020404" pitchFamily="49" charset="0"/>
                <a:cs typeface="Courier New" panose="02070309020205020404" pitchFamily="49" charset="0"/>
              </a:rPr>
              <a:t>print q</a:t>
            </a:r>
            <a:r>
              <a:rPr lang="en-US" altLang="en-US" i="1">
                <a:latin typeface="Courier New" panose="02070309020205020404" pitchFamily="49" charset="0"/>
                <a:cs typeface="Courier New" panose="02070309020205020404" pitchFamily="49" charset="0"/>
                <a:sym typeface="Wingdings" pitchFamily="2" charset="2"/>
              </a:rPr>
              <a:t></a:t>
            </a:r>
            <a:r>
              <a:rPr lang="en-US" altLang="en-US" i="1">
                <a:latin typeface="Courier New" panose="02070309020205020404" pitchFamily="49" charset="0"/>
                <a:cs typeface="Courier New" panose="02070309020205020404" pitchFamily="49" charset="0"/>
              </a:rPr>
              <a:t>info  //a1</a:t>
            </a:r>
          </a:p>
          <a:p>
            <a:r>
              <a:rPr lang="en-US" altLang="en-US" i="1">
                <a:latin typeface="Courier New" panose="02070309020205020404" pitchFamily="49" charset="0"/>
                <a:cs typeface="Courier New" panose="02070309020205020404" pitchFamily="49" charset="0"/>
              </a:rPr>
              <a:t>print q</a:t>
            </a:r>
            <a:r>
              <a:rPr lang="en-US" altLang="en-US" i="1">
                <a:latin typeface="Courier New" panose="02070309020205020404" pitchFamily="49" charset="0"/>
                <a:cs typeface="Courier New" panose="02070309020205020404" pitchFamily="49" charset="0"/>
                <a:sym typeface="Wingdings" pitchFamily="2" charset="2"/>
              </a:rPr>
              <a:t></a:t>
            </a:r>
            <a:r>
              <a:rPr lang="en-US" altLang="en-US" i="1">
                <a:latin typeface="Courier New" panose="02070309020205020404" pitchFamily="49" charset="0"/>
                <a:cs typeface="Courier New" panose="02070309020205020404" pitchFamily="49" charset="0"/>
              </a:rPr>
              <a:t>next  //null</a:t>
            </a:r>
          </a:p>
          <a:p>
            <a:endParaRPr lang="en-US" altLang="en-US" i="1">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6884040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Slide Number Placeholder 3">
            <a:extLst>
              <a:ext uri="{FF2B5EF4-FFF2-40B4-BE49-F238E27FC236}">
                <a16:creationId xmlns:a16="http://schemas.microsoft.com/office/drawing/2014/main" id="{69BACBDF-D5DD-CA41-97DB-84DBA64C105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67F6E3C-88D6-064D-ACB0-B4D83BB26C26}" type="slidenum">
              <a:rPr lang="en-US" altLang="en-US" smtClean="0">
                <a:latin typeface="Garamond" panose="02020404030301010803" pitchFamily="18" charset="0"/>
              </a:rPr>
              <a:pPr/>
              <a:t>47</a:t>
            </a:fld>
            <a:endParaRPr lang="en-US" altLang="en-US">
              <a:latin typeface="Garamond" panose="02020404030301010803" pitchFamily="18" charset="0"/>
            </a:endParaRPr>
          </a:p>
        </p:txBody>
      </p:sp>
      <p:sp>
        <p:nvSpPr>
          <p:cNvPr id="32770" name="Title 1">
            <a:extLst>
              <a:ext uri="{FF2B5EF4-FFF2-40B4-BE49-F238E27FC236}">
                <a16:creationId xmlns:a16="http://schemas.microsoft.com/office/drawing/2014/main" id="{AC9BDE25-EF63-F942-B206-384CF05C44DF}"/>
              </a:ext>
            </a:extLst>
          </p:cNvPr>
          <p:cNvSpPr>
            <a:spLocks noGrp="1" noChangeArrowheads="1"/>
          </p:cNvSpPr>
          <p:nvPr>
            <p:ph type="title"/>
          </p:nvPr>
        </p:nvSpPr>
        <p:spPr/>
        <p:txBody>
          <a:bodyPr/>
          <a:lstStyle/>
          <a:p>
            <a:r>
              <a:rPr lang="en-US" altLang="en-US" dirty="0" err="1"/>
              <a:t>Ngôn</a:t>
            </a:r>
            <a:r>
              <a:rPr lang="en-US" altLang="en-US" dirty="0"/>
              <a:t> </a:t>
            </a:r>
            <a:r>
              <a:rPr lang="en-US" altLang="en-US" dirty="0" err="1"/>
              <a:t>ngữ</a:t>
            </a:r>
            <a:r>
              <a:rPr lang="en-US" altLang="en-US" dirty="0"/>
              <a:t> </a:t>
            </a:r>
            <a:r>
              <a:rPr lang="en-US" altLang="en-US" dirty="0" err="1"/>
              <a:t>tựa</a:t>
            </a:r>
            <a:r>
              <a:rPr lang="en-US" altLang="en-US" dirty="0"/>
              <a:t> </a:t>
            </a:r>
            <a:r>
              <a:rPr lang="en-US" altLang="en-US" dirty="0" err="1"/>
              <a:t>lập</a:t>
            </a:r>
            <a:r>
              <a:rPr lang="en-US" altLang="en-US" dirty="0"/>
              <a:t> </a:t>
            </a:r>
            <a:r>
              <a:rPr lang="en-US" altLang="en-US" dirty="0" err="1"/>
              <a:t>trình</a:t>
            </a:r>
            <a:endParaRPr lang="en-US" altLang="en-US" dirty="0"/>
          </a:p>
        </p:txBody>
      </p:sp>
      <p:sp>
        <p:nvSpPr>
          <p:cNvPr id="32771" name="Content Placeholder 2">
            <a:extLst>
              <a:ext uri="{FF2B5EF4-FFF2-40B4-BE49-F238E27FC236}">
                <a16:creationId xmlns:a16="http://schemas.microsoft.com/office/drawing/2014/main" id="{4273085C-68A1-714D-82A1-D61702CE4411}"/>
              </a:ext>
            </a:extLst>
          </p:cNvPr>
          <p:cNvSpPr>
            <a:spLocks noGrp="1" noChangeArrowheads="1"/>
          </p:cNvSpPr>
          <p:nvPr>
            <p:ph sz="quarter" idx="13"/>
          </p:nvPr>
        </p:nvSpPr>
        <p:spPr/>
        <p:txBody>
          <a:bodyPr>
            <a:normAutofit/>
          </a:bodyPr>
          <a:lstStyle/>
          <a:p>
            <a:r>
              <a:rPr lang="en-US" altLang="en-US" dirty="0" err="1"/>
              <a:t>Định</a:t>
            </a:r>
            <a:r>
              <a:rPr lang="en-US" altLang="en-US" dirty="0"/>
              <a:t> </a:t>
            </a:r>
            <a:r>
              <a:rPr lang="en-US" altLang="en-US" dirty="0" err="1"/>
              <a:t>nghĩa</a:t>
            </a:r>
            <a:r>
              <a:rPr lang="en-US" altLang="en-US" dirty="0"/>
              <a:t> </a:t>
            </a:r>
            <a:r>
              <a:rPr lang="en-US" altLang="en-US" dirty="0" err="1"/>
              <a:t>thao</a:t>
            </a:r>
            <a:r>
              <a:rPr lang="en-US" altLang="en-US" dirty="0"/>
              <a:t> </a:t>
            </a:r>
            <a:r>
              <a:rPr lang="en-US" altLang="en-US" dirty="0" err="1"/>
              <a:t>tác</a:t>
            </a:r>
            <a:r>
              <a:rPr lang="en-US" altLang="en-US" dirty="0"/>
              <a:t>:</a:t>
            </a:r>
          </a:p>
          <a:p>
            <a:endParaRPr lang="en-US" altLang="en-US" dirty="0"/>
          </a:p>
          <a:p>
            <a:endParaRPr lang="en-US" altLang="en-US" dirty="0"/>
          </a:p>
          <a:p>
            <a:endParaRPr lang="en-US" altLang="en-US"/>
          </a:p>
          <a:p>
            <a:r>
              <a:rPr lang="en-US" altLang="en-US"/>
              <a:t>Trong đó: </a:t>
            </a:r>
          </a:p>
          <a:p>
            <a:pPr lvl="2"/>
            <a:r>
              <a:rPr lang="en-US" altLang="en-US" i="1"/>
              <a:t>opName</a:t>
            </a:r>
            <a:r>
              <a:rPr lang="en-US" altLang="en-US" dirty="0"/>
              <a:t>: </a:t>
            </a:r>
            <a:r>
              <a:rPr lang="en-US" altLang="en-US" dirty="0" err="1"/>
              <a:t>tên</a:t>
            </a:r>
            <a:r>
              <a:rPr lang="en-US" altLang="en-US" dirty="0"/>
              <a:t> </a:t>
            </a:r>
            <a:r>
              <a:rPr lang="en-US" altLang="en-US" dirty="0" err="1"/>
              <a:t>thao</a:t>
            </a:r>
            <a:r>
              <a:rPr lang="en-US" altLang="en-US" dirty="0"/>
              <a:t> </a:t>
            </a:r>
            <a:r>
              <a:rPr lang="en-US" altLang="en-US" dirty="0" err="1"/>
              <a:t>tác</a:t>
            </a:r>
            <a:endParaRPr lang="en-US" altLang="en-US" dirty="0"/>
          </a:p>
          <a:p>
            <a:pPr lvl="2"/>
            <a:r>
              <a:rPr lang="en-US" altLang="en-US" i="1" dirty="0"/>
              <a:t>par1, …</a:t>
            </a:r>
            <a:r>
              <a:rPr lang="en-US" altLang="en-US" dirty="0"/>
              <a:t>: </a:t>
            </a:r>
            <a:r>
              <a:rPr lang="en-US" altLang="en-US" dirty="0" err="1"/>
              <a:t>là</a:t>
            </a:r>
            <a:r>
              <a:rPr lang="en-US" altLang="en-US" dirty="0"/>
              <a:t> </a:t>
            </a:r>
            <a:r>
              <a:rPr lang="en-US" altLang="en-US" dirty="0" err="1"/>
              <a:t>tên</a:t>
            </a:r>
            <a:r>
              <a:rPr lang="en-US" altLang="en-US" dirty="0"/>
              <a:t> </a:t>
            </a:r>
            <a:r>
              <a:rPr lang="en-US" altLang="en-US" dirty="0" err="1"/>
              <a:t>các</a:t>
            </a:r>
            <a:r>
              <a:rPr lang="en-US" altLang="en-US" dirty="0"/>
              <a:t> </a:t>
            </a:r>
            <a:r>
              <a:rPr lang="en-US" altLang="en-US" dirty="0" err="1"/>
              <a:t>tham</a:t>
            </a:r>
            <a:r>
              <a:rPr lang="en-US" altLang="en-US" dirty="0"/>
              <a:t> </a:t>
            </a:r>
            <a:r>
              <a:rPr lang="en-US" altLang="en-US" dirty="0" err="1"/>
              <a:t>số</a:t>
            </a:r>
            <a:r>
              <a:rPr lang="en-US" altLang="en-US" dirty="0"/>
              <a:t>, </a:t>
            </a:r>
            <a:r>
              <a:rPr lang="en-US" altLang="en-US" dirty="0" err="1"/>
              <a:t>mỗi</a:t>
            </a:r>
            <a:r>
              <a:rPr lang="en-US" altLang="en-US" dirty="0"/>
              <a:t> </a:t>
            </a:r>
            <a:r>
              <a:rPr lang="en-US" altLang="en-US" dirty="0" err="1"/>
              <a:t>tham</a:t>
            </a:r>
            <a:r>
              <a:rPr lang="en-US" altLang="en-US" dirty="0"/>
              <a:t> </a:t>
            </a:r>
            <a:r>
              <a:rPr lang="en-US" altLang="en-US" dirty="0" err="1"/>
              <a:t>số</a:t>
            </a:r>
            <a:r>
              <a:rPr lang="en-US" altLang="en-US" dirty="0"/>
              <a:t> </a:t>
            </a:r>
            <a:r>
              <a:rPr lang="en-US" altLang="en-US" dirty="0" err="1"/>
              <a:t>thuộc</a:t>
            </a:r>
            <a:r>
              <a:rPr lang="en-US" altLang="en-US" dirty="0"/>
              <a:t> </a:t>
            </a:r>
            <a:r>
              <a:rPr lang="en-US" altLang="en-US" dirty="0" err="1"/>
              <a:t>một</a:t>
            </a:r>
            <a:r>
              <a:rPr lang="en-US" altLang="en-US" dirty="0"/>
              <a:t> </a:t>
            </a:r>
            <a:r>
              <a:rPr lang="en-US" altLang="en-US" dirty="0" err="1"/>
              <a:t>kiểu</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nào</a:t>
            </a:r>
            <a:r>
              <a:rPr lang="en-US" altLang="en-US" dirty="0"/>
              <a:t> </a:t>
            </a:r>
            <a:r>
              <a:rPr lang="en-US" altLang="en-US" dirty="0" err="1"/>
              <a:t>đó</a:t>
            </a:r>
            <a:r>
              <a:rPr lang="en-US" altLang="en-US" dirty="0"/>
              <a:t>, </a:t>
            </a:r>
            <a:r>
              <a:rPr lang="en-US" altLang="en-US" dirty="0" err="1"/>
              <a:t>và</a:t>
            </a:r>
            <a:r>
              <a:rPr lang="en-US" altLang="en-US" dirty="0"/>
              <a:t> </a:t>
            </a:r>
            <a:r>
              <a:rPr lang="en-US" altLang="en-US" dirty="0" err="1"/>
              <a:t>có</a:t>
            </a:r>
            <a:r>
              <a:rPr lang="en-US" altLang="en-US" dirty="0"/>
              <a:t> </a:t>
            </a:r>
            <a:r>
              <a:rPr lang="en-US" altLang="en-US" dirty="0" err="1"/>
              <a:t>thể</a:t>
            </a:r>
            <a:r>
              <a:rPr lang="en-US" altLang="en-US" dirty="0"/>
              <a:t> </a:t>
            </a:r>
            <a:r>
              <a:rPr lang="en-US" altLang="en-US" dirty="0" err="1"/>
              <a:t>thuộc</a:t>
            </a:r>
            <a:r>
              <a:rPr lang="en-US" altLang="en-US" dirty="0"/>
              <a:t> </a:t>
            </a:r>
            <a:r>
              <a:rPr lang="en-US" altLang="en-US" dirty="0" err="1"/>
              <a:t>một</a:t>
            </a:r>
            <a:r>
              <a:rPr lang="en-US" altLang="en-US" dirty="0"/>
              <a:t> </a:t>
            </a:r>
            <a:r>
              <a:rPr lang="en-US" altLang="en-US" dirty="0" err="1"/>
              <a:t>trong</a:t>
            </a:r>
            <a:r>
              <a:rPr lang="en-US" altLang="en-US" dirty="0"/>
              <a:t> 3 </a:t>
            </a:r>
            <a:r>
              <a:rPr lang="en-US" altLang="en-US" dirty="0" err="1"/>
              <a:t>loại</a:t>
            </a:r>
            <a:r>
              <a:rPr lang="en-US" altLang="en-US" dirty="0"/>
              <a:t> </a:t>
            </a:r>
            <a:r>
              <a:rPr lang="en-US" altLang="en-US" dirty="0" err="1"/>
              <a:t>tham</a:t>
            </a:r>
            <a:r>
              <a:rPr lang="en-US" altLang="en-US" dirty="0"/>
              <a:t> </a:t>
            </a:r>
            <a:r>
              <a:rPr lang="en-US" altLang="en-US" dirty="0" err="1"/>
              <a:t>số</a:t>
            </a:r>
            <a:r>
              <a:rPr lang="en-US" altLang="en-US" dirty="0"/>
              <a:t>:</a:t>
            </a:r>
          </a:p>
          <a:p>
            <a:pPr lvl="3"/>
            <a:r>
              <a:rPr lang="en-US" altLang="en-US" i="1" dirty="0"/>
              <a:t>in</a:t>
            </a:r>
            <a:r>
              <a:rPr lang="en-US" altLang="en-US" dirty="0"/>
              <a:t>: </a:t>
            </a:r>
            <a:r>
              <a:rPr lang="en-US" altLang="en-US" dirty="0" err="1"/>
              <a:t>là</a:t>
            </a:r>
            <a:r>
              <a:rPr lang="en-US" altLang="en-US" dirty="0"/>
              <a:t> </a:t>
            </a:r>
            <a:r>
              <a:rPr lang="en-US" altLang="en-US" dirty="0" err="1"/>
              <a:t>tham</a:t>
            </a:r>
            <a:r>
              <a:rPr lang="en-US" altLang="en-US" dirty="0"/>
              <a:t> </a:t>
            </a:r>
            <a:r>
              <a:rPr lang="en-US" altLang="en-US" dirty="0" err="1"/>
              <a:t>số</a:t>
            </a:r>
            <a:r>
              <a:rPr lang="en-US" altLang="en-US" dirty="0"/>
              <a:t> </a:t>
            </a:r>
            <a:r>
              <a:rPr lang="en-US" altLang="en-US" dirty="0" err="1"/>
              <a:t>chỉ</a:t>
            </a:r>
            <a:r>
              <a:rPr lang="en-US" altLang="en-US" dirty="0"/>
              <a:t> </a:t>
            </a:r>
            <a:r>
              <a:rPr lang="en-US" altLang="en-US" dirty="0" err="1"/>
              <a:t>đóng</a:t>
            </a:r>
            <a:r>
              <a:rPr lang="en-US" altLang="en-US" dirty="0"/>
              <a:t> </a:t>
            </a:r>
            <a:r>
              <a:rPr lang="en-US" altLang="en-US" dirty="0" err="1"/>
              <a:t>vai</a:t>
            </a:r>
            <a:r>
              <a:rPr lang="en-US" altLang="en-US" dirty="0"/>
              <a:t> </a:t>
            </a:r>
            <a:r>
              <a:rPr lang="en-US" altLang="en-US" dirty="0" err="1"/>
              <a:t>trò</a:t>
            </a:r>
            <a:r>
              <a:rPr lang="en-US" altLang="en-US" dirty="0"/>
              <a:t> </a:t>
            </a:r>
            <a:r>
              <a:rPr lang="en-US" altLang="en-US" dirty="0" err="1"/>
              <a:t>đầu</a:t>
            </a:r>
            <a:r>
              <a:rPr lang="en-US" altLang="en-US" dirty="0"/>
              <a:t> </a:t>
            </a:r>
            <a:r>
              <a:rPr lang="en-US" altLang="en-US" dirty="0" err="1"/>
              <a:t>vào</a:t>
            </a:r>
            <a:endParaRPr lang="en-US" altLang="en-US" dirty="0"/>
          </a:p>
          <a:p>
            <a:pPr lvl="3"/>
            <a:r>
              <a:rPr lang="en-US" altLang="en-US" i="1" dirty="0"/>
              <a:t>out</a:t>
            </a:r>
            <a:r>
              <a:rPr lang="en-US" altLang="en-US" dirty="0"/>
              <a:t>: </a:t>
            </a:r>
            <a:r>
              <a:rPr lang="en-US" altLang="en-US" dirty="0" err="1"/>
              <a:t>là</a:t>
            </a:r>
            <a:r>
              <a:rPr lang="en-US" altLang="en-US" dirty="0"/>
              <a:t> </a:t>
            </a:r>
            <a:r>
              <a:rPr lang="en-US" altLang="en-US" dirty="0" err="1"/>
              <a:t>tham</a:t>
            </a:r>
            <a:r>
              <a:rPr lang="en-US" altLang="en-US" dirty="0"/>
              <a:t> </a:t>
            </a:r>
            <a:r>
              <a:rPr lang="en-US" altLang="en-US" dirty="0" err="1"/>
              <a:t>số</a:t>
            </a:r>
            <a:r>
              <a:rPr lang="en-US" altLang="en-US" dirty="0"/>
              <a:t> </a:t>
            </a:r>
            <a:r>
              <a:rPr lang="en-US" altLang="en-US" dirty="0" err="1"/>
              <a:t>chỉ</a:t>
            </a:r>
            <a:r>
              <a:rPr lang="en-US" altLang="en-US" dirty="0"/>
              <a:t> </a:t>
            </a:r>
            <a:r>
              <a:rPr lang="en-US" altLang="en-US" dirty="0" err="1"/>
              <a:t>đóng</a:t>
            </a:r>
            <a:r>
              <a:rPr lang="en-US" altLang="en-US" dirty="0"/>
              <a:t> </a:t>
            </a:r>
            <a:r>
              <a:rPr lang="en-US" altLang="en-US" dirty="0" err="1"/>
              <a:t>vai</a:t>
            </a:r>
            <a:r>
              <a:rPr lang="en-US" altLang="en-US" dirty="0"/>
              <a:t> </a:t>
            </a:r>
            <a:r>
              <a:rPr lang="en-US" altLang="en-US" dirty="0" err="1"/>
              <a:t>trò</a:t>
            </a:r>
            <a:r>
              <a:rPr lang="en-US" altLang="en-US" dirty="0"/>
              <a:t> </a:t>
            </a:r>
            <a:r>
              <a:rPr lang="en-US" altLang="en-US" dirty="0" err="1"/>
              <a:t>đầu</a:t>
            </a:r>
            <a:r>
              <a:rPr lang="en-US" altLang="en-US" dirty="0"/>
              <a:t> ra</a:t>
            </a:r>
          </a:p>
          <a:p>
            <a:pPr lvl="3"/>
            <a:r>
              <a:rPr lang="en-US" altLang="en-US" i="1" dirty="0"/>
              <a:t>in-out</a:t>
            </a:r>
            <a:r>
              <a:rPr lang="en-US" altLang="en-US" dirty="0"/>
              <a:t>: </a:t>
            </a:r>
            <a:r>
              <a:rPr lang="en-US" altLang="en-US" dirty="0" err="1"/>
              <a:t>là</a:t>
            </a:r>
            <a:r>
              <a:rPr lang="en-US" altLang="en-US" dirty="0"/>
              <a:t> </a:t>
            </a:r>
            <a:r>
              <a:rPr lang="en-US" altLang="en-US" dirty="0" err="1"/>
              <a:t>tham</a:t>
            </a:r>
            <a:r>
              <a:rPr lang="en-US" altLang="en-US" dirty="0"/>
              <a:t> </a:t>
            </a:r>
            <a:r>
              <a:rPr lang="en-US" altLang="en-US" dirty="0" err="1"/>
              <a:t>số</a:t>
            </a:r>
            <a:r>
              <a:rPr lang="en-US" altLang="en-US" dirty="0"/>
              <a:t> </a:t>
            </a:r>
            <a:r>
              <a:rPr lang="en-US" altLang="en-US" dirty="0" err="1"/>
              <a:t>với</a:t>
            </a:r>
            <a:r>
              <a:rPr lang="en-US" altLang="en-US" dirty="0"/>
              <a:t> </a:t>
            </a:r>
            <a:r>
              <a:rPr lang="en-US" altLang="en-US" dirty="0" err="1"/>
              <a:t>cả</a:t>
            </a:r>
            <a:r>
              <a:rPr lang="en-US" altLang="en-US" dirty="0"/>
              <a:t> </a:t>
            </a:r>
            <a:r>
              <a:rPr lang="en-US" altLang="en-US" dirty="0" err="1"/>
              <a:t>hai</a:t>
            </a:r>
            <a:r>
              <a:rPr lang="en-US" altLang="en-US" dirty="0"/>
              <a:t> </a:t>
            </a:r>
            <a:r>
              <a:rPr lang="en-US" altLang="en-US" dirty="0" err="1"/>
              <a:t>vai</a:t>
            </a:r>
            <a:r>
              <a:rPr lang="en-US" altLang="en-US" dirty="0"/>
              <a:t> </a:t>
            </a:r>
            <a:r>
              <a:rPr lang="en-US" altLang="en-US" dirty="0" err="1"/>
              <a:t>trò</a:t>
            </a:r>
            <a:r>
              <a:rPr lang="en-US" altLang="en-US" dirty="0"/>
              <a:t> </a:t>
            </a:r>
            <a:r>
              <a:rPr lang="en-US" altLang="en-US" dirty="0" err="1"/>
              <a:t>là</a:t>
            </a:r>
            <a:r>
              <a:rPr lang="en-US" altLang="en-US" dirty="0"/>
              <a:t> </a:t>
            </a:r>
            <a:r>
              <a:rPr lang="en-US" altLang="en-US" dirty="0" err="1"/>
              <a:t>vào</a:t>
            </a:r>
            <a:r>
              <a:rPr lang="en-US" altLang="en-US" dirty="0"/>
              <a:t> </a:t>
            </a:r>
            <a:r>
              <a:rPr lang="en-US" altLang="en-US" dirty="0" err="1"/>
              <a:t>và</a:t>
            </a:r>
            <a:r>
              <a:rPr lang="en-US" altLang="en-US" dirty="0"/>
              <a:t> ra</a:t>
            </a:r>
          </a:p>
          <a:p>
            <a:pPr lvl="2"/>
            <a:r>
              <a:rPr lang="en-US" altLang="en-US" i="1" dirty="0" err="1"/>
              <a:t>Thân</a:t>
            </a:r>
            <a:r>
              <a:rPr lang="en-US" altLang="en-US" i="1" dirty="0"/>
              <a:t> </a:t>
            </a:r>
            <a:r>
              <a:rPr lang="en-US" altLang="en-US" i="1" dirty="0" err="1"/>
              <a:t>xử</a:t>
            </a:r>
            <a:r>
              <a:rPr lang="en-US" altLang="en-US" i="1" dirty="0"/>
              <a:t> </a:t>
            </a:r>
            <a:r>
              <a:rPr lang="en-US" altLang="en-US" i="1" dirty="0" err="1"/>
              <a:t>lý</a:t>
            </a:r>
            <a:r>
              <a:rPr lang="en-US" altLang="en-US" dirty="0"/>
              <a:t>: </a:t>
            </a:r>
            <a:r>
              <a:rPr lang="en-US" altLang="en-US" dirty="0" err="1"/>
              <a:t>là</a:t>
            </a:r>
            <a:r>
              <a:rPr lang="en-US" altLang="en-US" dirty="0"/>
              <a:t> </a:t>
            </a:r>
            <a:r>
              <a:rPr lang="en-US" altLang="en-US" dirty="0" err="1"/>
              <a:t>các</a:t>
            </a:r>
            <a:r>
              <a:rPr lang="en-US" altLang="en-US" dirty="0"/>
              <a:t> </a:t>
            </a:r>
            <a:r>
              <a:rPr lang="en-US" altLang="en-US" dirty="0" err="1"/>
              <a:t>lệnh</a:t>
            </a:r>
            <a:r>
              <a:rPr lang="en-US" altLang="en-US" dirty="0"/>
              <a:t> </a:t>
            </a:r>
            <a:r>
              <a:rPr lang="en-US" altLang="en-US" dirty="0" err="1"/>
              <a:t>nội</a:t>
            </a:r>
            <a:r>
              <a:rPr lang="en-US" altLang="en-US" dirty="0"/>
              <a:t> </a:t>
            </a:r>
            <a:r>
              <a:rPr lang="en-US" altLang="en-US" dirty="0" err="1"/>
              <a:t>bộ</a:t>
            </a:r>
            <a:r>
              <a:rPr lang="en-US" altLang="en-US" dirty="0"/>
              <a:t> </a:t>
            </a:r>
            <a:r>
              <a:rPr lang="en-US" altLang="en-US" dirty="0" err="1"/>
              <a:t>của</a:t>
            </a:r>
            <a:r>
              <a:rPr lang="en-US" altLang="en-US" dirty="0"/>
              <a:t> </a:t>
            </a:r>
            <a:r>
              <a:rPr lang="en-US" altLang="en-US" dirty="0" err="1"/>
              <a:t>thao</a:t>
            </a:r>
            <a:r>
              <a:rPr lang="en-US" altLang="en-US" dirty="0"/>
              <a:t> </a:t>
            </a:r>
            <a:r>
              <a:rPr lang="en-US" altLang="en-US" dirty="0" err="1"/>
              <a:t>tác</a:t>
            </a:r>
            <a:r>
              <a:rPr lang="en-US" altLang="en-US" dirty="0"/>
              <a:t> </a:t>
            </a:r>
            <a:r>
              <a:rPr lang="en-US" altLang="en-US" dirty="0" err="1"/>
              <a:t>để</a:t>
            </a:r>
            <a:r>
              <a:rPr lang="en-US" altLang="en-US" dirty="0"/>
              <a:t> </a:t>
            </a:r>
            <a:r>
              <a:rPr lang="en-US" altLang="en-US" dirty="0" err="1"/>
              <a:t>biến</a:t>
            </a:r>
            <a:r>
              <a:rPr lang="en-US" altLang="en-US" dirty="0"/>
              <a:t> </a:t>
            </a:r>
            <a:r>
              <a:rPr lang="en-US" altLang="en-US" dirty="0" err="1"/>
              <a:t>các</a:t>
            </a:r>
            <a:r>
              <a:rPr lang="en-US" altLang="en-US" dirty="0"/>
              <a:t> </a:t>
            </a:r>
            <a:r>
              <a:rPr lang="en-US" altLang="en-US" dirty="0" err="1"/>
              <a:t>tham</a:t>
            </a:r>
            <a:r>
              <a:rPr lang="en-US" altLang="en-US" dirty="0"/>
              <a:t> </a:t>
            </a:r>
            <a:r>
              <a:rPr lang="en-US" altLang="en-US" dirty="0" err="1"/>
              <a:t>số</a:t>
            </a:r>
            <a:r>
              <a:rPr lang="en-US" altLang="en-US" dirty="0"/>
              <a:t> </a:t>
            </a:r>
            <a:r>
              <a:rPr lang="en-US" altLang="en-US" dirty="0" err="1"/>
              <a:t>vào</a:t>
            </a:r>
            <a:r>
              <a:rPr lang="en-US" altLang="en-US" dirty="0"/>
              <a:t> </a:t>
            </a:r>
            <a:r>
              <a:rPr lang="en-US" altLang="en-US" dirty="0" err="1"/>
              <a:t>thành</a:t>
            </a:r>
            <a:r>
              <a:rPr lang="en-US" altLang="en-US" dirty="0"/>
              <a:t> </a:t>
            </a:r>
            <a:r>
              <a:rPr lang="en-US" altLang="en-US" dirty="0" err="1"/>
              <a:t>các</a:t>
            </a:r>
            <a:r>
              <a:rPr lang="en-US" altLang="en-US" dirty="0"/>
              <a:t> </a:t>
            </a:r>
            <a:r>
              <a:rPr lang="en-US" altLang="en-US" dirty="0" err="1"/>
              <a:t>tham</a:t>
            </a:r>
            <a:r>
              <a:rPr lang="en-US" altLang="en-US" dirty="0"/>
              <a:t> </a:t>
            </a:r>
            <a:r>
              <a:rPr lang="en-US" altLang="en-US" dirty="0" err="1"/>
              <a:t>số</a:t>
            </a:r>
            <a:r>
              <a:rPr lang="en-US" altLang="en-US" dirty="0"/>
              <a:t> ra</a:t>
            </a:r>
          </a:p>
        </p:txBody>
      </p:sp>
      <p:sp>
        <p:nvSpPr>
          <p:cNvPr id="32773" name="TextBox 4">
            <a:extLst>
              <a:ext uri="{FF2B5EF4-FFF2-40B4-BE49-F238E27FC236}">
                <a16:creationId xmlns:a16="http://schemas.microsoft.com/office/drawing/2014/main" id="{752380B7-B18A-594C-B23B-949F9C930E4E}"/>
              </a:ext>
            </a:extLst>
          </p:cNvPr>
          <p:cNvSpPr txBox="1">
            <a:spLocks noChangeArrowheads="1"/>
          </p:cNvSpPr>
          <p:nvPr/>
        </p:nvSpPr>
        <p:spPr bwMode="auto">
          <a:xfrm>
            <a:off x="592015" y="1520761"/>
            <a:ext cx="5867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err="1">
                <a:latin typeface="Courier New" panose="02070309020205020404" pitchFamily="49" charset="0"/>
                <a:cs typeface="Courier New" panose="02070309020205020404" pitchFamily="49" charset="0"/>
              </a:rPr>
              <a:t>op</a:t>
            </a:r>
            <a:r>
              <a:rPr lang="en-US" altLang="en-US" i="1" dirty="0" err="1">
                <a:latin typeface="Courier New" panose="02070309020205020404" pitchFamily="49" charset="0"/>
                <a:cs typeface="Courier New" panose="02070309020205020404" pitchFamily="49" charset="0"/>
              </a:rPr>
              <a:t>Name</a:t>
            </a:r>
            <a:r>
              <a:rPr lang="en-US" altLang="en-US" i="1" dirty="0">
                <a:latin typeface="Courier New" panose="02070309020205020404" pitchFamily="49" charset="0"/>
                <a:cs typeface="Courier New" panose="02070309020205020404" pitchFamily="49" charset="0"/>
              </a:rPr>
              <a:t>([</a:t>
            </a:r>
            <a:r>
              <a:rPr lang="en-US" altLang="en-US" i="1" dirty="0" err="1">
                <a:latin typeface="Courier New" panose="02070309020205020404" pitchFamily="49" charset="0"/>
                <a:cs typeface="Courier New" panose="02070309020205020404" pitchFamily="49" charset="0"/>
              </a:rPr>
              <a:t>in|out|in-out</a:t>
            </a:r>
            <a:r>
              <a:rPr lang="en-US" altLang="en-US" i="1" dirty="0">
                <a:latin typeface="Courier New" panose="02070309020205020404" pitchFamily="49" charset="0"/>
                <a:cs typeface="Courier New" panose="02070309020205020404" pitchFamily="49" charset="0"/>
              </a:rPr>
              <a:t> par1 </a:t>
            </a:r>
            <a:r>
              <a:rPr lang="en-US" altLang="en-US" i="1" dirty="0" err="1">
                <a:latin typeface="Courier New" panose="02070309020205020404" pitchFamily="49" charset="0"/>
                <a:cs typeface="Courier New" panose="02070309020205020404" pitchFamily="49" charset="0"/>
              </a:rPr>
              <a:t>typename</a:t>
            </a:r>
            <a:r>
              <a:rPr lang="en-US" altLang="en-US" i="1" dirty="0">
                <a:latin typeface="Courier New" panose="02070309020205020404" pitchFamily="49" charset="0"/>
                <a:cs typeface="Courier New" panose="02070309020205020404" pitchFamily="49" charset="0"/>
              </a:rPr>
              <a:t>, …])</a:t>
            </a:r>
          </a:p>
          <a:p>
            <a:r>
              <a:rPr lang="en-US" altLang="en-US" i="1" dirty="0">
                <a:latin typeface="Courier New" panose="02070309020205020404" pitchFamily="49" charset="0"/>
                <a:cs typeface="Courier New" panose="02070309020205020404" pitchFamily="49" charset="0"/>
              </a:rPr>
              <a:t>{</a:t>
            </a:r>
          </a:p>
          <a:p>
            <a:r>
              <a:rPr lang="en-US" altLang="en-US" i="1" dirty="0">
                <a:latin typeface="Courier New" panose="02070309020205020404" pitchFamily="49" charset="0"/>
                <a:cs typeface="Courier New" panose="02070309020205020404" pitchFamily="49" charset="0"/>
              </a:rPr>
              <a:t>   </a:t>
            </a:r>
            <a:r>
              <a:rPr lang="en-US" altLang="en-US" i="1" dirty="0" err="1">
                <a:latin typeface="Courier New" panose="02070309020205020404" pitchFamily="49" charset="0"/>
                <a:cs typeface="Courier New" panose="02070309020205020404" pitchFamily="49" charset="0"/>
              </a:rPr>
              <a:t>Thân</a:t>
            </a:r>
            <a:r>
              <a:rPr lang="en-US" altLang="en-US" i="1" dirty="0">
                <a:latin typeface="Courier New" panose="02070309020205020404" pitchFamily="49" charset="0"/>
                <a:cs typeface="Courier New" panose="02070309020205020404" pitchFamily="49" charset="0"/>
              </a:rPr>
              <a:t> </a:t>
            </a:r>
            <a:r>
              <a:rPr lang="en-US" altLang="en-US" i="1" dirty="0" err="1">
                <a:latin typeface="Courier New" panose="02070309020205020404" pitchFamily="49" charset="0"/>
                <a:cs typeface="Courier New" panose="02070309020205020404" pitchFamily="49" charset="0"/>
              </a:rPr>
              <a:t>xử</a:t>
            </a:r>
            <a:r>
              <a:rPr lang="en-US" altLang="en-US" i="1" dirty="0">
                <a:latin typeface="Courier New" panose="02070309020205020404" pitchFamily="49" charset="0"/>
                <a:cs typeface="Courier New" panose="02070309020205020404" pitchFamily="49" charset="0"/>
              </a:rPr>
              <a:t> </a:t>
            </a:r>
            <a:r>
              <a:rPr lang="en-US" altLang="en-US" i="1" dirty="0" err="1">
                <a:latin typeface="Courier New" panose="02070309020205020404" pitchFamily="49" charset="0"/>
                <a:cs typeface="Courier New" panose="02070309020205020404" pitchFamily="49" charset="0"/>
              </a:rPr>
              <a:t>lý</a:t>
            </a:r>
            <a:endParaRPr lang="en-US" altLang="en-US" i="1" dirty="0">
              <a:latin typeface="Courier New" panose="02070309020205020404" pitchFamily="49" charset="0"/>
              <a:cs typeface="Courier New" panose="02070309020205020404" pitchFamily="49" charset="0"/>
            </a:endParaRPr>
          </a:p>
          <a:p>
            <a:r>
              <a:rPr lang="en-US" altLang="en-US" i="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8233338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Slide Number Placeholder 3">
            <a:extLst>
              <a:ext uri="{FF2B5EF4-FFF2-40B4-BE49-F238E27FC236}">
                <a16:creationId xmlns:a16="http://schemas.microsoft.com/office/drawing/2014/main" id="{2E09C481-AF1A-A34D-A71D-C471BE559A9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1C25A2-5A4B-DC4D-BC16-AE04D9FCAC35}" type="slidenum">
              <a:rPr lang="en-US" altLang="en-US" smtClean="0">
                <a:latin typeface="Garamond" panose="02020404030301010803" pitchFamily="18" charset="0"/>
              </a:rPr>
              <a:pPr/>
              <a:t>48</a:t>
            </a:fld>
            <a:endParaRPr lang="en-US" altLang="en-US">
              <a:latin typeface="Garamond" panose="02020404030301010803" pitchFamily="18" charset="0"/>
            </a:endParaRPr>
          </a:p>
        </p:txBody>
      </p:sp>
      <p:sp>
        <p:nvSpPr>
          <p:cNvPr id="33794" name="Title 1">
            <a:extLst>
              <a:ext uri="{FF2B5EF4-FFF2-40B4-BE49-F238E27FC236}">
                <a16:creationId xmlns:a16="http://schemas.microsoft.com/office/drawing/2014/main" id="{35566566-7569-AC42-BF89-525E08BAC108}"/>
              </a:ext>
            </a:extLst>
          </p:cNvPr>
          <p:cNvSpPr>
            <a:spLocks noGrp="1" noChangeArrowheads="1"/>
          </p:cNvSpPr>
          <p:nvPr>
            <p:ph type="title"/>
          </p:nvPr>
        </p:nvSpPr>
        <p:spPr/>
        <p:txBody>
          <a:bodyPr/>
          <a:lstStyle/>
          <a:p>
            <a:r>
              <a:rPr lang="en-US" altLang="en-US"/>
              <a:t>Ngôn ngữ tựa lập trình</a:t>
            </a:r>
          </a:p>
        </p:txBody>
      </p:sp>
      <p:sp>
        <p:nvSpPr>
          <p:cNvPr id="33795" name="Content Placeholder 2">
            <a:extLst>
              <a:ext uri="{FF2B5EF4-FFF2-40B4-BE49-F238E27FC236}">
                <a16:creationId xmlns:a16="http://schemas.microsoft.com/office/drawing/2014/main" id="{92EB2465-6C33-8B4A-9AA2-0FC47A9A3910}"/>
              </a:ext>
            </a:extLst>
          </p:cNvPr>
          <p:cNvSpPr>
            <a:spLocks noGrp="1" noChangeArrowheads="1"/>
          </p:cNvSpPr>
          <p:nvPr>
            <p:ph sz="quarter" idx="13"/>
          </p:nvPr>
        </p:nvSpPr>
        <p:spPr/>
        <p:txBody>
          <a:bodyPr/>
          <a:lstStyle/>
          <a:p>
            <a:r>
              <a:rPr lang="en-US" altLang="en-US"/>
              <a:t>Ví dụ</a:t>
            </a:r>
          </a:p>
        </p:txBody>
      </p:sp>
      <p:sp>
        <p:nvSpPr>
          <p:cNvPr id="33797" name="TextBox 4">
            <a:extLst>
              <a:ext uri="{FF2B5EF4-FFF2-40B4-BE49-F238E27FC236}">
                <a16:creationId xmlns:a16="http://schemas.microsoft.com/office/drawing/2014/main" id="{68D2BF91-1464-3245-96BF-BED7127F838D}"/>
              </a:ext>
            </a:extLst>
          </p:cNvPr>
          <p:cNvSpPr txBox="1">
            <a:spLocks noChangeArrowheads="1"/>
          </p:cNvSpPr>
          <p:nvPr/>
        </p:nvSpPr>
        <p:spPr bwMode="auto">
          <a:xfrm>
            <a:off x="999983" y="1400070"/>
            <a:ext cx="5867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Courier New" panose="02070309020205020404" pitchFamily="49" charset="0"/>
                <a:cs typeface="Courier New" panose="02070309020205020404" pitchFamily="49" charset="0"/>
              </a:rPr>
              <a:t>sum</a:t>
            </a:r>
            <a:r>
              <a:rPr lang="en-US" altLang="en-US" i="1">
                <a:latin typeface="Courier New" panose="02070309020205020404" pitchFamily="49" charset="0"/>
                <a:cs typeface="Courier New" panose="02070309020205020404" pitchFamily="49" charset="0"/>
              </a:rPr>
              <a:t>(in a, in b, out c)</a:t>
            </a:r>
          </a:p>
          <a:p>
            <a:r>
              <a:rPr lang="en-US" altLang="en-US" i="1">
                <a:latin typeface="Courier New" panose="02070309020205020404" pitchFamily="49" charset="0"/>
                <a:cs typeface="Courier New" panose="02070309020205020404" pitchFamily="49" charset="0"/>
              </a:rPr>
              <a:t>{</a:t>
            </a:r>
          </a:p>
          <a:p>
            <a:r>
              <a:rPr lang="en-US" altLang="en-US" i="1">
                <a:latin typeface="Courier New" panose="02070309020205020404" pitchFamily="49" charset="0"/>
                <a:cs typeface="Courier New" panose="02070309020205020404" pitchFamily="49" charset="0"/>
              </a:rPr>
              <a:t>   c = a + b;</a:t>
            </a:r>
          </a:p>
          <a:p>
            <a:r>
              <a:rPr lang="en-US" altLang="en-US" i="1">
                <a:latin typeface="Courier New" panose="02070309020205020404" pitchFamily="49" charset="0"/>
                <a:cs typeface="Courier New" panose="02070309020205020404" pitchFamily="49" charset="0"/>
              </a:rPr>
              <a:t>}</a:t>
            </a:r>
          </a:p>
        </p:txBody>
      </p:sp>
      <p:sp>
        <p:nvSpPr>
          <p:cNvPr id="33798" name="TextBox 5">
            <a:extLst>
              <a:ext uri="{FF2B5EF4-FFF2-40B4-BE49-F238E27FC236}">
                <a16:creationId xmlns:a16="http://schemas.microsoft.com/office/drawing/2014/main" id="{6311A5A5-9150-7949-A0F1-F459AEC09709}"/>
              </a:ext>
            </a:extLst>
          </p:cNvPr>
          <p:cNvSpPr txBox="1">
            <a:spLocks noChangeArrowheads="1"/>
          </p:cNvSpPr>
          <p:nvPr/>
        </p:nvSpPr>
        <p:spPr bwMode="auto">
          <a:xfrm>
            <a:off x="999983" y="2690812"/>
            <a:ext cx="586740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Courier New" panose="02070309020205020404" pitchFamily="49" charset="0"/>
                <a:cs typeface="Courier New" panose="02070309020205020404" pitchFamily="49" charset="0"/>
              </a:rPr>
              <a:t>min</a:t>
            </a:r>
            <a:r>
              <a:rPr lang="en-US" altLang="en-US" i="1">
                <a:latin typeface="Courier New" panose="02070309020205020404" pitchFamily="49" charset="0"/>
                <a:cs typeface="Courier New" panose="02070309020205020404" pitchFamily="49" charset="0"/>
              </a:rPr>
              <a:t>(in a array[1..N], out m)</a:t>
            </a:r>
          </a:p>
          <a:p>
            <a:r>
              <a:rPr lang="en-US" altLang="en-US" i="1">
                <a:latin typeface="Courier New" panose="02070309020205020404" pitchFamily="49" charset="0"/>
                <a:cs typeface="Courier New" panose="02070309020205020404" pitchFamily="49" charset="0"/>
              </a:rPr>
              <a:t>{  m = 1;</a:t>
            </a:r>
          </a:p>
          <a:p>
            <a:r>
              <a:rPr lang="en-US" altLang="en-US" i="1">
                <a:latin typeface="Courier New" panose="02070309020205020404" pitchFamily="49" charset="0"/>
                <a:cs typeface="Courier New" panose="02070309020205020404" pitchFamily="49" charset="0"/>
              </a:rPr>
              <a:t>   for i=2 to N </a:t>
            </a:r>
          </a:p>
          <a:p>
            <a:r>
              <a:rPr lang="en-US" altLang="en-US" i="1">
                <a:latin typeface="Courier New" panose="02070309020205020404" pitchFamily="49" charset="0"/>
                <a:cs typeface="Courier New" panose="02070309020205020404" pitchFamily="49" charset="0"/>
              </a:rPr>
              <a:t>      if (a[i]&lt;a[m]) m = i;</a:t>
            </a:r>
          </a:p>
          <a:p>
            <a:r>
              <a:rPr lang="en-US" altLang="en-US" i="1">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6580953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Slide Number Placeholder 3">
            <a:extLst>
              <a:ext uri="{FF2B5EF4-FFF2-40B4-BE49-F238E27FC236}">
                <a16:creationId xmlns:a16="http://schemas.microsoft.com/office/drawing/2014/main" id="{4AECD854-64FA-2342-8037-01E6CF18CF6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D28F809-0A21-5B4C-8A89-8732E570A1F8}" type="slidenum">
              <a:rPr lang="en-US" altLang="en-US" smtClean="0">
                <a:latin typeface="Garamond" panose="02020404030301010803" pitchFamily="18" charset="0"/>
              </a:rPr>
              <a:pPr/>
              <a:t>49</a:t>
            </a:fld>
            <a:endParaRPr lang="en-US" altLang="en-US">
              <a:latin typeface="Garamond" panose="02020404030301010803" pitchFamily="18" charset="0"/>
            </a:endParaRPr>
          </a:p>
        </p:txBody>
      </p:sp>
      <p:sp>
        <p:nvSpPr>
          <p:cNvPr id="34818" name="Title 1">
            <a:extLst>
              <a:ext uri="{FF2B5EF4-FFF2-40B4-BE49-F238E27FC236}">
                <a16:creationId xmlns:a16="http://schemas.microsoft.com/office/drawing/2014/main" id="{8479206C-D11E-9444-9CAA-BE5137C192D1}"/>
              </a:ext>
            </a:extLst>
          </p:cNvPr>
          <p:cNvSpPr>
            <a:spLocks noGrp="1" noChangeArrowheads="1"/>
          </p:cNvSpPr>
          <p:nvPr>
            <p:ph type="title"/>
          </p:nvPr>
        </p:nvSpPr>
        <p:spPr/>
        <p:txBody>
          <a:bodyPr/>
          <a:lstStyle/>
          <a:p>
            <a:r>
              <a:rPr lang="en-US" altLang="en-US"/>
              <a:t>Ngôn ngữ tựa lập trình</a:t>
            </a:r>
          </a:p>
        </p:txBody>
      </p:sp>
      <p:sp>
        <p:nvSpPr>
          <p:cNvPr id="34819" name="Content Placeholder 2">
            <a:extLst>
              <a:ext uri="{FF2B5EF4-FFF2-40B4-BE49-F238E27FC236}">
                <a16:creationId xmlns:a16="http://schemas.microsoft.com/office/drawing/2014/main" id="{70EFCCD2-9C59-404E-8971-A1C243106367}"/>
              </a:ext>
            </a:extLst>
          </p:cNvPr>
          <p:cNvSpPr>
            <a:spLocks noGrp="1" noChangeArrowheads="1"/>
          </p:cNvSpPr>
          <p:nvPr>
            <p:ph sz="quarter" idx="13"/>
          </p:nvPr>
        </p:nvSpPr>
        <p:spPr/>
        <p:txBody>
          <a:bodyPr/>
          <a:lstStyle/>
          <a:p>
            <a:r>
              <a:rPr lang="en-US" altLang="en-US"/>
              <a:t>Một số lệnh c</a:t>
            </a:r>
            <a:r>
              <a:rPr lang="vi-VN" altLang="en-US"/>
              <a:t>ơ</a:t>
            </a:r>
            <a:r>
              <a:rPr lang="en-US" altLang="en-US"/>
              <a:t> bản và lệnh có cấu trúc (cấu trúc điều khiển)</a:t>
            </a:r>
          </a:p>
          <a:p>
            <a:pPr lvl="1"/>
            <a:r>
              <a:rPr lang="en-US" altLang="en-US" i="1"/>
              <a:t>‘=’</a:t>
            </a:r>
            <a:r>
              <a:rPr lang="en-US" altLang="en-US"/>
              <a:t> : gán</a:t>
            </a:r>
          </a:p>
          <a:p>
            <a:pPr lvl="1"/>
            <a:r>
              <a:rPr lang="en-US" altLang="en-US" i="1"/>
              <a:t>if, if..else</a:t>
            </a:r>
            <a:r>
              <a:rPr lang="en-US" altLang="en-US"/>
              <a:t>: lệnh rẽ nhánh</a:t>
            </a:r>
          </a:p>
          <a:p>
            <a:pPr lvl="1"/>
            <a:r>
              <a:rPr lang="en-US" altLang="en-US" i="1"/>
              <a:t>for, while, repeat..until</a:t>
            </a:r>
            <a:r>
              <a:rPr lang="en-US" altLang="en-US"/>
              <a:t>: lệnh lặp</a:t>
            </a:r>
          </a:p>
          <a:p>
            <a:pPr lvl="1"/>
            <a:r>
              <a:rPr lang="en-US" altLang="en-US" i="1"/>
              <a:t>new p</a:t>
            </a:r>
            <a:r>
              <a:rPr lang="en-US" altLang="en-US"/>
              <a:t>: cấp phát vùng nhớ cho con trỏ p</a:t>
            </a:r>
          </a:p>
          <a:p>
            <a:pPr lvl="1"/>
            <a:r>
              <a:rPr lang="en-US" altLang="en-US" i="1"/>
              <a:t>delete p</a:t>
            </a:r>
            <a:r>
              <a:rPr lang="en-US" altLang="en-US"/>
              <a:t>: giải phóng vùng nhớ đ</a:t>
            </a:r>
            <a:r>
              <a:rPr lang="vi-VN" altLang="en-US"/>
              <a:t>ư</a:t>
            </a:r>
            <a:r>
              <a:rPr lang="en-US" altLang="en-US"/>
              <a:t>ợc trỏ bởi p </a:t>
            </a:r>
          </a:p>
        </p:txBody>
      </p:sp>
    </p:spTree>
    <p:extLst>
      <p:ext uri="{BB962C8B-B14F-4D97-AF65-F5344CB8AC3E}">
        <p14:creationId xmlns:p14="http://schemas.microsoft.com/office/powerpoint/2010/main" val="39035978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dirty="0"/>
          </a:p>
        </p:txBody>
      </p:sp>
      <p:sp>
        <p:nvSpPr>
          <p:cNvPr id="5" name="Footer Placeholder 4"/>
          <p:cNvSpPr>
            <a:spLocks noGrp="1"/>
          </p:cNvSpPr>
          <p:nvPr>
            <p:ph type="ftr" sz="quarter" idx="11"/>
          </p:nvPr>
        </p:nvSpPr>
        <p:spPr/>
        <p:txBody>
          <a:bodyPr/>
          <a:lstStyle/>
          <a:p>
            <a:r>
              <a:rPr lang="is-IS" dirty="0"/>
              <a:t>Cấu trúc dữ liệu và giải thuật</a:t>
            </a:r>
            <a:endParaRPr lang="en-US" dirty="0"/>
          </a:p>
        </p:txBody>
      </p:sp>
      <p:sp>
        <p:nvSpPr>
          <p:cNvPr id="6" name="Slide Number Placeholder 5"/>
          <p:cNvSpPr>
            <a:spLocks noGrp="1"/>
          </p:cNvSpPr>
          <p:nvPr>
            <p:ph type="sldNum" sz="quarter" idx="12"/>
          </p:nvPr>
        </p:nvSpPr>
        <p:spPr/>
        <p:txBody>
          <a:bodyPr/>
          <a:lstStyle/>
          <a:p>
            <a:fld id="{BA7BC09B-FE30-A349-B1D2-5A364F511F98}" type="slidenum">
              <a:rPr lang="en-US" smtClean="0"/>
              <a:t>50</a:t>
            </a:fld>
            <a:endParaRPr lang="en-US" dirty="0"/>
          </a:p>
        </p:txBody>
      </p:sp>
      <p:sp>
        <p:nvSpPr>
          <p:cNvPr id="2" name="Title 1"/>
          <p:cNvSpPr>
            <a:spLocks noGrp="1"/>
          </p:cNvSpPr>
          <p:nvPr>
            <p:ph type="title"/>
          </p:nvPr>
        </p:nvSpPr>
        <p:spPr/>
        <p:txBody>
          <a:bodyPr/>
          <a:lstStyle/>
          <a:p>
            <a:r>
              <a:rPr lang="en-US" dirty="0" err="1"/>
              <a:t>Các</a:t>
            </a:r>
            <a:r>
              <a:rPr lang="en-US" dirty="0"/>
              <a:t> </a:t>
            </a:r>
            <a:r>
              <a:rPr lang="en-US" dirty="0" err="1"/>
              <a:t>câu</a:t>
            </a:r>
            <a:r>
              <a:rPr lang="en-US" dirty="0"/>
              <a:t> </a:t>
            </a:r>
            <a:r>
              <a:rPr lang="en-US" dirty="0" err="1"/>
              <a:t>lệnh</a:t>
            </a:r>
            <a:r>
              <a:rPr lang="en-US" dirty="0"/>
              <a:t> </a:t>
            </a:r>
          </a:p>
        </p:txBody>
      </p:sp>
      <p:sp>
        <p:nvSpPr>
          <p:cNvPr id="3" name="Content Placeholder 2"/>
          <p:cNvSpPr>
            <a:spLocks noGrp="1"/>
          </p:cNvSpPr>
          <p:nvPr>
            <p:ph sz="quarter" idx="13"/>
          </p:nvPr>
        </p:nvSpPr>
        <p:spPr/>
        <p:txBody>
          <a:bodyPr>
            <a:normAutofit fontScale="92500"/>
          </a:bodyPr>
          <a:lstStyle/>
          <a:p>
            <a:r>
              <a:rPr lang="en-US" dirty="0" err="1"/>
              <a:t>Câu</a:t>
            </a:r>
            <a:r>
              <a:rPr lang="en-US" dirty="0"/>
              <a:t> </a:t>
            </a:r>
            <a:r>
              <a:rPr lang="en-US" dirty="0" err="1"/>
              <a:t>lệnh</a:t>
            </a:r>
            <a:r>
              <a:rPr lang="en-US" dirty="0"/>
              <a:t> </a:t>
            </a:r>
            <a:r>
              <a:rPr lang="en-US" dirty="0" err="1"/>
              <a:t>điều</a:t>
            </a:r>
            <a:r>
              <a:rPr lang="en-US" dirty="0"/>
              <a:t> </a:t>
            </a:r>
            <a:r>
              <a:rPr lang="en-US" dirty="0" err="1"/>
              <a:t>kiện</a:t>
            </a:r>
            <a:endParaRPr lang="en-US" dirty="0"/>
          </a:p>
          <a:p>
            <a:endParaRPr lang="en-US" dirty="0"/>
          </a:p>
          <a:p>
            <a:pPr marL="0" indent="0">
              <a:buNone/>
            </a:pPr>
            <a:endParaRPr lang="en-US" dirty="0"/>
          </a:p>
          <a:p>
            <a:r>
              <a:rPr lang="en-US" dirty="0" err="1"/>
              <a:t>Câu</a:t>
            </a:r>
            <a:r>
              <a:rPr lang="en-US" dirty="0"/>
              <a:t> </a:t>
            </a:r>
            <a:r>
              <a:rPr lang="en-US" dirty="0" err="1"/>
              <a:t>lệnh</a:t>
            </a:r>
            <a:r>
              <a:rPr lang="en-US" dirty="0"/>
              <a:t> </a:t>
            </a:r>
            <a:r>
              <a:rPr lang="en-US" dirty="0" err="1"/>
              <a:t>lặp</a:t>
            </a:r>
            <a:endParaRPr lang="en-US" dirty="0"/>
          </a:p>
          <a:p>
            <a:endParaRPr lang="en-US" dirty="0"/>
          </a:p>
          <a:p>
            <a:pPr marL="0" indent="0">
              <a:buNone/>
            </a:pPr>
            <a:endParaRPr lang="en-US" dirty="0"/>
          </a:p>
          <a:p>
            <a:r>
              <a:rPr lang="en-US" dirty="0" err="1"/>
              <a:t>Câu</a:t>
            </a:r>
            <a:r>
              <a:rPr lang="en-US" dirty="0"/>
              <a:t> </a:t>
            </a:r>
            <a:r>
              <a:rPr lang="en-US" dirty="0" err="1"/>
              <a:t>lệnh</a:t>
            </a:r>
            <a:r>
              <a:rPr lang="en-US" dirty="0"/>
              <a:t> </a:t>
            </a:r>
            <a:r>
              <a:rPr lang="en-US" dirty="0" err="1"/>
              <a:t>vào</a:t>
            </a:r>
            <a:r>
              <a:rPr lang="en-US" dirty="0"/>
              <a:t> /</a:t>
            </a:r>
            <a:r>
              <a:rPr lang="en-US" dirty="0" err="1"/>
              <a:t>ra</a:t>
            </a:r>
            <a:r>
              <a:rPr lang="en-US" dirty="0"/>
              <a:t> : input/output </a:t>
            </a:r>
          </a:p>
          <a:p>
            <a:r>
              <a:rPr lang="en-US" dirty="0" err="1"/>
              <a:t>Câu</a:t>
            </a:r>
            <a:r>
              <a:rPr lang="en-US" dirty="0"/>
              <a:t> </a:t>
            </a:r>
            <a:r>
              <a:rPr lang="en-US" dirty="0" err="1"/>
              <a:t>lệnh</a:t>
            </a:r>
            <a:r>
              <a:rPr lang="en-US" dirty="0"/>
              <a:t> </a:t>
            </a:r>
            <a:r>
              <a:rPr lang="en-US" dirty="0" err="1"/>
              <a:t>bắt</a:t>
            </a:r>
            <a:r>
              <a:rPr lang="en-US" dirty="0"/>
              <a:t> </a:t>
            </a:r>
            <a:r>
              <a:rPr lang="en-US" dirty="0" err="1"/>
              <a:t>đầu</a:t>
            </a:r>
            <a:r>
              <a:rPr lang="en-US" dirty="0"/>
              <a:t>/</a:t>
            </a:r>
            <a:r>
              <a:rPr lang="en-US" dirty="0" err="1"/>
              <a:t>kết</a:t>
            </a:r>
            <a:r>
              <a:rPr lang="en-US" dirty="0"/>
              <a:t> </a:t>
            </a:r>
            <a:r>
              <a:rPr lang="en-US" dirty="0" err="1"/>
              <a:t>thúc</a:t>
            </a:r>
            <a:r>
              <a:rPr lang="en-US" dirty="0"/>
              <a:t> </a:t>
            </a:r>
            <a:r>
              <a:rPr lang="en-US" dirty="0" err="1"/>
              <a:t>chương</a:t>
            </a:r>
            <a:r>
              <a:rPr lang="en-US" dirty="0"/>
              <a:t> </a:t>
            </a:r>
            <a:r>
              <a:rPr lang="en-US" dirty="0" err="1"/>
              <a:t>trình</a:t>
            </a:r>
            <a:r>
              <a:rPr lang="en-US" dirty="0"/>
              <a:t> : {}, begin/end</a:t>
            </a:r>
          </a:p>
          <a:p>
            <a:r>
              <a:rPr lang="en-US" dirty="0" err="1"/>
              <a:t>Câu</a:t>
            </a:r>
            <a:r>
              <a:rPr lang="en-US" dirty="0"/>
              <a:t> </a:t>
            </a:r>
            <a:r>
              <a:rPr lang="en-US" dirty="0" err="1"/>
              <a:t>lệnh</a:t>
            </a:r>
            <a:r>
              <a:rPr lang="en-US" dirty="0"/>
              <a:t> </a:t>
            </a:r>
            <a:r>
              <a:rPr lang="en-US" dirty="0" err="1"/>
              <a:t>trả</a:t>
            </a:r>
            <a:r>
              <a:rPr lang="en-US" dirty="0"/>
              <a:t> </a:t>
            </a:r>
            <a:r>
              <a:rPr lang="en-US" dirty="0" err="1"/>
              <a:t>về</a:t>
            </a:r>
            <a:r>
              <a:rPr lang="en-US" dirty="0"/>
              <a:t> </a:t>
            </a:r>
            <a:r>
              <a:rPr lang="en-US" dirty="0" err="1"/>
              <a:t>giá</a:t>
            </a:r>
            <a:r>
              <a:rPr lang="en-US" dirty="0"/>
              <a:t> </a:t>
            </a:r>
            <a:r>
              <a:rPr lang="en-US" dirty="0" err="1"/>
              <a:t>trị</a:t>
            </a:r>
            <a:r>
              <a:rPr lang="en-US" dirty="0"/>
              <a:t>: return X </a:t>
            </a:r>
          </a:p>
          <a:p>
            <a:r>
              <a:rPr lang="en-US" dirty="0" err="1"/>
              <a:t>Lời</a:t>
            </a:r>
            <a:r>
              <a:rPr lang="en-US" dirty="0"/>
              <a:t> </a:t>
            </a:r>
            <a:r>
              <a:rPr lang="en-US" dirty="0" err="1"/>
              <a:t>gọi</a:t>
            </a:r>
            <a:r>
              <a:rPr lang="en-US" dirty="0"/>
              <a:t> </a:t>
            </a:r>
            <a:r>
              <a:rPr lang="en-US" dirty="0" err="1"/>
              <a:t>chương</a:t>
            </a:r>
            <a:r>
              <a:rPr lang="en-US" dirty="0"/>
              <a:t> </a:t>
            </a:r>
            <a:r>
              <a:rPr lang="en-US" dirty="0" err="1"/>
              <a:t>trình</a:t>
            </a:r>
            <a:r>
              <a:rPr lang="en-US" dirty="0"/>
              <a:t> con </a:t>
            </a:r>
          </a:p>
          <a:p>
            <a:pPr lvl="1"/>
            <a:r>
              <a:rPr lang="en-US" dirty="0"/>
              <a:t>Call &lt;</a:t>
            </a:r>
            <a:r>
              <a:rPr lang="en-US" dirty="0" err="1"/>
              <a:t>Tên_hàm</a:t>
            </a:r>
            <a:r>
              <a:rPr lang="en-US" dirty="0"/>
              <a:t>&gt;</a:t>
            </a:r>
          </a:p>
          <a:p>
            <a:endParaRPr lang="en-US" dirty="0"/>
          </a:p>
        </p:txBody>
      </p:sp>
      <p:grpSp>
        <p:nvGrpSpPr>
          <p:cNvPr id="8" name="Group 1"/>
          <p:cNvGrpSpPr>
            <a:grpSpLocks/>
          </p:cNvGrpSpPr>
          <p:nvPr/>
        </p:nvGrpSpPr>
        <p:grpSpPr bwMode="auto">
          <a:xfrm>
            <a:off x="741489" y="2705041"/>
            <a:ext cx="3465512" cy="800101"/>
            <a:chOff x="7232" y="-142"/>
            <a:chExt cx="5459" cy="891"/>
          </a:xfrm>
        </p:grpSpPr>
        <p:sp>
          <p:nvSpPr>
            <p:cNvPr id="9" name="Rectangle 2"/>
            <p:cNvSpPr>
              <a:spLocks noChangeArrowheads="1"/>
            </p:cNvSpPr>
            <p:nvPr/>
          </p:nvSpPr>
          <p:spPr bwMode="auto">
            <a:xfrm>
              <a:off x="7239" y="-72"/>
              <a:ext cx="5444" cy="8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 Box 3"/>
            <p:cNvSpPr txBox="1">
              <a:spLocks noChangeArrowheads="1"/>
            </p:cNvSpPr>
            <p:nvPr/>
          </p:nvSpPr>
          <p:spPr bwMode="auto">
            <a:xfrm>
              <a:off x="7232" y="-142"/>
              <a:ext cx="5459" cy="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fontAlgn="base">
                <a:spcBef>
                  <a:spcPct val="0"/>
                </a:spcBef>
                <a:spcAft>
                  <a:spcPct val="0"/>
                </a:spcAft>
                <a:defRPr sz="2400">
                  <a:solidFill>
                    <a:schemeClr val="tx1"/>
                  </a:solidFill>
                  <a:latin typeface="Arial" charset="0"/>
                  <a:ea typeface="ＭＳ Ｐゴシック" charset="0"/>
                </a:defRPr>
              </a:lvl1pPr>
              <a:lvl2pPr fontAlgn="base">
                <a:spcBef>
                  <a:spcPct val="0"/>
                </a:spcBef>
                <a:spcAft>
                  <a:spcPct val="0"/>
                </a:spcAft>
                <a:defRPr sz="2400">
                  <a:solidFill>
                    <a:schemeClr val="tx1"/>
                  </a:solidFill>
                  <a:latin typeface="Arial" charset="0"/>
                  <a:ea typeface="ＭＳ Ｐゴシック" charset="0"/>
                </a:defRPr>
              </a:lvl2pPr>
              <a:lvl3pPr fontAlgn="base">
                <a:spcBef>
                  <a:spcPct val="0"/>
                </a:spcBef>
                <a:spcAft>
                  <a:spcPct val="0"/>
                </a:spcAft>
                <a:defRPr sz="2400">
                  <a:solidFill>
                    <a:schemeClr val="tx1"/>
                  </a:solidFill>
                  <a:latin typeface="Arial" charset="0"/>
                  <a:ea typeface="ＭＳ Ｐゴシック" charset="0"/>
                </a:defRPr>
              </a:lvl3pPr>
              <a:lvl4pPr fontAlgn="base">
                <a:spcBef>
                  <a:spcPct val="0"/>
                </a:spcBef>
                <a:spcAft>
                  <a:spcPct val="0"/>
                </a:spcAft>
                <a:defRPr sz="2400">
                  <a:solidFill>
                    <a:schemeClr val="tx1"/>
                  </a:solidFill>
                  <a:latin typeface="Arial" charset="0"/>
                  <a:ea typeface="ＭＳ Ｐゴシック" charset="0"/>
                </a:defRPr>
              </a:lvl4pPr>
              <a:lvl5pPr fontAlgn="base">
                <a:spcBef>
                  <a:spcPct val="0"/>
                </a:spcBef>
                <a:spcAft>
                  <a:spcPct val="0"/>
                </a:spcAft>
                <a:defRPr sz="2400">
                  <a:solidFill>
                    <a:schemeClr val="tx1"/>
                  </a:solidFill>
                  <a:latin typeface="Arial" charset="0"/>
                  <a:ea typeface="ＭＳ Ｐゴシック" charset="0"/>
                </a:defRPr>
              </a:lvl5pPr>
              <a:lvl6pPr fontAlgn="base">
                <a:spcBef>
                  <a:spcPct val="0"/>
                </a:spcBef>
                <a:spcAft>
                  <a:spcPct val="0"/>
                </a:spcAft>
                <a:defRPr sz="2400">
                  <a:solidFill>
                    <a:schemeClr val="tx1"/>
                  </a:solidFill>
                  <a:latin typeface="Arial" charset="0"/>
                  <a:ea typeface="ＭＳ Ｐゴシック" charset="0"/>
                </a:defRPr>
              </a:lvl6pPr>
              <a:lvl7pPr fontAlgn="base">
                <a:spcBef>
                  <a:spcPct val="0"/>
                </a:spcBef>
                <a:spcAft>
                  <a:spcPct val="0"/>
                </a:spcAft>
                <a:defRPr sz="2400">
                  <a:solidFill>
                    <a:schemeClr val="tx1"/>
                  </a:solidFill>
                  <a:latin typeface="Arial" charset="0"/>
                  <a:ea typeface="ＭＳ Ｐゴシック" charset="0"/>
                </a:defRPr>
              </a:lvl7pPr>
              <a:lvl8pPr fontAlgn="base">
                <a:spcBef>
                  <a:spcPct val="0"/>
                </a:spcBef>
                <a:spcAft>
                  <a:spcPct val="0"/>
                </a:spcAft>
                <a:defRPr sz="2400">
                  <a:solidFill>
                    <a:schemeClr val="tx1"/>
                  </a:solidFill>
                  <a:latin typeface="Arial" charset="0"/>
                  <a:ea typeface="ＭＳ Ｐゴシック" charset="0"/>
                </a:defRPr>
              </a:lvl8pPr>
              <a:lvl9pPr fontAlgn="base">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6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mbria" charset="0"/>
                  <a:ea typeface="ÇlÇr ñæí©" charset="0"/>
                </a:rPr>
                <a:t>While (condition)</a:t>
              </a:r>
            </a:p>
            <a:p>
              <a:pPr marL="0" marR="0" lvl="0" indent="0" algn="l" defTabSz="914400" rtl="0" eaLnBrk="1" fontAlgn="base" latinLnBrk="0" hangingPunct="1">
                <a:lnSpc>
                  <a:spcPct val="100000"/>
                </a:lnSpc>
                <a:spcBef>
                  <a:spcPts val="100"/>
                </a:spcBef>
                <a:spcAft>
                  <a:spcPct val="0"/>
                </a:spcAft>
                <a:buClrTx/>
                <a:buSzTx/>
                <a:buFontTx/>
                <a:buNone/>
                <a:tabLst/>
              </a:pPr>
              <a:r>
                <a:rPr kumimoji="0" lang="en-US" sz="1800" b="0" i="0" u="none" strike="noStrike" cap="none" normalizeH="0" baseline="0" dirty="0">
                  <a:ln>
                    <a:noFill/>
                  </a:ln>
                  <a:solidFill>
                    <a:schemeClr val="tx1"/>
                  </a:solidFill>
                  <a:effectLst/>
                  <a:latin typeface="Cambria" charset="0"/>
                  <a:ea typeface="ÇlÇr ñæí©" charset="0"/>
                </a:rPr>
                <a:t>action</a:t>
              </a:r>
              <a:endParaRPr kumimoji="0" lang="en-US" sz="2400" b="0" i="0" u="none" strike="noStrike" cap="none" normalizeH="0" baseline="0" dirty="0">
                <a:ln>
                  <a:noFill/>
                </a:ln>
                <a:solidFill>
                  <a:schemeClr val="tx1"/>
                </a:solidFill>
                <a:effectLst/>
                <a:latin typeface="Arial" charset="0"/>
                <a:ea typeface="ＭＳ Ｐゴシック" charset="0"/>
              </a:endParaRPr>
            </a:p>
          </p:txBody>
        </p:sp>
      </p:grpSp>
      <p:sp>
        <p:nvSpPr>
          <p:cNvPr id="11" name="Text Box 4"/>
          <p:cNvSpPr txBox="1">
            <a:spLocks noChangeArrowheads="1"/>
          </p:cNvSpPr>
          <p:nvPr/>
        </p:nvSpPr>
        <p:spPr bwMode="auto">
          <a:xfrm>
            <a:off x="767238" y="1386592"/>
            <a:ext cx="2261712" cy="59579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bodyPr>
          <a:lstStyle>
            <a:lvl1pPr fontAlgn="base">
              <a:spcBef>
                <a:spcPct val="0"/>
              </a:spcBef>
              <a:spcAft>
                <a:spcPct val="0"/>
              </a:spcAft>
              <a:defRPr sz="2400">
                <a:solidFill>
                  <a:schemeClr val="tx1"/>
                </a:solidFill>
                <a:latin typeface="Arial" charset="0"/>
                <a:ea typeface="ＭＳ Ｐゴシック" charset="0"/>
              </a:defRPr>
            </a:lvl1pPr>
            <a:lvl2pPr fontAlgn="base">
              <a:spcBef>
                <a:spcPct val="0"/>
              </a:spcBef>
              <a:spcAft>
                <a:spcPct val="0"/>
              </a:spcAft>
              <a:defRPr sz="2400">
                <a:solidFill>
                  <a:schemeClr val="tx1"/>
                </a:solidFill>
                <a:latin typeface="Arial" charset="0"/>
                <a:ea typeface="ＭＳ Ｐゴシック" charset="0"/>
              </a:defRPr>
            </a:lvl2pPr>
            <a:lvl3pPr fontAlgn="base">
              <a:spcBef>
                <a:spcPct val="0"/>
              </a:spcBef>
              <a:spcAft>
                <a:spcPct val="0"/>
              </a:spcAft>
              <a:defRPr sz="2400">
                <a:solidFill>
                  <a:schemeClr val="tx1"/>
                </a:solidFill>
                <a:latin typeface="Arial" charset="0"/>
                <a:ea typeface="ＭＳ Ｐゴシック" charset="0"/>
              </a:defRPr>
            </a:lvl3pPr>
            <a:lvl4pPr fontAlgn="base">
              <a:spcBef>
                <a:spcPct val="0"/>
              </a:spcBef>
              <a:spcAft>
                <a:spcPct val="0"/>
              </a:spcAft>
              <a:defRPr sz="2400">
                <a:solidFill>
                  <a:schemeClr val="tx1"/>
                </a:solidFill>
                <a:latin typeface="Arial" charset="0"/>
                <a:ea typeface="ＭＳ Ｐゴシック" charset="0"/>
              </a:defRPr>
            </a:lvl4pPr>
            <a:lvl5pPr fontAlgn="base">
              <a:spcBef>
                <a:spcPct val="0"/>
              </a:spcBef>
              <a:spcAft>
                <a:spcPct val="0"/>
              </a:spcAft>
              <a:defRPr sz="2400">
                <a:solidFill>
                  <a:schemeClr val="tx1"/>
                </a:solidFill>
                <a:latin typeface="Arial" charset="0"/>
                <a:ea typeface="ＭＳ Ｐゴシック" charset="0"/>
              </a:defRPr>
            </a:lvl5pPr>
            <a:lvl6pPr fontAlgn="base">
              <a:spcBef>
                <a:spcPct val="0"/>
              </a:spcBef>
              <a:spcAft>
                <a:spcPct val="0"/>
              </a:spcAft>
              <a:defRPr sz="2400">
                <a:solidFill>
                  <a:schemeClr val="tx1"/>
                </a:solidFill>
                <a:latin typeface="Arial" charset="0"/>
                <a:ea typeface="ＭＳ Ｐゴシック" charset="0"/>
              </a:defRPr>
            </a:lvl6pPr>
            <a:lvl7pPr fontAlgn="base">
              <a:spcBef>
                <a:spcPct val="0"/>
              </a:spcBef>
              <a:spcAft>
                <a:spcPct val="0"/>
              </a:spcAft>
              <a:defRPr sz="2400">
                <a:solidFill>
                  <a:schemeClr val="tx1"/>
                </a:solidFill>
                <a:latin typeface="Arial" charset="0"/>
                <a:ea typeface="ＭＳ Ｐゴシック" charset="0"/>
              </a:defRPr>
            </a:lvl7pPr>
            <a:lvl8pPr fontAlgn="base">
              <a:spcBef>
                <a:spcPct val="0"/>
              </a:spcBef>
              <a:spcAft>
                <a:spcPct val="0"/>
              </a:spcAft>
              <a:defRPr sz="2400">
                <a:solidFill>
                  <a:schemeClr val="tx1"/>
                </a:solidFill>
                <a:latin typeface="Arial" charset="0"/>
                <a:ea typeface="ＭＳ Ｐゴシック" charset="0"/>
              </a:defRPr>
            </a:lvl8pPr>
            <a:lvl9pPr fontAlgn="base">
              <a:spcBef>
                <a:spcPct val="0"/>
              </a:spcBef>
              <a:spcAft>
                <a:spcPct val="0"/>
              </a:spcAft>
              <a:defRPr sz="2400">
                <a:solidFill>
                  <a:schemeClr val="tx1"/>
                </a:solidFill>
                <a:latin typeface="Arial" charset="0"/>
                <a:ea typeface="ＭＳ Ｐゴシック" charset="0"/>
              </a:defRPr>
            </a:lvl9pPr>
          </a:lstStyle>
          <a:p>
            <a:pPr marL="0" marR="947738" lvl="0" indent="0" algn="l" defTabSz="914400" rtl="0" eaLnBrk="1" fontAlgn="base" latinLnBrk="0" hangingPunct="1">
              <a:lnSpc>
                <a:spcPct val="100000"/>
              </a:lnSpc>
              <a:spcBef>
                <a:spcPts val="1725"/>
              </a:spcBef>
              <a:spcAft>
                <a:spcPct val="0"/>
              </a:spcAft>
              <a:buClrTx/>
              <a:buSzTx/>
              <a:buFontTx/>
              <a:buNone/>
              <a:tabLst/>
            </a:pPr>
            <a:r>
              <a:rPr kumimoji="0" lang="en-US" sz="1800" b="0" i="0" u="none" strike="noStrike" cap="none" normalizeH="0" baseline="0" dirty="0">
                <a:ln>
                  <a:noFill/>
                </a:ln>
                <a:solidFill>
                  <a:schemeClr val="tx1"/>
                </a:solidFill>
                <a:effectLst/>
                <a:latin typeface="Cambria" charset="0"/>
                <a:ea typeface="ÇlÇr ñæí©" charset="0"/>
              </a:rPr>
              <a:t>if (condition) action</a:t>
            </a:r>
            <a:endParaRPr kumimoji="0" lang="en-US" sz="2400" b="0" i="0" u="none" strike="noStrike" cap="none" normalizeH="0" baseline="0" dirty="0">
              <a:ln>
                <a:noFill/>
              </a:ln>
              <a:solidFill>
                <a:schemeClr val="tx1"/>
              </a:solidFill>
              <a:effectLst/>
              <a:latin typeface="Arial" charset="0"/>
              <a:ea typeface="ＭＳ Ｐゴシック" charset="0"/>
            </a:endParaRPr>
          </a:p>
        </p:txBody>
      </p:sp>
      <p:sp>
        <p:nvSpPr>
          <p:cNvPr id="12" name="Text Box 5"/>
          <p:cNvSpPr txBox="1">
            <a:spLocks noChangeArrowheads="1"/>
          </p:cNvSpPr>
          <p:nvPr/>
        </p:nvSpPr>
        <p:spPr bwMode="auto">
          <a:xfrm>
            <a:off x="4082681" y="1313058"/>
            <a:ext cx="2261711" cy="80010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bodyPr>
          <a:lstStyle>
            <a:lvl1pPr fontAlgn="base">
              <a:spcBef>
                <a:spcPct val="0"/>
              </a:spcBef>
              <a:spcAft>
                <a:spcPct val="0"/>
              </a:spcAft>
              <a:defRPr sz="2400">
                <a:solidFill>
                  <a:schemeClr val="tx1"/>
                </a:solidFill>
                <a:latin typeface="Arial" charset="0"/>
                <a:ea typeface="ＭＳ Ｐゴシック" charset="0"/>
              </a:defRPr>
            </a:lvl1pPr>
            <a:lvl2pPr fontAlgn="base">
              <a:spcBef>
                <a:spcPct val="0"/>
              </a:spcBef>
              <a:spcAft>
                <a:spcPct val="0"/>
              </a:spcAft>
              <a:defRPr sz="2400">
                <a:solidFill>
                  <a:schemeClr val="tx1"/>
                </a:solidFill>
                <a:latin typeface="Arial" charset="0"/>
                <a:ea typeface="ＭＳ Ｐゴシック" charset="0"/>
              </a:defRPr>
            </a:lvl2pPr>
            <a:lvl3pPr fontAlgn="base">
              <a:spcBef>
                <a:spcPct val="0"/>
              </a:spcBef>
              <a:spcAft>
                <a:spcPct val="0"/>
              </a:spcAft>
              <a:defRPr sz="2400">
                <a:solidFill>
                  <a:schemeClr val="tx1"/>
                </a:solidFill>
                <a:latin typeface="Arial" charset="0"/>
                <a:ea typeface="ＭＳ Ｐゴシック" charset="0"/>
              </a:defRPr>
            </a:lvl3pPr>
            <a:lvl4pPr fontAlgn="base">
              <a:spcBef>
                <a:spcPct val="0"/>
              </a:spcBef>
              <a:spcAft>
                <a:spcPct val="0"/>
              </a:spcAft>
              <a:defRPr sz="2400">
                <a:solidFill>
                  <a:schemeClr val="tx1"/>
                </a:solidFill>
                <a:latin typeface="Arial" charset="0"/>
                <a:ea typeface="ＭＳ Ｐゴシック" charset="0"/>
              </a:defRPr>
            </a:lvl4pPr>
            <a:lvl5pPr fontAlgn="base">
              <a:spcBef>
                <a:spcPct val="0"/>
              </a:spcBef>
              <a:spcAft>
                <a:spcPct val="0"/>
              </a:spcAft>
              <a:defRPr sz="2400">
                <a:solidFill>
                  <a:schemeClr val="tx1"/>
                </a:solidFill>
                <a:latin typeface="Arial" charset="0"/>
                <a:ea typeface="ＭＳ Ｐゴシック" charset="0"/>
              </a:defRPr>
            </a:lvl5pPr>
            <a:lvl6pPr fontAlgn="base">
              <a:spcBef>
                <a:spcPct val="0"/>
              </a:spcBef>
              <a:spcAft>
                <a:spcPct val="0"/>
              </a:spcAft>
              <a:defRPr sz="2400">
                <a:solidFill>
                  <a:schemeClr val="tx1"/>
                </a:solidFill>
                <a:latin typeface="Arial" charset="0"/>
                <a:ea typeface="ＭＳ Ｐゴシック" charset="0"/>
              </a:defRPr>
            </a:lvl6pPr>
            <a:lvl7pPr fontAlgn="base">
              <a:spcBef>
                <a:spcPct val="0"/>
              </a:spcBef>
              <a:spcAft>
                <a:spcPct val="0"/>
              </a:spcAft>
              <a:defRPr sz="2400">
                <a:solidFill>
                  <a:schemeClr val="tx1"/>
                </a:solidFill>
                <a:latin typeface="Arial" charset="0"/>
                <a:ea typeface="ＭＳ Ｐゴシック" charset="0"/>
              </a:defRPr>
            </a:lvl7pPr>
            <a:lvl8pPr fontAlgn="base">
              <a:spcBef>
                <a:spcPct val="0"/>
              </a:spcBef>
              <a:spcAft>
                <a:spcPct val="0"/>
              </a:spcAft>
              <a:defRPr sz="2400">
                <a:solidFill>
                  <a:schemeClr val="tx1"/>
                </a:solidFill>
                <a:latin typeface="Arial" charset="0"/>
                <a:ea typeface="ＭＳ Ｐゴシック" charset="0"/>
              </a:defRPr>
            </a:lvl8pPr>
            <a:lvl9pPr fontAlgn="base">
              <a:spcBef>
                <a:spcPct val="0"/>
              </a:spcBef>
              <a:spcAft>
                <a:spcPct val="0"/>
              </a:spcAft>
              <a:defRPr sz="2400">
                <a:solidFill>
                  <a:schemeClr val="tx1"/>
                </a:solidFill>
                <a:latin typeface="Arial" charset="0"/>
                <a:ea typeface="ＭＳ Ｐゴシック" charset="0"/>
              </a:defRPr>
            </a:lvl9pPr>
          </a:lstStyle>
          <a:p>
            <a:pPr marL="0" marR="0" lvl="0" indent="0" algn="just" defTabSz="914400" rtl="0" eaLnBrk="1" fontAlgn="base" latinLnBrk="0" hangingPunct="1">
              <a:lnSpc>
                <a:spcPct val="100000"/>
              </a:lnSpc>
              <a:spcBef>
                <a:spcPts val="1725"/>
              </a:spcBef>
              <a:spcAft>
                <a:spcPct val="0"/>
              </a:spcAft>
              <a:buClrTx/>
              <a:buSzTx/>
              <a:buFontTx/>
              <a:buNone/>
              <a:tabLst/>
            </a:pPr>
            <a:r>
              <a:rPr kumimoji="0" lang="en-US" sz="1800" b="0" i="0" u="none" strike="noStrike" cap="none" normalizeH="0" baseline="0" dirty="0">
                <a:ln>
                  <a:noFill/>
                </a:ln>
                <a:solidFill>
                  <a:schemeClr val="tx1"/>
                </a:solidFill>
                <a:effectLst/>
                <a:latin typeface="Cambria" charset="0"/>
                <a:ea typeface="ÇlÇr ñæí©" charset="0"/>
              </a:rPr>
              <a:t>if (condition)</a:t>
            </a:r>
          </a:p>
          <a:p>
            <a:pPr marL="0" marR="220663" lvl="0" indent="0" algn="just" defTabSz="914400" rtl="0" eaLnBrk="1" fontAlgn="base" latinLnBrk="0" hangingPunct="1">
              <a:lnSpc>
                <a:spcPct val="100000"/>
              </a:lnSpc>
              <a:spcBef>
                <a:spcPts val="100"/>
              </a:spcBef>
              <a:spcAft>
                <a:spcPct val="0"/>
              </a:spcAft>
              <a:buClrTx/>
              <a:buSzTx/>
              <a:buFontTx/>
              <a:buNone/>
              <a:tabLst/>
            </a:pPr>
            <a:r>
              <a:rPr kumimoji="0" lang="en-US" sz="1800" b="0" i="0" u="none" strike="noStrike" cap="none" normalizeH="0" baseline="0">
                <a:ln>
                  <a:noFill/>
                </a:ln>
                <a:solidFill>
                  <a:schemeClr val="tx1"/>
                </a:solidFill>
                <a:effectLst/>
                <a:latin typeface="Cambria" charset="0"/>
                <a:ea typeface="ÇlÇr ñæí©" charset="0"/>
              </a:rPr>
              <a:t>Action1</a:t>
            </a:r>
            <a:endParaRPr kumimoji="0" lang="en-US" sz="1800" b="0" i="0" u="none" strike="noStrike" cap="none" normalizeH="0" baseline="0" dirty="0">
              <a:ln>
                <a:noFill/>
              </a:ln>
              <a:solidFill>
                <a:schemeClr val="tx1"/>
              </a:solidFill>
              <a:effectLst/>
              <a:latin typeface="Cambria" charset="0"/>
              <a:ea typeface="ÇlÇr ñæí©" charset="0"/>
            </a:endParaRPr>
          </a:p>
          <a:p>
            <a:pPr marL="0" marR="220663" lvl="0" indent="0" algn="just" defTabSz="914400" rtl="0" eaLnBrk="1" fontAlgn="base" latinLnBrk="0" hangingPunct="1">
              <a:lnSpc>
                <a:spcPct val="100000"/>
              </a:lnSpc>
              <a:spcBef>
                <a:spcPts val="100"/>
              </a:spcBef>
              <a:spcAft>
                <a:spcPct val="0"/>
              </a:spcAft>
              <a:buClrTx/>
              <a:buSzTx/>
              <a:buFontTx/>
              <a:buNone/>
              <a:tabLst/>
            </a:pPr>
            <a:r>
              <a:rPr kumimoji="0" lang="en-US" sz="1800" b="0" i="0" u="none" strike="noStrike" cap="none" normalizeH="0" baseline="0" dirty="0">
                <a:ln>
                  <a:noFill/>
                </a:ln>
                <a:solidFill>
                  <a:schemeClr val="tx1"/>
                </a:solidFill>
                <a:effectLst/>
                <a:latin typeface="Cambria" charset="0"/>
                <a:ea typeface="ÇlÇr ñæí©" charset="0"/>
              </a:rPr>
              <a:t> Else if action2</a:t>
            </a:r>
            <a:endParaRPr kumimoji="0" lang="en-US" sz="2400" b="0" i="0" u="none" strike="noStrike" cap="none" normalizeH="0" baseline="0" dirty="0">
              <a:ln>
                <a:noFill/>
              </a:ln>
              <a:solidFill>
                <a:schemeClr val="tx1"/>
              </a:solidFill>
              <a:effectLst/>
              <a:latin typeface="Arial" charset="0"/>
              <a:ea typeface="ＭＳ Ｐゴシック" charset="0"/>
            </a:endParaRPr>
          </a:p>
        </p:txBody>
      </p:sp>
      <p:grpSp>
        <p:nvGrpSpPr>
          <p:cNvPr id="13" name="Group 6"/>
          <p:cNvGrpSpPr>
            <a:grpSpLocks/>
          </p:cNvGrpSpPr>
          <p:nvPr/>
        </p:nvGrpSpPr>
        <p:grpSpPr bwMode="auto">
          <a:xfrm>
            <a:off x="4713413" y="2692842"/>
            <a:ext cx="3465512" cy="800101"/>
            <a:chOff x="7232" y="-191"/>
            <a:chExt cx="5459" cy="891"/>
          </a:xfrm>
        </p:grpSpPr>
        <p:sp>
          <p:nvSpPr>
            <p:cNvPr id="14" name="Rectangle 7"/>
            <p:cNvSpPr>
              <a:spLocks noChangeArrowheads="1"/>
            </p:cNvSpPr>
            <p:nvPr/>
          </p:nvSpPr>
          <p:spPr bwMode="auto">
            <a:xfrm>
              <a:off x="7239" y="-121"/>
              <a:ext cx="5444" cy="8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Text Box 8"/>
            <p:cNvSpPr txBox="1">
              <a:spLocks noChangeArrowheads="1"/>
            </p:cNvSpPr>
            <p:nvPr/>
          </p:nvSpPr>
          <p:spPr bwMode="auto">
            <a:xfrm>
              <a:off x="7232" y="-191"/>
              <a:ext cx="5459" cy="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fontAlgn="base">
                <a:spcBef>
                  <a:spcPct val="0"/>
                </a:spcBef>
                <a:spcAft>
                  <a:spcPct val="0"/>
                </a:spcAft>
                <a:defRPr sz="2400">
                  <a:solidFill>
                    <a:schemeClr val="tx1"/>
                  </a:solidFill>
                  <a:latin typeface="Arial" charset="0"/>
                  <a:ea typeface="ＭＳ Ｐゴシック" charset="0"/>
                </a:defRPr>
              </a:lvl1pPr>
              <a:lvl2pPr fontAlgn="base">
                <a:spcBef>
                  <a:spcPct val="0"/>
                </a:spcBef>
                <a:spcAft>
                  <a:spcPct val="0"/>
                </a:spcAft>
                <a:defRPr sz="2400">
                  <a:solidFill>
                    <a:schemeClr val="tx1"/>
                  </a:solidFill>
                  <a:latin typeface="Arial" charset="0"/>
                  <a:ea typeface="ＭＳ Ｐゴシック" charset="0"/>
                </a:defRPr>
              </a:lvl2pPr>
              <a:lvl3pPr fontAlgn="base">
                <a:spcBef>
                  <a:spcPct val="0"/>
                </a:spcBef>
                <a:spcAft>
                  <a:spcPct val="0"/>
                </a:spcAft>
                <a:defRPr sz="2400">
                  <a:solidFill>
                    <a:schemeClr val="tx1"/>
                  </a:solidFill>
                  <a:latin typeface="Arial" charset="0"/>
                  <a:ea typeface="ＭＳ Ｐゴシック" charset="0"/>
                </a:defRPr>
              </a:lvl3pPr>
              <a:lvl4pPr fontAlgn="base">
                <a:spcBef>
                  <a:spcPct val="0"/>
                </a:spcBef>
                <a:spcAft>
                  <a:spcPct val="0"/>
                </a:spcAft>
                <a:defRPr sz="2400">
                  <a:solidFill>
                    <a:schemeClr val="tx1"/>
                  </a:solidFill>
                  <a:latin typeface="Arial" charset="0"/>
                  <a:ea typeface="ＭＳ Ｐゴシック" charset="0"/>
                </a:defRPr>
              </a:lvl4pPr>
              <a:lvl5pPr fontAlgn="base">
                <a:spcBef>
                  <a:spcPct val="0"/>
                </a:spcBef>
                <a:spcAft>
                  <a:spcPct val="0"/>
                </a:spcAft>
                <a:defRPr sz="2400">
                  <a:solidFill>
                    <a:schemeClr val="tx1"/>
                  </a:solidFill>
                  <a:latin typeface="Arial" charset="0"/>
                  <a:ea typeface="ＭＳ Ｐゴシック" charset="0"/>
                </a:defRPr>
              </a:lvl5pPr>
              <a:lvl6pPr fontAlgn="base">
                <a:spcBef>
                  <a:spcPct val="0"/>
                </a:spcBef>
                <a:spcAft>
                  <a:spcPct val="0"/>
                </a:spcAft>
                <a:defRPr sz="2400">
                  <a:solidFill>
                    <a:schemeClr val="tx1"/>
                  </a:solidFill>
                  <a:latin typeface="Arial" charset="0"/>
                  <a:ea typeface="ＭＳ Ｐゴシック" charset="0"/>
                </a:defRPr>
              </a:lvl6pPr>
              <a:lvl7pPr fontAlgn="base">
                <a:spcBef>
                  <a:spcPct val="0"/>
                </a:spcBef>
                <a:spcAft>
                  <a:spcPct val="0"/>
                </a:spcAft>
                <a:defRPr sz="2400">
                  <a:solidFill>
                    <a:schemeClr val="tx1"/>
                  </a:solidFill>
                  <a:latin typeface="Arial" charset="0"/>
                  <a:ea typeface="ＭＳ Ｐゴシック" charset="0"/>
                </a:defRPr>
              </a:lvl7pPr>
              <a:lvl8pPr fontAlgn="base">
                <a:spcBef>
                  <a:spcPct val="0"/>
                </a:spcBef>
                <a:spcAft>
                  <a:spcPct val="0"/>
                </a:spcAft>
                <a:defRPr sz="2400">
                  <a:solidFill>
                    <a:schemeClr val="tx1"/>
                  </a:solidFill>
                  <a:latin typeface="Arial" charset="0"/>
                  <a:ea typeface="ＭＳ Ｐゴシック" charset="0"/>
                </a:defRPr>
              </a:lvl8pPr>
              <a:lvl9pPr fontAlgn="base">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6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mbria" charset="0"/>
                  <a:ea typeface="ÇlÇr ñæí©" charset="0"/>
                </a:rPr>
                <a:t>for (</a:t>
              </a:r>
              <a:r>
                <a:rPr kumimoji="0" lang="en-US" sz="1800" b="0" i="0" u="none" strike="noStrike" cap="none" normalizeH="0" baseline="0" dirty="0" err="1">
                  <a:ln>
                    <a:noFill/>
                  </a:ln>
                  <a:solidFill>
                    <a:schemeClr val="tx1"/>
                  </a:solidFill>
                  <a:effectLst/>
                  <a:latin typeface="Cambria" charset="0"/>
                  <a:ea typeface="ÇlÇr ñæí©" charset="0"/>
                </a:rPr>
                <a:t>var</a:t>
              </a:r>
              <a:r>
                <a:rPr kumimoji="0" lang="en-US" sz="1800" b="0" i="0" u="none" strike="noStrike" cap="none" normalizeH="0" baseline="0" dirty="0">
                  <a:ln>
                    <a:noFill/>
                  </a:ln>
                  <a:solidFill>
                    <a:schemeClr val="tx1"/>
                  </a:solidFill>
                  <a:effectLst/>
                  <a:latin typeface="Cambria" charset="0"/>
                  <a:ea typeface="ÇlÇr ñæí©" charset="0"/>
                </a:rPr>
                <a:t>=</a:t>
              </a:r>
              <a:r>
                <a:rPr kumimoji="0" lang="en-US" sz="1800" b="0" i="0" u="none" strike="noStrike" cap="none" normalizeH="0" baseline="0" dirty="0" err="1">
                  <a:ln>
                    <a:noFill/>
                  </a:ln>
                  <a:solidFill>
                    <a:schemeClr val="tx1"/>
                  </a:solidFill>
                  <a:effectLst/>
                  <a:latin typeface="Cambria" charset="0"/>
                  <a:ea typeface="ÇlÇr ñæí©" charset="0"/>
                </a:rPr>
                <a:t>init</a:t>
              </a:r>
              <a:r>
                <a:rPr kumimoji="0" lang="en-US" sz="1800" b="0" i="0" u="none" strike="noStrike" cap="none" normalizeH="0" baseline="0" dirty="0">
                  <a:ln>
                    <a:noFill/>
                  </a:ln>
                  <a:solidFill>
                    <a:schemeClr val="tx1"/>
                  </a:solidFill>
                  <a:effectLst/>
                  <a:latin typeface="Cambria" charset="0"/>
                  <a:ea typeface="ÇlÇr ñæí©" charset="0"/>
                </a:rPr>
                <a:t>; </a:t>
              </a:r>
              <a:r>
                <a:rPr kumimoji="0" lang="en-US" sz="1800" b="0" i="0" u="none" strike="noStrike" cap="none" normalizeH="0" baseline="0" dirty="0" err="1">
                  <a:ln>
                    <a:noFill/>
                  </a:ln>
                  <a:solidFill>
                    <a:schemeClr val="tx1"/>
                  </a:solidFill>
                  <a:effectLst/>
                  <a:latin typeface="Cambria" charset="0"/>
                  <a:ea typeface="ÇlÇr ñæí©" charset="0"/>
                </a:rPr>
                <a:t>var</a:t>
              </a:r>
              <a:r>
                <a:rPr kumimoji="0" lang="en-US" sz="1800" b="0" i="0" u="none" strike="noStrike" cap="none" normalizeH="0" baseline="0" dirty="0">
                  <a:ln>
                    <a:noFill/>
                  </a:ln>
                  <a:solidFill>
                    <a:schemeClr val="tx1"/>
                  </a:solidFill>
                  <a:effectLst/>
                  <a:latin typeface="Cambria" charset="0"/>
                  <a:ea typeface="ÇlÇr ñæí©" charset="0"/>
                </a:rPr>
                <a:t>&lt;=limit; </a:t>
              </a:r>
              <a:r>
                <a:rPr kumimoji="0" lang="en-US" sz="1800" b="0" i="0" u="none" strike="noStrike" cap="none" normalizeH="0" baseline="0" dirty="0" err="1">
                  <a:ln>
                    <a:noFill/>
                  </a:ln>
                  <a:solidFill>
                    <a:schemeClr val="tx1"/>
                  </a:solidFill>
                  <a:effectLst/>
                  <a:latin typeface="Cambria" charset="0"/>
                  <a:ea typeface="ÇlÇr ñæí©" charset="0"/>
                </a:rPr>
                <a:t>var</a:t>
              </a:r>
              <a:r>
                <a:rPr kumimoji="0" lang="en-US" sz="1800" b="0" i="0" u="none" strike="noStrike" cap="none" normalizeH="0" baseline="0" dirty="0">
                  <a:ln>
                    <a:noFill/>
                  </a:ln>
                  <a:solidFill>
                    <a:schemeClr val="tx1"/>
                  </a:solidFill>
                  <a:effectLst/>
                  <a:latin typeface="Cambria" charset="0"/>
                  <a:ea typeface="ÇlÇr ñæí©" charset="0"/>
                </a:rPr>
                <a:t>++)</a:t>
              </a:r>
            </a:p>
            <a:p>
              <a:pPr marL="0" marR="0" lvl="0" indent="0" algn="l" defTabSz="914400" rtl="0" eaLnBrk="1" fontAlgn="base" latinLnBrk="0" hangingPunct="1">
                <a:lnSpc>
                  <a:spcPct val="100000"/>
                </a:lnSpc>
                <a:spcBef>
                  <a:spcPts val="100"/>
                </a:spcBef>
                <a:spcAft>
                  <a:spcPct val="0"/>
                </a:spcAft>
                <a:buClrTx/>
                <a:buSzTx/>
                <a:buFontTx/>
                <a:buNone/>
                <a:tabLst/>
              </a:pPr>
              <a:r>
                <a:rPr kumimoji="0" lang="en-US" sz="1800" b="0" i="0" u="none" strike="noStrike" cap="none" normalizeH="0" baseline="0" dirty="0">
                  <a:ln>
                    <a:noFill/>
                  </a:ln>
                  <a:solidFill>
                    <a:schemeClr val="tx1"/>
                  </a:solidFill>
                  <a:effectLst/>
                  <a:latin typeface="Cambria" charset="0"/>
                  <a:ea typeface="ÇlÇr ñæí©" charset="0"/>
                </a:rPr>
                <a:t>action</a:t>
              </a:r>
              <a:endParaRPr kumimoji="0" lang="en-US" sz="2400" b="0" i="0" u="none" strike="noStrike" cap="none" normalizeH="0" baseline="0" dirty="0">
                <a:ln>
                  <a:noFill/>
                </a:ln>
                <a:solidFill>
                  <a:schemeClr val="tx1"/>
                </a:solidFill>
                <a:effectLst/>
                <a:latin typeface="Arial" charset="0"/>
                <a:ea typeface="ＭＳ Ｐゴシック" charset="0"/>
              </a:endParaRPr>
            </a:p>
          </p:txBody>
        </p:sp>
      </p:grpSp>
    </p:spTree>
    <p:extLst>
      <p:ext uri="{BB962C8B-B14F-4D97-AF65-F5344CB8AC3E}">
        <p14:creationId xmlns:p14="http://schemas.microsoft.com/office/powerpoint/2010/main" val="3383022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51</a:t>
            </a:fld>
            <a:endParaRPr lang="en-US"/>
          </a:p>
        </p:txBody>
      </p:sp>
      <p:sp>
        <p:nvSpPr>
          <p:cNvPr id="10" name="Title 9"/>
          <p:cNvSpPr>
            <a:spLocks noGrp="1"/>
          </p:cNvSpPr>
          <p:nvPr>
            <p:ph type="title"/>
          </p:nvPr>
        </p:nvSpPr>
        <p:spPr/>
        <p:txBody>
          <a:bodyPr/>
          <a:lstStyle/>
          <a:p>
            <a:r>
              <a:rPr lang="en-US" dirty="0" err="1"/>
              <a:t>Ví</a:t>
            </a:r>
            <a:r>
              <a:rPr lang="en-US" dirty="0"/>
              <a:t> </a:t>
            </a:r>
            <a:r>
              <a:rPr lang="en-US" dirty="0" err="1"/>
              <a:t>dụ</a:t>
            </a:r>
            <a:r>
              <a:rPr lang="en-US" dirty="0"/>
              <a:t> 2</a:t>
            </a:r>
          </a:p>
        </p:txBody>
      </p:sp>
      <p:sp>
        <p:nvSpPr>
          <p:cNvPr id="11" name="Content Placeholder 10"/>
          <p:cNvSpPr>
            <a:spLocks noGrp="1"/>
          </p:cNvSpPr>
          <p:nvPr>
            <p:ph sz="quarter" idx="13"/>
          </p:nvPr>
        </p:nvSpPr>
        <p:spPr/>
        <p:txBody>
          <a:bodyPr>
            <a:normAutofit/>
          </a:bodyPr>
          <a:lstStyle/>
          <a:p>
            <a:pPr lvl="0"/>
            <a:r>
              <a:rPr lang="en-US" dirty="0" err="1"/>
              <a:t>Tìm</a:t>
            </a:r>
            <a:r>
              <a:rPr lang="en-US" dirty="0"/>
              <a:t> </a:t>
            </a:r>
            <a:r>
              <a:rPr lang="en-US" dirty="0" err="1"/>
              <a:t>số</a:t>
            </a:r>
            <a:r>
              <a:rPr lang="en-US" dirty="0"/>
              <a:t> </a:t>
            </a:r>
            <a:r>
              <a:rPr lang="en-US" dirty="0" err="1"/>
              <a:t>lớn</a:t>
            </a:r>
            <a:r>
              <a:rPr lang="en-US" dirty="0"/>
              <a:t> </a:t>
            </a:r>
            <a:r>
              <a:rPr lang="en-US" dirty="0" err="1"/>
              <a:t>nhất</a:t>
            </a:r>
            <a:r>
              <a:rPr lang="en-US" dirty="0"/>
              <a:t> </a:t>
            </a:r>
            <a:r>
              <a:rPr lang="en-US" dirty="0" err="1"/>
              <a:t>trong</a:t>
            </a:r>
            <a:r>
              <a:rPr lang="en-US" dirty="0"/>
              <a:t> </a:t>
            </a:r>
            <a:r>
              <a:rPr lang="en-US" dirty="0" err="1"/>
              <a:t>dãy</a:t>
            </a:r>
            <a:r>
              <a:rPr lang="en-US" dirty="0"/>
              <a:t> </a:t>
            </a:r>
            <a:r>
              <a:rPr lang="en-US" dirty="0" err="1"/>
              <a:t>số</a:t>
            </a:r>
            <a:r>
              <a:rPr lang="en-US" dirty="0"/>
              <a:t> </a:t>
            </a:r>
            <a:r>
              <a:rPr lang="en-US" dirty="0" err="1"/>
              <a:t>nguyên</a:t>
            </a:r>
            <a:r>
              <a:rPr lang="en-US" dirty="0"/>
              <a:t>.</a:t>
            </a:r>
          </a:p>
          <a:p>
            <a:pPr marL="0" indent="0">
              <a:buNone/>
            </a:pPr>
            <a:r>
              <a:rPr lang="en-US" dirty="0"/>
              <a:t>Program TIMMAX</a:t>
            </a:r>
          </a:p>
          <a:p>
            <a:pPr marL="0" indent="0">
              <a:buNone/>
            </a:pPr>
            <a:r>
              <a:rPr lang="en-US" dirty="0"/>
              <a:t>Input: s </a:t>
            </a:r>
          </a:p>
          <a:p>
            <a:pPr marL="0" indent="0">
              <a:buNone/>
            </a:pPr>
            <a:r>
              <a:rPr lang="en-US" dirty="0"/>
              <a:t>Output: x </a:t>
            </a:r>
          </a:p>
          <a:p>
            <a:pPr marL="0" indent="0">
              <a:buNone/>
            </a:pPr>
            <a:r>
              <a:rPr lang="en-US" dirty="0" err="1"/>
              <a:t>ArrayMax</a:t>
            </a:r>
            <a:r>
              <a:rPr lang="en-US" dirty="0"/>
              <a:t>(s){</a:t>
            </a:r>
          </a:p>
          <a:p>
            <a:pPr marL="0" indent="0">
              <a:buNone/>
            </a:pPr>
            <a:r>
              <a:rPr lang="en-US" dirty="0"/>
              <a:t>x=s[0]</a:t>
            </a:r>
          </a:p>
          <a:p>
            <a:pPr marL="0" indent="0">
              <a:buNone/>
            </a:pPr>
            <a:r>
              <a:rPr lang="en-US" dirty="0"/>
              <a:t>for(</a:t>
            </a:r>
            <a:r>
              <a:rPr lang="en-US" dirty="0" err="1"/>
              <a:t>i</a:t>
            </a:r>
            <a:r>
              <a:rPr lang="en-US" dirty="0"/>
              <a:t>=1; </a:t>
            </a:r>
            <a:r>
              <a:rPr lang="en-US" dirty="0" err="1"/>
              <a:t>i</a:t>
            </a:r>
            <a:r>
              <a:rPr lang="en-US" dirty="0"/>
              <a:t>&lt;</a:t>
            </a:r>
            <a:r>
              <a:rPr lang="en-US" dirty="0" err="1"/>
              <a:t>s.length</a:t>
            </a:r>
            <a:r>
              <a:rPr lang="en-US" dirty="0"/>
              <a:t>; </a:t>
            </a:r>
            <a:r>
              <a:rPr lang="en-US" dirty="0" err="1"/>
              <a:t>i</a:t>
            </a:r>
            <a:r>
              <a:rPr lang="en-US" dirty="0"/>
              <a:t>++){ </a:t>
            </a:r>
          </a:p>
          <a:p>
            <a:pPr marL="0" indent="0">
              <a:buNone/>
            </a:pPr>
            <a:r>
              <a:rPr lang="en-US" dirty="0"/>
              <a:t>if (s[</a:t>
            </a:r>
            <a:r>
              <a:rPr lang="en-US" dirty="0" err="1"/>
              <a:t>i</a:t>
            </a:r>
            <a:r>
              <a:rPr lang="en-US" dirty="0"/>
              <a:t>] &gt; x ) x = s[</a:t>
            </a:r>
            <a:r>
              <a:rPr lang="en-US" dirty="0" err="1"/>
              <a:t>i</a:t>
            </a:r>
            <a:r>
              <a:rPr lang="en-US" dirty="0"/>
              <a:t>]; }</a:t>
            </a:r>
          </a:p>
          <a:p>
            <a:pPr marL="0" indent="0">
              <a:buNone/>
            </a:pPr>
            <a:r>
              <a:rPr lang="en-US" dirty="0"/>
              <a:t>return x</a:t>
            </a:r>
          </a:p>
          <a:p>
            <a:pPr marL="0" indent="0">
              <a:buNone/>
            </a:pPr>
            <a:r>
              <a:rPr lang="en-US" dirty="0"/>
              <a:t>}</a:t>
            </a:r>
          </a:p>
        </p:txBody>
      </p:sp>
      <p:pic>
        <p:nvPicPr>
          <p:cNvPr id="7" name="Picture 6"/>
          <p:cNvPicPr>
            <a:picLocks noChangeAspect="1"/>
          </p:cNvPicPr>
          <p:nvPr/>
        </p:nvPicPr>
        <p:blipFill>
          <a:blip r:embed="rId3"/>
          <a:stretch>
            <a:fillRect/>
          </a:stretch>
        </p:blipFill>
        <p:spPr>
          <a:xfrm>
            <a:off x="5046866" y="1411824"/>
            <a:ext cx="3492500" cy="4432300"/>
          </a:xfrm>
          <a:prstGeom prst="rect">
            <a:avLst/>
          </a:prstGeom>
        </p:spPr>
      </p:pic>
    </p:spTree>
    <p:extLst>
      <p:ext uri="{BB962C8B-B14F-4D97-AF65-F5344CB8AC3E}">
        <p14:creationId xmlns:p14="http://schemas.microsoft.com/office/powerpoint/2010/main" val="21590843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dirty="0"/>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52</a:t>
            </a:fld>
            <a:endParaRPr lang="en-US"/>
          </a:p>
        </p:txBody>
      </p:sp>
      <p:sp>
        <p:nvSpPr>
          <p:cNvPr id="2" name="Title 1"/>
          <p:cNvSpPr>
            <a:spLocks noGrp="1"/>
          </p:cNvSpPr>
          <p:nvPr>
            <p:ph type="title"/>
          </p:nvPr>
        </p:nvSpPr>
        <p:spPr/>
        <p:txBody>
          <a:bodyPr/>
          <a:lstStyle/>
          <a:p>
            <a:r>
              <a:rPr lang="en-US" dirty="0" err="1"/>
              <a:t>Ví</a:t>
            </a:r>
            <a:r>
              <a:rPr lang="en-US" dirty="0"/>
              <a:t> </a:t>
            </a:r>
            <a:r>
              <a:rPr lang="en-US" dirty="0" err="1"/>
              <a:t>dụ</a:t>
            </a:r>
            <a:r>
              <a:rPr lang="en-US" dirty="0"/>
              <a:t> 3</a:t>
            </a:r>
          </a:p>
        </p:txBody>
      </p:sp>
      <p:sp>
        <p:nvSpPr>
          <p:cNvPr id="3" name="Content Placeholder 2"/>
          <p:cNvSpPr>
            <a:spLocks noGrp="1"/>
          </p:cNvSpPr>
          <p:nvPr>
            <p:ph sz="quarter" idx="13"/>
          </p:nvPr>
        </p:nvSpPr>
        <p:spPr/>
        <p:txBody>
          <a:bodyPr>
            <a:normAutofit/>
          </a:bodyPr>
          <a:lstStyle/>
          <a:p>
            <a:r>
              <a:rPr lang="en-US" dirty="0" err="1"/>
              <a:t>Sắp</a:t>
            </a:r>
            <a:r>
              <a:rPr lang="en-US" dirty="0"/>
              <a:t> </a:t>
            </a:r>
            <a:r>
              <a:rPr lang="en-US" dirty="0" err="1"/>
              <a:t>xếp</a:t>
            </a:r>
            <a:r>
              <a:rPr lang="en-US" dirty="0"/>
              <a:t> </a:t>
            </a:r>
            <a:r>
              <a:rPr lang="en-US" dirty="0" err="1"/>
              <a:t>một</a:t>
            </a:r>
            <a:r>
              <a:rPr lang="en-US" dirty="0"/>
              <a:t> </a:t>
            </a:r>
            <a:r>
              <a:rPr lang="en-US" dirty="0" err="1"/>
              <a:t>dãy</a:t>
            </a:r>
            <a:r>
              <a:rPr lang="en-US" dirty="0"/>
              <a:t> </a:t>
            </a:r>
            <a:r>
              <a:rPr lang="en-US" dirty="0" err="1"/>
              <a:t>số</a:t>
            </a:r>
            <a:r>
              <a:rPr lang="en-US" dirty="0"/>
              <a:t> a</a:t>
            </a:r>
            <a:r>
              <a:rPr lang="en-US" baseline="-25000" dirty="0"/>
              <a:t>1</a:t>
            </a:r>
            <a:r>
              <a:rPr lang="en-US" dirty="0"/>
              <a:t>, a</a:t>
            </a:r>
            <a:r>
              <a:rPr lang="en-US" baseline="-25000" dirty="0"/>
              <a:t>2</a:t>
            </a:r>
            <a:r>
              <a:rPr lang="en-US" dirty="0"/>
              <a:t>, a</a:t>
            </a:r>
            <a:r>
              <a:rPr lang="en-US" baseline="-25000" dirty="0"/>
              <a:t>3</a:t>
            </a:r>
            <a:r>
              <a:rPr lang="en-US" dirty="0"/>
              <a:t> … a</a:t>
            </a:r>
            <a:r>
              <a:rPr lang="en-US" baseline="-25000" dirty="0"/>
              <a:t>n</a:t>
            </a:r>
            <a:r>
              <a:rPr lang="en-US" dirty="0"/>
              <a:t> </a:t>
            </a:r>
            <a:r>
              <a:rPr lang="en-US" dirty="0" err="1"/>
              <a:t>thành</a:t>
            </a:r>
            <a:r>
              <a:rPr lang="en-US" dirty="0"/>
              <a:t> </a:t>
            </a:r>
            <a:r>
              <a:rPr lang="en-US" dirty="0" err="1"/>
              <a:t>một</a:t>
            </a:r>
            <a:r>
              <a:rPr lang="en-US" dirty="0"/>
              <a:t> </a:t>
            </a:r>
            <a:r>
              <a:rPr lang="en-US" dirty="0" err="1"/>
              <a:t>dãy</a:t>
            </a:r>
            <a:r>
              <a:rPr lang="en-US" dirty="0"/>
              <a:t> </a:t>
            </a:r>
            <a:r>
              <a:rPr lang="en-US" dirty="0" err="1"/>
              <a:t>số</a:t>
            </a:r>
            <a:r>
              <a:rPr lang="en-US" dirty="0"/>
              <a:t> </a:t>
            </a:r>
            <a:r>
              <a:rPr lang="en-US" dirty="0" err="1"/>
              <a:t>tăng</a:t>
            </a:r>
            <a:r>
              <a:rPr lang="en-US" dirty="0"/>
              <a:t> </a:t>
            </a:r>
            <a:r>
              <a:rPr lang="en-US" dirty="0" err="1"/>
              <a:t>dần</a:t>
            </a:r>
            <a:r>
              <a:rPr lang="en-US" dirty="0"/>
              <a:t> </a:t>
            </a:r>
          </a:p>
          <a:p>
            <a:r>
              <a:rPr lang="en-US" dirty="0" err="1"/>
              <a:t>Xác</a:t>
            </a:r>
            <a:r>
              <a:rPr lang="en-US" dirty="0"/>
              <a:t> </a:t>
            </a:r>
            <a:r>
              <a:rPr lang="en-US" dirty="0" err="1"/>
              <a:t>định</a:t>
            </a:r>
            <a:r>
              <a:rPr lang="en-US" dirty="0"/>
              <a:t> </a:t>
            </a:r>
            <a:r>
              <a:rPr lang="en-US" dirty="0" err="1"/>
              <a:t>rõ</a:t>
            </a:r>
            <a:r>
              <a:rPr lang="en-US" dirty="0"/>
              <a:t> </a:t>
            </a:r>
            <a:r>
              <a:rPr lang="en-US" dirty="0" err="1"/>
              <a:t>dữ</a:t>
            </a:r>
            <a:r>
              <a:rPr lang="en-US" dirty="0"/>
              <a:t> </a:t>
            </a:r>
            <a:r>
              <a:rPr lang="en-US" dirty="0" err="1"/>
              <a:t>liệu</a:t>
            </a:r>
            <a:r>
              <a:rPr lang="en-US" dirty="0"/>
              <a:t> </a:t>
            </a:r>
            <a:r>
              <a:rPr lang="en-US" dirty="0" err="1"/>
              <a:t>và</a:t>
            </a:r>
            <a:r>
              <a:rPr lang="en-US" dirty="0"/>
              <a:t> </a:t>
            </a:r>
            <a:r>
              <a:rPr lang="en-US" dirty="0" err="1"/>
              <a:t>yêu</a:t>
            </a:r>
            <a:r>
              <a:rPr lang="en-US" dirty="0"/>
              <a:t> </a:t>
            </a:r>
            <a:r>
              <a:rPr lang="en-US" dirty="0" err="1"/>
              <a:t>cầu</a:t>
            </a:r>
            <a:r>
              <a:rPr lang="en-US" dirty="0"/>
              <a:t>: </a:t>
            </a:r>
            <a:r>
              <a:rPr lang="en-US" dirty="0" err="1"/>
              <a:t>cho</a:t>
            </a:r>
            <a:r>
              <a:rPr lang="en-US" dirty="0"/>
              <a:t> </a:t>
            </a:r>
            <a:r>
              <a:rPr lang="en-US" dirty="0" err="1"/>
              <a:t>biết</a:t>
            </a:r>
            <a:r>
              <a:rPr lang="en-US" dirty="0"/>
              <a:t> </a:t>
            </a:r>
            <a:r>
              <a:rPr lang="en-US" dirty="0" err="1"/>
              <a:t>cái</a:t>
            </a:r>
            <a:r>
              <a:rPr lang="en-US" dirty="0"/>
              <a:t> </a:t>
            </a:r>
            <a:r>
              <a:rPr lang="en-US" dirty="0" err="1"/>
              <a:t>gì</a:t>
            </a:r>
            <a:r>
              <a:rPr lang="en-US" dirty="0"/>
              <a:t> (input), </a:t>
            </a:r>
            <a:r>
              <a:rPr lang="en-US" dirty="0" err="1"/>
              <a:t>đòi</a:t>
            </a:r>
            <a:r>
              <a:rPr lang="en-US" dirty="0"/>
              <a:t> </a:t>
            </a:r>
            <a:r>
              <a:rPr lang="en-US" dirty="0" err="1"/>
              <a:t>hỏi</a:t>
            </a:r>
            <a:r>
              <a:rPr lang="en-US" dirty="0"/>
              <a:t> </a:t>
            </a:r>
            <a:r>
              <a:rPr lang="en-US" dirty="0" err="1"/>
              <a:t>cái</a:t>
            </a:r>
            <a:r>
              <a:rPr lang="en-US" dirty="0"/>
              <a:t> </a:t>
            </a:r>
            <a:r>
              <a:rPr lang="en-US" dirty="0" err="1"/>
              <a:t>gì</a:t>
            </a:r>
            <a:r>
              <a:rPr lang="en-US" dirty="0"/>
              <a:t> (output)</a:t>
            </a:r>
          </a:p>
          <a:p>
            <a:pPr lvl="1"/>
            <a:r>
              <a:rPr lang="en-US" dirty="0"/>
              <a:t>Input: 33,77,11,55,99,22,44,88,66</a:t>
            </a:r>
          </a:p>
          <a:p>
            <a:pPr lvl="1"/>
            <a:r>
              <a:rPr lang="en-US" dirty="0"/>
              <a:t>Output: 11,22,33,44,55,66,77,88,99</a:t>
            </a:r>
          </a:p>
          <a:p>
            <a:r>
              <a:rPr lang="en-US" dirty="0" err="1"/>
              <a:t>Để</a:t>
            </a:r>
            <a:r>
              <a:rPr lang="en-US" dirty="0"/>
              <a:t> </a:t>
            </a:r>
            <a:r>
              <a:rPr lang="en-US" dirty="0" err="1"/>
              <a:t>có</a:t>
            </a:r>
            <a:r>
              <a:rPr lang="en-US" dirty="0"/>
              <a:t> </a:t>
            </a:r>
            <a:r>
              <a:rPr lang="en-US" dirty="0" err="1"/>
              <a:t>được</a:t>
            </a:r>
            <a:r>
              <a:rPr lang="en-US" dirty="0"/>
              <a:t> </a:t>
            </a:r>
            <a:r>
              <a:rPr lang="en-US" dirty="0" err="1"/>
              <a:t>kết</a:t>
            </a:r>
            <a:r>
              <a:rPr lang="en-US" dirty="0"/>
              <a:t> </a:t>
            </a:r>
            <a:r>
              <a:rPr lang="en-US" dirty="0" err="1"/>
              <a:t>quả</a:t>
            </a:r>
            <a:r>
              <a:rPr lang="en-US" dirty="0"/>
              <a:t> </a:t>
            </a:r>
            <a:r>
              <a:rPr lang="en-US" dirty="0" err="1"/>
              <a:t>thì</a:t>
            </a:r>
            <a:r>
              <a:rPr lang="en-US" dirty="0"/>
              <a:t> </a:t>
            </a:r>
            <a:r>
              <a:rPr lang="en-US" dirty="0" err="1"/>
              <a:t>phải</a:t>
            </a:r>
            <a:r>
              <a:rPr lang="en-US" dirty="0"/>
              <a:t> </a:t>
            </a:r>
            <a:r>
              <a:rPr lang="en-US" dirty="0" err="1"/>
              <a:t>làm</a:t>
            </a:r>
            <a:r>
              <a:rPr lang="en-US" dirty="0"/>
              <a:t> </a:t>
            </a:r>
            <a:r>
              <a:rPr lang="en-US" dirty="0" err="1"/>
              <a:t>gì</a:t>
            </a:r>
            <a:r>
              <a:rPr lang="en-US" dirty="0"/>
              <a:t>:</a:t>
            </a:r>
          </a:p>
          <a:p>
            <a:pPr lvl="1"/>
            <a:r>
              <a:rPr lang="en-US" dirty="0" err="1"/>
              <a:t>Số</a:t>
            </a:r>
            <a:r>
              <a:rPr lang="en-US" dirty="0"/>
              <a:t> </a:t>
            </a:r>
            <a:r>
              <a:rPr lang="en-US" dirty="0" err="1"/>
              <a:t>bé</a:t>
            </a:r>
            <a:r>
              <a:rPr lang="en-US" dirty="0"/>
              <a:t> </a:t>
            </a:r>
            <a:r>
              <a:rPr lang="en-US" dirty="0" err="1"/>
              <a:t>nhất</a:t>
            </a:r>
            <a:r>
              <a:rPr lang="en-US" dirty="0"/>
              <a:t> </a:t>
            </a:r>
            <a:r>
              <a:rPr lang="en-US" dirty="0" err="1"/>
              <a:t>trong</a:t>
            </a:r>
            <a:r>
              <a:rPr lang="en-US" dirty="0"/>
              <a:t> n </a:t>
            </a:r>
            <a:r>
              <a:rPr lang="en-US" dirty="0" err="1"/>
              <a:t>số</a:t>
            </a:r>
            <a:r>
              <a:rPr lang="en-US" dirty="0"/>
              <a:t> </a:t>
            </a:r>
            <a:r>
              <a:rPr lang="en-US" dirty="0" err="1"/>
              <a:t>đặt</a:t>
            </a:r>
            <a:r>
              <a:rPr lang="en-US" dirty="0"/>
              <a:t> </a:t>
            </a:r>
            <a:r>
              <a:rPr lang="en-US" dirty="0" err="1"/>
              <a:t>vị</a:t>
            </a:r>
            <a:r>
              <a:rPr lang="en-US" dirty="0"/>
              <a:t> </a:t>
            </a:r>
            <a:r>
              <a:rPr lang="en-US" dirty="0" err="1"/>
              <a:t>trí</a:t>
            </a:r>
            <a:r>
              <a:rPr lang="en-US" dirty="0"/>
              <a:t> </a:t>
            </a:r>
            <a:r>
              <a:rPr lang="en-US" dirty="0" err="1"/>
              <a:t>đầu</a:t>
            </a:r>
            <a:r>
              <a:rPr lang="en-US" dirty="0"/>
              <a:t> </a:t>
            </a:r>
            <a:r>
              <a:rPr lang="en-US" dirty="0" err="1"/>
              <a:t>tiên</a:t>
            </a:r>
            <a:endParaRPr lang="en-US" dirty="0"/>
          </a:p>
          <a:p>
            <a:pPr lvl="1"/>
            <a:r>
              <a:rPr lang="en-US" dirty="0" err="1"/>
              <a:t>Số</a:t>
            </a:r>
            <a:r>
              <a:rPr lang="en-US" dirty="0"/>
              <a:t> </a:t>
            </a:r>
            <a:r>
              <a:rPr lang="en-US" dirty="0" err="1"/>
              <a:t>bé</a:t>
            </a:r>
            <a:r>
              <a:rPr lang="en-US" dirty="0"/>
              <a:t> </a:t>
            </a:r>
            <a:r>
              <a:rPr lang="en-US" dirty="0" err="1"/>
              <a:t>nhất</a:t>
            </a:r>
            <a:r>
              <a:rPr lang="en-US" dirty="0"/>
              <a:t> </a:t>
            </a:r>
            <a:r>
              <a:rPr lang="en-US" dirty="0" err="1"/>
              <a:t>trong</a:t>
            </a:r>
            <a:r>
              <a:rPr lang="en-US" dirty="0"/>
              <a:t> n-1 </a:t>
            </a:r>
            <a:r>
              <a:rPr lang="en-US" dirty="0" err="1"/>
              <a:t>số</a:t>
            </a:r>
            <a:r>
              <a:rPr lang="en-US" dirty="0"/>
              <a:t> </a:t>
            </a:r>
            <a:r>
              <a:rPr lang="en-US" dirty="0" err="1"/>
              <a:t>còn</a:t>
            </a:r>
            <a:r>
              <a:rPr lang="en-US" dirty="0"/>
              <a:t> </a:t>
            </a:r>
            <a:r>
              <a:rPr lang="en-US" dirty="0" err="1"/>
              <a:t>lại</a:t>
            </a:r>
            <a:r>
              <a:rPr lang="en-US" dirty="0"/>
              <a:t> </a:t>
            </a:r>
            <a:r>
              <a:rPr lang="en-US" dirty="0" err="1"/>
              <a:t>đặt</a:t>
            </a:r>
            <a:r>
              <a:rPr lang="en-US" dirty="0"/>
              <a:t> </a:t>
            </a:r>
            <a:r>
              <a:rPr lang="en-US" dirty="0" err="1"/>
              <a:t>ở</a:t>
            </a:r>
            <a:r>
              <a:rPr lang="en-US" dirty="0"/>
              <a:t> </a:t>
            </a:r>
            <a:r>
              <a:rPr lang="en-US" dirty="0" err="1"/>
              <a:t>vị</a:t>
            </a:r>
            <a:r>
              <a:rPr lang="en-US" dirty="0"/>
              <a:t> </a:t>
            </a:r>
            <a:r>
              <a:rPr lang="en-US" dirty="0" err="1"/>
              <a:t>trí</a:t>
            </a:r>
            <a:r>
              <a:rPr lang="en-US" dirty="0"/>
              <a:t> </a:t>
            </a:r>
            <a:r>
              <a:rPr lang="en-US" dirty="0" err="1"/>
              <a:t>thứ</a:t>
            </a:r>
            <a:r>
              <a:rPr lang="en-US" dirty="0"/>
              <a:t> 2 …</a:t>
            </a:r>
          </a:p>
          <a:p>
            <a:r>
              <a:rPr lang="en-US" dirty="0" err="1">
                <a:solidFill>
                  <a:srgbClr val="FF0000"/>
                </a:solidFill>
              </a:rPr>
              <a:t>Thực</a:t>
            </a:r>
            <a:r>
              <a:rPr lang="en-US" dirty="0">
                <a:solidFill>
                  <a:srgbClr val="FF0000"/>
                </a:solidFill>
              </a:rPr>
              <a:t> </a:t>
            </a:r>
            <a:r>
              <a:rPr lang="en-US" dirty="0" err="1">
                <a:solidFill>
                  <a:srgbClr val="FF0000"/>
                </a:solidFill>
              </a:rPr>
              <a:t>hiện</a:t>
            </a:r>
            <a:r>
              <a:rPr lang="en-US" dirty="0">
                <a:solidFill>
                  <a:srgbClr val="FF0000"/>
                </a:solidFill>
              </a:rPr>
              <a:t> </a:t>
            </a:r>
            <a:r>
              <a:rPr lang="en-US" dirty="0" err="1">
                <a:solidFill>
                  <a:srgbClr val="FF0000"/>
                </a:solidFill>
              </a:rPr>
              <a:t>các</a:t>
            </a:r>
            <a:r>
              <a:rPr lang="en-US" dirty="0">
                <a:solidFill>
                  <a:srgbClr val="FF0000"/>
                </a:solidFill>
              </a:rPr>
              <a:t> </a:t>
            </a:r>
            <a:r>
              <a:rPr lang="en-US" dirty="0" err="1">
                <a:solidFill>
                  <a:srgbClr val="FF0000"/>
                </a:solidFill>
              </a:rPr>
              <a:t>công</a:t>
            </a:r>
            <a:r>
              <a:rPr lang="en-US" dirty="0">
                <a:solidFill>
                  <a:srgbClr val="FF0000"/>
                </a:solidFill>
              </a:rPr>
              <a:t> </a:t>
            </a:r>
            <a:r>
              <a:rPr lang="en-US" dirty="0" err="1">
                <a:solidFill>
                  <a:srgbClr val="FF0000"/>
                </a:solidFill>
              </a:rPr>
              <a:t>việc</a:t>
            </a:r>
            <a:r>
              <a:rPr lang="en-US" dirty="0">
                <a:solidFill>
                  <a:srgbClr val="FF0000"/>
                </a:solidFill>
              </a:rPr>
              <a:t> </a:t>
            </a:r>
            <a:r>
              <a:rPr lang="en-US" dirty="0" err="1">
                <a:solidFill>
                  <a:srgbClr val="FF0000"/>
                </a:solidFill>
              </a:rPr>
              <a:t>trên</a:t>
            </a:r>
            <a:r>
              <a:rPr lang="en-US" dirty="0">
                <a:solidFill>
                  <a:srgbClr val="FF0000"/>
                </a:solidFill>
              </a:rPr>
              <a:t> </a:t>
            </a:r>
            <a:r>
              <a:rPr lang="en-US" dirty="0" err="1">
                <a:solidFill>
                  <a:srgbClr val="FF0000"/>
                </a:solidFill>
              </a:rPr>
              <a:t>bằng</a:t>
            </a:r>
            <a:r>
              <a:rPr lang="en-US" dirty="0">
                <a:solidFill>
                  <a:srgbClr val="FF0000"/>
                </a:solidFill>
              </a:rPr>
              <a:t> </a:t>
            </a:r>
            <a:r>
              <a:rPr lang="en-US" dirty="0" err="1">
                <a:solidFill>
                  <a:srgbClr val="FF0000"/>
                </a:solidFill>
              </a:rPr>
              <a:t>cách</a:t>
            </a:r>
            <a:r>
              <a:rPr lang="en-US" dirty="0">
                <a:solidFill>
                  <a:srgbClr val="FF0000"/>
                </a:solidFill>
              </a:rPr>
              <a:t> </a:t>
            </a:r>
            <a:r>
              <a:rPr lang="en-US" dirty="0" err="1">
                <a:solidFill>
                  <a:srgbClr val="FF0000"/>
                </a:solidFill>
              </a:rPr>
              <a:t>nào</a:t>
            </a:r>
            <a:r>
              <a:rPr lang="en-US" dirty="0">
                <a:solidFill>
                  <a:srgbClr val="FF0000"/>
                </a:solidFill>
              </a:rPr>
              <a:t>?</a:t>
            </a:r>
          </a:p>
          <a:p>
            <a:pPr marL="0" indent="0">
              <a:buNone/>
            </a:pPr>
            <a:r>
              <a:rPr lang="en-US" dirty="0">
                <a:solidFill>
                  <a:srgbClr val="FF0000"/>
                </a:solidFill>
              </a:rPr>
              <a:t>-&gt; </a:t>
            </a:r>
            <a:r>
              <a:rPr lang="en-US" dirty="0" err="1">
                <a:solidFill>
                  <a:schemeClr val="accent6"/>
                </a:solidFill>
              </a:rPr>
              <a:t>Phương</a:t>
            </a:r>
            <a:r>
              <a:rPr lang="en-US" dirty="0">
                <a:solidFill>
                  <a:schemeClr val="accent6"/>
                </a:solidFill>
              </a:rPr>
              <a:t> </a:t>
            </a:r>
            <a:r>
              <a:rPr lang="en-US" dirty="0" err="1">
                <a:solidFill>
                  <a:schemeClr val="accent6"/>
                </a:solidFill>
              </a:rPr>
              <a:t>pháp</a:t>
            </a:r>
            <a:r>
              <a:rPr lang="en-US" dirty="0">
                <a:solidFill>
                  <a:schemeClr val="accent6"/>
                </a:solidFill>
              </a:rPr>
              <a:t> </a:t>
            </a:r>
            <a:r>
              <a:rPr lang="en-US" dirty="0" err="1">
                <a:solidFill>
                  <a:schemeClr val="accent6"/>
                </a:solidFill>
              </a:rPr>
              <a:t>thiết</a:t>
            </a:r>
            <a:r>
              <a:rPr lang="en-US" dirty="0">
                <a:solidFill>
                  <a:schemeClr val="accent6"/>
                </a:solidFill>
              </a:rPr>
              <a:t> </a:t>
            </a:r>
            <a:r>
              <a:rPr lang="en-US" dirty="0" err="1">
                <a:solidFill>
                  <a:schemeClr val="accent6"/>
                </a:solidFill>
              </a:rPr>
              <a:t>kế</a:t>
            </a:r>
            <a:r>
              <a:rPr lang="en-US" dirty="0">
                <a:solidFill>
                  <a:schemeClr val="accent6"/>
                </a:solidFill>
              </a:rPr>
              <a:t> </a:t>
            </a:r>
            <a:r>
              <a:rPr lang="en-US" dirty="0" err="1">
                <a:solidFill>
                  <a:schemeClr val="accent6"/>
                </a:solidFill>
              </a:rPr>
              <a:t>từ</a:t>
            </a:r>
            <a:r>
              <a:rPr lang="en-US" dirty="0">
                <a:solidFill>
                  <a:schemeClr val="accent6"/>
                </a:solidFill>
              </a:rPr>
              <a:t> </a:t>
            </a:r>
            <a:r>
              <a:rPr lang="en-US" dirty="0" err="1">
                <a:solidFill>
                  <a:schemeClr val="accent6"/>
                </a:solidFill>
              </a:rPr>
              <a:t>trên</a:t>
            </a:r>
            <a:r>
              <a:rPr lang="en-US" dirty="0">
                <a:solidFill>
                  <a:schemeClr val="accent6"/>
                </a:solidFill>
              </a:rPr>
              <a:t> </a:t>
            </a:r>
            <a:r>
              <a:rPr lang="en-US" dirty="0" err="1">
                <a:solidFill>
                  <a:schemeClr val="accent6"/>
                </a:solidFill>
              </a:rPr>
              <a:t>xuống</a:t>
            </a:r>
            <a:r>
              <a:rPr lang="en-US" dirty="0">
                <a:solidFill>
                  <a:schemeClr val="accent6"/>
                </a:solidFill>
              </a:rPr>
              <a:t> </a:t>
            </a:r>
          </a:p>
          <a:p>
            <a:pPr marL="0" indent="0">
              <a:buNone/>
            </a:pPr>
            <a:endParaRPr lang="en-US" dirty="0">
              <a:solidFill>
                <a:srgbClr val="FF0000"/>
              </a:solidFill>
            </a:endParaRPr>
          </a:p>
          <a:p>
            <a:endParaRPr lang="en-US" dirty="0"/>
          </a:p>
          <a:p>
            <a:pPr lvl="1"/>
            <a:endParaRPr lang="en-US" dirty="0"/>
          </a:p>
          <a:p>
            <a:endParaRPr lang="en-US" dirty="0"/>
          </a:p>
        </p:txBody>
      </p:sp>
      <p:graphicFrame>
        <p:nvGraphicFramePr>
          <p:cNvPr id="8" name="Object 7"/>
          <p:cNvGraphicFramePr>
            <a:graphicFrameLocks noChangeAspect="1"/>
          </p:cNvGraphicFramePr>
          <p:nvPr>
            <p:extLst>
              <p:ext uri="{D42A27DB-BD31-4B8C-83A1-F6EECF244321}">
                <p14:modId xmlns:p14="http://schemas.microsoft.com/office/powerpoint/2010/main" val="3387966067"/>
              </p:ext>
            </p:extLst>
          </p:nvPr>
        </p:nvGraphicFramePr>
        <p:xfrm>
          <a:off x="4514850" y="3346450"/>
          <a:ext cx="114300" cy="165100"/>
        </p:xfrm>
        <a:graphic>
          <a:graphicData uri="http://schemas.openxmlformats.org/presentationml/2006/ole">
            <mc:AlternateContent xmlns:mc="http://schemas.openxmlformats.org/markup-compatibility/2006">
              <mc:Choice xmlns:v="urn:schemas-microsoft-com:vml" Requires="v">
                <p:oleObj name="Equation" r:id="rId3" imgW="114300" imgH="165100" progId="Equation.3">
                  <p:embed/>
                </p:oleObj>
              </mc:Choice>
              <mc:Fallback>
                <p:oleObj name="Equation" r:id="rId3" imgW="114300" imgH="165100" progId="Equation.3">
                  <p:embed/>
                  <p:pic>
                    <p:nvPicPr>
                      <p:cNvPr id="8" name="Object 7"/>
                      <p:cNvPicPr/>
                      <p:nvPr/>
                    </p:nvPicPr>
                    <p:blipFill>
                      <a:blip r:embed="rId4"/>
                      <a:stretch>
                        <a:fillRect/>
                      </a:stretch>
                    </p:blipFill>
                    <p:spPr>
                      <a:xfrm>
                        <a:off x="4514850" y="3346450"/>
                        <a:ext cx="114300" cy="165100"/>
                      </a:xfrm>
                      <a:prstGeom prst="rect">
                        <a:avLst/>
                      </a:prstGeom>
                    </p:spPr>
                  </p:pic>
                </p:oleObj>
              </mc:Fallback>
            </mc:AlternateContent>
          </a:graphicData>
        </a:graphic>
      </p:graphicFrame>
    </p:spTree>
    <p:extLst>
      <p:ext uri="{BB962C8B-B14F-4D97-AF65-F5344CB8AC3E}">
        <p14:creationId xmlns:p14="http://schemas.microsoft.com/office/powerpoint/2010/main" val="1455025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53</a:t>
            </a:fld>
            <a:endParaRPr lang="en-US"/>
          </a:p>
        </p:txBody>
      </p:sp>
      <p:sp>
        <p:nvSpPr>
          <p:cNvPr id="2" name="Title 1"/>
          <p:cNvSpPr>
            <a:spLocks noGrp="1"/>
          </p:cNvSpPr>
          <p:nvPr>
            <p:ph type="title"/>
          </p:nvPr>
        </p:nvSpPr>
        <p:spPr/>
        <p:txBody>
          <a:bodyPr/>
          <a:lstStyle/>
          <a:p>
            <a:r>
              <a:rPr lang="en-US" dirty="0" err="1"/>
              <a:t>Giải</a:t>
            </a:r>
            <a:r>
              <a:rPr lang="en-US" dirty="0"/>
              <a:t> </a:t>
            </a:r>
            <a:r>
              <a:rPr lang="en-US" dirty="0" err="1"/>
              <a:t>thuật</a:t>
            </a:r>
            <a:r>
              <a:rPr lang="en-US" dirty="0"/>
              <a:t> </a:t>
            </a:r>
            <a:r>
              <a:rPr lang="en-US" dirty="0" err="1"/>
              <a:t>sắp</a:t>
            </a:r>
            <a:r>
              <a:rPr lang="en-US" dirty="0"/>
              <a:t> </a:t>
            </a:r>
            <a:r>
              <a:rPr lang="en-US" dirty="0" err="1"/>
              <a:t>xếp</a:t>
            </a:r>
            <a:endParaRPr lang="en-US" dirty="0"/>
          </a:p>
        </p:txBody>
      </p:sp>
      <p:sp>
        <p:nvSpPr>
          <p:cNvPr id="3" name="Content Placeholder 2"/>
          <p:cNvSpPr>
            <a:spLocks noGrp="1"/>
          </p:cNvSpPr>
          <p:nvPr>
            <p:ph sz="quarter" idx="13"/>
          </p:nvPr>
        </p:nvSpPr>
        <p:spPr/>
        <p:txBody>
          <a:bodyPr/>
          <a:lstStyle/>
          <a:p>
            <a:pPr marL="0" indent="0">
              <a:buNone/>
            </a:pPr>
            <a:r>
              <a:rPr lang="en-US" b="1" dirty="0"/>
              <a:t>Procedure</a:t>
            </a:r>
            <a:r>
              <a:rPr lang="en-US" dirty="0"/>
              <a:t> SELECTION_SORT(</a:t>
            </a:r>
            <a:r>
              <a:rPr lang="en-US" dirty="0" err="1"/>
              <a:t>A,n</a:t>
            </a:r>
            <a:r>
              <a:rPr lang="en-US" dirty="0"/>
              <a:t>);</a:t>
            </a:r>
          </a:p>
          <a:p>
            <a:pPr marL="0" indent="0">
              <a:buNone/>
            </a:pPr>
            <a:r>
              <a:rPr lang="en-US" dirty="0">
                <a:solidFill>
                  <a:schemeClr val="bg1">
                    <a:lumMod val="75000"/>
                  </a:schemeClr>
                </a:solidFill>
              </a:rPr>
              <a:t>{A </a:t>
            </a:r>
            <a:r>
              <a:rPr lang="en-US" dirty="0" err="1">
                <a:solidFill>
                  <a:schemeClr val="bg1">
                    <a:lumMod val="75000"/>
                  </a:schemeClr>
                </a:solidFill>
              </a:rPr>
              <a:t>là</a:t>
            </a:r>
            <a:r>
              <a:rPr lang="en-US" dirty="0">
                <a:solidFill>
                  <a:schemeClr val="bg1">
                    <a:lumMod val="75000"/>
                  </a:schemeClr>
                </a:solidFill>
              </a:rPr>
              <a:t> vector </a:t>
            </a:r>
            <a:r>
              <a:rPr lang="en-US" dirty="0" err="1">
                <a:solidFill>
                  <a:schemeClr val="bg1">
                    <a:lumMod val="75000"/>
                  </a:schemeClr>
                </a:solidFill>
              </a:rPr>
              <a:t>gồm</a:t>
            </a:r>
            <a:r>
              <a:rPr lang="en-US" dirty="0">
                <a:solidFill>
                  <a:schemeClr val="bg1">
                    <a:lumMod val="75000"/>
                  </a:schemeClr>
                </a:solidFill>
              </a:rPr>
              <a:t> n </a:t>
            </a:r>
            <a:r>
              <a:rPr lang="en-US" dirty="0" err="1">
                <a:solidFill>
                  <a:schemeClr val="bg1">
                    <a:lumMod val="75000"/>
                  </a:schemeClr>
                </a:solidFill>
              </a:rPr>
              <a:t>phần</a:t>
            </a:r>
            <a:r>
              <a:rPr lang="en-US" dirty="0">
                <a:solidFill>
                  <a:schemeClr val="bg1">
                    <a:lumMod val="75000"/>
                  </a:schemeClr>
                </a:solidFill>
              </a:rPr>
              <a:t> </a:t>
            </a:r>
            <a:r>
              <a:rPr lang="en-US" dirty="0" err="1">
                <a:solidFill>
                  <a:schemeClr val="bg1">
                    <a:lumMod val="75000"/>
                  </a:schemeClr>
                </a:solidFill>
              </a:rPr>
              <a:t>tử</a:t>
            </a:r>
            <a:r>
              <a:rPr lang="en-US" dirty="0">
                <a:solidFill>
                  <a:schemeClr val="bg1">
                    <a:lumMod val="75000"/>
                  </a:schemeClr>
                </a:solidFill>
              </a:rPr>
              <a:t>}</a:t>
            </a:r>
          </a:p>
          <a:p>
            <a:pPr marL="0" indent="0">
              <a:buNone/>
            </a:pPr>
            <a:r>
              <a:rPr lang="en-US" dirty="0"/>
              <a:t>1. for </a:t>
            </a:r>
            <a:r>
              <a:rPr lang="en-US" dirty="0" err="1"/>
              <a:t>i</a:t>
            </a:r>
            <a:r>
              <a:rPr lang="en-US" dirty="0"/>
              <a:t>:=1 to (n-1) do begin </a:t>
            </a:r>
          </a:p>
          <a:p>
            <a:pPr marL="0" indent="0">
              <a:buNone/>
            </a:pPr>
            <a:r>
              <a:rPr lang="en-US" dirty="0"/>
              <a:t>2. </a:t>
            </a:r>
            <a:r>
              <a:rPr lang="en-US" dirty="0" err="1"/>
              <a:t>Chọn</a:t>
            </a:r>
            <a:r>
              <a:rPr lang="en-US" dirty="0"/>
              <a:t> </a:t>
            </a:r>
            <a:r>
              <a:rPr lang="en-US" dirty="0" err="1"/>
              <a:t>số</a:t>
            </a:r>
            <a:r>
              <a:rPr lang="en-US" dirty="0"/>
              <a:t> </a:t>
            </a:r>
            <a:r>
              <a:rPr lang="en-US" dirty="0" err="1"/>
              <a:t>nhỏ</a:t>
            </a:r>
            <a:r>
              <a:rPr lang="en-US" dirty="0"/>
              <a:t> </a:t>
            </a:r>
            <a:r>
              <a:rPr lang="en-US" dirty="0" err="1"/>
              <a:t>nhất</a:t>
            </a:r>
            <a:r>
              <a:rPr lang="en-US" dirty="0"/>
              <a:t> A[k] </a:t>
            </a:r>
            <a:r>
              <a:rPr lang="en-US" dirty="0" err="1"/>
              <a:t>trong</a:t>
            </a:r>
            <a:r>
              <a:rPr lang="en-US" dirty="0"/>
              <a:t> </a:t>
            </a:r>
            <a:r>
              <a:rPr lang="en-US" dirty="0" err="1"/>
              <a:t>dãy</a:t>
            </a:r>
            <a:r>
              <a:rPr lang="en-US" dirty="0"/>
              <a:t> </a:t>
            </a:r>
            <a:r>
              <a:rPr lang="en-US" dirty="0" err="1"/>
              <a:t>các</a:t>
            </a:r>
            <a:r>
              <a:rPr lang="en-US" dirty="0"/>
              <a:t> </a:t>
            </a:r>
            <a:r>
              <a:rPr lang="en-US" dirty="0" err="1"/>
              <a:t>số</a:t>
            </a:r>
            <a:r>
              <a:rPr lang="en-US" dirty="0"/>
              <a:t> A[</a:t>
            </a:r>
            <a:r>
              <a:rPr lang="en-US" dirty="0" err="1"/>
              <a:t>i</a:t>
            </a:r>
            <a:r>
              <a:rPr lang="en-US" dirty="0"/>
              <a:t>]</a:t>
            </a:r>
          </a:p>
          <a:p>
            <a:pPr marL="0" indent="0">
              <a:buNone/>
            </a:pPr>
            <a:r>
              <a:rPr lang="en-US" dirty="0"/>
              <a:t>3. </a:t>
            </a:r>
            <a:r>
              <a:rPr lang="en-US" dirty="0" err="1"/>
              <a:t>Hoán</a:t>
            </a:r>
            <a:r>
              <a:rPr lang="en-US" dirty="0"/>
              <a:t> </a:t>
            </a:r>
            <a:r>
              <a:rPr lang="en-US" dirty="0" err="1"/>
              <a:t>vị</a:t>
            </a:r>
            <a:r>
              <a:rPr lang="en-US" dirty="0"/>
              <a:t> </a:t>
            </a:r>
            <a:r>
              <a:rPr lang="en-US" dirty="0" err="1"/>
              <a:t>giữa</a:t>
            </a:r>
            <a:r>
              <a:rPr lang="en-US" dirty="0"/>
              <a:t> A[k] </a:t>
            </a:r>
            <a:r>
              <a:rPr lang="en-US" dirty="0" err="1"/>
              <a:t>và</a:t>
            </a:r>
            <a:r>
              <a:rPr lang="en-US" dirty="0"/>
              <a:t> A[</a:t>
            </a:r>
            <a:r>
              <a:rPr lang="en-US" dirty="0" err="1"/>
              <a:t>i</a:t>
            </a:r>
            <a:r>
              <a:rPr lang="en-US" dirty="0"/>
              <a:t>]</a:t>
            </a:r>
          </a:p>
          <a:p>
            <a:pPr marL="0" indent="0">
              <a:buNone/>
            </a:pPr>
            <a:r>
              <a:rPr lang="en-US" dirty="0"/>
              <a:t>4. Return            end;</a:t>
            </a:r>
          </a:p>
        </p:txBody>
      </p:sp>
    </p:spTree>
    <p:extLst>
      <p:ext uri="{BB962C8B-B14F-4D97-AF65-F5344CB8AC3E}">
        <p14:creationId xmlns:p14="http://schemas.microsoft.com/office/powerpoint/2010/main" val="3166595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dirty="0"/>
          </a:p>
        </p:txBody>
      </p:sp>
      <p:sp>
        <p:nvSpPr>
          <p:cNvPr id="5" name="Footer Placeholder 4"/>
          <p:cNvSpPr>
            <a:spLocks noGrp="1"/>
          </p:cNvSpPr>
          <p:nvPr>
            <p:ph type="ftr" sz="quarter" idx="11"/>
          </p:nvPr>
        </p:nvSpPr>
        <p:spPr/>
        <p:txBody>
          <a:bodyPr/>
          <a:lstStyle/>
          <a:p>
            <a:r>
              <a:rPr lang="is-IS" dirty="0"/>
              <a:t>Cấu trúc dữ liệu và giải thuật</a:t>
            </a:r>
            <a:endParaRPr lang="en-US" dirty="0"/>
          </a:p>
        </p:txBody>
      </p:sp>
      <p:sp>
        <p:nvSpPr>
          <p:cNvPr id="6" name="Slide Number Placeholder 5"/>
          <p:cNvSpPr>
            <a:spLocks noGrp="1"/>
          </p:cNvSpPr>
          <p:nvPr>
            <p:ph type="sldNum" sz="quarter" idx="12"/>
          </p:nvPr>
        </p:nvSpPr>
        <p:spPr/>
        <p:txBody>
          <a:bodyPr/>
          <a:lstStyle/>
          <a:p>
            <a:fld id="{BA7BC09B-FE30-A349-B1D2-5A364F511F98}" type="slidenum">
              <a:rPr lang="en-US" smtClean="0"/>
              <a:t>54</a:t>
            </a:fld>
            <a:endParaRPr lang="en-US"/>
          </a:p>
        </p:txBody>
      </p:sp>
      <p:sp>
        <p:nvSpPr>
          <p:cNvPr id="2" name="Title 1"/>
          <p:cNvSpPr>
            <a:spLocks noGrp="1"/>
          </p:cNvSpPr>
          <p:nvPr>
            <p:ph type="title"/>
          </p:nvPr>
        </p:nvSpPr>
        <p:spPr/>
        <p:txBody>
          <a:bodyPr/>
          <a:lstStyle/>
          <a:p>
            <a:r>
              <a:rPr lang="en-US" dirty="0" err="1"/>
              <a:t>Giải</a:t>
            </a:r>
            <a:r>
              <a:rPr lang="en-US" dirty="0"/>
              <a:t> </a:t>
            </a:r>
            <a:r>
              <a:rPr lang="en-US" dirty="0" err="1"/>
              <a:t>thuật</a:t>
            </a:r>
            <a:r>
              <a:rPr lang="en-US" dirty="0"/>
              <a:t> </a:t>
            </a:r>
            <a:r>
              <a:rPr lang="en-US" dirty="0" err="1"/>
              <a:t>sắp</a:t>
            </a:r>
            <a:r>
              <a:rPr lang="en-US" dirty="0"/>
              <a:t> </a:t>
            </a:r>
            <a:r>
              <a:rPr lang="en-US" dirty="0" err="1"/>
              <a:t>xếp</a:t>
            </a:r>
            <a:r>
              <a:rPr lang="en-US" dirty="0"/>
              <a:t> </a:t>
            </a:r>
          </a:p>
        </p:txBody>
      </p:sp>
      <p:sp>
        <p:nvSpPr>
          <p:cNvPr id="3" name="Content Placeholder 2"/>
          <p:cNvSpPr>
            <a:spLocks noGrp="1"/>
          </p:cNvSpPr>
          <p:nvPr>
            <p:ph sz="quarter" idx="13"/>
          </p:nvPr>
        </p:nvSpPr>
        <p:spPr/>
        <p:txBody>
          <a:bodyPr>
            <a:normAutofit/>
          </a:bodyPr>
          <a:lstStyle/>
          <a:p>
            <a:pPr marL="0" indent="0">
              <a:buNone/>
            </a:pPr>
            <a:r>
              <a:rPr lang="en-US" b="1" dirty="0"/>
              <a:t>Procedure</a:t>
            </a:r>
            <a:r>
              <a:rPr lang="en-US" dirty="0"/>
              <a:t> SELECTION_SORT(</a:t>
            </a:r>
            <a:r>
              <a:rPr lang="en-US" dirty="0" err="1"/>
              <a:t>A,n</a:t>
            </a:r>
            <a:r>
              <a:rPr lang="en-US" dirty="0"/>
              <a:t>);</a:t>
            </a:r>
          </a:p>
          <a:p>
            <a:pPr marL="0" indent="0">
              <a:buNone/>
            </a:pPr>
            <a:r>
              <a:rPr lang="en-US" dirty="0"/>
              <a:t>1. for </a:t>
            </a:r>
            <a:r>
              <a:rPr lang="en-US" dirty="0" err="1"/>
              <a:t>i</a:t>
            </a:r>
            <a:r>
              <a:rPr lang="en-US" dirty="0"/>
              <a:t>:=1 to (n-1) do </a:t>
            </a:r>
          </a:p>
          <a:p>
            <a:pPr marL="0" indent="0">
              <a:buNone/>
            </a:pPr>
            <a:r>
              <a:rPr lang="en-US" dirty="0"/>
              <a:t>2. k:= </a:t>
            </a:r>
            <a:r>
              <a:rPr lang="en-US" dirty="0" err="1"/>
              <a:t>i</a:t>
            </a:r>
            <a:r>
              <a:rPr lang="en-US" dirty="0"/>
              <a:t>;</a:t>
            </a:r>
          </a:p>
          <a:p>
            <a:pPr marL="0" indent="0">
              <a:buNone/>
            </a:pPr>
            <a:r>
              <a:rPr lang="en-US" dirty="0"/>
              <a:t>3. for j:= i+1 to n do </a:t>
            </a:r>
          </a:p>
          <a:p>
            <a:pPr marL="0" indent="0">
              <a:buNone/>
            </a:pPr>
            <a:r>
              <a:rPr lang="en-US" dirty="0"/>
              <a:t>4. if A[j] &lt; A[k] then k:=j;</a:t>
            </a:r>
          </a:p>
          <a:p>
            <a:pPr marL="0" indent="0">
              <a:buNone/>
            </a:pPr>
            <a:r>
              <a:rPr lang="en-US" dirty="0"/>
              <a:t>5. temp: = A[k]; A[k] = A[</a:t>
            </a:r>
            <a:r>
              <a:rPr lang="en-US" dirty="0" err="1"/>
              <a:t>i</a:t>
            </a:r>
            <a:r>
              <a:rPr lang="en-US" dirty="0"/>
              <a:t>]; A[j] = temp;</a:t>
            </a:r>
          </a:p>
          <a:p>
            <a:pPr marL="0" indent="0">
              <a:buNone/>
            </a:pPr>
            <a:r>
              <a:rPr lang="en-US" dirty="0"/>
              <a:t>6. return            end;</a:t>
            </a:r>
          </a:p>
          <a:p>
            <a:r>
              <a:rPr lang="en-US" dirty="0" err="1">
                <a:solidFill>
                  <a:srgbClr val="FF6600"/>
                </a:solidFill>
              </a:rPr>
              <a:t>Phương</a:t>
            </a:r>
            <a:r>
              <a:rPr lang="en-US" dirty="0">
                <a:solidFill>
                  <a:srgbClr val="FF6600"/>
                </a:solidFill>
              </a:rPr>
              <a:t> </a:t>
            </a:r>
            <a:r>
              <a:rPr lang="en-US" dirty="0" err="1">
                <a:solidFill>
                  <a:srgbClr val="FF6600"/>
                </a:solidFill>
              </a:rPr>
              <a:t>pháp</a:t>
            </a:r>
            <a:r>
              <a:rPr lang="en-US" dirty="0">
                <a:solidFill>
                  <a:srgbClr val="FF6600"/>
                </a:solidFill>
              </a:rPr>
              <a:t> </a:t>
            </a:r>
            <a:r>
              <a:rPr lang="en-US" dirty="0" err="1">
                <a:solidFill>
                  <a:srgbClr val="FF6600"/>
                </a:solidFill>
              </a:rPr>
              <a:t>tinh</a:t>
            </a:r>
            <a:r>
              <a:rPr lang="en-US" dirty="0">
                <a:solidFill>
                  <a:srgbClr val="FF6600"/>
                </a:solidFill>
              </a:rPr>
              <a:t> </a:t>
            </a:r>
            <a:r>
              <a:rPr lang="en-US" dirty="0" err="1">
                <a:solidFill>
                  <a:srgbClr val="FF6600"/>
                </a:solidFill>
              </a:rPr>
              <a:t>chỉnh</a:t>
            </a:r>
            <a:r>
              <a:rPr lang="en-US" dirty="0">
                <a:solidFill>
                  <a:srgbClr val="FF6600"/>
                </a:solidFill>
              </a:rPr>
              <a:t> </a:t>
            </a:r>
            <a:r>
              <a:rPr lang="en-US" dirty="0" err="1">
                <a:solidFill>
                  <a:srgbClr val="FF6600"/>
                </a:solidFill>
              </a:rPr>
              <a:t>từng</a:t>
            </a:r>
            <a:r>
              <a:rPr lang="en-US" dirty="0">
                <a:solidFill>
                  <a:srgbClr val="FF6600"/>
                </a:solidFill>
              </a:rPr>
              <a:t> </a:t>
            </a:r>
            <a:r>
              <a:rPr lang="en-US" dirty="0" err="1">
                <a:solidFill>
                  <a:srgbClr val="FF6600"/>
                </a:solidFill>
              </a:rPr>
              <a:t>bước</a:t>
            </a:r>
            <a:endParaRPr lang="en-US" dirty="0">
              <a:solidFill>
                <a:srgbClr val="FF6600"/>
              </a:solidFill>
            </a:endParaRPr>
          </a:p>
        </p:txBody>
      </p:sp>
      <p:sp>
        <p:nvSpPr>
          <p:cNvPr id="9" name="Left-Right Arrow 8"/>
          <p:cNvSpPr/>
          <p:nvPr/>
        </p:nvSpPr>
        <p:spPr>
          <a:xfrm>
            <a:off x="6480738" y="3529331"/>
            <a:ext cx="548105" cy="200526"/>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p:cNvSpPr txBox="1"/>
          <p:nvPr/>
        </p:nvSpPr>
        <p:spPr>
          <a:xfrm>
            <a:off x="7098582" y="3463009"/>
            <a:ext cx="687583" cy="369332"/>
          </a:xfrm>
          <a:prstGeom prst="rect">
            <a:avLst/>
          </a:prstGeom>
          <a:noFill/>
        </p:spPr>
        <p:txBody>
          <a:bodyPr wrap="none" rtlCol="0">
            <a:spAutoFit/>
          </a:bodyPr>
          <a:lstStyle/>
          <a:p>
            <a:r>
              <a:rPr lang="en-US" dirty="0">
                <a:solidFill>
                  <a:srgbClr val="FF0000"/>
                </a:solidFill>
              </a:rPr>
              <a:t>Swap</a:t>
            </a:r>
          </a:p>
        </p:txBody>
      </p:sp>
    </p:spTree>
    <p:extLst>
      <p:ext uri="{BB962C8B-B14F-4D97-AF65-F5344CB8AC3E}">
        <p14:creationId xmlns:p14="http://schemas.microsoft.com/office/powerpoint/2010/main" val="10386216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55</a:t>
            </a:fld>
            <a:endParaRPr lang="en-US"/>
          </a:p>
        </p:txBody>
      </p:sp>
      <p:sp>
        <p:nvSpPr>
          <p:cNvPr id="2" name="Title 1"/>
          <p:cNvSpPr>
            <a:spLocks noGrp="1"/>
          </p:cNvSpPr>
          <p:nvPr>
            <p:ph type="title"/>
          </p:nvPr>
        </p:nvSpPr>
        <p:spPr/>
        <p:txBody>
          <a:bodyPr/>
          <a:lstStyle/>
          <a:p>
            <a:r>
              <a:rPr lang="en-US" dirty="0"/>
              <a:t>Code C</a:t>
            </a:r>
          </a:p>
        </p:txBody>
      </p:sp>
      <p:sp>
        <p:nvSpPr>
          <p:cNvPr id="7" name="Content Placeholder 6"/>
          <p:cNvSpPr>
            <a:spLocks noGrp="1"/>
          </p:cNvSpPr>
          <p:nvPr>
            <p:ph sz="quarter" idx="13"/>
          </p:nvPr>
        </p:nvSpPr>
        <p:spPr>
          <a:prstGeom prst="rect">
            <a:avLst/>
          </a:prstGeom>
        </p:spPr>
        <p:txBody>
          <a:bodyPr>
            <a:spAutoFit/>
          </a:bodyPr>
          <a:lstStyle/>
          <a:p>
            <a:pPr marL="0" indent="0">
              <a:buNone/>
            </a:pPr>
            <a:r>
              <a:rPr lang="hr-HR" sz="2400" dirty="0"/>
              <a:t>//Sắp xếp đoạn mảng A[ 1 .. r ]</a:t>
            </a:r>
          </a:p>
          <a:p>
            <a:pPr marL="0" indent="0">
              <a:buNone/>
            </a:pPr>
            <a:r>
              <a:rPr lang="en-US" sz="2400" dirty="0"/>
              <a:t>void </a:t>
            </a:r>
            <a:r>
              <a:rPr lang="en-US" sz="2400" dirty="0" err="1"/>
              <a:t>SelectionSort</a:t>
            </a:r>
            <a:r>
              <a:rPr lang="en-US" sz="2400" dirty="0"/>
              <a:t>(</a:t>
            </a:r>
            <a:r>
              <a:rPr lang="en-US" sz="2400" dirty="0" err="1"/>
              <a:t>int</a:t>
            </a:r>
            <a:r>
              <a:rPr lang="en-US" sz="2400" dirty="0"/>
              <a:t> A[], </a:t>
            </a:r>
            <a:r>
              <a:rPr lang="en-US" sz="2400" dirty="0" err="1"/>
              <a:t>int</a:t>
            </a:r>
            <a:r>
              <a:rPr lang="en-US" sz="2400" dirty="0"/>
              <a:t> </a:t>
            </a:r>
            <a:r>
              <a:rPr lang="en-US" sz="2400" dirty="0" err="1"/>
              <a:t>i</a:t>
            </a:r>
            <a:r>
              <a:rPr lang="en-US" sz="2400" dirty="0"/>
              <a:t>, </a:t>
            </a:r>
            <a:r>
              <a:rPr lang="en-US" sz="2400" dirty="0" err="1"/>
              <a:t>int</a:t>
            </a:r>
            <a:r>
              <a:rPr lang="en-US" sz="2400" dirty="0"/>
              <a:t> r)</a:t>
            </a:r>
          </a:p>
          <a:p>
            <a:pPr marL="0" indent="0">
              <a:buNone/>
            </a:pPr>
            <a:r>
              <a:rPr lang="en-US" sz="2400" dirty="0"/>
              <a:t>{</a:t>
            </a:r>
          </a:p>
          <a:p>
            <a:pPr marL="0" indent="0">
              <a:buNone/>
            </a:pPr>
            <a:r>
              <a:rPr lang="da-DK" sz="2400" dirty="0"/>
              <a:t>    for (</a:t>
            </a:r>
            <a:r>
              <a:rPr lang="da-DK" sz="2400" dirty="0" err="1"/>
              <a:t>int</a:t>
            </a:r>
            <a:r>
              <a:rPr lang="da-DK" sz="2400" dirty="0"/>
              <a:t> i = 1; i &lt; r; i++)</a:t>
            </a:r>
          </a:p>
          <a:p>
            <a:pPr marL="0" indent="0">
              <a:buNone/>
            </a:pPr>
            <a:r>
              <a:rPr lang="en-US" sz="2400" dirty="0"/>
              <a:t>    {</a:t>
            </a:r>
          </a:p>
          <a:p>
            <a:pPr marL="0" indent="0">
              <a:buNone/>
            </a:pPr>
            <a:r>
              <a:rPr lang="fr-FR" sz="2400" dirty="0"/>
              <a:t>        </a:t>
            </a:r>
            <a:r>
              <a:rPr lang="fr-FR" sz="2400" dirty="0" err="1"/>
              <a:t>int</a:t>
            </a:r>
            <a:r>
              <a:rPr lang="fr-FR" sz="2400" dirty="0"/>
              <a:t> m = i;</a:t>
            </a:r>
          </a:p>
          <a:p>
            <a:pPr marL="0" indent="0">
              <a:buNone/>
            </a:pPr>
            <a:r>
              <a:rPr lang="en-US" sz="2400" dirty="0"/>
              <a:t>        for (</a:t>
            </a:r>
            <a:r>
              <a:rPr lang="en-US" sz="2400" dirty="0" err="1"/>
              <a:t>int</a:t>
            </a:r>
            <a:r>
              <a:rPr lang="en-US" sz="2400" dirty="0"/>
              <a:t> j = </a:t>
            </a:r>
            <a:r>
              <a:rPr lang="en-US" sz="2400" dirty="0" err="1"/>
              <a:t>i</a:t>
            </a:r>
            <a:r>
              <a:rPr lang="en-US" sz="2400" dirty="0"/>
              <a:t> + 1; j &lt;= r; j++)</a:t>
            </a:r>
          </a:p>
          <a:p>
            <a:pPr marL="0" indent="0">
              <a:buNone/>
            </a:pPr>
            <a:r>
              <a:rPr lang="en-US" sz="2400" dirty="0"/>
              <a:t>            if (A[j] &lt; A[m]) m = j;       </a:t>
            </a:r>
          </a:p>
          <a:p>
            <a:pPr marL="0" indent="0">
              <a:buNone/>
            </a:pPr>
            <a:r>
              <a:rPr lang="en-US" sz="2400" dirty="0"/>
              <a:t>            if (</a:t>
            </a:r>
            <a:r>
              <a:rPr lang="en-US" sz="2400" dirty="0" err="1"/>
              <a:t>i</a:t>
            </a:r>
            <a:r>
              <a:rPr lang="en-US" sz="2400" dirty="0"/>
              <a:t> != m) swap(A[</a:t>
            </a:r>
            <a:r>
              <a:rPr lang="en-US" sz="2400" dirty="0" err="1"/>
              <a:t>i</a:t>
            </a:r>
            <a:r>
              <a:rPr lang="en-US" sz="2400" dirty="0"/>
              <a:t>], A[m]);</a:t>
            </a:r>
          </a:p>
          <a:p>
            <a:pPr marL="0" indent="0">
              <a:buNone/>
            </a:pPr>
            <a:r>
              <a:rPr lang="en-US" sz="2400" dirty="0"/>
              <a:t>    }</a:t>
            </a:r>
          </a:p>
          <a:p>
            <a:pPr marL="0" indent="0">
              <a:buNone/>
            </a:pPr>
            <a:r>
              <a:rPr lang="en-US" sz="2400" dirty="0"/>
              <a:t>}</a:t>
            </a:r>
          </a:p>
        </p:txBody>
      </p:sp>
    </p:spTree>
    <p:extLst>
      <p:ext uri="{BB962C8B-B14F-4D97-AF65-F5344CB8AC3E}">
        <p14:creationId xmlns:p14="http://schemas.microsoft.com/office/powerpoint/2010/main" val="35404798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336F27D7-C8B3-664A-A13E-3CFF280FB86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defRPr>
            </a:lvl9pPr>
          </a:lstStyle>
          <a:p>
            <a:pPr>
              <a:spcBef>
                <a:spcPct val="0"/>
              </a:spcBef>
              <a:buClrTx/>
              <a:buSzTx/>
              <a:buFontTx/>
              <a:buNone/>
            </a:pPr>
            <a:fld id="{B91A14F3-44D0-654A-B692-632F90F4C077}" type="slidenum">
              <a:rPr lang="en-US" altLang="en-US" sz="1200" smtClean="0">
                <a:latin typeface="Garamond" panose="02020404030301010803" pitchFamily="18" charset="0"/>
              </a:rPr>
              <a:pPr>
                <a:spcBef>
                  <a:spcPct val="0"/>
                </a:spcBef>
                <a:buClrTx/>
                <a:buSzTx/>
                <a:buFontTx/>
                <a:buNone/>
              </a:pPr>
              <a:t>56</a:t>
            </a:fld>
            <a:endParaRPr lang="en-US" altLang="en-US" sz="1200">
              <a:latin typeface="Garamond" panose="02020404030301010803" pitchFamily="18" charset="0"/>
            </a:endParaRPr>
          </a:p>
        </p:txBody>
      </p:sp>
      <p:sp>
        <p:nvSpPr>
          <p:cNvPr id="41987" name="Rectangle 2">
            <a:extLst>
              <a:ext uri="{FF2B5EF4-FFF2-40B4-BE49-F238E27FC236}">
                <a16:creationId xmlns:a16="http://schemas.microsoft.com/office/drawing/2014/main" id="{B8A8B045-0F01-D04F-8725-94B45CD6F643}"/>
              </a:ext>
            </a:extLst>
          </p:cNvPr>
          <p:cNvSpPr>
            <a:spLocks noGrp="1" noChangeArrowheads="1"/>
          </p:cNvSpPr>
          <p:nvPr>
            <p:ph type="title"/>
          </p:nvPr>
        </p:nvSpPr>
        <p:spPr/>
        <p:txBody>
          <a:bodyPr>
            <a:normAutofit fontScale="90000"/>
          </a:bodyPr>
          <a:lstStyle/>
          <a:p>
            <a:pPr eaLnBrk="1" hangingPunct="1"/>
            <a:r>
              <a:rPr lang="en-US" altLang="en-US"/>
              <a:t>Các phương pháp phân tích giải thuật</a:t>
            </a:r>
          </a:p>
        </p:txBody>
      </p:sp>
      <p:sp>
        <p:nvSpPr>
          <p:cNvPr id="41988" name="Rectangle 3">
            <a:extLst>
              <a:ext uri="{FF2B5EF4-FFF2-40B4-BE49-F238E27FC236}">
                <a16:creationId xmlns:a16="http://schemas.microsoft.com/office/drawing/2014/main" id="{70B56994-6C83-004A-888B-2E7A1F7CEC59}"/>
              </a:ext>
            </a:extLst>
          </p:cNvPr>
          <p:cNvSpPr>
            <a:spLocks noGrp="1" noChangeArrowheads="1"/>
          </p:cNvSpPr>
          <p:nvPr>
            <p:ph sz="quarter" idx="13"/>
          </p:nvPr>
        </p:nvSpPr>
        <p:spPr/>
        <p:txBody>
          <a:bodyPr/>
          <a:lstStyle/>
          <a:p>
            <a:pPr eaLnBrk="1" hangingPunct="1"/>
            <a:r>
              <a:rPr lang="en-US" altLang="en-US"/>
              <a:t>Xác định tính đúng đắn của GT:</a:t>
            </a:r>
          </a:p>
          <a:p>
            <a:pPr lvl="1" eaLnBrk="1" hangingPunct="1"/>
            <a:r>
              <a:rPr lang="en-US" altLang="en-US"/>
              <a:t>Chứng minh bằng quy nạp</a:t>
            </a:r>
          </a:p>
          <a:p>
            <a:pPr lvl="1" eaLnBrk="1" hangingPunct="1"/>
            <a:r>
              <a:rPr lang="en-US" altLang="en-US"/>
              <a:t>Chứng minh bằng phản ví dụ</a:t>
            </a:r>
          </a:p>
          <a:p>
            <a:pPr eaLnBrk="1" hangingPunct="1"/>
            <a:r>
              <a:rPr lang="en-US" altLang="en-US"/>
              <a:t>Ước lượng thời gian thực hiện </a:t>
            </a:r>
          </a:p>
          <a:p>
            <a:pPr lvl="1" eaLnBrk="1" hangingPunct="1"/>
            <a:r>
              <a:rPr lang="en-US" altLang="en-US"/>
              <a:t>Thủ công: dùng đồng hồ đo </a:t>
            </a:r>
          </a:p>
          <a:p>
            <a:pPr lvl="1" eaLnBrk="1" hangingPunct="1"/>
            <a:r>
              <a:rPr lang="en-US" altLang="en-US"/>
              <a:t>Lý thuyết: xác định độ phức tạp của GT</a:t>
            </a:r>
          </a:p>
          <a:p>
            <a:pPr eaLnBrk="1" hangingPunct="1"/>
            <a:r>
              <a:rPr lang="en-US" altLang="en-US"/>
              <a:t>Ước lượng kích thước bộ nhớ</a:t>
            </a:r>
          </a:p>
        </p:txBody>
      </p:sp>
    </p:spTree>
    <p:extLst>
      <p:ext uri="{BB962C8B-B14F-4D97-AF65-F5344CB8AC3E}">
        <p14:creationId xmlns:p14="http://schemas.microsoft.com/office/powerpoint/2010/main" val="19104458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57</a:t>
            </a:fld>
            <a:endParaRPr lang="en-US"/>
          </a:p>
        </p:txBody>
      </p:sp>
      <p:sp>
        <p:nvSpPr>
          <p:cNvPr id="8" name="Title 7"/>
          <p:cNvSpPr>
            <a:spLocks noGrp="1"/>
          </p:cNvSpPr>
          <p:nvPr>
            <p:ph type="title"/>
          </p:nvPr>
        </p:nvSpPr>
        <p:spPr/>
        <p:txBody>
          <a:bodyPr/>
          <a:lstStyle/>
          <a:p>
            <a:r>
              <a:rPr lang="en-US" dirty="0" err="1"/>
              <a:t>Đánh</a:t>
            </a:r>
            <a:r>
              <a:rPr lang="en-US" dirty="0"/>
              <a:t> </a:t>
            </a:r>
            <a:r>
              <a:rPr lang="en-US" dirty="0" err="1"/>
              <a:t>giá</a:t>
            </a:r>
            <a:r>
              <a:rPr lang="en-US" dirty="0"/>
              <a:t> </a:t>
            </a:r>
            <a:r>
              <a:rPr lang="en-US" dirty="0" err="1"/>
              <a:t>giải</a:t>
            </a:r>
            <a:r>
              <a:rPr lang="en-US" dirty="0"/>
              <a:t> </a:t>
            </a:r>
            <a:r>
              <a:rPr lang="en-US" dirty="0" err="1"/>
              <a:t>thuật</a:t>
            </a:r>
            <a:endParaRPr lang="en-US" dirty="0"/>
          </a:p>
        </p:txBody>
      </p:sp>
      <p:sp>
        <p:nvSpPr>
          <p:cNvPr id="9" name="Content Placeholder 8"/>
          <p:cNvSpPr>
            <a:spLocks noGrp="1"/>
          </p:cNvSpPr>
          <p:nvPr>
            <p:ph sz="quarter" idx="13"/>
          </p:nvPr>
        </p:nvSpPr>
        <p:spPr/>
        <p:txBody>
          <a:bodyPr/>
          <a:lstStyle/>
          <a:p>
            <a:r>
              <a:rPr lang="en-US" dirty="0" err="1"/>
              <a:t>Dựa</a:t>
            </a:r>
            <a:r>
              <a:rPr lang="en-US" dirty="0"/>
              <a:t> </a:t>
            </a:r>
            <a:r>
              <a:rPr lang="en-US" dirty="0" err="1"/>
              <a:t>trên</a:t>
            </a:r>
            <a:r>
              <a:rPr lang="en-US" dirty="0"/>
              <a:t> </a:t>
            </a:r>
            <a:r>
              <a:rPr lang="en-US" dirty="0" err="1"/>
              <a:t>hai</a:t>
            </a:r>
            <a:r>
              <a:rPr lang="en-US" dirty="0"/>
              <a:t> </a:t>
            </a:r>
            <a:r>
              <a:rPr lang="en-US" dirty="0" err="1"/>
              <a:t>yếu</a:t>
            </a:r>
            <a:r>
              <a:rPr lang="en-US" dirty="0"/>
              <a:t> </a:t>
            </a:r>
            <a:r>
              <a:rPr lang="en-US" dirty="0" err="1"/>
              <a:t>tố</a:t>
            </a:r>
            <a:endParaRPr lang="en-US" dirty="0"/>
          </a:p>
          <a:p>
            <a:pPr lvl="1"/>
            <a:r>
              <a:rPr lang="en-US" dirty="0" err="1"/>
              <a:t>Không</a:t>
            </a:r>
            <a:r>
              <a:rPr lang="en-US" dirty="0"/>
              <a:t> </a:t>
            </a:r>
            <a:r>
              <a:rPr lang="en-US" dirty="0" err="1"/>
              <a:t>gian</a:t>
            </a:r>
            <a:r>
              <a:rPr lang="en-US" dirty="0"/>
              <a:t> </a:t>
            </a:r>
            <a:r>
              <a:rPr lang="en-US" dirty="0" err="1"/>
              <a:t>nhớ</a:t>
            </a:r>
            <a:r>
              <a:rPr lang="en-US" dirty="0"/>
              <a:t> </a:t>
            </a:r>
            <a:r>
              <a:rPr lang="en-US" dirty="0" err="1"/>
              <a:t>cho</a:t>
            </a:r>
            <a:r>
              <a:rPr lang="en-US" dirty="0"/>
              <a:t> </a:t>
            </a:r>
            <a:r>
              <a:rPr lang="en-US" dirty="0" err="1"/>
              <a:t>cấu</a:t>
            </a:r>
            <a:r>
              <a:rPr lang="en-US" dirty="0"/>
              <a:t> </a:t>
            </a:r>
            <a:r>
              <a:rPr lang="en-US" dirty="0" err="1"/>
              <a:t>trúc</a:t>
            </a:r>
            <a:r>
              <a:rPr lang="en-US" dirty="0"/>
              <a:t> </a:t>
            </a:r>
            <a:r>
              <a:rPr lang="en-US" dirty="0" err="1"/>
              <a:t>lưu</a:t>
            </a:r>
            <a:r>
              <a:rPr lang="en-US" dirty="0"/>
              <a:t> </a:t>
            </a:r>
            <a:r>
              <a:rPr lang="en-US" dirty="0" err="1"/>
              <a:t>trữ</a:t>
            </a:r>
            <a:endParaRPr lang="en-US" dirty="0"/>
          </a:p>
          <a:p>
            <a:pPr lvl="1"/>
            <a:r>
              <a:rPr lang="en-US" dirty="0" err="1"/>
              <a:t>Thời</a:t>
            </a:r>
            <a:r>
              <a:rPr lang="en-US" dirty="0"/>
              <a:t> </a:t>
            </a:r>
            <a:r>
              <a:rPr lang="en-US" dirty="0" err="1"/>
              <a:t>gian</a:t>
            </a:r>
            <a:r>
              <a:rPr lang="en-US" dirty="0"/>
              <a:t> </a:t>
            </a:r>
            <a:r>
              <a:rPr lang="en-US" dirty="0" err="1"/>
              <a:t>thực</a:t>
            </a:r>
            <a:r>
              <a:rPr lang="en-US" dirty="0"/>
              <a:t> </a:t>
            </a:r>
            <a:r>
              <a:rPr lang="en-US" dirty="0" err="1"/>
              <a:t>hiện</a:t>
            </a:r>
            <a:r>
              <a:rPr lang="en-US" dirty="0"/>
              <a:t> </a:t>
            </a:r>
          </a:p>
          <a:p>
            <a:r>
              <a:rPr lang="en-US" dirty="0" err="1"/>
              <a:t>Thế</a:t>
            </a:r>
            <a:r>
              <a:rPr lang="en-US" dirty="0"/>
              <a:t> </a:t>
            </a:r>
            <a:r>
              <a:rPr lang="en-US" dirty="0" err="1"/>
              <a:t>nào</a:t>
            </a:r>
            <a:r>
              <a:rPr lang="en-US" dirty="0"/>
              <a:t> </a:t>
            </a:r>
            <a:r>
              <a:rPr lang="en-US" dirty="0" err="1"/>
              <a:t>là</a:t>
            </a:r>
            <a:r>
              <a:rPr lang="en-US" dirty="0"/>
              <a:t> </a:t>
            </a:r>
            <a:r>
              <a:rPr lang="en-US" dirty="0" err="1"/>
              <a:t>giải</a:t>
            </a:r>
            <a:r>
              <a:rPr lang="en-US" dirty="0"/>
              <a:t> </a:t>
            </a:r>
            <a:r>
              <a:rPr lang="en-US" dirty="0" err="1"/>
              <a:t>thuật</a:t>
            </a:r>
            <a:r>
              <a:rPr lang="en-US" dirty="0"/>
              <a:t> </a:t>
            </a:r>
            <a:r>
              <a:rPr lang="en-US" i="1" dirty="0" err="1">
                <a:solidFill>
                  <a:srgbClr val="FF6600"/>
                </a:solidFill>
              </a:rPr>
              <a:t>tốt</a:t>
            </a:r>
            <a:r>
              <a:rPr lang="en-US" i="1" dirty="0">
                <a:solidFill>
                  <a:srgbClr val="FF6600"/>
                </a:solidFill>
              </a:rPr>
              <a:t>, </a:t>
            </a:r>
            <a:r>
              <a:rPr lang="en-US" i="1" dirty="0" err="1">
                <a:solidFill>
                  <a:srgbClr val="FF6600"/>
                </a:solidFill>
              </a:rPr>
              <a:t>tốt</a:t>
            </a:r>
            <a:r>
              <a:rPr lang="en-US" i="1" dirty="0">
                <a:solidFill>
                  <a:srgbClr val="FF6600"/>
                </a:solidFill>
              </a:rPr>
              <a:t> </a:t>
            </a:r>
            <a:r>
              <a:rPr lang="en-US" i="1" dirty="0" err="1">
                <a:solidFill>
                  <a:srgbClr val="FF6600"/>
                </a:solidFill>
              </a:rPr>
              <a:t>nhất</a:t>
            </a:r>
            <a:r>
              <a:rPr lang="en-US" i="1" dirty="0">
                <a:solidFill>
                  <a:srgbClr val="FF6600"/>
                </a:solidFill>
              </a:rPr>
              <a:t>, </a:t>
            </a:r>
            <a:r>
              <a:rPr lang="en-US" i="1" dirty="0" err="1">
                <a:solidFill>
                  <a:srgbClr val="FF6600"/>
                </a:solidFill>
              </a:rPr>
              <a:t>không</a:t>
            </a:r>
            <a:r>
              <a:rPr lang="en-US" i="1" dirty="0">
                <a:solidFill>
                  <a:srgbClr val="FF6600"/>
                </a:solidFill>
              </a:rPr>
              <a:t> </a:t>
            </a:r>
            <a:r>
              <a:rPr lang="en-US" i="1" dirty="0" err="1">
                <a:solidFill>
                  <a:srgbClr val="FF6600"/>
                </a:solidFill>
              </a:rPr>
              <a:t>tốt</a:t>
            </a:r>
            <a:r>
              <a:rPr lang="en-US" i="1" dirty="0">
                <a:solidFill>
                  <a:srgbClr val="FF6600"/>
                </a:solidFill>
              </a:rPr>
              <a:t>?</a:t>
            </a:r>
          </a:p>
        </p:txBody>
      </p:sp>
    </p:spTree>
    <p:extLst>
      <p:ext uri="{BB962C8B-B14F-4D97-AF65-F5344CB8AC3E}">
        <p14:creationId xmlns:p14="http://schemas.microsoft.com/office/powerpoint/2010/main" val="6462941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58</a:t>
            </a:fld>
            <a:endParaRPr lang="en-US"/>
          </a:p>
        </p:txBody>
      </p:sp>
      <p:sp>
        <p:nvSpPr>
          <p:cNvPr id="2" name="Title 1"/>
          <p:cNvSpPr>
            <a:spLocks noGrp="1"/>
          </p:cNvSpPr>
          <p:nvPr>
            <p:ph type="title"/>
          </p:nvPr>
        </p:nvSpPr>
        <p:spPr/>
        <p:txBody>
          <a:bodyPr/>
          <a:lstStyle/>
          <a:p>
            <a:r>
              <a:rPr lang="en-US" dirty="0" err="1"/>
              <a:t>Đánh</a:t>
            </a:r>
            <a:r>
              <a:rPr lang="en-US" dirty="0"/>
              <a:t> </a:t>
            </a:r>
            <a:r>
              <a:rPr lang="en-US" dirty="0" err="1"/>
              <a:t>giá</a:t>
            </a:r>
            <a:r>
              <a:rPr lang="en-US" dirty="0"/>
              <a:t> </a:t>
            </a:r>
            <a:r>
              <a:rPr lang="en-US" dirty="0" err="1"/>
              <a:t>theo</a:t>
            </a:r>
            <a:r>
              <a:rPr lang="en-US" dirty="0"/>
              <a:t> </a:t>
            </a:r>
            <a:r>
              <a:rPr lang="en-US" dirty="0" err="1"/>
              <a:t>thời</a:t>
            </a:r>
            <a:r>
              <a:rPr lang="en-US" dirty="0"/>
              <a:t> </a:t>
            </a:r>
            <a:r>
              <a:rPr lang="en-US" dirty="0" err="1"/>
              <a:t>gian</a:t>
            </a:r>
            <a:r>
              <a:rPr lang="en-US" dirty="0"/>
              <a:t> </a:t>
            </a:r>
            <a:r>
              <a:rPr lang="en-US" dirty="0" err="1"/>
              <a:t>thực</a:t>
            </a:r>
            <a:r>
              <a:rPr lang="en-US" dirty="0"/>
              <a:t> </a:t>
            </a:r>
            <a:r>
              <a:rPr lang="en-US" dirty="0" err="1"/>
              <a:t>thi</a:t>
            </a:r>
            <a:endParaRPr lang="en-US" dirty="0"/>
          </a:p>
        </p:txBody>
      </p:sp>
      <p:sp>
        <p:nvSpPr>
          <p:cNvPr id="3" name="Content Placeholder 2"/>
          <p:cNvSpPr>
            <a:spLocks noGrp="1"/>
          </p:cNvSpPr>
          <p:nvPr>
            <p:ph sz="quarter" idx="13"/>
          </p:nvPr>
        </p:nvSpPr>
        <p:spPr/>
        <p:txBody>
          <a:bodyPr>
            <a:normAutofit/>
          </a:bodyPr>
          <a:lstStyle/>
          <a:p>
            <a:r>
              <a:rPr lang="en-US" dirty="0" err="1"/>
              <a:t>Các</a:t>
            </a:r>
            <a:r>
              <a:rPr lang="en-US" dirty="0"/>
              <a:t> </a:t>
            </a:r>
            <a:r>
              <a:rPr lang="en-US" dirty="0" err="1"/>
              <a:t>yếu</a:t>
            </a:r>
            <a:r>
              <a:rPr lang="en-US" dirty="0"/>
              <a:t> </a:t>
            </a:r>
            <a:r>
              <a:rPr lang="en-US" dirty="0" err="1"/>
              <a:t>tố</a:t>
            </a:r>
            <a:r>
              <a:rPr lang="en-US" dirty="0"/>
              <a:t> </a:t>
            </a:r>
            <a:r>
              <a:rPr lang="en-US" dirty="0" err="1"/>
              <a:t>ảnh</a:t>
            </a:r>
            <a:r>
              <a:rPr lang="en-US" dirty="0"/>
              <a:t> </a:t>
            </a:r>
            <a:r>
              <a:rPr lang="en-US" dirty="0" err="1"/>
              <a:t>hưởng</a:t>
            </a:r>
            <a:r>
              <a:rPr lang="en-US" dirty="0"/>
              <a:t> </a:t>
            </a:r>
            <a:r>
              <a:rPr lang="en-US" dirty="0" err="1"/>
              <a:t>đến</a:t>
            </a:r>
            <a:r>
              <a:rPr lang="en-US" dirty="0"/>
              <a:t> </a:t>
            </a:r>
            <a:r>
              <a:rPr lang="en-US" dirty="0" err="1"/>
              <a:t>thời</a:t>
            </a:r>
            <a:r>
              <a:rPr lang="en-US" dirty="0"/>
              <a:t> </a:t>
            </a:r>
            <a:r>
              <a:rPr lang="en-US" dirty="0" err="1"/>
              <a:t>gian</a:t>
            </a:r>
            <a:r>
              <a:rPr lang="en-US" dirty="0"/>
              <a:t> </a:t>
            </a:r>
            <a:r>
              <a:rPr lang="en-US" dirty="0" err="1"/>
              <a:t>thực</a:t>
            </a:r>
            <a:r>
              <a:rPr lang="en-US" dirty="0"/>
              <a:t> </a:t>
            </a:r>
            <a:r>
              <a:rPr lang="en-US" dirty="0" err="1"/>
              <a:t>thi</a:t>
            </a:r>
            <a:endParaRPr lang="en-US" dirty="0"/>
          </a:p>
          <a:p>
            <a:pPr lvl="1"/>
            <a:r>
              <a:rPr lang="en-US" dirty="0" err="1"/>
              <a:t>Cấu</a:t>
            </a:r>
            <a:r>
              <a:rPr lang="en-US" dirty="0"/>
              <a:t> </a:t>
            </a:r>
            <a:r>
              <a:rPr lang="en-US" dirty="0" err="1"/>
              <a:t>trúc</a:t>
            </a:r>
            <a:r>
              <a:rPr lang="en-US" dirty="0"/>
              <a:t> </a:t>
            </a:r>
            <a:r>
              <a:rPr lang="en-US" dirty="0" err="1"/>
              <a:t>máy</a:t>
            </a:r>
            <a:r>
              <a:rPr lang="en-US" dirty="0"/>
              <a:t> </a:t>
            </a:r>
            <a:r>
              <a:rPr lang="en-US" dirty="0" err="1"/>
              <a:t>tính</a:t>
            </a:r>
            <a:endParaRPr lang="en-US" dirty="0"/>
          </a:p>
          <a:p>
            <a:pPr lvl="1"/>
            <a:r>
              <a:rPr lang="en-US" dirty="0" err="1"/>
              <a:t>Hệ</a:t>
            </a:r>
            <a:r>
              <a:rPr lang="en-US" dirty="0"/>
              <a:t> </a:t>
            </a:r>
            <a:r>
              <a:rPr lang="en-US" dirty="0" err="1"/>
              <a:t>điều</a:t>
            </a:r>
            <a:r>
              <a:rPr lang="en-US" dirty="0"/>
              <a:t> </a:t>
            </a:r>
            <a:r>
              <a:rPr lang="en-US" dirty="0" err="1"/>
              <a:t>hành</a:t>
            </a:r>
            <a:endParaRPr lang="en-US" dirty="0"/>
          </a:p>
          <a:p>
            <a:pPr lvl="1"/>
            <a:r>
              <a:rPr lang="en-US" dirty="0" err="1"/>
              <a:t>Ngôn</a:t>
            </a:r>
            <a:r>
              <a:rPr lang="en-US" dirty="0"/>
              <a:t> </a:t>
            </a:r>
            <a:r>
              <a:rPr lang="en-US" dirty="0" err="1"/>
              <a:t>ngữ</a:t>
            </a:r>
            <a:r>
              <a:rPr lang="en-US" dirty="0"/>
              <a:t> </a:t>
            </a:r>
            <a:r>
              <a:rPr lang="en-US" dirty="0" err="1"/>
              <a:t>lập</a:t>
            </a:r>
            <a:r>
              <a:rPr lang="en-US" dirty="0"/>
              <a:t> </a:t>
            </a:r>
            <a:r>
              <a:rPr lang="en-US" dirty="0" err="1"/>
              <a:t>trình</a:t>
            </a:r>
            <a:r>
              <a:rPr lang="en-US" dirty="0"/>
              <a:t> </a:t>
            </a:r>
          </a:p>
          <a:p>
            <a:r>
              <a:rPr lang="en-US" dirty="0" err="1"/>
              <a:t>Thời</a:t>
            </a:r>
            <a:r>
              <a:rPr lang="en-US" dirty="0"/>
              <a:t> </a:t>
            </a:r>
            <a:r>
              <a:rPr lang="en-US" dirty="0" err="1"/>
              <a:t>gian</a:t>
            </a:r>
            <a:r>
              <a:rPr lang="en-US" dirty="0"/>
              <a:t> </a:t>
            </a:r>
            <a:r>
              <a:rPr lang="en-US" dirty="0" err="1"/>
              <a:t>thực</a:t>
            </a:r>
            <a:r>
              <a:rPr lang="en-US" dirty="0"/>
              <a:t> </a:t>
            </a:r>
            <a:r>
              <a:rPr lang="en-US" dirty="0" err="1"/>
              <a:t>thi</a:t>
            </a:r>
            <a:r>
              <a:rPr lang="en-US" dirty="0"/>
              <a:t> </a:t>
            </a:r>
            <a:r>
              <a:rPr lang="en-US" dirty="0" err="1"/>
              <a:t>phụ</a:t>
            </a:r>
            <a:r>
              <a:rPr lang="en-US" dirty="0"/>
              <a:t> </a:t>
            </a:r>
            <a:r>
              <a:rPr lang="en-US" dirty="0" err="1"/>
              <a:t>thuộc</a:t>
            </a:r>
            <a:r>
              <a:rPr lang="en-US" dirty="0"/>
              <a:t> </a:t>
            </a:r>
            <a:r>
              <a:rPr lang="en-US" dirty="0" err="1"/>
              <a:t>vào</a:t>
            </a:r>
            <a:r>
              <a:rPr lang="en-US" dirty="0"/>
              <a:t> </a:t>
            </a:r>
            <a:r>
              <a:rPr lang="en-US" dirty="0" err="1"/>
              <a:t>kích</a:t>
            </a:r>
            <a:r>
              <a:rPr lang="en-US" dirty="0"/>
              <a:t> </a:t>
            </a:r>
            <a:r>
              <a:rPr lang="en-US" dirty="0" err="1"/>
              <a:t>thước</a:t>
            </a:r>
            <a:r>
              <a:rPr lang="en-US" dirty="0"/>
              <a:t> </a:t>
            </a:r>
            <a:r>
              <a:rPr lang="en-US" dirty="0" err="1"/>
              <a:t>dữ</a:t>
            </a:r>
            <a:r>
              <a:rPr lang="en-US" dirty="0"/>
              <a:t> </a:t>
            </a:r>
            <a:r>
              <a:rPr lang="en-US" dirty="0" err="1"/>
              <a:t>liệu</a:t>
            </a:r>
            <a:r>
              <a:rPr lang="en-US" dirty="0"/>
              <a:t> </a:t>
            </a:r>
            <a:r>
              <a:rPr lang="en-US" dirty="0" err="1"/>
              <a:t>và</a:t>
            </a:r>
            <a:r>
              <a:rPr lang="en-US" dirty="0"/>
              <a:t> </a:t>
            </a:r>
            <a:r>
              <a:rPr lang="en-US" dirty="0" err="1"/>
              <a:t>số</a:t>
            </a:r>
            <a:r>
              <a:rPr lang="en-US" dirty="0"/>
              <a:t> </a:t>
            </a:r>
            <a:r>
              <a:rPr lang="en-US" dirty="0" err="1"/>
              <a:t>lệnh</a:t>
            </a:r>
            <a:r>
              <a:rPr lang="en-US" dirty="0"/>
              <a:t> </a:t>
            </a:r>
            <a:r>
              <a:rPr lang="en-US" dirty="0" err="1"/>
              <a:t>thực</a:t>
            </a:r>
            <a:r>
              <a:rPr lang="en-US" dirty="0"/>
              <a:t> </a:t>
            </a:r>
            <a:r>
              <a:rPr lang="en-US" dirty="0" err="1"/>
              <a:t>hiện</a:t>
            </a:r>
            <a:r>
              <a:rPr lang="en-US" dirty="0"/>
              <a:t>.</a:t>
            </a:r>
          </a:p>
        </p:txBody>
      </p:sp>
    </p:spTree>
    <p:extLst>
      <p:ext uri="{BB962C8B-B14F-4D97-AF65-F5344CB8AC3E}">
        <p14:creationId xmlns:p14="http://schemas.microsoft.com/office/powerpoint/2010/main" val="83460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dirty="0"/>
              <a:t>Cấu trúc dữ liệu và giải thuật</a:t>
            </a:r>
            <a:endParaRPr lang="en-US" dirty="0"/>
          </a:p>
        </p:txBody>
      </p:sp>
      <p:sp>
        <p:nvSpPr>
          <p:cNvPr id="6" name="Slide Number Placeholder 5"/>
          <p:cNvSpPr>
            <a:spLocks noGrp="1"/>
          </p:cNvSpPr>
          <p:nvPr>
            <p:ph type="sldNum" sz="quarter" idx="12"/>
          </p:nvPr>
        </p:nvSpPr>
        <p:spPr/>
        <p:txBody>
          <a:bodyPr/>
          <a:lstStyle/>
          <a:p>
            <a:fld id="{BA7BC09B-FE30-A349-B1D2-5A364F511F98}" type="slidenum">
              <a:rPr lang="en-US" smtClean="0"/>
              <a:t>59</a:t>
            </a:fld>
            <a:endParaRPr lang="en-US" dirty="0"/>
          </a:p>
        </p:txBody>
      </p:sp>
      <p:sp>
        <p:nvSpPr>
          <p:cNvPr id="2" name="Title 1"/>
          <p:cNvSpPr>
            <a:spLocks noGrp="1"/>
          </p:cNvSpPr>
          <p:nvPr>
            <p:ph type="title"/>
          </p:nvPr>
        </p:nvSpPr>
        <p:spPr/>
        <p:txBody>
          <a:bodyPr/>
          <a:lstStyle/>
          <a:p>
            <a:r>
              <a:rPr lang="en-US" dirty="0" err="1"/>
              <a:t>Thời</a:t>
            </a:r>
            <a:r>
              <a:rPr lang="en-US" dirty="0"/>
              <a:t> </a:t>
            </a:r>
            <a:r>
              <a:rPr lang="en-US" dirty="0" err="1"/>
              <a:t>gian</a:t>
            </a:r>
            <a:r>
              <a:rPr lang="en-US" dirty="0"/>
              <a:t> </a:t>
            </a:r>
            <a:r>
              <a:rPr lang="en-US" dirty="0" err="1"/>
              <a:t>thực</a:t>
            </a:r>
            <a:r>
              <a:rPr lang="en-US" dirty="0"/>
              <a:t> </a:t>
            </a:r>
            <a:r>
              <a:rPr lang="en-US" dirty="0" err="1"/>
              <a:t>hiện</a:t>
            </a:r>
            <a:r>
              <a:rPr lang="en-US" dirty="0"/>
              <a:t> </a:t>
            </a:r>
            <a:r>
              <a:rPr lang="en-US" dirty="0" err="1"/>
              <a:t>giải</a:t>
            </a:r>
            <a:r>
              <a:rPr lang="en-US" dirty="0"/>
              <a:t> </a:t>
            </a:r>
            <a:r>
              <a:rPr lang="en-US" dirty="0" err="1"/>
              <a:t>thuật</a:t>
            </a:r>
            <a:endParaRPr lang="en-US" dirty="0"/>
          </a:p>
        </p:txBody>
      </p:sp>
      <p:sp>
        <p:nvSpPr>
          <p:cNvPr id="7" name="Content Placeholder 6"/>
          <p:cNvSpPr>
            <a:spLocks noGrp="1"/>
          </p:cNvSpPr>
          <p:nvPr>
            <p:ph sz="quarter" idx="13"/>
          </p:nvPr>
        </p:nvSpPr>
        <p:spPr/>
        <p:txBody>
          <a:bodyPr/>
          <a:lstStyle/>
          <a:p>
            <a:r>
              <a:rPr lang="en-US" dirty="0" err="1"/>
              <a:t>Thời</a:t>
            </a:r>
            <a:r>
              <a:rPr lang="en-US" dirty="0"/>
              <a:t> </a:t>
            </a:r>
            <a:r>
              <a:rPr lang="en-US" dirty="0" err="1"/>
              <a:t>gian</a:t>
            </a:r>
            <a:r>
              <a:rPr lang="en-US" dirty="0"/>
              <a:t> </a:t>
            </a:r>
            <a:r>
              <a:rPr lang="en-US" dirty="0" err="1"/>
              <a:t>thực</a:t>
            </a:r>
            <a:r>
              <a:rPr lang="en-US" dirty="0"/>
              <a:t> </a:t>
            </a:r>
            <a:r>
              <a:rPr lang="en-US" dirty="0" err="1"/>
              <a:t>hiện</a:t>
            </a:r>
            <a:r>
              <a:rPr lang="en-US" dirty="0"/>
              <a:t> </a:t>
            </a:r>
            <a:r>
              <a:rPr lang="en-US" dirty="0" err="1"/>
              <a:t>giải</a:t>
            </a:r>
            <a:r>
              <a:rPr lang="en-US" dirty="0"/>
              <a:t> </a:t>
            </a:r>
            <a:r>
              <a:rPr lang="en-US" dirty="0" err="1"/>
              <a:t>thuật</a:t>
            </a:r>
            <a:r>
              <a:rPr lang="en-US" dirty="0"/>
              <a:t> </a:t>
            </a:r>
            <a:r>
              <a:rPr lang="en-US" dirty="0" err="1"/>
              <a:t>của</a:t>
            </a:r>
            <a:r>
              <a:rPr lang="en-US" dirty="0"/>
              <a:t> </a:t>
            </a:r>
            <a:r>
              <a:rPr lang="en-US" dirty="0" err="1"/>
              <a:t>hàm</a:t>
            </a:r>
            <a:r>
              <a:rPr lang="en-US" dirty="0"/>
              <a:t> </a:t>
            </a:r>
            <a:r>
              <a:rPr lang="en-US" dirty="0" err="1"/>
              <a:t>số</a:t>
            </a:r>
            <a:r>
              <a:rPr lang="en-US" dirty="0"/>
              <a:t>  </a:t>
            </a:r>
            <a:r>
              <a:rPr lang="en-US" dirty="0" err="1"/>
              <a:t>có</a:t>
            </a:r>
            <a:r>
              <a:rPr lang="en-US" dirty="0"/>
              <a:t> </a:t>
            </a:r>
            <a:r>
              <a:rPr lang="en-US" dirty="0" err="1"/>
              <a:t>kích</a:t>
            </a:r>
            <a:r>
              <a:rPr lang="en-US" dirty="0"/>
              <a:t> </a:t>
            </a:r>
            <a:r>
              <a:rPr lang="en-US" dirty="0" err="1"/>
              <a:t>thước</a:t>
            </a:r>
            <a:r>
              <a:rPr lang="en-US" dirty="0"/>
              <a:t> </a:t>
            </a:r>
            <a:r>
              <a:rPr lang="en-US" dirty="0" err="1"/>
              <a:t>dữ</a:t>
            </a:r>
            <a:r>
              <a:rPr lang="en-US" dirty="0"/>
              <a:t> </a:t>
            </a:r>
            <a:r>
              <a:rPr lang="en-US" dirty="0" err="1"/>
              <a:t>liệu</a:t>
            </a:r>
            <a:r>
              <a:rPr lang="en-US" dirty="0">
                <a:solidFill>
                  <a:srgbClr val="FF0000"/>
                </a:solidFill>
              </a:rPr>
              <a:t> n </a:t>
            </a:r>
            <a:r>
              <a:rPr lang="en-US" dirty="0" err="1"/>
              <a:t>là</a:t>
            </a:r>
            <a:r>
              <a:rPr lang="en-US" dirty="0"/>
              <a:t>: </a:t>
            </a:r>
            <a:r>
              <a:rPr lang="en-US" dirty="0">
                <a:solidFill>
                  <a:srgbClr val="FF0000"/>
                </a:solidFill>
              </a:rPr>
              <a:t>T(n) </a:t>
            </a:r>
          </a:p>
          <a:p>
            <a:r>
              <a:rPr lang="en-US" dirty="0">
                <a:solidFill>
                  <a:srgbClr val="FF0000"/>
                </a:solidFill>
              </a:rPr>
              <a:t>n : </a:t>
            </a:r>
            <a:r>
              <a:rPr lang="en-US" dirty="0" err="1">
                <a:solidFill>
                  <a:srgbClr val="FF0000"/>
                </a:solidFill>
              </a:rPr>
              <a:t>là</a:t>
            </a:r>
            <a:r>
              <a:rPr lang="en-US" dirty="0">
                <a:solidFill>
                  <a:srgbClr val="FF0000"/>
                </a:solidFill>
              </a:rPr>
              <a:t> </a:t>
            </a:r>
            <a:r>
              <a:rPr lang="en-US" dirty="0" err="1">
                <a:solidFill>
                  <a:srgbClr val="FF0000"/>
                </a:solidFill>
              </a:rPr>
              <a:t>kích</a:t>
            </a:r>
            <a:r>
              <a:rPr lang="en-US" dirty="0">
                <a:solidFill>
                  <a:srgbClr val="FF0000"/>
                </a:solidFill>
              </a:rPr>
              <a:t> </a:t>
            </a:r>
            <a:r>
              <a:rPr lang="en-US" dirty="0" err="1">
                <a:solidFill>
                  <a:srgbClr val="FF0000"/>
                </a:solidFill>
              </a:rPr>
              <a:t>thước</a:t>
            </a:r>
            <a:r>
              <a:rPr lang="en-US" dirty="0">
                <a:solidFill>
                  <a:srgbClr val="FF0000"/>
                </a:solidFill>
              </a:rPr>
              <a:t> </a:t>
            </a:r>
            <a:r>
              <a:rPr lang="en-US" dirty="0" err="1">
                <a:solidFill>
                  <a:srgbClr val="FF0000"/>
                </a:solidFill>
              </a:rPr>
              <a:t>của</a:t>
            </a:r>
            <a:r>
              <a:rPr lang="en-US" dirty="0">
                <a:solidFill>
                  <a:srgbClr val="FF0000"/>
                </a:solidFill>
              </a:rPr>
              <a:t> </a:t>
            </a:r>
            <a:r>
              <a:rPr lang="en-US" dirty="0" err="1">
                <a:solidFill>
                  <a:srgbClr val="FF0000"/>
                </a:solidFill>
              </a:rPr>
              <a:t>bộ</a:t>
            </a:r>
            <a:r>
              <a:rPr lang="en-US" dirty="0">
                <a:solidFill>
                  <a:srgbClr val="FF0000"/>
                </a:solidFill>
              </a:rPr>
              <a:t> </a:t>
            </a:r>
            <a:r>
              <a:rPr lang="en-US" dirty="0" err="1">
                <a:solidFill>
                  <a:srgbClr val="FF0000"/>
                </a:solidFill>
              </a:rPr>
              <a:t>dữ</a:t>
            </a:r>
            <a:r>
              <a:rPr lang="en-US" dirty="0">
                <a:solidFill>
                  <a:srgbClr val="FF0000"/>
                </a:solidFill>
              </a:rPr>
              <a:t> </a:t>
            </a:r>
            <a:r>
              <a:rPr lang="en-US" dirty="0" err="1">
                <a:solidFill>
                  <a:srgbClr val="FF0000"/>
                </a:solidFill>
              </a:rPr>
              <a:t>liệu</a:t>
            </a:r>
            <a:r>
              <a:rPr lang="en-US" dirty="0">
                <a:solidFill>
                  <a:srgbClr val="FF0000"/>
                </a:solidFill>
              </a:rPr>
              <a:t>. </a:t>
            </a:r>
            <a:r>
              <a:rPr lang="en-US" dirty="0" err="1">
                <a:solidFill>
                  <a:srgbClr val="FF0000"/>
                </a:solidFill>
              </a:rPr>
              <a:t>Việc</a:t>
            </a:r>
            <a:r>
              <a:rPr lang="en-US" dirty="0">
                <a:solidFill>
                  <a:srgbClr val="FF0000"/>
                </a:solidFill>
              </a:rPr>
              <a:t> </a:t>
            </a:r>
            <a:r>
              <a:rPr lang="en-US" dirty="0" err="1">
                <a:solidFill>
                  <a:srgbClr val="FF0000"/>
                </a:solidFill>
              </a:rPr>
              <a:t>xác</a:t>
            </a:r>
            <a:r>
              <a:rPr lang="en-US" dirty="0">
                <a:solidFill>
                  <a:srgbClr val="FF0000"/>
                </a:solidFill>
              </a:rPr>
              <a:t> </a:t>
            </a:r>
            <a:r>
              <a:rPr lang="en-US" dirty="0" err="1">
                <a:solidFill>
                  <a:srgbClr val="FF0000"/>
                </a:solidFill>
              </a:rPr>
              <a:t>định</a:t>
            </a:r>
            <a:r>
              <a:rPr lang="en-US" dirty="0">
                <a:solidFill>
                  <a:srgbClr val="FF0000"/>
                </a:solidFill>
              </a:rPr>
              <a:t> n </a:t>
            </a:r>
            <a:r>
              <a:rPr lang="en-US" dirty="0" err="1">
                <a:solidFill>
                  <a:srgbClr val="FF0000"/>
                </a:solidFill>
              </a:rPr>
              <a:t>tùy</a:t>
            </a:r>
            <a:r>
              <a:rPr lang="en-US" dirty="0">
                <a:solidFill>
                  <a:srgbClr val="FF0000"/>
                </a:solidFill>
              </a:rPr>
              <a:t> </a:t>
            </a:r>
            <a:r>
              <a:rPr lang="en-US" dirty="0" err="1">
                <a:solidFill>
                  <a:srgbClr val="FF0000"/>
                </a:solidFill>
              </a:rPr>
              <a:t>thuộc</a:t>
            </a:r>
            <a:r>
              <a:rPr lang="en-US" dirty="0">
                <a:solidFill>
                  <a:srgbClr val="FF0000"/>
                </a:solidFill>
              </a:rPr>
              <a:t> </a:t>
            </a:r>
            <a:r>
              <a:rPr lang="en-US" dirty="0" err="1">
                <a:solidFill>
                  <a:srgbClr val="FF0000"/>
                </a:solidFill>
              </a:rPr>
              <a:t>vào</a:t>
            </a:r>
            <a:r>
              <a:rPr lang="en-US" dirty="0">
                <a:solidFill>
                  <a:srgbClr val="FF0000"/>
                </a:solidFill>
              </a:rPr>
              <a:t> </a:t>
            </a:r>
            <a:r>
              <a:rPr lang="en-US" dirty="0" err="1">
                <a:solidFill>
                  <a:srgbClr val="FF0000"/>
                </a:solidFill>
              </a:rPr>
              <a:t>bài</a:t>
            </a:r>
            <a:r>
              <a:rPr lang="en-US" dirty="0">
                <a:solidFill>
                  <a:srgbClr val="FF0000"/>
                </a:solidFill>
              </a:rPr>
              <a:t> </a:t>
            </a:r>
            <a:r>
              <a:rPr lang="en-US" dirty="0" err="1">
                <a:solidFill>
                  <a:srgbClr val="FF0000"/>
                </a:solidFill>
              </a:rPr>
              <a:t>toán</a:t>
            </a:r>
            <a:r>
              <a:rPr lang="en-US" dirty="0">
                <a:solidFill>
                  <a:srgbClr val="FF0000"/>
                </a:solidFill>
              </a:rPr>
              <a:t> </a:t>
            </a:r>
            <a:r>
              <a:rPr lang="en-US" dirty="0" err="1">
                <a:solidFill>
                  <a:srgbClr val="FF0000"/>
                </a:solidFill>
              </a:rPr>
              <a:t>cụ</a:t>
            </a:r>
            <a:r>
              <a:rPr lang="en-US" dirty="0">
                <a:solidFill>
                  <a:srgbClr val="FF0000"/>
                </a:solidFill>
              </a:rPr>
              <a:t> </a:t>
            </a:r>
            <a:r>
              <a:rPr lang="en-US" dirty="0" err="1">
                <a:solidFill>
                  <a:srgbClr val="FF0000"/>
                </a:solidFill>
              </a:rPr>
              <a:t>thể</a:t>
            </a:r>
            <a:r>
              <a:rPr lang="en-US" dirty="0">
                <a:solidFill>
                  <a:srgbClr val="FF0000"/>
                </a:solidFill>
              </a:rPr>
              <a:t>. </a:t>
            </a:r>
          </a:p>
          <a:p>
            <a:r>
              <a:rPr lang="en-US" dirty="0" err="1"/>
              <a:t>Ví</a:t>
            </a:r>
            <a:r>
              <a:rPr lang="en-US" dirty="0"/>
              <a:t> </a:t>
            </a:r>
            <a:r>
              <a:rPr lang="en-US" dirty="0" err="1"/>
              <a:t>dụ</a:t>
            </a:r>
            <a:r>
              <a:rPr lang="en-US" dirty="0"/>
              <a:t> : </a:t>
            </a:r>
            <a:r>
              <a:rPr lang="en-US" dirty="0" err="1"/>
              <a:t>sắp</a:t>
            </a:r>
            <a:r>
              <a:rPr lang="en-US" dirty="0"/>
              <a:t> </a:t>
            </a:r>
            <a:r>
              <a:rPr lang="en-US" dirty="0" err="1"/>
              <a:t>xếp</a:t>
            </a:r>
            <a:r>
              <a:rPr lang="en-US" dirty="0"/>
              <a:t> </a:t>
            </a:r>
            <a:r>
              <a:rPr lang="en-US" dirty="0" err="1"/>
              <a:t>một</a:t>
            </a:r>
            <a:r>
              <a:rPr lang="en-US" dirty="0"/>
              <a:t> </a:t>
            </a:r>
            <a:r>
              <a:rPr lang="en-US" dirty="0" err="1"/>
              <a:t>dãy</a:t>
            </a:r>
            <a:r>
              <a:rPr lang="en-US" dirty="0"/>
              <a:t> n </a:t>
            </a:r>
            <a:r>
              <a:rPr lang="en-US" dirty="0" err="1"/>
              <a:t>số</a:t>
            </a:r>
            <a:r>
              <a:rPr lang="en-US" dirty="0"/>
              <a:t>, </a:t>
            </a:r>
            <a:r>
              <a:rPr lang="en-US" dirty="0" err="1"/>
              <a:t>thì</a:t>
            </a:r>
            <a:r>
              <a:rPr lang="en-US" dirty="0"/>
              <a:t> </a:t>
            </a:r>
            <a:r>
              <a:rPr lang="en-US" dirty="0" err="1"/>
              <a:t>kích</a:t>
            </a:r>
            <a:r>
              <a:rPr lang="en-US" dirty="0"/>
              <a:t> </a:t>
            </a:r>
            <a:r>
              <a:rPr lang="en-US" dirty="0" err="1"/>
              <a:t>thước</a:t>
            </a:r>
            <a:r>
              <a:rPr lang="en-US" dirty="0"/>
              <a:t> </a:t>
            </a:r>
            <a:r>
              <a:rPr lang="en-US" dirty="0" err="1"/>
              <a:t>dữ</a:t>
            </a:r>
            <a:r>
              <a:rPr lang="en-US" dirty="0"/>
              <a:t> </a:t>
            </a:r>
            <a:r>
              <a:rPr lang="en-US" dirty="0" err="1"/>
              <a:t>liệu</a:t>
            </a:r>
            <a:r>
              <a:rPr lang="en-US" dirty="0"/>
              <a:t> </a:t>
            </a:r>
            <a:r>
              <a:rPr lang="en-US" dirty="0" err="1"/>
              <a:t>là</a:t>
            </a:r>
            <a:r>
              <a:rPr lang="en-US" dirty="0"/>
              <a:t> n.</a:t>
            </a:r>
          </a:p>
          <a:p>
            <a:r>
              <a:rPr lang="en-US" dirty="0" err="1"/>
              <a:t>Làm</a:t>
            </a:r>
            <a:r>
              <a:rPr lang="en-US" dirty="0"/>
              <a:t> </a:t>
            </a:r>
            <a:r>
              <a:rPr lang="en-US" dirty="0" err="1"/>
              <a:t>thế</a:t>
            </a:r>
            <a:r>
              <a:rPr lang="en-US" dirty="0"/>
              <a:t> </a:t>
            </a:r>
            <a:r>
              <a:rPr lang="en-US" dirty="0" err="1"/>
              <a:t>nào</a:t>
            </a:r>
            <a:r>
              <a:rPr lang="en-US" dirty="0"/>
              <a:t> </a:t>
            </a:r>
            <a:r>
              <a:rPr lang="en-US" dirty="0" err="1"/>
              <a:t>để</a:t>
            </a:r>
            <a:r>
              <a:rPr lang="en-US" dirty="0"/>
              <a:t> </a:t>
            </a:r>
            <a:r>
              <a:rPr lang="en-US" dirty="0" err="1"/>
              <a:t>xác</a:t>
            </a:r>
            <a:r>
              <a:rPr lang="en-US" dirty="0"/>
              <a:t> </a:t>
            </a:r>
            <a:r>
              <a:rPr lang="en-US" dirty="0" err="1"/>
              <a:t>định</a:t>
            </a:r>
            <a:r>
              <a:rPr lang="en-US" dirty="0"/>
              <a:t> T(n)?</a:t>
            </a:r>
          </a:p>
        </p:txBody>
      </p:sp>
    </p:spTree>
    <p:extLst>
      <p:ext uri="{BB962C8B-B14F-4D97-AF65-F5344CB8AC3E}">
        <p14:creationId xmlns:p14="http://schemas.microsoft.com/office/powerpoint/2010/main" val="33177902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dirty="0"/>
              <a:t>Cấu trúc dữ liệu và giải thuật</a:t>
            </a:r>
            <a:endParaRPr lang="en-US" dirty="0"/>
          </a:p>
        </p:txBody>
      </p:sp>
      <p:sp>
        <p:nvSpPr>
          <p:cNvPr id="6" name="Slide Number Placeholder 5"/>
          <p:cNvSpPr>
            <a:spLocks noGrp="1"/>
          </p:cNvSpPr>
          <p:nvPr>
            <p:ph type="sldNum" sz="quarter" idx="12"/>
          </p:nvPr>
        </p:nvSpPr>
        <p:spPr/>
        <p:txBody>
          <a:bodyPr/>
          <a:lstStyle/>
          <a:p>
            <a:fld id="{BA7BC09B-FE30-A349-B1D2-5A364F511F98}" type="slidenum">
              <a:rPr lang="en-US" smtClean="0"/>
              <a:t>60</a:t>
            </a:fld>
            <a:endParaRPr lang="en-US"/>
          </a:p>
        </p:txBody>
      </p:sp>
      <p:sp>
        <p:nvSpPr>
          <p:cNvPr id="2" name="Title 1"/>
          <p:cNvSpPr>
            <a:spLocks noGrp="1"/>
          </p:cNvSpPr>
          <p:nvPr>
            <p:ph type="title"/>
          </p:nvPr>
        </p:nvSpPr>
        <p:spPr/>
        <p:txBody>
          <a:bodyPr/>
          <a:lstStyle/>
          <a:p>
            <a:r>
              <a:rPr lang="en-US" dirty="0" err="1"/>
              <a:t>Ví</a:t>
            </a:r>
            <a:r>
              <a:rPr lang="en-US" dirty="0"/>
              <a:t> </a:t>
            </a:r>
            <a:r>
              <a:rPr lang="en-US" dirty="0" err="1"/>
              <a:t>dụ</a:t>
            </a:r>
            <a:r>
              <a:rPr lang="en-US" dirty="0"/>
              <a:t> 4</a:t>
            </a:r>
          </a:p>
        </p:txBody>
      </p:sp>
      <p:sp>
        <p:nvSpPr>
          <p:cNvPr id="3" name="Content Placeholder 2"/>
          <p:cNvSpPr>
            <a:spLocks noGrp="1"/>
          </p:cNvSpPr>
          <p:nvPr>
            <p:ph sz="quarter" idx="13"/>
          </p:nvPr>
        </p:nvSpPr>
        <p:spPr/>
        <p:txBody>
          <a:bodyPr>
            <a:normAutofit lnSpcReduction="10000"/>
          </a:bodyPr>
          <a:lstStyle/>
          <a:p>
            <a:r>
              <a:rPr lang="en-US" dirty="0" err="1"/>
              <a:t>Giải</a:t>
            </a:r>
            <a:r>
              <a:rPr lang="en-US" dirty="0"/>
              <a:t> </a:t>
            </a:r>
            <a:r>
              <a:rPr lang="en-US" dirty="0" err="1"/>
              <a:t>thuật</a:t>
            </a:r>
            <a:r>
              <a:rPr lang="en-US" dirty="0"/>
              <a:t> </a:t>
            </a:r>
            <a:r>
              <a:rPr lang="en-US" dirty="0" err="1"/>
              <a:t>tính</a:t>
            </a:r>
            <a:r>
              <a:rPr lang="en-US" dirty="0"/>
              <a:t> </a:t>
            </a:r>
            <a:r>
              <a:rPr lang="en-US" dirty="0" err="1"/>
              <a:t>giá</a:t>
            </a:r>
            <a:r>
              <a:rPr lang="en-US" dirty="0"/>
              <a:t> </a:t>
            </a:r>
            <a:r>
              <a:rPr lang="en-US" dirty="0" err="1"/>
              <a:t>trị</a:t>
            </a:r>
            <a:r>
              <a:rPr lang="en-US" dirty="0"/>
              <a:t> </a:t>
            </a:r>
            <a:r>
              <a:rPr lang="en-US" dirty="0" err="1"/>
              <a:t>trung</a:t>
            </a:r>
            <a:r>
              <a:rPr lang="en-US" dirty="0"/>
              <a:t> </a:t>
            </a:r>
            <a:r>
              <a:rPr lang="en-US" dirty="0" err="1"/>
              <a:t>bình</a:t>
            </a:r>
            <a:r>
              <a:rPr lang="en-US" dirty="0"/>
              <a:t> </a:t>
            </a:r>
            <a:r>
              <a:rPr lang="en-US" dirty="0" err="1"/>
              <a:t>của</a:t>
            </a:r>
            <a:r>
              <a:rPr lang="en-US" dirty="0"/>
              <a:t> n </a:t>
            </a:r>
            <a:r>
              <a:rPr lang="en-US" dirty="0" err="1"/>
              <a:t>số</a:t>
            </a:r>
            <a:endParaRPr lang="en-US" dirty="0"/>
          </a:p>
          <a:p>
            <a:pPr marL="0" indent="0">
              <a:buNone/>
            </a:pPr>
            <a:r>
              <a:rPr lang="en-US" dirty="0"/>
              <a:t>Program TB</a:t>
            </a:r>
          </a:p>
          <a:p>
            <a:pPr marL="514350" indent="-514350">
              <a:buAutoNum type="arabicPeriod"/>
            </a:pPr>
            <a:r>
              <a:rPr lang="en-US" dirty="0"/>
              <a:t>Read (n); </a:t>
            </a:r>
            <a:r>
              <a:rPr lang="en-US" dirty="0">
                <a:solidFill>
                  <a:schemeClr val="bg1">
                    <a:lumMod val="50000"/>
                  </a:schemeClr>
                </a:solidFill>
              </a:rPr>
              <a:t>//</a:t>
            </a:r>
            <a:r>
              <a:rPr lang="en-US" dirty="0" err="1">
                <a:solidFill>
                  <a:schemeClr val="bg1">
                    <a:lumMod val="50000"/>
                  </a:schemeClr>
                </a:solidFill>
              </a:rPr>
              <a:t>đọc</a:t>
            </a:r>
            <a:r>
              <a:rPr lang="en-US" dirty="0">
                <a:solidFill>
                  <a:schemeClr val="bg1">
                    <a:lumMod val="50000"/>
                  </a:schemeClr>
                </a:solidFill>
              </a:rPr>
              <a:t> n </a:t>
            </a:r>
            <a:r>
              <a:rPr lang="en-US" dirty="0" err="1">
                <a:solidFill>
                  <a:schemeClr val="bg1">
                    <a:lumMod val="50000"/>
                  </a:schemeClr>
                </a:solidFill>
              </a:rPr>
              <a:t>giá</a:t>
            </a:r>
            <a:r>
              <a:rPr lang="en-US" dirty="0">
                <a:solidFill>
                  <a:schemeClr val="bg1">
                    <a:lumMod val="50000"/>
                  </a:schemeClr>
                </a:solidFill>
              </a:rPr>
              <a:t> </a:t>
            </a:r>
            <a:r>
              <a:rPr lang="en-US" dirty="0" err="1">
                <a:solidFill>
                  <a:schemeClr val="bg1">
                    <a:lumMod val="50000"/>
                  </a:schemeClr>
                </a:solidFill>
              </a:rPr>
              <a:t>trị</a:t>
            </a:r>
            <a:r>
              <a:rPr lang="en-US" dirty="0">
                <a:solidFill>
                  <a:schemeClr val="bg1">
                    <a:lumMod val="50000"/>
                  </a:schemeClr>
                </a:solidFill>
              </a:rPr>
              <a:t> </a:t>
            </a:r>
            <a:r>
              <a:rPr lang="en-US" dirty="0" err="1">
                <a:solidFill>
                  <a:schemeClr val="bg1">
                    <a:lumMod val="50000"/>
                  </a:schemeClr>
                </a:solidFill>
              </a:rPr>
              <a:t>khác</a:t>
            </a:r>
            <a:r>
              <a:rPr lang="en-US" dirty="0">
                <a:solidFill>
                  <a:schemeClr val="bg1">
                    <a:lumMod val="50000"/>
                  </a:schemeClr>
                </a:solidFill>
              </a:rPr>
              <a:t> </a:t>
            </a:r>
            <a:r>
              <a:rPr lang="en-US" dirty="0" err="1">
                <a:solidFill>
                  <a:schemeClr val="bg1">
                    <a:lumMod val="50000"/>
                  </a:schemeClr>
                </a:solidFill>
              </a:rPr>
              <a:t>nhau</a:t>
            </a:r>
            <a:r>
              <a:rPr lang="en-US" dirty="0">
                <a:solidFill>
                  <a:schemeClr val="bg1">
                    <a:lumMod val="50000"/>
                  </a:schemeClr>
                </a:solidFill>
              </a:rPr>
              <a:t> </a:t>
            </a:r>
          </a:p>
          <a:p>
            <a:pPr marL="514350" indent="-514350">
              <a:buAutoNum type="arabicPeriod"/>
            </a:pPr>
            <a:r>
              <a:rPr lang="en-US" dirty="0"/>
              <a:t>S = 0;</a:t>
            </a:r>
          </a:p>
          <a:p>
            <a:pPr marL="514350" indent="-514350">
              <a:buAutoNum type="arabicPeriod"/>
            </a:pPr>
            <a:r>
              <a:rPr lang="en-US" dirty="0" err="1"/>
              <a:t>i</a:t>
            </a:r>
            <a:r>
              <a:rPr lang="en-US" dirty="0"/>
              <a:t> = 1;</a:t>
            </a:r>
          </a:p>
          <a:p>
            <a:pPr marL="514350" indent="-514350">
              <a:buAutoNum type="arabicPeriod"/>
            </a:pPr>
            <a:r>
              <a:rPr lang="en-US" dirty="0"/>
              <a:t>While </a:t>
            </a:r>
            <a:r>
              <a:rPr lang="en-US" dirty="0" err="1"/>
              <a:t>i</a:t>
            </a:r>
            <a:r>
              <a:rPr lang="en-US" dirty="0"/>
              <a:t> &lt;= n do {</a:t>
            </a:r>
          </a:p>
          <a:p>
            <a:pPr marL="514350" indent="-514350">
              <a:buAutoNum type="arabicPeriod"/>
            </a:pPr>
            <a:r>
              <a:rPr lang="en-US" dirty="0"/>
              <a:t>Read (X); </a:t>
            </a:r>
            <a:r>
              <a:rPr lang="en-US" dirty="0">
                <a:solidFill>
                  <a:srgbClr val="7F7F7F"/>
                </a:solidFill>
              </a:rPr>
              <a:t>// </a:t>
            </a:r>
            <a:r>
              <a:rPr lang="en-US" dirty="0" err="1">
                <a:solidFill>
                  <a:srgbClr val="7F7F7F"/>
                </a:solidFill>
              </a:rPr>
              <a:t>đọc</a:t>
            </a:r>
            <a:r>
              <a:rPr lang="en-US" dirty="0">
                <a:solidFill>
                  <a:srgbClr val="7F7F7F"/>
                </a:solidFill>
              </a:rPr>
              <a:t> </a:t>
            </a:r>
            <a:r>
              <a:rPr lang="en-US" dirty="0" err="1">
                <a:solidFill>
                  <a:srgbClr val="7F7F7F"/>
                </a:solidFill>
              </a:rPr>
              <a:t>số</a:t>
            </a:r>
            <a:r>
              <a:rPr lang="en-US" dirty="0">
                <a:solidFill>
                  <a:srgbClr val="7F7F7F"/>
                </a:solidFill>
              </a:rPr>
              <a:t> </a:t>
            </a:r>
            <a:r>
              <a:rPr lang="en-US" dirty="0" err="1">
                <a:solidFill>
                  <a:srgbClr val="7F7F7F"/>
                </a:solidFill>
              </a:rPr>
              <a:t>thứ</a:t>
            </a:r>
            <a:r>
              <a:rPr lang="en-US" dirty="0">
                <a:solidFill>
                  <a:srgbClr val="7F7F7F"/>
                </a:solidFill>
              </a:rPr>
              <a:t> </a:t>
            </a:r>
            <a:r>
              <a:rPr lang="en-US" dirty="0" err="1">
                <a:solidFill>
                  <a:srgbClr val="7F7F7F"/>
                </a:solidFill>
              </a:rPr>
              <a:t>i</a:t>
            </a:r>
            <a:endParaRPr lang="en-US" dirty="0">
              <a:solidFill>
                <a:srgbClr val="7F7F7F"/>
              </a:solidFill>
            </a:endParaRPr>
          </a:p>
          <a:p>
            <a:pPr marL="514350" indent="-514350">
              <a:buAutoNum type="arabicPeriod"/>
            </a:pPr>
            <a:r>
              <a:rPr lang="en-US" dirty="0"/>
              <a:t>S  = S + X;</a:t>
            </a:r>
          </a:p>
          <a:p>
            <a:pPr marL="514350" indent="-514350">
              <a:buAutoNum type="arabicPeriod"/>
            </a:pPr>
            <a:r>
              <a:rPr lang="en-US" dirty="0"/>
              <a:t> </a:t>
            </a:r>
            <a:r>
              <a:rPr lang="en-US" dirty="0" err="1"/>
              <a:t>i</a:t>
            </a:r>
            <a:r>
              <a:rPr lang="en-US" dirty="0"/>
              <a:t> = </a:t>
            </a:r>
            <a:r>
              <a:rPr lang="en-US" dirty="0" err="1"/>
              <a:t>i</a:t>
            </a:r>
            <a:r>
              <a:rPr lang="en-US" dirty="0"/>
              <a:t> +1 ;</a:t>
            </a:r>
          </a:p>
          <a:p>
            <a:pPr marL="514350" indent="-514350">
              <a:buAutoNum type="arabicPeriod"/>
            </a:pPr>
            <a:r>
              <a:rPr lang="en-US" dirty="0"/>
              <a:t>M = S/n; Write (M);</a:t>
            </a:r>
          </a:p>
          <a:p>
            <a:pPr marL="514350" indent="-514350">
              <a:buAutoNum type="arabicPeriod"/>
            </a:pPr>
            <a:r>
              <a:rPr lang="en-US" dirty="0"/>
              <a:t>Return;</a:t>
            </a:r>
          </a:p>
          <a:p>
            <a:pPr marL="514350" indent="-514350">
              <a:buAutoNum type="arabicPeriod"/>
            </a:pPr>
            <a:endParaRPr lang="en-US" dirty="0"/>
          </a:p>
        </p:txBody>
      </p:sp>
      <p:sp>
        <p:nvSpPr>
          <p:cNvPr id="10" name="Content Placeholder 9"/>
          <p:cNvSpPr>
            <a:spLocks noGrp="1"/>
          </p:cNvSpPr>
          <p:nvPr>
            <p:ph sz="half" idx="4294967295"/>
          </p:nvPr>
        </p:nvSpPr>
        <p:spPr>
          <a:xfrm>
            <a:off x="5105400" y="1600200"/>
            <a:ext cx="4038600" cy="4525963"/>
          </a:xfrm>
        </p:spPr>
        <p:txBody>
          <a:bodyPr>
            <a:normAutofit fontScale="92500"/>
          </a:bodyPr>
          <a:lstStyle/>
          <a:p>
            <a:r>
              <a:rPr lang="en-US" dirty="0" err="1"/>
              <a:t>Các</a:t>
            </a:r>
            <a:r>
              <a:rPr lang="en-US" dirty="0"/>
              <a:t> </a:t>
            </a:r>
            <a:r>
              <a:rPr lang="en-US" dirty="0" err="1"/>
              <a:t>lệnh</a:t>
            </a:r>
            <a:r>
              <a:rPr lang="en-US" dirty="0"/>
              <a:t> 1,2, 3, 8 </a:t>
            </a:r>
            <a:r>
              <a:rPr lang="en-US" dirty="0" err="1"/>
              <a:t>thực</a:t>
            </a:r>
            <a:r>
              <a:rPr lang="en-US" dirty="0"/>
              <a:t> </a:t>
            </a:r>
            <a:r>
              <a:rPr lang="en-US" dirty="0" err="1"/>
              <a:t>hiện</a:t>
            </a:r>
            <a:r>
              <a:rPr lang="en-US" dirty="0"/>
              <a:t> 1 </a:t>
            </a:r>
            <a:r>
              <a:rPr lang="en-US" dirty="0" err="1"/>
              <a:t>lần</a:t>
            </a:r>
            <a:endParaRPr lang="en-US" dirty="0"/>
          </a:p>
          <a:p>
            <a:r>
              <a:rPr lang="en-US" dirty="0" err="1"/>
              <a:t>Các</a:t>
            </a:r>
            <a:r>
              <a:rPr lang="en-US" dirty="0"/>
              <a:t> </a:t>
            </a:r>
            <a:r>
              <a:rPr lang="en-US" dirty="0" err="1"/>
              <a:t>lệnh</a:t>
            </a:r>
            <a:r>
              <a:rPr lang="en-US" dirty="0"/>
              <a:t> 5,6,7 </a:t>
            </a:r>
            <a:r>
              <a:rPr lang="en-US" dirty="0" err="1"/>
              <a:t>thực</a:t>
            </a:r>
            <a:r>
              <a:rPr lang="en-US" dirty="0"/>
              <a:t> </a:t>
            </a:r>
            <a:r>
              <a:rPr lang="en-US" dirty="0" err="1"/>
              <a:t>hiện</a:t>
            </a:r>
            <a:r>
              <a:rPr lang="en-US" dirty="0"/>
              <a:t> n </a:t>
            </a:r>
            <a:r>
              <a:rPr lang="en-US" dirty="0" err="1"/>
              <a:t>lần</a:t>
            </a:r>
            <a:endParaRPr lang="en-US" dirty="0"/>
          </a:p>
          <a:p>
            <a:r>
              <a:rPr lang="en-US" dirty="0" err="1"/>
              <a:t>Lệnh</a:t>
            </a:r>
            <a:r>
              <a:rPr lang="en-US" dirty="0"/>
              <a:t> 4 </a:t>
            </a:r>
            <a:r>
              <a:rPr lang="en-US" dirty="0" err="1"/>
              <a:t>thực</a:t>
            </a:r>
            <a:r>
              <a:rPr lang="en-US" dirty="0"/>
              <a:t> </a:t>
            </a:r>
            <a:r>
              <a:rPr lang="en-US" dirty="0" err="1"/>
              <a:t>hiện</a:t>
            </a:r>
            <a:r>
              <a:rPr lang="en-US" dirty="0"/>
              <a:t> n+1 </a:t>
            </a:r>
            <a:r>
              <a:rPr lang="en-US" dirty="0" err="1"/>
              <a:t>lần</a:t>
            </a:r>
            <a:endParaRPr lang="en-US" dirty="0"/>
          </a:p>
          <a:p>
            <a:r>
              <a:rPr lang="en-US" dirty="0" err="1"/>
              <a:t>Tổng</a:t>
            </a:r>
            <a:r>
              <a:rPr lang="en-US" dirty="0"/>
              <a:t> </a:t>
            </a:r>
            <a:r>
              <a:rPr lang="en-US" dirty="0" err="1"/>
              <a:t>số</a:t>
            </a:r>
            <a:r>
              <a:rPr lang="en-US" dirty="0"/>
              <a:t> </a:t>
            </a:r>
            <a:r>
              <a:rPr lang="en-US" dirty="0" err="1"/>
              <a:t>lần</a:t>
            </a:r>
            <a:r>
              <a:rPr lang="en-US" dirty="0"/>
              <a:t> </a:t>
            </a:r>
            <a:r>
              <a:rPr lang="en-US" dirty="0" err="1"/>
              <a:t>thực</a:t>
            </a:r>
            <a:r>
              <a:rPr lang="en-US" dirty="0"/>
              <a:t> </a:t>
            </a:r>
            <a:r>
              <a:rPr lang="en-US" dirty="0" err="1"/>
              <a:t>hiện</a:t>
            </a:r>
            <a:r>
              <a:rPr lang="en-US" dirty="0"/>
              <a:t> </a:t>
            </a:r>
            <a:r>
              <a:rPr lang="en-US" dirty="0" err="1"/>
              <a:t>lệnh</a:t>
            </a:r>
            <a:r>
              <a:rPr lang="en-US" dirty="0"/>
              <a:t> </a:t>
            </a:r>
            <a:r>
              <a:rPr lang="en-US" dirty="0" err="1"/>
              <a:t>là</a:t>
            </a:r>
            <a:r>
              <a:rPr lang="en-US" dirty="0"/>
              <a:t> 4n + 5</a:t>
            </a:r>
          </a:p>
          <a:p>
            <a:r>
              <a:rPr lang="en-US" b="1" dirty="0">
                <a:solidFill>
                  <a:srgbClr val="0000FF"/>
                </a:solidFill>
              </a:rPr>
              <a:t>T(n) = 4n + 5</a:t>
            </a:r>
          </a:p>
          <a:p>
            <a:r>
              <a:rPr lang="en-US" dirty="0"/>
              <a:t>T(n) </a:t>
            </a:r>
            <a:r>
              <a:rPr lang="en-US" dirty="0" err="1"/>
              <a:t>tăng</a:t>
            </a:r>
            <a:r>
              <a:rPr lang="en-US" dirty="0"/>
              <a:t> </a:t>
            </a:r>
            <a:r>
              <a:rPr lang="en-US" dirty="0" err="1"/>
              <a:t>tuyến</a:t>
            </a:r>
            <a:r>
              <a:rPr lang="en-US" dirty="0"/>
              <a:t> </a:t>
            </a:r>
            <a:r>
              <a:rPr lang="en-US" dirty="0" err="1"/>
              <a:t>tính</a:t>
            </a:r>
            <a:r>
              <a:rPr lang="en-US" dirty="0"/>
              <a:t> </a:t>
            </a:r>
            <a:r>
              <a:rPr lang="en-US" dirty="0" err="1"/>
              <a:t>theo</a:t>
            </a:r>
            <a:r>
              <a:rPr lang="en-US" dirty="0"/>
              <a:t> n</a:t>
            </a:r>
          </a:p>
          <a:p>
            <a:r>
              <a:rPr lang="en-US" dirty="0"/>
              <a:t>T(n) </a:t>
            </a:r>
            <a:r>
              <a:rPr lang="en-US" dirty="0" err="1"/>
              <a:t>có</a:t>
            </a:r>
            <a:r>
              <a:rPr lang="en-US" dirty="0"/>
              <a:t> </a:t>
            </a:r>
            <a:r>
              <a:rPr lang="en-US" dirty="0" err="1"/>
              <a:t>độ</a:t>
            </a:r>
            <a:r>
              <a:rPr lang="en-US" dirty="0"/>
              <a:t> </a:t>
            </a:r>
            <a:r>
              <a:rPr lang="en-US" dirty="0" err="1"/>
              <a:t>lớn</a:t>
            </a:r>
            <a:r>
              <a:rPr lang="en-US" dirty="0"/>
              <a:t> </a:t>
            </a:r>
            <a:r>
              <a:rPr lang="en-US" dirty="0" err="1"/>
              <a:t>bậc</a:t>
            </a:r>
            <a:r>
              <a:rPr lang="en-US" dirty="0"/>
              <a:t> n</a:t>
            </a:r>
          </a:p>
        </p:txBody>
      </p:sp>
    </p:spTree>
    <p:extLst>
      <p:ext uri="{BB962C8B-B14F-4D97-AF65-F5344CB8AC3E}">
        <p14:creationId xmlns:p14="http://schemas.microsoft.com/office/powerpoint/2010/main" val="25792406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61</a:t>
            </a:fld>
            <a:endParaRPr lang="en-US"/>
          </a:p>
        </p:txBody>
      </p:sp>
      <p:sp>
        <p:nvSpPr>
          <p:cNvPr id="2" name="Title 1"/>
          <p:cNvSpPr>
            <a:spLocks noGrp="1"/>
          </p:cNvSpPr>
          <p:nvPr>
            <p:ph type="title"/>
          </p:nvPr>
        </p:nvSpPr>
        <p:spPr/>
        <p:txBody>
          <a:bodyPr/>
          <a:lstStyle/>
          <a:p>
            <a:r>
              <a:rPr lang="en-US" dirty="0" err="1"/>
              <a:t>Độ</a:t>
            </a:r>
            <a:r>
              <a:rPr lang="en-US" dirty="0"/>
              <a:t> </a:t>
            </a:r>
            <a:r>
              <a:rPr lang="en-US" dirty="0" err="1"/>
              <a:t>phức</a:t>
            </a:r>
            <a:r>
              <a:rPr lang="en-US" dirty="0"/>
              <a:t> </a:t>
            </a:r>
            <a:r>
              <a:rPr lang="en-US" dirty="0" err="1"/>
              <a:t>tạp</a:t>
            </a:r>
            <a:r>
              <a:rPr lang="en-US" dirty="0"/>
              <a:t> </a:t>
            </a:r>
            <a:r>
              <a:rPr lang="en-US" dirty="0" err="1"/>
              <a:t>thuật</a:t>
            </a:r>
            <a:r>
              <a:rPr lang="en-US" dirty="0"/>
              <a:t> </a:t>
            </a:r>
            <a:r>
              <a:rPr lang="en-US" dirty="0" err="1"/>
              <a:t>toán</a:t>
            </a:r>
            <a:r>
              <a:rPr lang="en-US" dirty="0"/>
              <a:t> </a:t>
            </a:r>
          </a:p>
        </p:txBody>
      </p:sp>
      <p:sp>
        <p:nvSpPr>
          <p:cNvPr id="3" name="Content Placeholder 2"/>
          <p:cNvSpPr>
            <a:spLocks noGrp="1"/>
          </p:cNvSpPr>
          <p:nvPr>
            <p:ph sz="quarter" idx="13"/>
          </p:nvPr>
        </p:nvSpPr>
        <p:spPr/>
        <p:txBody>
          <a:bodyPr/>
          <a:lstStyle/>
          <a:p>
            <a:r>
              <a:rPr lang="en-US" dirty="0" err="1"/>
              <a:t>Thời</a:t>
            </a:r>
            <a:r>
              <a:rPr lang="en-US" dirty="0"/>
              <a:t> </a:t>
            </a:r>
            <a:r>
              <a:rPr lang="en-US" dirty="0" err="1"/>
              <a:t>gian</a:t>
            </a:r>
            <a:r>
              <a:rPr lang="en-US" dirty="0"/>
              <a:t> T(n) </a:t>
            </a:r>
            <a:r>
              <a:rPr lang="en-US" dirty="0" err="1"/>
              <a:t>của</a:t>
            </a:r>
            <a:r>
              <a:rPr lang="en-US" dirty="0"/>
              <a:t> </a:t>
            </a:r>
            <a:r>
              <a:rPr lang="en-US" dirty="0" err="1"/>
              <a:t>một</a:t>
            </a:r>
            <a:r>
              <a:rPr lang="en-US" dirty="0"/>
              <a:t> </a:t>
            </a:r>
            <a:r>
              <a:rPr lang="en-US" dirty="0" err="1"/>
              <a:t>giải</a:t>
            </a:r>
            <a:r>
              <a:rPr lang="en-US" dirty="0"/>
              <a:t> </a:t>
            </a:r>
            <a:r>
              <a:rPr lang="en-US" dirty="0" err="1"/>
              <a:t>thuật</a:t>
            </a:r>
            <a:r>
              <a:rPr lang="en-US" dirty="0"/>
              <a:t> </a:t>
            </a:r>
            <a:r>
              <a:rPr lang="en-US" dirty="0" err="1"/>
              <a:t>được</a:t>
            </a:r>
            <a:r>
              <a:rPr lang="en-US" dirty="0"/>
              <a:t> </a:t>
            </a:r>
            <a:r>
              <a:rPr lang="en-US" dirty="0" err="1"/>
              <a:t>gọi</a:t>
            </a:r>
            <a:r>
              <a:rPr lang="en-US" dirty="0"/>
              <a:t> </a:t>
            </a:r>
            <a:r>
              <a:rPr lang="en-US" dirty="0" err="1"/>
              <a:t>là</a:t>
            </a:r>
            <a:r>
              <a:rPr lang="en-US" dirty="0"/>
              <a:t> </a:t>
            </a:r>
            <a:r>
              <a:rPr lang="en-US" dirty="0" err="1"/>
              <a:t>có</a:t>
            </a:r>
            <a:r>
              <a:rPr lang="en-US" dirty="0"/>
              <a:t> </a:t>
            </a:r>
            <a:r>
              <a:rPr lang="en-US" dirty="0" err="1"/>
              <a:t>độ</a:t>
            </a:r>
            <a:r>
              <a:rPr lang="en-US" dirty="0"/>
              <a:t> </a:t>
            </a:r>
            <a:r>
              <a:rPr lang="en-US" dirty="0" err="1"/>
              <a:t>lớn</a:t>
            </a:r>
            <a:r>
              <a:rPr lang="en-US" dirty="0"/>
              <a:t> </a:t>
            </a:r>
            <a:r>
              <a:rPr lang="en-US" dirty="0" err="1"/>
              <a:t>bậc</a:t>
            </a:r>
            <a:r>
              <a:rPr lang="en-US" dirty="0"/>
              <a:t> f(n) </a:t>
            </a:r>
            <a:r>
              <a:rPr lang="en-US" dirty="0" err="1"/>
              <a:t>ký</a:t>
            </a:r>
            <a:r>
              <a:rPr lang="en-US" dirty="0"/>
              <a:t> </a:t>
            </a:r>
            <a:r>
              <a:rPr lang="en-US" dirty="0" err="1"/>
              <a:t>hiệu</a:t>
            </a:r>
            <a:r>
              <a:rPr lang="en-US" dirty="0"/>
              <a:t> </a:t>
            </a:r>
            <a:r>
              <a:rPr lang="en-US" dirty="0" err="1"/>
              <a:t>bởi</a:t>
            </a:r>
            <a:r>
              <a:rPr lang="en-US" dirty="0"/>
              <a:t>: </a:t>
            </a:r>
            <a:r>
              <a:rPr lang="en-US" b="1" dirty="0">
                <a:solidFill>
                  <a:srgbClr val="0000FF"/>
                </a:solidFill>
              </a:rPr>
              <a:t>T(n) = O(f(n))</a:t>
            </a:r>
          </a:p>
          <a:p>
            <a:r>
              <a:rPr lang="en-US" dirty="0" err="1">
                <a:solidFill>
                  <a:srgbClr val="FF0000"/>
                </a:solidFill>
              </a:rPr>
              <a:t>Nếu</a:t>
            </a:r>
            <a:r>
              <a:rPr lang="en-US" dirty="0">
                <a:solidFill>
                  <a:srgbClr val="FF0000"/>
                </a:solidFill>
              </a:rPr>
              <a:t> </a:t>
            </a:r>
            <a:r>
              <a:rPr lang="en-US" dirty="0" err="1">
                <a:solidFill>
                  <a:srgbClr val="FF0000"/>
                </a:solidFill>
              </a:rPr>
              <a:t>tồn</a:t>
            </a:r>
            <a:r>
              <a:rPr lang="en-US" dirty="0">
                <a:solidFill>
                  <a:srgbClr val="FF0000"/>
                </a:solidFill>
              </a:rPr>
              <a:t> </a:t>
            </a:r>
            <a:r>
              <a:rPr lang="en-US" dirty="0" err="1">
                <a:solidFill>
                  <a:srgbClr val="FF0000"/>
                </a:solidFill>
              </a:rPr>
              <a:t>tại</a:t>
            </a:r>
            <a:r>
              <a:rPr lang="en-US" dirty="0">
                <a:solidFill>
                  <a:srgbClr val="FF0000"/>
                </a:solidFill>
              </a:rPr>
              <a:t> </a:t>
            </a:r>
            <a:r>
              <a:rPr lang="en-US" dirty="0" err="1">
                <a:solidFill>
                  <a:srgbClr val="FF0000"/>
                </a:solidFill>
              </a:rPr>
              <a:t>các</a:t>
            </a:r>
            <a:r>
              <a:rPr lang="en-US" dirty="0">
                <a:solidFill>
                  <a:srgbClr val="FF0000"/>
                </a:solidFill>
              </a:rPr>
              <a:t> </a:t>
            </a:r>
            <a:r>
              <a:rPr lang="en-US" dirty="0" err="1">
                <a:solidFill>
                  <a:srgbClr val="FF0000"/>
                </a:solidFill>
              </a:rPr>
              <a:t>số</a:t>
            </a:r>
            <a:r>
              <a:rPr lang="en-US" dirty="0">
                <a:solidFill>
                  <a:srgbClr val="FF0000"/>
                </a:solidFill>
              </a:rPr>
              <a:t> </a:t>
            </a:r>
            <a:r>
              <a:rPr lang="en-US" dirty="0" err="1">
                <a:solidFill>
                  <a:srgbClr val="FF0000"/>
                </a:solidFill>
              </a:rPr>
              <a:t>dương</a:t>
            </a:r>
            <a:r>
              <a:rPr lang="en-US" dirty="0">
                <a:solidFill>
                  <a:srgbClr val="FF0000"/>
                </a:solidFill>
              </a:rPr>
              <a:t> C </a:t>
            </a:r>
            <a:r>
              <a:rPr lang="en-US" dirty="0" err="1">
                <a:solidFill>
                  <a:srgbClr val="FF0000"/>
                </a:solidFill>
              </a:rPr>
              <a:t>và</a:t>
            </a:r>
            <a:r>
              <a:rPr lang="en-US" dirty="0">
                <a:solidFill>
                  <a:srgbClr val="FF0000"/>
                </a:solidFill>
              </a:rPr>
              <a:t> n</a:t>
            </a:r>
            <a:r>
              <a:rPr lang="en-US" baseline="-25000" dirty="0">
                <a:solidFill>
                  <a:srgbClr val="FF0000"/>
                </a:solidFill>
              </a:rPr>
              <a:t>0 </a:t>
            </a:r>
            <a:r>
              <a:rPr lang="en-US" dirty="0" err="1">
                <a:solidFill>
                  <a:srgbClr val="FF0000"/>
                </a:solidFill>
              </a:rPr>
              <a:t>thỏa</a:t>
            </a:r>
            <a:r>
              <a:rPr lang="en-US" dirty="0">
                <a:solidFill>
                  <a:srgbClr val="FF0000"/>
                </a:solidFill>
              </a:rPr>
              <a:t> </a:t>
            </a:r>
            <a:r>
              <a:rPr lang="en-US" dirty="0" err="1">
                <a:solidFill>
                  <a:srgbClr val="FF0000"/>
                </a:solidFill>
              </a:rPr>
              <a:t>mãn</a:t>
            </a:r>
            <a:r>
              <a:rPr lang="en-US" dirty="0">
                <a:solidFill>
                  <a:srgbClr val="FF0000"/>
                </a:solidFill>
              </a:rPr>
              <a:t>: T(n) &lt;= </a:t>
            </a:r>
            <a:r>
              <a:rPr lang="en-US" dirty="0" err="1">
                <a:solidFill>
                  <a:srgbClr val="FF0000"/>
                </a:solidFill>
              </a:rPr>
              <a:t>Cf</a:t>
            </a:r>
            <a:r>
              <a:rPr lang="en-US" dirty="0">
                <a:solidFill>
                  <a:srgbClr val="FF0000"/>
                </a:solidFill>
              </a:rPr>
              <a:t>(n) ; n &gt;= n</a:t>
            </a:r>
            <a:r>
              <a:rPr lang="en-US" baseline="-25000" dirty="0">
                <a:solidFill>
                  <a:srgbClr val="FF0000"/>
                </a:solidFill>
              </a:rPr>
              <a:t>0</a:t>
            </a:r>
            <a:endParaRPr lang="en-US" dirty="0">
              <a:solidFill>
                <a:srgbClr val="FF0000"/>
              </a:solidFill>
            </a:endParaRPr>
          </a:p>
          <a:p>
            <a:r>
              <a:rPr lang="en-US" dirty="0" err="1">
                <a:solidFill>
                  <a:schemeClr val="accent6"/>
                </a:solidFill>
              </a:rPr>
              <a:t>Độ</a:t>
            </a:r>
            <a:r>
              <a:rPr lang="en-US" dirty="0">
                <a:solidFill>
                  <a:schemeClr val="accent6"/>
                </a:solidFill>
              </a:rPr>
              <a:t> </a:t>
            </a:r>
            <a:r>
              <a:rPr lang="en-US" dirty="0" err="1">
                <a:solidFill>
                  <a:schemeClr val="accent6"/>
                </a:solidFill>
              </a:rPr>
              <a:t>phức</a:t>
            </a:r>
            <a:r>
              <a:rPr lang="en-US" dirty="0">
                <a:solidFill>
                  <a:schemeClr val="accent6"/>
                </a:solidFill>
              </a:rPr>
              <a:t> </a:t>
            </a:r>
            <a:r>
              <a:rPr lang="en-US" dirty="0" err="1">
                <a:solidFill>
                  <a:schemeClr val="accent6"/>
                </a:solidFill>
              </a:rPr>
              <a:t>tạp</a:t>
            </a:r>
            <a:r>
              <a:rPr lang="en-US" dirty="0">
                <a:solidFill>
                  <a:schemeClr val="accent6"/>
                </a:solidFill>
              </a:rPr>
              <a:t> </a:t>
            </a:r>
            <a:r>
              <a:rPr lang="en-US" dirty="0" err="1">
                <a:solidFill>
                  <a:schemeClr val="accent6"/>
                </a:solidFill>
              </a:rPr>
              <a:t>về</a:t>
            </a:r>
            <a:r>
              <a:rPr lang="en-US" dirty="0">
                <a:solidFill>
                  <a:schemeClr val="accent6"/>
                </a:solidFill>
              </a:rPr>
              <a:t> </a:t>
            </a:r>
            <a:r>
              <a:rPr lang="en-US" dirty="0" err="1">
                <a:solidFill>
                  <a:schemeClr val="accent6"/>
                </a:solidFill>
              </a:rPr>
              <a:t>thời</a:t>
            </a:r>
            <a:r>
              <a:rPr lang="en-US" dirty="0">
                <a:solidFill>
                  <a:schemeClr val="accent6"/>
                </a:solidFill>
              </a:rPr>
              <a:t> </a:t>
            </a:r>
            <a:r>
              <a:rPr lang="en-US" dirty="0" err="1">
                <a:solidFill>
                  <a:schemeClr val="accent6"/>
                </a:solidFill>
              </a:rPr>
              <a:t>gian</a:t>
            </a:r>
            <a:r>
              <a:rPr lang="en-US" dirty="0">
                <a:solidFill>
                  <a:schemeClr val="accent6"/>
                </a:solidFill>
              </a:rPr>
              <a:t> </a:t>
            </a:r>
            <a:r>
              <a:rPr lang="en-US" dirty="0" err="1">
                <a:solidFill>
                  <a:schemeClr val="accent6"/>
                </a:solidFill>
              </a:rPr>
              <a:t>của</a:t>
            </a:r>
            <a:r>
              <a:rPr lang="en-US" dirty="0">
                <a:solidFill>
                  <a:schemeClr val="accent6"/>
                </a:solidFill>
              </a:rPr>
              <a:t> </a:t>
            </a:r>
            <a:r>
              <a:rPr lang="en-US" dirty="0" err="1">
                <a:solidFill>
                  <a:schemeClr val="accent6"/>
                </a:solidFill>
              </a:rPr>
              <a:t>giải</a:t>
            </a:r>
            <a:r>
              <a:rPr lang="en-US" dirty="0">
                <a:solidFill>
                  <a:schemeClr val="accent6"/>
                </a:solidFill>
              </a:rPr>
              <a:t> </a:t>
            </a:r>
            <a:r>
              <a:rPr lang="en-US" dirty="0" err="1">
                <a:solidFill>
                  <a:schemeClr val="accent6"/>
                </a:solidFill>
              </a:rPr>
              <a:t>thuật</a:t>
            </a:r>
            <a:r>
              <a:rPr lang="en-US" dirty="0">
                <a:solidFill>
                  <a:schemeClr val="accent6"/>
                </a:solidFill>
              </a:rPr>
              <a:t> </a:t>
            </a:r>
            <a:r>
              <a:rPr lang="en-US" dirty="0" err="1">
                <a:solidFill>
                  <a:schemeClr val="accent6"/>
                </a:solidFill>
              </a:rPr>
              <a:t>này</a:t>
            </a:r>
            <a:r>
              <a:rPr lang="en-US" dirty="0">
                <a:solidFill>
                  <a:schemeClr val="accent6"/>
                </a:solidFill>
              </a:rPr>
              <a:t> </a:t>
            </a:r>
            <a:r>
              <a:rPr lang="en-US" dirty="0" err="1">
                <a:solidFill>
                  <a:schemeClr val="accent6"/>
                </a:solidFill>
              </a:rPr>
              <a:t>là</a:t>
            </a:r>
            <a:r>
              <a:rPr lang="en-US" dirty="0">
                <a:solidFill>
                  <a:schemeClr val="accent6"/>
                </a:solidFill>
              </a:rPr>
              <a:t> O(f(n)): </a:t>
            </a:r>
            <a:r>
              <a:rPr lang="en-US" dirty="0" err="1">
                <a:solidFill>
                  <a:schemeClr val="accent6"/>
                </a:solidFill>
              </a:rPr>
              <a:t>Ký</a:t>
            </a:r>
            <a:r>
              <a:rPr lang="en-US" dirty="0">
                <a:solidFill>
                  <a:schemeClr val="accent6"/>
                </a:solidFill>
              </a:rPr>
              <a:t> </a:t>
            </a:r>
            <a:r>
              <a:rPr lang="en-US" dirty="0" err="1">
                <a:solidFill>
                  <a:schemeClr val="accent6"/>
                </a:solidFill>
              </a:rPr>
              <a:t>pháp</a:t>
            </a:r>
            <a:r>
              <a:rPr lang="en-US" dirty="0">
                <a:solidFill>
                  <a:schemeClr val="accent6"/>
                </a:solidFill>
              </a:rPr>
              <a:t> </a:t>
            </a:r>
            <a:r>
              <a:rPr lang="en-US" dirty="0" err="1">
                <a:solidFill>
                  <a:schemeClr val="accent6"/>
                </a:solidFill>
              </a:rPr>
              <a:t>chữ</a:t>
            </a:r>
            <a:r>
              <a:rPr lang="en-US" dirty="0">
                <a:solidFill>
                  <a:schemeClr val="accent6"/>
                </a:solidFill>
              </a:rPr>
              <a:t> O </a:t>
            </a:r>
            <a:r>
              <a:rPr lang="en-US" dirty="0" err="1">
                <a:solidFill>
                  <a:schemeClr val="accent6"/>
                </a:solidFill>
              </a:rPr>
              <a:t>lớn</a:t>
            </a:r>
            <a:r>
              <a:rPr lang="en-US" dirty="0">
                <a:solidFill>
                  <a:schemeClr val="accent6"/>
                </a:solidFill>
              </a:rPr>
              <a:t> – </a:t>
            </a:r>
            <a:r>
              <a:rPr lang="en-US" dirty="0">
                <a:solidFill>
                  <a:srgbClr val="FF0000"/>
                </a:solidFill>
              </a:rPr>
              <a:t>“Big O” Notation</a:t>
            </a:r>
          </a:p>
          <a:p>
            <a:r>
              <a:rPr lang="en-US" dirty="0"/>
              <a:t>f(n) : </a:t>
            </a:r>
            <a:r>
              <a:rPr lang="en-US" dirty="0" err="1"/>
              <a:t>là</a:t>
            </a:r>
            <a:r>
              <a:rPr lang="en-US" dirty="0"/>
              <a:t> </a:t>
            </a:r>
            <a:r>
              <a:rPr lang="en-US" dirty="0" err="1"/>
              <a:t>hàm</a:t>
            </a:r>
            <a:r>
              <a:rPr lang="en-US" dirty="0"/>
              <a:t> </a:t>
            </a:r>
            <a:r>
              <a:rPr lang="en-US" dirty="0" err="1"/>
              <a:t>đơn</a:t>
            </a:r>
            <a:r>
              <a:rPr lang="en-US" dirty="0"/>
              <a:t> </a:t>
            </a:r>
            <a:r>
              <a:rPr lang="en-US" dirty="0" err="1"/>
              <a:t>giản</a:t>
            </a:r>
            <a:r>
              <a:rPr lang="en-US" dirty="0"/>
              <a:t> </a:t>
            </a:r>
            <a:r>
              <a:rPr lang="en-US" dirty="0" err="1"/>
              <a:t>biểu</a:t>
            </a:r>
            <a:r>
              <a:rPr lang="en-US" dirty="0"/>
              <a:t> </a:t>
            </a:r>
            <a:r>
              <a:rPr lang="en-US" dirty="0" err="1"/>
              <a:t>diễn</a:t>
            </a:r>
            <a:r>
              <a:rPr lang="en-US" dirty="0"/>
              <a:t> </a:t>
            </a:r>
            <a:r>
              <a:rPr lang="en-US" dirty="0" err="1"/>
              <a:t>độ</a:t>
            </a:r>
            <a:r>
              <a:rPr lang="en-US" dirty="0"/>
              <a:t> </a:t>
            </a:r>
            <a:r>
              <a:rPr lang="en-US" dirty="0" err="1"/>
              <a:t>phức</a:t>
            </a:r>
            <a:r>
              <a:rPr lang="en-US" dirty="0"/>
              <a:t> </a:t>
            </a:r>
            <a:r>
              <a:rPr lang="en-US" dirty="0" err="1"/>
              <a:t>tạp</a:t>
            </a:r>
            <a:r>
              <a:rPr lang="en-US" dirty="0"/>
              <a:t> </a:t>
            </a:r>
            <a:r>
              <a:rPr lang="en-US" dirty="0" err="1"/>
              <a:t>của</a:t>
            </a:r>
            <a:r>
              <a:rPr lang="en-US" dirty="0"/>
              <a:t> </a:t>
            </a:r>
            <a:r>
              <a:rPr lang="en-US" dirty="0" err="1"/>
              <a:t>một</a:t>
            </a:r>
            <a:r>
              <a:rPr lang="en-US" dirty="0"/>
              <a:t> </a:t>
            </a:r>
            <a:r>
              <a:rPr lang="en-US" dirty="0" err="1"/>
              <a:t>giải</a:t>
            </a:r>
            <a:r>
              <a:rPr lang="en-US" dirty="0"/>
              <a:t> </a:t>
            </a:r>
            <a:r>
              <a:rPr lang="en-US" dirty="0" err="1"/>
              <a:t>thuật</a:t>
            </a:r>
            <a:endParaRPr lang="en-US" dirty="0"/>
          </a:p>
        </p:txBody>
      </p:sp>
    </p:spTree>
    <p:extLst>
      <p:ext uri="{BB962C8B-B14F-4D97-AF65-F5344CB8AC3E}">
        <p14:creationId xmlns:p14="http://schemas.microsoft.com/office/powerpoint/2010/main" val="21508334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62</a:t>
            </a:fld>
            <a:endParaRPr lang="en-US"/>
          </a:p>
        </p:txBody>
      </p:sp>
      <p:sp>
        <p:nvSpPr>
          <p:cNvPr id="2" name="Title 1"/>
          <p:cNvSpPr>
            <a:spLocks noGrp="1"/>
          </p:cNvSpPr>
          <p:nvPr>
            <p:ph type="title"/>
          </p:nvPr>
        </p:nvSpPr>
        <p:spPr/>
        <p:txBody>
          <a:bodyPr/>
          <a:lstStyle/>
          <a:p>
            <a:r>
              <a:rPr lang="en-US" dirty="0" err="1"/>
              <a:t>Độ</a:t>
            </a:r>
            <a:r>
              <a:rPr lang="en-US" dirty="0"/>
              <a:t> </a:t>
            </a:r>
            <a:r>
              <a:rPr lang="en-US" dirty="0" err="1"/>
              <a:t>phức</a:t>
            </a:r>
            <a:r>
              <a:rPr lang="en-US" dirty="0"/>
              <a:t> </a:t>
            </a:r>
            <a:r>
              <a:rPr lang="en-US" dirty="0" err="1"/>
              <a:t>tạp</a:t>
            </a:r>
            <a:r>
              <a:rPr lang="en-US" dirty="0"/>
              <a:t> </a:t>
            </a:r>
            <a:r>
              <a:rPr lang="en-US" dirty="0" err="1"/>
              <a:t>thuật</a:t>
            </a:r>
            <a:r>
              <a:rPr lang="en-US" dirty="0"/>
              <a:t> </a:t>
            </a:r>
            <a:r>
              <a:rPr lang="en-US" dirty="0" err="1"/>
              <a:t>toán</a:t>
            </a:r>
            <a:r>
              <a:rPr lang="en-US" dirty="0"/>
              <a:t> </a:t>
            </a:r>
          </a:p>
        </p:txBody>
      </p:sp>
      <p:sp>
        <p:nvSpPr>
          <p:cNvPr id="11" name="Content Placeholder 2"/>
          <p:cNvSpPr>
            <a:spLocks noGrp="1"/>
          </p:cNvSpPr>
          <p:nvPr>
            <p:ph sz="quarter" idx="13"/>
          </p:nvPr>
        </p:nvSpPr>
        <p:spPr>
          <a:xfrm>
            <a:off x="235077" y="841247"/>
            <a:ext cx="4708712" cy="5303393"/>
          </a:xfrm>
        </p:spPr>
        <p:txBody>
          <a:bodyPr>
            <a:normAutofit fontScale="92500" lnSpcReduction="20000"/>
          </a:bodyPr>
          <a:lstStyle/>
          <a:p>
            <a:r>
              <a:rPr lang="en-US" dirty="0" err="1"/>
              <a:t>Giải</a:t>
            </a:r>
            <a:r>
              <a:rPr lang="en-US" dirty="0"/>
              <a:t> </a:t>
            </a:r>
            <a:r>
              <a:rPr lang="en-US" dirty="0" err="1"/>
              <a:t>thuật</a:t>
            </a:r>
            <a:r>
              <a:rPr lang="en-US" dirty="0"/>
              <a:t> </a:t>
            </a:r>
            <a:r>
              <a:rPr lang="en-US" dirty="0" err="1"/>
              <a:t>tính</a:t>
            </a:r>
            <a:r>
              <a:rPr lang="en-US" dirty="0"/>
              <a:t> </a:t>
            </a:r>
            <a:r>
              <a:rPr lang="en-US" dirty="0" err="1"/>
              <a:t>giá</a:t>
            </a:r>
            <a:r>
              <a:rPr lang="en-US" dirty="0"/>
              <a:t> </a:t>
            </a:r>
            <a:r>
              <a:rPr lang="en-US" dirty="0" err="1"/>
              <a:t>trị</a:t>
            </a:r>
            <a:r>
              <a:rPr lang="en-US" dirty="0"/>
              <a:t> </a:t>
            </a:r>
            <a:r>
              <a:rPr lang="en-US" dirty="0" err="1"/>
              <a:t>trung</a:t>
            </a:r>
            <a:r>
              <a:rPr lang="en-US" dirty="0"/>
              <a:t> </a:t>
            </a:r>
            <a:r>
              <a:rPr lang="en-US" dirty="0" err="1"/>
              <a:t>bình</a:t>
            </a:r>
            <a:r>
              <a:rPr lang="en-US" dirty="0"/>
              <a:t> </a:t>
            </a:r>
            <a:r>
              <a:rPr lang="en-US" dirty="0" err="1"/>
              <a:t>của</a:t>
            </a:r>
            <a:r>
              <a:rPr lang="en-US" dirty="0"/>
              <a:t> n </a:t>
            </a:r>
            <a:r>
              <a:rPr lang="en-US" dirty="0" err="1"/>
              <a:t>số</a:t>
            </a:r>
            <a:endParaRPr lang="en-US" dirty="0"/>
          </a:p>
          <a:p>
            <a:pPr marL="0" indent="0">
              <a:buNone/>
            </a:pPr>
            <a:r>
              <a:rPr lang="en-US" dirty="0"/>
              <a:t>Program TB</a:t>
            </a:r>
          </a:p>
          <a:p>
            <a:pPr marL="514350" indent="-514350">
              <a:buAutoNum type="arabicPeriod"/>
            </a:pPr>
            <a:r>
              <a:rPr lang="en-US" dirty="0"/>
              <a:t>Read (n); </a:t>
            </a:r>
            <a:r>
              <a:rPr lang="en-US" dirty="0">
                <a:solidFill>
                  <a:schemeClr val="bg1">
                    <a:lumMod val="50000"/>
                  </a:schemeClr>
                </a:solidFill>
              </a:rPr>
              <a:t>//</a:t>
            </a:r>
            <a:r>
              <a:rPr lang="en-US" dirty="0" err="1">
                <a:solidFill>
                  <a:schemeClr val="bg1">
                    <a:lumMod val="50000"/>
                  </a:schemeClr>
                </a:solidFill>
              </a:rPr>
              <a:t>đọc</a:t>
            </a:r>
            <a:r>
              <a:rPr lang="en-US" dirty="0">
                <a:solidFill>
                  <a:schemeClr val="bg1">
                    <a:lumMod val="50000"/>
                  </a:schemeClr>
                </a:solidFill>
              </a:rPr>
              <a:t> n </a:t>
            </a:r>
            <a:r>
              <a:rPr lang="en-US" dirty="0" err="1">
                <a:solidFill>
                  <a:schemeClr val="bg1">
                    <a:lumMod val="50000"/>
                  </a:schemeClr>
                </a:solidFill>
              </a:rPr>
              <a:t>giá</a:t>
            </a:r>
            <a:r>
              <a:rPr lang="en-US" dirty="0">
                <a:solidFill>
                  <a:schemeClr val="bg1">
                    <a:lumMod val="50000"/>
                  </a:schemeClr>
                </a:solidFill>
              </a:rPr>
              <a:t> </a:t>
            </a:r>
            <a:r>
              <a:rPr lang="en-US" dirty="0" err="1">
                <a:solidFill>
                  <a:schemeClr val="bg1">
                    <a:lumMod val="50000"/>
                  </a:schemeClr>
                </a:solidFill>
              </a:rPr>
              <a:t>trị</a:t>
            </a:r>
            <a:r>
              <a:rPr lang="en-US" dirty="0">
                <a:solidFill>
                  <a:schemeClr val="bg1">
                    <a:lumMod val="50000"/>
                  </a:schemeClr>
                </a:solidFill>
              </a:rPr>
              <a:t> </a:t>
            </a:r>
            <a:r>
              <a:rPr lang="en-US" dirty="0" err="1">
                <a:solidFill>
                  <a:schemeClr val="bg1">
                    <a:lumMod val="50000"/>
                  </a:schemeClr>
                </a:solidFill>
              </a:rPr>
              <a:t>khác</a:t>
            </a:r>
            <a:r>
              <a:rPr lang="en-US" dirty="0">
                <a:solidFill>
                  <a:schemeClr val="bg1">
                    <a:lumMod val="50000"/>
                  </a:schemeClr>
                </a:solidFill>
              </a:rPr>
              <a:t> </a:t>
            </a:r>
            <a:r>
              <a:rPr lang="en-US" dirty="0" err="1">
                <a:solidFill>
                  <a:schemeClr val="bg1">
                    <a:lumMod val="50000"/>
                  </a:schemeClr>
                </a:solidFill>
              </a:rPr>
              <a:t>nhau</a:t>
            </a:r>
            <a:r>
              <a:rPr lang="en-US" dirty="0">
                <a:solidFill>
                  <a:schemeClr val="bg1">
                    <a:lumMod val="50000"/>
                  </a:schemeClr>
                </a:solidFill>
              </a:rPr>
              <a:t> </a:t>
            </a:r>
          </a:p>
          <a:p>
            <a:pPr marL="514350" indent="-514350">
              <a:buAutoNum type="arabicPeriod"/>
            </a:pPr>
            <a:r>
              <a:rPr lang="en-US" dirty="0"/>
              <a:t>S = 0;</a:t>
            </a:r>
          </a:p>
          <a:p>
            <a:pPr marL="514350" indent="-514350">
              <a:buAutoNum type="arabicPeriod"/>
            </a:pPr>
            <a:r>
              <a:rPr lang="en-US" dirty="0" err="1"/>
              <a:t>i</a:t>
            </a:r>
            <a:r>
              <a:rPr lang="en-US" dirty="0"/>
              <a:t> = 1;</a:t>
            </a:r>
          </a:p>
          <a:p>
            <a:pPr marL="514350" indent="-514350">
              <a:buAutoNum type="arabicPeriod"/>
            </a:pPr>
            <a:r>
              <a:rPr lang="en-US" dirty="0"/>
              <a:t>While </a:t>
            </a:r>
            <a:r>
              <a:rPr lang="en-US" dirty="0" err="1"/>
              <a:t>i</a:t>
            </a:r>
            <a:r>
              <a:rPr lang="en-US" dirty="0"/>
              <a:t> &lt;= n do {</a:t>
            </a:r>
            <a:r>
              <a:rPr lang="en-US" dirty="0">
                <a:solidFill>
                  <a:schemeClr val="bg1">
                    <a:lumMod val="65000"/>
                  </a:schemeClr>
                </a:solidFill>
              </a:rPr>
              <a:t>//begin </a:t>
            </a:r>
          </a:p>
          <a:p>
            <a:pPr marL="514350" indent="-514350">
              <a:buAutoNum type="arabicPeriod"/>
            </a:pPr>
            <a:r>
              <a:rPr lang="en-US" dirty="0"/>
              <a:t>Read (X); </a:t>
            </a:r>
            <a:r>
              <a:rPr lang="en-US" dirty="0">
                <a:solidFill>
                  <a:srgbClr val="7F7F7F"/>
                </a:solidFill>
              </a:rPr>
              <a:t>// </a:t>
            </a:r>
            <a:r>
              <a:rPr lang="en-US" dirty="0" err="1">
                <a:solidFill>
                  <a:srgbClr val="7F7F7F"/>
                </a:solidFill>
              </a:rPr>
              <a:t>đọc</a:t>
            </a:r>
            <a:r>
              <a:rPr lang="en-US" dirty="0">
                <a:solidFill>
                  <a:srgbClr val="7F7F7F"/>
                </a:solidFill>
              </a:rPr>
              <a:t> </a:t>
            </a:r>
            <a:r>
              <a:rPr lang="en-US" dirty="0" err="1">
                <a:solidFill>
                  <a:srgbClr val="7F7F7F"/>
                </a:solidFill>
              </a:rPr>
              <a:t>số</a:t>
            </a:r>
            <a:r>
              <a:rPr lang="en-US" dirty="0">
                <a:solidFill>
                  <a:srgbClr val="7F7F7F"/>
                </a:solidFill>
              </a:rPr>
              <a:t> </a:t>
            </a:r>
            <a:r>
              <a:rPr lang="en-US" dirty="0" err="1">
                <a:solidFill>
                  <a:srgbClr val="7F7F7F"/>
                </a:solidFill>
              </a:rPr>
              <a:t>thứ</a:t>
            </a:r>
            <a:r>
              <a:rPr lang="en-US" dirty="0">
                <a:solidFill>
                  <a:srgbClr val="7F7F7F"/>
                </a:solidFill>
              </a:rPr>
              <a:t> </a:t>
            </a:r>
            <a:r>
              <a:rPr lang="en-US" dirty="0" err="1">
                <a:solidFill>
                  <a:srgbClr val="7F7F7F"/>
                </a:solidFill>
              </a:rPr>
              <a:t>i</a:t>
            </a:r>
            <a:endParaRPr lang="en-US" dirty="0">
              <a:solidFill>
                <a:srgbClr val="7F7F7F"/>
              </a:solidFill>
            </a:endParaRPr>
          </a:p>
          <a:p>
            <a:pPr marL="514350" indent="-514350">
              <a:buAutoNum type="arabicPeriod"/>
            </a:pPr>
            <a:r>
              <a:rPr lang="en-US" dirty="0"/>
              <a:t>S  = S + X;</a:t>
            </a:r>
          </a:p>
          <a:p>
            <a:pPr marL="514350" indent="-514350">
              <a:buAutoNum type="arabicPeriod"/>
            </a:pPr>
            <a:r>
              <a:rPr lang="en-US" dirty="0"/>
              <a:t> </a:t>
            </a:r>
            <a:r>
              <a:rPr lang="en-US" dirty="0" err="1"/>
              <a:t>i</a:t>
            </a:r>
            <a:r>
              <a:rPr lang="en-US" dirty="0"/>
              <a:t> = </a:t>
            </a:r>
            <a:r>
              <a:rPr lang="en-US" dirty="0" err="1"/>
              <a:t>i</a:t>
            </a:r>
            <a:r>
              <a:rPr lang="en-US" dirty="0"/>
              <a:t> +1 ;} </a:t>
            </a:r>
            <a:r>
              <a:rPr lang="en-US" dirty="0">
                <a:solidFill>
                  <a:srgbClr val="A6A6A6"/>
                </a:solidFill>
              </a:rPr>
              <a:t>//end </a:t>
            </a:r>
          </a:p>
          <a:p>
            <a:pPr marL="514350" indent="-514350">
              <a:buAutoNum type="arabicPeriod"/>
            </a:pPr>
            <a:r>
              <a:rPr lang="en-US" dirty="0"/>
              <a:t>M = S/n; Write (M);</a:t>
            </a:r>
          </a:p>
          <a:p>
            <a:pPr marL="514350" indent="-514350">
              <a:buAutoNum type="arabicPeriod"/>
            </a:pPr>
            <a:r>
              <a:rPr lang="en-US" dirty="0"/>
              <a:t>Return;</a:t>
            </a:r>
          </a:p>
          <a:p>
            <a:pPr marL="514350" indent="-514350">
              <a:buAutoNum type="arabicPeriod"/>
            </a:pPr>
            <a:endParaRPr lang="en-US" dirty="0"/>
          </a:p>
        </p:txBody>
      </p:sp>
      <p:sp>
        <p:nvSpPr>
          <p:cNvPr id="10" name="Content Placeholder 9"/>
          <p:cNvSpPr>
            <a:spLocks noGrp="1"/>
          </p:cNvSpPr>
          <p:nvPr>
            <p:ph sz="half" idx="4294967295"/>
          </p:nvPr>
        </p:nvSpPr>
        <p:spPr>
          <a:xfrm>
            <a:off x="5105400" y="1600200"/>
            <a:ext cx="4038600" cy="4525963"/>
          </a:xfrm>
        </p:spPr>
        <p:txBody>
          <a:bodyPr>
            <a:normAutofit/>
          </a:bodyPr>
          <a:lstStyle/>
          <a:p>
            <a:r>
              <a:rPr lang="en-US" b="1" dirty="0">
                <a:solidFill>
                  <a:srgbClr val="FF0000"/>
                </a:solidFill>
              </a:rPr>
              <a:t>T(n) &lt;= </a:t>
            </a:r>
            <a:r>
              <a:rPr lang="en-US" b="1" dirty="0" err="1">
                <a:solidFill>
                  <a:srgbClr val="FF0000"/>
                </a:solidFill>
              </a:rPr>
              <a:t>Cf</a:t>
            </a:r>
            <a:r>
              <a:rPr lang="en-US" b="1" dirty="0">
                <a:solidFill>
                  <a:srgbClr val="FF0000"/>
                </a:solidFill>
              </a:rPr>
              <a:t>(n) ; n &gt;= n</a:t>
            </a:r>
            <a:r>
              <a:rPr lang="en-US" b="1" baseline="-25000" dirty="0">
                <a:solidFill>
                  <a:srgbClr val="FF0000"/>
                </a:solidFill>
              </a:rPr>
              <a:t>0</a:t>
            </a:r>
            <a:endParaRPr lang="en-US" b="1" dirty="0"/>
          </a:p>
          <a:p>
            <a:r>
              <a:rPr lang="en-US" dirty="0"/>
              <a:t>Ta </a:t>
            </a:r>
            <a:r>
              <a:rPr lang="en-US" dirty="0" err="1"/>
              <a:t>có</a:t>
            </a:r>
            <a:r>
              <a:rPr lang="en-US" dirty="0"/>
              <a:t> : </a:t>
            </a:r>
          </a:p>
          <a:p>
            <a:pPr marL="0" indent="0">
              <a:buNone/>
            </a:pPr>
            <a:r>
              <a:rPr lang="en-US" dirty="0"/>
              <a:t>T(n) = 4n + 5 &lt;= 5n; n &gt;= 5</a:t>
            </a:r>
          </a:p>
          <a:p>
            <a:pPr marL="0" indent="0">
              <a:buNone/>
            </a:pPr>
            <a:r>
              <a:rPr lang="en-US" dirty="0" err="1"/>
              <a:t>Chọn</a:t>
            </a:r>
            <a:r>
              <a:rPr lang="en-US" dirty="0"/>
              <a:t> C = 5, n</a:t>
            </a:r>
            <a:r>
              <a:rPr lang="en-US" baseline="-25000" dirty="0"/>
              <a:t>0</a:t>
            </a:r>
            <a:r>
              <a:rPr lang="en-US" dirty="0"/>
              <a:t> = 5 -&gt; f(n) = n</a:t>
            </a:r>
          </a:p>
          <a:p>
            <a:pPr marL="0" indent="0">
              <a:buNone/>
            </a:pPr>
            <a:r>
              <a:rPr lang="en-US" dirty="0" err="1"/>
              <a:t>Độ</a:t>
            </a:r>
            <a:r>
              <a:rPr lang="en-US" dirty="0"/>
              <a:t> </a:t>
            </a:r>
            <a:r>
              <a:rPr lang="en-US" dirty="0" err="1"/>
              <a:t>phức</a:t>
            </a:r>
            <a:r>
              <a:rPr lang="en-US" dirty="0"/>
              <a:t> </a:t>
            </a:r>
            <a:r>
              <a:rPr lang="en-US" dirty="0" err="1"/>
              <a:t>tạp</a:t>
            </a:r>
            <a:r>
              <a:rPr lang="en-US" dirty="0"/>
              <a:t> </a:t>
            </a:r>
            <a:r>
              <a:rPr lang="en-US" dirty="0" err="1"/>
              <a:t>là</a:t>
            </a:r>
            <a:r>
              <a:rPr lang="en-US" dirty="0"/>
              <a:t> O(n)</a:t>
            </a:r>
          </a:p>
          <a:p>
            <a:pPr marL="0" indent="0">
              <a:buNone/>
            </a:pPr>
            <a:r>
              <a:rPr lang="en-US" dirty="0">
                <a:solidFill>
                  <a:srgbClr val="FF0000"/>
                </a:solidFill>
              </a:rPr>
              <a:t>T(n) = O(f(n)) = O(n)</a:t>
            </a:r>
          </a:p>
        </p:txBody>
      </p:sp>
    </p:spTree>
    <p:extLst>
      <p:ext uri="{BB962C8B-B14F-4D97-AF65-F5344CB8AC3E}">
        <p14:creationId xmlns:p14="http://schemas.microsoft.com/office/powerpoint/2010/main" val="9118677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08CF92E8-93D1-4246-9203-88234E64793C}" type="datetime1">
              <a:rPr lang="en-US" smtClean="0"/>
              <a:t>10/31/2025</a:t>
            </a:fld>
            <a:endParaRPr lang="en-US"/>
          </a:p>
        </p:txBody>
      </p:sp>
      <p:sp>
        <p:nvSpPr>
          <p:cNvPr id="6" name="Footer Placeholder 5"/>
          <p:cNvSpPr>
            <a:spLocks noGrp="1"/>
          </p:cNvSpPr>
          <p:nvPr>
            <p:ph type="ftr" sz="quarter" idx="11"/>
          </p:nvPr>
        </p:nvSpPr>
        <p:spPr/>
        <p:txBody>
          <a:bodyPr/>
          <a:lstStyle/>
          <a:p>
            <a:r>
              <a:rPr lang="is-IS"/>
              <a:t>Cấu trúc dữ liệu và giải thuật</a:t>
            </a:r>
            <a:endParaRPr lang="en-US"/>
          </a:p>
        </p:txBody>
      </p:sp>
      <p:sp>
        <p:nvSpPr>
          <p:cNvPr id="7" name="Slide Number Placeholder 6"/>
          <p:cNvSpPr>
            <a:spLocks noGrp="1"/>
          </p:cNvSpPr>
          <p:nvPr>
            <p:ph type="sldNum" sz="quarter" idx="12"/>
          </p:nvPr>
        </p:nvSpPr>
        <p:spPr/>
        <p:txBody>
          <a:bodyPr/>
          <a:lstStyle/>
          <a:p>
            <a:fld id="{BA7BC09B-FE30-A349-B1D2-5A364F511F98}" type="slidenum">
              <a:rPr lang="en-US" smtClean="0"/>
              <a:t>63</a:t>
            </a:fld>
            <a:endParaRPr lang="en-US"/>
          </a:p>
        </p:txBody>
      </p:sp>
      <p:sp>
        <p:nvSpPr>
          <p:cNvPr id="2" name="Title 1"/>
          <p:cNvSpPr>
            <a:spLocks noGrp="1"/>
          </p:cNvSpPr>
          <p:nvPr>
            <p:ph type="title"/>
          </p:nvPr>
        </p:nvSpPr>
        <p:spPr/>
        <p:txBody>
          <a:bodyPr/>
          <a:lstStyle/>
          <a:p>
            <a:r>
              <a:rPr lang="en-US" dirty="0" err="1"/>
              <a:t>Độ</a:t>
            </a:r>
            <a:r>
              <a:rPr lang="en-US" dirty="0"/>
              <a:t> </a:t>
            </a:r>
            <a:r>
              <a:rPr lang="en-US" dirty="0" err="1"/>
              <a:t>phức</a:t>
            </a:r>
            <a:r>
              <a:rPr lang="en-US" dirty="0"/>
              <a:t> </a:t>
            </a:r>
            <a:r>
              <a:rPr lang="en-US" dirty="0" err="1"/>
              <a:t>tạp</a:t>
            </a:r>
            <a:r>
              <a:rPr lang="en-US" dirty="0"/>
              <a:t> </a:t>
            </a:r>
            <a:r>
              <a:rPr lang="en-US" dirty="0" err="1"/>
              <a:t>thuật</a:t>
            </a:r>
            <a:r>
              <a:rPr lang="en-US" dirty="0"/>
              <a:t> </a:t>
            </a:r>
            <a:r>
              <a:rPr lang="en-US" dirty="0" err="1"/>
              <a:t>toán</a:t>
            </a:r>
            <a:r>
              <a:rPr lang="en-US" dirty="0"/>
              <a:t> </a:t>
            </a:r>
          </a:p>
        </p:txBody>
      </p:sp>
      <p:sp>
        <p:nvSpPr>
          <p:cNvPr id="3" name="Content Placeholder 2"/>
          <p:cNvSpPr>
            <a:spLocks noGrp="1"/>
          </p:cNvSpPr>
          <p:nvPr>
            <p:ph sz="quarter" idx="13"/>
          </p:nvPr>
        </p:nvSpPr>
        <p:spPr>
          <a:xfrm>
            <a:off x="235078" y="841247"/>
            <a:ext cx="4651106" cy="5303393"/>
          </a:xfrm>
        </p:spPr>
        <p:txBody>
          <a:bodyPr>
            <a:normAutofit/>
          </a:bodyPr>
          <a:lstStyle/>
          <a:p>
            <a:pPr marL="0" indent="0">
              <a:buNone/>
            </a:pPr>
            <a:r>
              <a:rPr lang="en-US" b="1" dirty="0"/>
              <a:t>Procedure</a:t>
            </a:r>
            <a:r>
              <a:rPr lang="en-US" dirty="0"/>
              <a:t> SELECTION_SORT(</a:t>
            </a:r>
            <a:r>
              <a:rPr lang="en-US" dirty="0" err="1"/>
              <a:t>A,n</a:t>
            </a:r>
            <a:r>
              <a:rPr lang="en-US" dirty="0"/>
              <a:t>);</a:t>
            </a:r>
          </a:p>
          <a:p>
            <a:pPr marL="0" indent="0">
              <a:buNone/>
            </a:pPr>
            <a:r>
              <a:rPr lang="en-US" dirty="0"/>
              <a:t>1. for </a:t>
            </a:r>
            <a:r>
              <a:rPr lang="en-US" dirty="0" err="1"/>
              <a:t>i</a:t>
            </a:r>
            <a:r>
              <a:rPr lang="en-US" dirty="0"/>
              <a:t>:=1 to (n-1) do </a:t>
            </a:r>
          </a:p>
          <a:p>
            <a:pPr marL="0" indent="0">
              <a:buNone/>
            </a:pPr>
            <a:r>
              <a:rPr lang="en-US" dirty="0"/>
              <a:t>2. k:= </a:t>
            </a:r>
            <a:r>
              <a:rPr lang="en-US" dirty="0" err="1"/>
              <a:t>i</a:t>
            </a:r>
            <a:r>
              <a:rPr lang="en-US" dirty="0"/>
              <a:t>;</a:t>
            </a:r>
          </a:p>
          <a:p>
            <a:pPr marL="0" indent="0">
              <a:buNone/>
            </a:pPr>
            <a:r>
              <a:rPr lang="en-US" dirty="0"/>
              <a:t>3. for j:= i+1 to n do </a:t>
            </a:r>
          </a:p>
          <a:p>
            <a:pPr marL="0" indent="0">
              <a:buNone/>
            </a:pPr>
            <a:r>
              <a:rPr lang="en-US" dirty="0"/>
              <a:t>4. if A[j] &lt; A[k] then k:=j;</a:t>
            </a:r>
          </a:p>
          <a:p>
            <a:pPr marL="0" indent="0">
              <a:buNone/>
            </a:pPr>
            <a:r>
              <a:rPr lang="en-US" dirty="0"/>
              <a:t>5. temp: = A[k]; A[k] = A[</a:t>
            </a:r>
            <a:r>
              <a:rPr lang="en-US" dirty="0" err="1"/>
              <a:t>i</a:t>
            </a:r>
            <a:r>
              <a:rPr lang="en-US" dirty="0"/>
              <a:t>]; A[j] = temp;</a:t>
            </a:r>
          </a:p>
          <a:p>
            <a:pPr marL="0" indent="0">
              <a:buNone/>
            </a:pPr>
            <a:r>
              <a:rPr lang="en-US" dirty="0"/>
              <a:t>6. return            end;</a:t>
            </a:r>
          </a:p>
          <a:p>
            <a:endParaRPr lang="en-US" dirty="0"/>
          </a:p>
        </p:txBody>
      </p:sp>
      <p:sp>
        <p:nvSpPr>
          <p:cNvPr id="4" name="Content Placeholder 3"/>
          <p:cNvSpPr>
            <a:spLocks noGrp="1"/>
          </p:cNvSpPr>
          <p:nvPr>
            <p:ph sz="half" idx="4294967295"/>
          </p:nvPr>
        </p:nvSpPr>
        <p:spPr>
          <a:xfrm>
            <a:off x="4702629" y="1229961"/>
            <a:ext cx="4222154" cy="4525963"/>
          </a:xfrm>
        </p:spPr>
        <p:txBody>
          <a:bodyPr>
            <a:normAutofit fontScale="92500"/>
          </a:bodyPr>
          <a:lstStyle/>
          <a:p>
            <a:r>
              <a:rPr lang="en-US" dirty="0" err="1"/>
              <a:t>i</a:t>
            </a:r>
            <a:r>
              <a:rPr lang="en-US" dirty="0"/>
              <a:t> = 1 </a:t>
            </a:r>
            <a:r>
              <a:rPr lang="en-US" dirty="0" err="1"/>
              <a:t>bước</a:t>
            </a:r>
            <a:r>
              <a:rPr lang="en-US" dirty="0"/>
              <a:t> 4,5 </a:t>
            </a:r>
            <a:r>
              <a:rPr lang="en-US" dirty="0" err="1"/>
              <a:t>thực</a:t>
            </a:r>
            <a:r>
              <a:rPr lang="en-US" dirty="0"/>
              <a:t> </a:t>
            </a:r>
            <a:r>
              <a:rPr lang="en-US" dirty="0" err="1"/>
              <a:t>hiện</a:t>
            </a:r>
            <a:r>
              <a:rPr lang="en-US" dirty="0"/>
              <a:t> n-1 </a:t>
            </a:r>
            <a:r>
              <a:rPr lang="en-US" dirty="0" err="1"/>
              <a:t>lần</a:t>
            </a:r>
            <a:r>
              <a:rPr lang="en-US" dirty="0"/>
              <a:t> </a:t>
            </a:r>
          </a:p>
          <a:p>
            <a:r>
              <a:rPr lang="en-US" dirty="0" err="1"/>
              <a:t>i</a:t>
            </a:r>
            <a:r>
              <a:rPr lang="en-US" dirty="0"/>
              <a:t> = 2 </a:t>
            </a:r>
            <a:r>
              <a:rPr lang="en-US" dirty="0" err="1"/>
              <a:t>bước</a:t>
            </a:r>
            <a:r>
              <a:rPr lang="en-US" dirty="0"/>
              <a:t> 4,5 </a:t>
            </a:r>
            <a:r>
              <a:rPr lang="en-US" dirty="0" err="1"/>
              <a:t>thực</a:t>
            </a:r>
            <a:r>
              <a:rPr lang="en-US" dirty="0"/>
              <a:t> </a:t>
            </a:r>
            <a:r>
              <a:rPr lang="en-US" dirty="0" err="1"/>
              <a:t>hiện</a:t>
            </a:r>
            <a:r>
              <a:rPr lang="en-US" dirty="0"/>
              <a:t> n-2 </a:t>
            </a:r>
            <a:r>
              <a:rPr lang="en-US" dirty="0" err="1"/>
              <a:t>lần</a:t>
            </a:r>
            <a:r>
              <a:rPr lang="en-US" dirty="0"/>
              <a:t> </a:t>
            </a:r>
          </a:p>
          <a:p>
            <a:r>
              <a:rPr lang="en-US" dirty="0"/>
              <a:t>….</a:t>
            </a:r>
          </a:p>
          <a:p>
            <a:r>
              <a:rPr lang="en-US" dirty="0" err="1"/>
              <a:t>i</a:t>
            </a:r>
            <a:r>
              <a:rPr lang="en-US" dirty="0"/>
              <a:t> = n-1 </a:t>
            </a:r>
            <a:r>
              <a:rPr lang="en-US" dirty="0" err="1"/>
              <a:t>bước</a:t>
            </a:r>
            <a:r>
              <a:rPr lang="en-US" dirty="0"/>
              <a:t> 4,5 </a:t>
            </a:r>
            <a:r>
              <a:rPr lang="en-US" dirty="0" err="1"/>
              <a:t>thực</a:t>
            </a:r>
            <a:r>
              <a:rPr lang="en-US" dirty="0"/>
              <a:t> </a:t>
            </a:r>
            <a:r>
              <a:rPr lang="en-US" dirty="0" err="1"/>
              <a:t>hiện</a:t>
            </a:r>
            <a:r>
              <a:rPr lang="en-US" dirty="0"/>
              <a:t> 1 </a:t>
            </a:r>
            <a:r>
              <a:rPr lang="en-US" dirty="0" err="1"/>
              <a:t>lần</a:t>
            </a:r>
            <a:r>
              <a:rPr lang="en-US" dirty="0"/>
              <a:t> </a:t>
            </a:r>
          </a:p>
          <a:p>
            <a:r>
              <a:rPr lang="en-US" dirty="0" err="1"/>
              <a:t>Tổng</a:t>
            </a:r>
            <a:r>
              <a:rPr lang="en-US" dirty="0"/>
              <a:t> </a:t>
            </a:r>
            <a:r>
              <a:rPr lang="en-US" dirty="0" err="1"/>
              <a:t>số</a:t>
            </a:r>
            <a:r>
              <a:rPr lang="en-US" dirty="0"/>
              <a:t> </a:t>
            </a:r>
            <a:r>
              <a:rPr lang="en-US" dirty="0" err="1"/>
              <a:t>lần</a:t>
            </a:r>
            <a:r>
              <a:rPr lang="en-US" dirty="0"/>
              <a:t> </a:t>
            </a:r>
            <a:r>
              <a:rPr lang="en-US" dirty="0" err="1"/>
              <a:t>thực</a:t>
            </a:r>
            <a:r>
              <a:rPr lang="en-US" dirty="0"/>
              <a:t> </a:t>
            </a:r>
            <a:r>
              <a:rPr lang="en-US" dirty="0" err="1"/>
              <a:t>hiện</a:t>
            </a:r>
            <a:r>
              <a:rPr lang="en-US" dirty="0"/>
              <a:t> </a:t>
            </a:r>
            <a:r>
              <a:rPr lang="en-US" dirty="0" err="1"/>
              <a:t>là</a:t>
            </a:r>
            <a:r>
              <a:rPr lang="en-US" dirty="0"/>
              <a:t> </a:t>
            </a:r>
          </a:p>
          <a:p>
            <a:r>
              <a:rPr lang="en-US" dirty="0"/>
              <a:t>1+ 2+…+ (n-1)= ½*n</a:t>
            </a:r>
            <a:r>
              <a:rPr lang="en-US" baseline="30000" dirty="0"/>
              <a:t>2</a:t>
            </a:r>
            <a:r>
              <a:rPr lang="en-US" dirty="0"/>
              <a:t> – ½*n</a:t>
            </a:r>
          </a:p>
          <a:p>
            <a:r>
              <a:rPr lang="en-US" dirty="0">
                <a:solidFill>
                  <a:srgbClr val="FF0000"/>
                </a:solidFill>
              </a:rPr>
              <a:t>T(n) = O(n</a:t>
            </a:r>
            <a:r>
              <a:rPr lang="en-US" baseline="30000" dirty="0">
                <a:solidFill>
                  <a:srgbClr val="FF0000"/>
                </a:solidFill>
              </a:rPr>
              <a:t>2</a:t>
            </a:r>
            <a:r>
              <a:rPr lang="en-US" dirty="0">
                <a:solidFill>
                  <a:srgbClr val="FF0000"/>
                </a:solidFill>
              </a:rPr>
              <a:t>)</a:t>
            </a:r>
          </a:p>
          <a:p>
            <a:endParaRPr lang="en-US" dirty="0"/>
          </a:p>
        </p:txBody>
      </p:sp>
    </p:spTree>
    <p:extLst>
      <p:ext uri="{BB962C8B-B14F-4D97-AF65-F5344CB8AC3E}">
        <p14:creationId xmlns:p14="http://schemas.microsoft.com/office/powerpoint/2010/main" val="780765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0" end="0"/>
                                            </p:txEl>
                                          </p:spTgt>
                                        </p:tgtEl>
                                        <p:attrNameLst>
                                          <p:attrName>style.visibility</p:attrName>
                                        </p:attrNameLst>
                                      </p:cBhvr>
                                      <p:to>
                                        <p:strVal val="visible"/>
                                      </p:to>
                                    </p:set>
                                    <p:animEffect transition="in" filter="fade">
                                      <p:cBhvr>
                                        <p:cTn id="42" dur="500"/>
                                        <p:tgtEl>
                                          <p:spTgt spid="4">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1" end="1"/>
                                            </p:txEl>
                                          </p:spTgt>
                                        </p:tgtEl>
                                        <p:attrNameLst>
                                          <p:attrName>style.visibility</p:attrName>
                                        </p:attrNameLst>
                                      </p:cBhvr>
                                      <p:to>
                                        <p:strVal val="visible"/>
                                      </p:to>
                                    </p:set>
                                    <p:animEffect transition="in" filter="fade">
                                      <p:cBhvr>
                                        <p:cTn id="47" dur="500"/>
                                        <p:tgtEl>
                                          <p:spTgt spid="4">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2" end="2"/>
                                            </p:txEl>
                                          </p:spTgt>
                                        </p:tgtEl>
                                        <p:attrNameLst>
                                          <p:attrName>style.visibility</p:attrName>
                                        </p:attrNameLst>
                                      </p:cBhvr>
                                      <p:to>
                                        <p:strVal val="visible"/>
                                      </p:to>
                                    </p:set>
                                    <p:animEffect transition="in" filter="fade">
                                      <p:cBhvr>
                                        <p:cTn id="52" dur="500"/>
                                        <p:tgtEl>
                                          <p:spTgt spid="4">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3" end="3"/>
                                            </p:txEl>
                                          </p:spTgt>
                                        </p:tgtEl>
                                        <p:attrNameLst>
                                          <p:attrName>style.visibility</p:attrName>
                                        </p:attrNameLst>
                                      </p:cBhvr>
                                      <p:to>
                                        <p:strVal val="visible"/>
                                      </p:to>
                                    </p:set>
                                    <p:animEffect transition="in" filter="fade">
                                      <p:cBhvr>
                                        <p:cTn id="57" dur="500"/>
                                        <p:tgtEl>
                                          <p:spTgt spid="4">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4" end="4"/>
                                            </p:txEl>
                                          </p:spTgt>
                                        </p:tgtEl>
                                        <p:attrNameLst>
                                          <p:attrName>style.visibility</p:attrName>
                                        </p:attrNameLst>
                                      </p:cBhvr>
                                      <p:to>
                                        <p:strVal val="visible"/>
                                      </p:to>
                                    </p:set>
                                    <p:animEffect transition="in" filter="fade">
                                      <p:cBhvr>
                                        <p:cTn id="62" dur="500"/>
                                        <p:tgtEl>
                                          <p:spTgt spid="4">
                                            <p:txEl>
                                              <p:pRg st="4" end="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xEl>
                                              <p:pRg st="5" end="5"/>
                                            </p:txEl>
                                          </p:spTgt>
                                        </p:tgtEl>
                                        <p:attrNameLst>
                                          <p:attrName>style.visibility</p:attrName>
                                        </p:attrNameLst>
                                      </p:cBhvr>
                                      <p:to>
                                        <p:strVal val="visible"/>
                                      </p:to>
                                    </p:set>
                                    <p:animEffect transition="in" filter="fade">
                                      <p:cBhvr>
                                        <p:cTn id="67" dur="500"/>
                                        <p:tgtEl>
                                          <p:spTgt spid="4">
                                            <p:txEl>
                                              <p:pRg st="5" end="5"/>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
                                            <p:txEl>
                                              <p:pRg st="6" end="6"/>
                                            </p:txEl>
                                          </p:spTgt>
                                        </p:tgtEl>
                                        <p:attrNameLst>
                                          <p:attrName>style.visibility</p:attrName>
                                        </p:attrNameLst>
                                      </p:cBhvr>
                                      <p:to>
                                        <p:strVal val="visible"/>
                                      </p:to>
                                    </p:set>
                                    <p:animEffect transition="in" filter="fade">
                                      <p:cBhvr>
                                        <p:cTn id="72"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08CF92E8-93D1-4246-9203-88234E64793C}" type="datetime1">
              <a:rPr lang="en-US" smtClean="0"/>
              <a:t>10/31/2025</a:t>
            </a:fld>
            <a:endParaRPr lang="en-US"/>
          </a:p>
        </p:txBody>
      </p:sp>
      <p:sp>
        <p:nvSpPr>
          <p:cNvPr id="6" name="Footer Placeholder 5"/>
          <p:cNvSpPr>
            <a:spLocks noGrp="1"/>
          </p:cNvSpPr>
          <p:nvPr>
            <p:ph type="ftr" sz="quarter" idx="11"/>
          </p:nvPr>
        </p:nvSpPr>
        <p:spPr/>
        <p:txBody>
          <a:bodyPr/>
          <a:lstStyle/>
          <a:p>
            <a:r>
              <a:rPr lang="is-IS"/>
              <a:t>Cấu trúc dữ liệu và giải thuật</a:t>
            </a:r>
            <a:endParaRPr lang="en-US"/>
          </a:p>
        </p:txBody>
      </p:sp>
      <p:sp>
        <p:nvSpPr>
          <p:cNvPr id="7" name="Slide Number Placeholder 6"/>
          <p:cNvSpPr>
            <a:spLocks noGrp="1"/>
          </p:cNvSpPr>
          <p:nvPr>
            <p:ph type="sldNum" sz="quarter" idx="12"/>
          </p:nvPr>
        </p:nvSpPr>
        <p:spPr/>
        <p:txBody>
          <a:bodyPr/>
          <a:lstStyle/>
          <a:p>
            <a:fld id="{BA7BC09B-FE30-A349-B1D2-5A364F511F98}" type="slidenum">
              <a:rPr lang="en-US" smtClean="0"/>
              <a:t>64</a:t>
            </a:fld>
            <a:endParaRPr lang="en-US"/>
          </a:p>
        </p:txBody>
      </p:sp>
      <p:sp>
        <p:nvSpPr>
          <p:cNvPr id="2" name="Title 1"/>
          <p:cNvSpPr>
            <a:spLocks noGrp="1"/>
          </p:cNvSpPr>
          <p:nvPr>
            <p:ph type="title"/>
          </p:nvPr>
        </p:nvSpPr>
        <p:spPr/>
        <p:txBody>
          <a:bodyPr/>
          <a:lstStyle/>
          <a:p>
            <a:r>
              <a:rPr lang="en-US" dirty="0" err="1"/>
              <a:t>Các</a:t>
            </a:r>
            <a:r>
              <a:rPr lang="en-US" dirty="0"/>
              <a:t> </a:t>
            </a:r>
            <a:r>
              <a:rPr lang="en-US" dirty="0" err="1"/>
              <a:t>loại</a:t>
            </a:r>
            <a:r>
              <a:rPr lang="en-US" dirty="0"/>
              <a:t> </a:t>
            </a:r>
            <a:r>
              <a:rPr lang="en-US" dirty="0" err="1"/>
              <a:t>độ</a:t>
            </a:r>
            <a:r>
              <a:rPr lang="en-US" dirty="0"/>
              <a:t> </a:t>
            </a:r>
            <a:r>
              <a:rPr lang="en-US" dirty="0" err="1"/>
              <a:t>phức</a:t>
            </a:r>
            <a:r>
              <a:rPr lang="en-US" dirty="0"/>
              <a:t> </a:t>
            </a:r>
            <a:r>
              <a:rPr lang="en-US" dirty="0" err="1"/>
              <a:t>tạp</a:t>
            </a:r>
            <a:r>
              <a:rPr lang="en-US" dirty="0"/>
              <a:t> </a:t>
            </a:r>
            <a:r>
              <a:rPr lang="en-US" dirty="0" err="1"/>
              <a:t>thường</a:t>
            </a:r>
            <a:r>
              <a:rPr lang="en-US" dirty="0"/>
              <a:t> </a:t>
            </a:r>
            <a:r>
              <a:rPr lang="en-US" dirty="0" err="1"/>
              <a:t>gặp</a:t>
            </a:r>
            <a:r>
              <a:rPr lang="en-US" dirty="0"/>
              <a:t> </a:t>
            </a:r>
          </a:p>
        </p:txBody>
      </p:sp>
      <p:sp>
        <p:nvSpPr>
          <p:cNvPr id="8" name="Content Placeholder 7"/>
          <p:cNvSpPr>
            <a:spLocks noGrp="1"/>
          </p:cNvSpPr>
          <p:nvPr>
            <p:ph sz="quarter" idx="13"/>
          </p:nvPr>
        </p:nvSpPr>
        <p:spPr/>
        <p:txBody>
          <a:bodyPr>
            <a:normAutofit/>
          </a:bodyPr>
          <a:lstStyle/>
          <a:p>
            <a:r>
              <a:rPr lang="en-US" sz="2200" dirty="0" err="1"/>
              <a:t>Độ</a:t>
            </a:r>
            <a:r>
              <a:rPr lang="en-US" sz="2200" dirty="0"/>
              <a:t> </a:t>
            </a:r>
            <a:r>
              <a:rPr lang="en-US" sz="2200" dirty="0" err="1"/>
              <a:t>phức</a:t>
            </a:r>
            <a:r>
              <a:rPr lang="en-US" sz="2200" dirty="0"/>
              <a:t> </a:t>
            </a:r>
            <a:r>
              <a:rPr lang="en-US" sz="2200" dirty="0" err="1"/>
              <a:t>tạp</a:t>
            </a:r>
            <a:r>
              <a:rPr lang="en-US" sz="2200" dirty="0"/>
              <a:t> </a:t>
            </a:r>
            <a:r>
              <a:rPr lang="en-US" sz="2200" dirty="0" err="1"/>
              <a:t>hằng</a:t>
            </a:r>
            <a:r>
              <a:rPr lang="en-US" sz="2200" dirty="0"/>
              <a:t> </a:t>
            </a:r>
            <a:r>
              <a:rPr lang="en-US" sz="2200" dirty="0" err="1"/>
              <a:t>số</a:t>
            </a:r>
            <a:r>
              <a:rPr lang="en-US" sz="2200" dirty="0"/>
              <a:t>: O(1)</a:t>
            </a:r>
          </a:p>
          <a:p>
            <a:r>
              <a:rPr lang="en-US" sz="2200" dirty="0" err="1"/>
              <a:t>Độ</a:t>
            </a:r>
            <a:r>
              <a:rPr lang="en-US" sz="2200" dirty="0"/>
              <a:t> </a:t>
            </a:r>
            <a:r>
              <a:rPr lang="en-US" sz="2200" dirty="0" err="1"/>
              <a:t>phức</a:t>
            </a:r>
            <a:r>
              <a:rPr lang="en-US" sz="2200" dirty="0"/>
              <a:t> </a:t>
            </a:r>
            <a:r>
              <a:rPr lang="en-US" sz="2200" dirty="0" err="1"/>
              <a:t>tạp</a:t>
            </a:r>
            <a:r>
              <a:rPr lang="en-US" sz="2200" dirty="0"/>
              <a:t> </a:t>
            </a:r>
            <a:r>
              <a:rPr lang="en-US" sz="2200" dirty="0" err="1"/>
              <a:t>tuyến</a:t>
            </a:r>
            <a:r>
              <a:rPr lang="en-US" sz="2200" dirty="0"/>
              <a:t> </a:t>
            </a:r>
            <a:r>
              <a:rPr lang="en-US" sz="2200" dirty="0" err="1"/>
              <a:t>tính</a:t>
            </a:r>
            <a:r>
              <a:rPr lang="en-US" sz="2200" dirty="0"/>
              <a:t>: O(n)</a:t>
            </a:r>
          </a:p>
          <a:p>
            <a:r>
              <a:rPr lang="en-US" sz="2200" dirty="0" err="1"/>
              <a:t>Độ</a:t>
            </a:r>
            <a:r>
              <a:rPr lang="en-US" sz="2200" dirty="0"/>
              <a:t> </a:t>
            </a:r>
            <a:r>
              <a:rPr lang="en-US" sz="2200" dirty="0" err="1"/>
              <a:t>phức</a:t>
            </a:r>
            <a:r>
              <a:rPr lang="en-US" sz="2200" dirty="0"/>
              <a:t> </a:t>
            </a:r>
            <a:r>
              <a:rPr lang="en-US" sz="2200" dirty="0" err="1"/>
              <a:t>tạp</a:t>
            </a:r>
            <a:r>
              <a:rPr lang="en-US" sz="2200" dirty="0"/>
              <a:t> </a:t>
            </a:r>
            <a:r>
              <a:rPr lang="en-US" sz="2200" dirty="0" err="1"/>
              <a:t>đa</a:t>
            </a:r>
            <a:r>
              <a:rPr lang="en-US" sz="2200" dirty="0"/>
              <a:t> </a:t>
            </a:r>
            <a:r>
              <a:rPr lang="en-US" sz="2200" dirty="0" err="1"/>
              <a:t>thức</a:t>
            </a:r>
            <a:r>
              <a:rPr lang="en-US" sz="2200" dirty="0"/>
              <a:t>: O(</a:t>
            </a:r>
            <a:r>
              <a:rPr lang="en-US" sz="2200" dirty="0" err="1"/>
              <a:t>n</a:t>
            </a:r>
            <a:r>
              <a:rPr lang="en-US" sz="2200" baseline="30000" dirty="0" err="1"/>
              <a:t>k</a:t>
            </a:r>
            <a:r>
              <a:rPr lang="en-US" sz="2200" dirty="0"/>
              <a:t>)</a:t>
            </a:r>
          </a:p>
          <a:p>
            <a:endParaRPr lang="en-US" dirty="0"/>
          </a:p>
        </p:txBody>
      </p:sp>
      <p:sp>
        <p:nvSpPr>
          <p:cNvPr id="9" name="Content Placeholder 8"/>
          <p:cNvSpPr>
            <a:spLocks noGrp="1"/>
          </p:cNvSpPr>
          <p:nvPr>
            <p:ph sz="half" idx="4294967295"/>
          </p:nvPr>
        </p:nvSpPr>
        <p:spPr>
          <a:xfrm>
            <a:off x="5105400" y="843316"/>
            <a:ext cx="4038600" cy="4525962"/>
          </a:xfrm>
        </p:spPr>
        <p:txBody>
          <a:bodyPr>
            <a:normAutofit/>
          </a:bodyPr>
          <a:lstStyle/>
          <a:p>
            <a:r>
              <a:rPr lang="en-US" sz="2200" dirty="0" err="1"/>
              <a:t>Độ</a:t>
            </a:r>
            <a:r>
              <a:rPr lang="en-US" sz="2200" dirty="0"/>
              <a:t> </a:t>
            </a:r>
            <a:r>
              <a:rPr lang="en-US" sz="2200" dirty="0" err="1"/>
              <a:t>phức</a:t>
            </a:r>
            <a:r>
              <a:rPr lang="en-US" sz="2200" dirty="0"/>
              <a:t> </a:t>
            </a:r>
            <a:r>
              <a:rPr lang="en-US" sz="2200" dirty="0" err="1"/>
              <a:t>tạp</a:t>
            </a:r>
            <a:r>
              <a:rPr lang="en-US" sz="2200" dirty="0"/>
              <a:t> </a:t>
            </a:r>
            <a:r>
              <a:rPr lang="en-US" sz="2200" dirty="0" err="1"/>
              <a:t>logarit</a:t>
            </a:r>
            <a:r>
              <a:rPr lang="en-US" sz="2200" dirty="0"/>
              <a:t>: O(log n)</a:t>
            </a:r>
          </a:p>
          <a:p>
            <a:r>
              <a:rPr lang="en-US" sz="2200" dirty="0" err="1"/>
              <a:t>Độ</a:t>
            </a:r>
            <a:r>
              <a:rPr lang="en-US" sz="2200" dirty="0"/>
              <a:t> </a:t>
            </a:r>
            <a:r>
              <a:rPr lang="en-US" sz="2200" dirty="0" err="1"/>
              <a:t>phức</a:t>
            </a:r>
            <a:r>
              <a:rPr lang="en-US" sz="2200" dirty="0"/>
              <a:t> </a:t>
            </a:r>
            <a:r>
              <a:rPr lang="en-US" sz="2200" dirty="0" err="1"/>
              <a:t>tạp</a:t>
            </a:r>
            <a:r>
              <a:rPr lang="en-US" sz="2200" dirty="0"/>
              <a:t> </a:t>
            </a:r>
            <a:r>
              <a:rPr lang="en-US" sz="2200" dirty="0" err="1"/>
              <a:t>nlogn</a:t>
            </a:r>
            <a:r>
              <a:rPr lang="en-US" sz="2200" dirty="0"/>
              <a:t>: O(</a:t>
            </a:r>
            <a:r>
              <a:rPr lang="en-US" sz="2200" dirty="0" err="1"/>
              <a:t>nlog</a:t>
            </a:r>
            <a:r>
              <a:rPr lang="en-US" sz="2200" dirty="0"/>
              <a:t> n)</a:t>
            </a:r>
          </a:p>
          <a:p>
            <a:r>
              <a:rPr lang="en-US" sz="2200" dirty="0" err="1"/>
              <a:t>Độ</a:t>
            </a:r>
            <a:r>
              <a:rPr lang="en-US" sz="2200" dirty="0"/>
              <a:t> </a:t>
            </a:r>
            <a:r>
              <a:rPr lang="en-US" sz="2200" dirty="0" err="1"/>
              <a:t>phức</a:t>
            </a:r>
            <a:r>
              <a:rPr lang="en-US" sz="2200" dirty="0"/>
              <a:t> </a:t>
            </a:r>
            <a:r>
              <a:rPr lang="en-US" sz="2200" dirty="0" err="1"/>
              <a:t>tạp</a:t>
            </a:r>
            <a:r>
              <a:rPr lang="en-US" sz="2200" dirty="0"/>
              <a:t> </a:t>
            </a:r>
            <a:r>
              <a:rPr lang="en-US" sz="2200" dirty="0" err="1"/>
              <a:t>lũy</a:t>
            </a:r>
            <a:r>
              <a:rPr lang="en-US" sz="2200" dirty="0"/>
              <a:t> </a:t>
            </a:r>
            <a:r>
              <a:rPr lang="en-US" sz="2200" dirty="0" err="1"/>
              <a:t>thừa</a:t>
            </a:r>
            <a:r>
              <a:rPr lang="en-US" sz="2200" dirty="0"/>
              <a:t>: O(a</a:t>
            </a:r>
            <a:r>
              <a:rPr lang="en-US" sz="2200" baseline="30000" dirty="0"/>
              <a:t>n</a:t>
            </a:r>
            <a:r>
              <a:rPr lang="en-US" sz="2200" dirty="0"/>
              <a:t>)</a:t>
            </a:r>
          </a:p>
          <a:p>
            <a:r>
              <a:rPr lang="en-US" sz="2200" dirty="0" err="1"/>
              <a:t>Độ</a:t>
            </a:r>
            <a:r>
              <a:rPr lang="en-US" sz="2200" dirty="0"/>
              <a:t> </a:t>
            </a:r>
            <a:r>
              <a:rPr lang="en-US" sz="2200" dirty="0" err="1"/>
              <a:t>phức</a:t>
            </a:r>
            <a:r>
              <a:rPr lang="en-US" sz="2200" dirty="0"/>
              <a:t> </a:t>
            </a:r>
            <a:r>
              <a:rPr lang="en-US" sz="2200" dirty="0" err="1"/>
              <a:t>tạp</a:t>
            </a:r>
            <a:r>
              <a:rPr lang="en-US" sz="2200" dirty="0"/>
              <a:t> </a:t>
            </a:r>
            <a:r>
              <a:rPr lang="en-US" sz="2200" dirty="0" err="1"/>
              <a:t>giai</a:t>
            </a:r>
            <a:r>
              <a:rPr lang="en-US" sz="2200" dirty="0"/>
              <a:t> </a:t>
            </a:r>
            <a:r>
              <a:rPr lang="en-US" sz="2200" dirty="0" err="1"/>
              <a:t>thừa</a:t>
            </a:r>
            <a:r>
              <a:rPr lang="en-US" sz="2200" dirty="0"/>
              <a:t>: O(n!)</a:t>
            </a:r>
          </a:p>
          <a:p>
            <a:endParaRPr lang="en-US" dirty="0"/>
          </a:p>
        </p:txBody>
      </p:sp>
      <p:pic>
        <p:nvPicPr>
          <p:cNvPr id="10" name="Picture 9"/>
          <p:cNvPicPr>
            <a:picLocks noChangeAspect="1"/>
          </p:cNvPicPr>
          <p:nvPr/>
        </p:nvPicPr>
        <p:blipFill>
          <a:blip r:embed="rId2"/>
          <a:stretch>
            <a:fillRect/>
          </a:stretch>
        </p:blipFill>
        <p:spPr>
          <a:xfrm>
            <a:off x="147504" y="2500283"/>
            <a:ext cx="7748579" cy="3634911"/>
          </a:xfrm>
          <a:prstGeom prst="rect">
            <a:avLst/>
          </a:prstGeom>
        </p:spPr>
      </p:pic>
    </p:spTree>
    <p:extLst>
      <p:ext uri="{BB962C8B-B14F-4D97-AF65-F5344CB8AC3E}">
        <p14:creationId xmlns:p14="http://schemas.microsoft.com/office/powerpoint/2010/main" val="25258903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881E8BB-0235-8840-8437-F628F5EFA6B2}"/>
              </a:ext>
            </a:extLst>
          </p:cNvPr>
          <p:cNvSpPr>
            <a:spLocks noGrp="1"/>
          </p:cNvSpPr>
          <p:nvPr>
            <p:ph type="dt" sz="half" idx="10"/>
          </p:nvPr>
        </p:nvSpPr>
        <p:spPr/>
        <p:txBody>
          <a:bodyPr/>
          <a:lstStyle/>
          <a:p>
            <a:fld id="{08CF92E8-93D1-4246-9203-88234E64793C}" type="datetime1">
              <a:rPr lang="en-US" smtClean="0"/>
              <a:t>10/31/2025</a:t>
            </a:fld>
            <a:endParaRPr lang="en-US"/>
          </a:p>
        </p:txBody>
      </p:sp>
      <p:sp>
        <p:nvSpPr>
          <p:cNvPr id="6" name="Footer Placeholder 5">
            <a:extLst>
              <a:ext uri="{FF2B5EF4-FFF2-40B4-BE49-F238E27FC236}">
                <a16:creationId xmlns:a16="http://schemas.microsoft.com/office/drawing/2014/main" id="{9B9918BA-87C8-164D-888D-EA70FFB8F391}"/>
              </a:ext>
            </a:extLst>
          </p:cNvPr>
          <p:cNvSpPr>
            <a:spLocks noGrp="1"/>
          </p:cNvSpPr>
          <p:nvPr>
            <p:ph type="ftr" sz="quarter" idx="11"/>
          </p:nvPr>
        </p:nvSpPr>
        <p:spPr/>
        <p:txBody>
          <a:bodyPr/>
          <a:lstStyle/>
          <a:p>
            <a:r>
              <a:rPr lang="is-IS"/>
              <a:t>Cấu trúc dữ liệu và giải thuật</a:t>
            </a:r>
            <a:endParaRPr lang="en-US"/>
          </a:p>
        </p:txBody>
      </p:sp>
      <p:sp>
        <p:nvSpPr>
          <p:cNvPr id="7" name="Slide Number Placeholder 6">
            <a:extLst>
              <a:ext uri="{FF2B5EF4-FFF2-40B4-BE49-F238E27FC236}">
                <a16:creationId xmlns:a16="http://schemas.microsoft.com/office/drawing/2014/main" id="{FAE720F6-6194-1544-907E-23EE3C9F76D0}"/>
              </a:ext>
            </a:extLst>
          </p:cNvPr>
          <p:cNvSpPr>
            <a:spLocks noGrp="1"/>
          </p:cNvSpPr>
          <p:nvPr>
            <p:ph type="sldNum" sz="quarter" idx="12"/>
          </p:nvPr>
        </p:nvSpPr>
        <p:spPr/>
        <p:txBody>
          <a:bodyPr/>
          <a:lstStyle/>
          <a:p>
            <a:fld id="{BA7BC09B-FE30-A349-B1D2-5A364F511F98}" type="slidenum">
              <a:rPr lang="en-US" smtClean="0"/>
              <a:t>65</a:t>
            </a:fld>
            <a:endParaRPr lang="en-US"/>
          </a:p>
        </p:txBody>
      </p:sp>
      <p:sp>
        <p:nvSpPr>
          <p:cNvPr id="2" name="Title 1">
            <a:extLst>
              <a:ext uri="{FF2B5EF4-FFF2-40B4-BE49-F238E27FC236}">
                <a16:creationId xmlns:a16="http://schemas.microsoft.com/office/drawing/2014/main" id="{1D2FCB96-EF0C-DC40-B275-4A8EA23C9FCE}"/>
              </a:ext>
            </a:extLst>
          </p:cNvPr>
          <p:cNvSpPr>
            <a:spLocks noGrp="1"/>
          </p:cNvSpPr>
          <p:nvPr>
            <p:ph type="title"/>
          </p:nvPr>
        </p:nvSpPr>
        <p:spPr/>
        <p:txBody>
          <a:bodyPr/>
          <a:lstStyle/>
          <a:p>
            <a:r>
              <a:rPr lang="vi-VN" dirty="0">
                <a:latin typeface="Calibri" panose="020F0502020204030204" pitchFamily="34" charset="0"/>
                <a:cs typeface="Calibri" panose="020F0502020204030204" pitchFamily="34" charset="0"/>
              </a:rPr>
              <a:t>Quy tắc quy đổi </a:t>
            </a:r>
            <a:endParaRPr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984617E7-7BF1-4440-915B-DAEE2B29591D}"/>
                  </a:ext>
                </a:extLst>
              </p:cNvPr>
              <p:cNvSpPr>
                <a:spLocks noGrp="1"/>
              </p:cNvSpPr>
              <p:nvPr>
                <p:ph sz="quarter" idx="13"/>
              </p:nvPr>
            </p:nvSpPr>
            <p:spPr/>
            <p:txBody>
              <a:bodyPr>
                <a:normAutofit/>
              </a:bodyPr>
              <a:lstStyle/>
              <a:p>
                <a:r>
                  <a:rPr lang="vi-VN" dirty="0"/>
                  <a:t>Quy tắc bỏ hằng số: </a:t>
                </a:r>
                <a14:m>
                  <m:oMath xmlns:m="http://schemas.openxmlformats.org/officeDocument/2006/math">
                    <m:r>
                      <a:rPr lang="vi-VN" i="1" dirty="0" smtClean="0">
                        <a:latin typeface="Cambria Math" panose="02040503050406030204" pitchFamily="18" charset="0"/>
                      </a:rPr>
                      <m:t>𝑇</m:t>
                    </m:r>
                    <m:r>
                      <a:rPr lang="vi-VN" i="1" dirty="0" smtClean="0">
                        <a:latin typeface="Cambria Math" panose="02040503050406030204" pitchFamily="18" charset="0"/>
                      </a:rPr>
                      <m:t>(</m:t>
                    </m:r>
                    <m:r>
                      <a:rPr lang="vi-VN" i="1" dirty="0" smtClean="0">
                        <a:latin typeface="Cambria Math" panose="02040503050406030204" pitchFamily="18" charset="0"/>
                      </a:rPr>
                      <m:t>𝑛</m:t>
                    </m:r>
                    <m:r>
                      <a:rPr lang="vi-VN" i="1" dirty="0" smtClean="0">
                        <a:latin typeface="Cambria Math" panose="02040503050406030204" pitchFamily="18" charset="0"/>
                      </a:rPr>
                      <m:t>) = </m:t>
                    </m:r>
                    <m:r>
                      <a:rPr lang="vi-VN" i="1" dirty="0" smtClean="0">
                        <a:latin typeface="Cambria Math" panose="02040503050406030204" pitchFamily="18" charset="0"/>
                      </a:rPr>
                      <m:t>𝑂</m:t>
                    </m:r>
                    <m:r>
                      <a:rPr lang="vi-VN" i="1" dirty="0" smtClean="0">
                        <a:latin typeface="Cambria Math" panose="02040503050406030204" pitchFamily="18" charset="0"/>
                      </a:rPr>
                      <m:t>(</m:t>
                    </m:r>
                    <m:r>
                      <a:rPr lang="vi-VN" i="1" dirty="0" smtClean="0">
                        <a:latin typeface="Cambria Math" panose="02040503050406030204" pitchFamily="18" charset="0"/>
                      </a:rPr>
                      <m:t>𝑐</m:t>
                    </m:r>
                    <m:r>
                      <a:rPr lang="vi-VN" i="1" dirty="0" smtClean="0">
                        <a:latin typeface="Cambria Math" panose="02040503050406030204" pitchFamily="18" charset="0"/>
                      </a:rPr>
                      <m:t>.</m:t>
                    </m:r>
                    <m:r>
                      <a:rPr lang="vi-VN" i="1" dirty="0" smtClean="0">
                        <a:latin typeface="Cambria Math" panose="02040503050406030204" pitchFamily="18" charset="0"/>
                      </a:rPr>
                      <m:t>𝑓</m:t>
                    </m:r>
                    <m:r>
                      <a:rPr lang="vi-VN" i="1" dirty="0" smtClean="0">
                        <a:latin typeface="Cambria Math" panose="02040503050406030204" pitchFamily="18" charset="0"/>
                      </a:rPr>
                      <m:t>(</m:t>
                    </m:r>
                    <m:r>
                      <a:rPr lang="vi-VN" i="1" dirty="0" smtClean="0">
                        <a:latin typeface="Cambria Math" panose="02040503050406030204" pitchFamily="18" charset="0"/>
                      </a:rPr>
                      <m:t>𝑛</m:t>
                    </m:r>
                    <m:r>
                      <a:rPr lang="vi-VN" i="1" dirty="0" smtClean="0">
                        <a:latin typeface="Cambria Math" panose="02040503050406030204" pitchFamily="18" charset="0"/>
                      </a:rPr>
                      <m:t>)) = </m:t>
                    </m:r>
                    <m:r>
                      <a:rPr lang="vi-VN" i="1" dirty="0" smtClean="0">
                        <a:latin typeface="Cambria Math" panose="02040503050406030204" pitchFamily="18" charset="0"/>
                      </a:rPr>
                      <m:t>𝑂</m:t>
                    </m:r>
                    <m:r>
                      <a:rPr lang="vi-VN" i="1" dirty="0" smtClean="0">
                        <a:latin typeface="Cambria Math" panose="02040503050406030204" pitchFamily="18" charset="0"/>
                      </a:rPr>
                      <m:t>(</m:t>
                    </m:r>
                    <m:r>
                      <a:rPr lang="vi-VN" i="1" dirty="0" smtClean="0">
                        <a:latin typeface="Cambria Math" panose="02040503050406030204" pitchFamily="18" charset="0"/>
                      </a:rPr>
                      <m:t>𝑓</m:t>
                    </m:r>
                    <m:r>
                      <a:rPr lang="vi-VN" i="1" dirty="0" smtClean="0">
                        <a:latin typeface="Cambria Math" panose="02040503050406030204" pitchFamily="18" charset="0"/>
                      </a:rPr>
                      <m:t>(</m:t>
                    </m:r>
                    <m:r>
                      <a:rPr lang="vi-VN" i="1" dirty="0" smtClean="0">
                        <a:latin typeface="Cambria Math" panose="02040503050406030204" pitchFamily="18" charset="0"/>
                      </a:rPr>
                      <m:t>𝑛</m:t>
                    </m:r>
                    <m:r>
                      <a:rPr lang="vi-VN" i="1" dirty="0" smtClean="0">
                        <a:latin typeface="Cambria Math" panose="02040503050406030204" pitchFamily="18" charset="0"/>
                      </a:rPr>
                      <m:t>))</m:t>
                    </m:r>
                  </m:oMath>
                </a14:m>
                <a:endParaRPr lang="vi-VN" dirty="0"/>
              </a:p>
              <a:p>
                <a:r>
                  <a:rPr lang="vi-VN" dirty="0"/>
                  <a:t>Quy tắc lấy max : </a:t>
                </a:r>
              </a:p>
              <a:p>
                <a:pPr marL="0" indent="0">
                  <a:buNone/>
                </a:pPr>
                <a14:m>
                  <m:oMathPara xmlns:m="http://schemas.openxmlformats.org/officeDocument/2006/math">
                    <m:oMathParaPr>
                      <m:jc m:val="centerGroup"/>
                    </m:oMathParaPr>
                    <m:oMath xmlns:m="http://schemas.openxmlformats.org/officeDocument/2006/math">
                      <m:r>
                        <a:rPr lang="vi-VN" i="1" dirty="0">
                          <a:latin typeface="Cambria Math" panose="02040503050406030204" pitchFamily="18" charset="0"/>
                        </a:rPr>
                        <m:t>𝑇</m:t>
                      </m:r>
                      <m:r>
                        <a:rPr lang="vi-VN" i="1" dirty="0">
                          <a:latin typeface="Cambria Math" panose="02040503050406030204" pitchFamily="18" charset="0"/>
                        </a:rPr>
                        <m:t>(</m:t>
                      </m:r>
                      <m:r>
                        <a:rPr lang="vi-VN" i="1" dirty="0">
                          <a:latin typeface="Cambria Math" panose="02040503050406030204" pitchFamily="18" charset="0"/>
                        </a:rPr>
                        <m:t>𝑛</m:t>
                      </m:r>
                      <m:r>
                        <a:rPr lang="vi-VN" i="1" dirty="0">
                          <a:latin typeface="Cambria Math" panose="02040503050406030204" pitchFamily="18" charset="0"/>
                        </a:rPr>
                        <m:t>) = </m:t>
                      </m:r>
                      <m:r>
                        <a:rPr lang="vi-VN" i="1" dirty="0">
                          <a:latin typeface="Cambria Math" panose="02040503050406030204" pitchFamily="18" charset="0"/>
                        </a:rPr>
                        <m:t>𝑂</m:t>
                      </m:r>
                      <m:r>
                        <a:rPr lang="vi-VN" b="0" i="1" dirty="0" smtClean="0">
                          <a:latin typeface="Cambria Math" panose="02040503050406030204" pitchFamily="18" charset="0"/>
                        </a:rPr>
                        <m:t>[</m:t>
                      </m:r>
                      <m:r>
                        <a:rPr lang="vi-VN" i="1" dirty="0">
                          <a:latin typeface="Cambria Math" panose="02040503050406030204" pitchFamily="18" charset="0"/>
                        </a:rPr>
                        <m:t>𝑓</m:t>
                      </m:r>
                      <m:d>
                        <m:dPr>
                          <m:ctrlPr>
                            <a:rPr lang="vi-VN" i="1" dirty="0">
                              <a:latin typeface="Cambria Math" panose="02040503050406030204" pitchFamily="18" charset="0"/>
                            </a:rPr>
                          </m:ctrlPr>
                        </m:dPr>
                        <m:e>
                          <m:r>
                            <a:rPr lang="vi-VN" i="1" dirty="0">
                              <a:latin typeface="Cambria Math" panose="02040503050406030204" pitchFamily="18" charset="0"/>
                            </a:rPr>
                            <m:t>𝑛</m:t>
                          </m:r>
                        </m:e>
                      </m:d>
                      <m:r>
                        <a:rPr lang="vi-VN" b="0" i="1" dirty="0" smtClean="0">
                          <a:latin typeface="Cambria Math" panose="02040503050406030204" pitchFamily="18" charset="0"/>
                        </a:rPr>
                        <m:t>+</m:t>
                      </m:r>
                      <m:r>
                        <a:rPr lang="vi-VN" b="0" i="1" dirty="0" smtClean="0">
                          <a:latin typeface="Cambria Math" panose="02040503050406030204" pitchFamily="18" charset="0"/>
                        </a:rPr>
                        <m:t>𝑔</m:t>
                      </m:r>
                      <m:d>
                        <m:dPr>
                          <m:ctrlPr>
                            <a:rPr lang="vi-VN" b="0" i="1" dirty="0" smtClean="0">
                              <a:latin typeface="Cambria Math" panose="02040503050406030204" pitchFamily="18" charset="0"/>
                            </a:rPr>
                          </m:ctrlPr>
                        </m:dPr>
                        <m:e>
                          <m:r>
                            <m:rPr>
                              <m:sty m:val="p"/>
                            </m:rPr>
                            <a:rPr lang="vi-VN" i="1" dirty="0">
                              <a:latin typeface="Cambria Math" panose="02040503050406030204" pitchFamily="18" charset="0"/>
                            </a:rPr>
                            <m:t>n</m:t>
                          </m:r>
                        </m:e>
                      </m:d>
                      <m:r>
                        <a:rPr lang="vi-VN" b="0" i="1" dirty="0" smtClean="0">
                          <a:latin typeface="Cambria Math" panose="02040503050406030204" pitchFamily="18" charset="0"/>
                        </a:rPr>
                        <m:t>]</m:t>
                      </m:r>
                      <m:r>
                        <a:rPr lang="vi-VN" i="1" dirty="0">
                          <a:latin typeface="Cambria Math" panose="02040503050406030204" pitchFamily="18" charset="0"/>
                        </a:rPr>
                        <m:t> = </m:t>
                      </m:r>
                      <m:r>
                        <a:rPr lang="vi-VN" i="1" dirty="0">
                          <a:latin typeface="Cambria Math" panose="02040503050406030204" pitchFamily="18" charset="0"/>
                        </a:rPr>
                        <m:t>𝑂</m:t>
                      </m:r>
                      <m:r>
                        <a:rPr lang="vi-VN" b="0" i="1" dirty="0" smtClean="0">
                          <a:latin typeface="Cambria Math" panose="02040503050406030204" pitchFamily="18" charset="0"/>
                        </a:rPr>
                        <m:t>[</m:t>
                      </m:r>
                      <m:r>
                        <m:rPr>
                          <m:sty m:val="p"/>
                        </m:rPr>
                        <a:rPr lang="vi-VN" i="1" dirty="0" smtClean="0">
                          <a:latin typeface="Cambria Math" panose="02040503050406030204" pitchFamily="18" charset="0"/>
                        </a:rPr>
                        <m:t>max</m:t>
                      </m:r>
                      <m:d>
                        <m:dPr>
                          <m:ctrlPr>
                            <a:rPr lang="vi-VN" b="0" i="1" dirty="0" smtClean="0">
                              <a:latin typeface="Cambria Math" panose="02040503050406030204" pitchFamily="18" charset="0"/>
                            </a:rPr>
                          </m:ctrlPr>
                        </m:dPr>
                        <m:e>
                          <m:r>
                            <a:rPr lang="vi-VN" i="1" dirty="0">
                              <a:latin typeface="Cambria Math" panose="02040503050406030204" pitchFamily="18" charset="0"/>
                            </a:rPr>
                            <m:t>𝑓</m:t>
                          </m:r>
                          <m:d>
                            <m:dPr>
                              <m:ctrlPr>
                                <a:rPr lang="vi-VN" i="1" dirty="0">
                                  <a:latin typeface="Cambria Math" panose="02040503050406030204" pitchFamily="18" charset="0"/>
                                </a:rPr>
                              </m:ctrlPr>
                            </m:dPr>
                            <m:e>
                              <m:r>
                                <a:rPr lang="vi-VN" i="1" dirty="0">
                                  <a:latin typeface="Cambria Math" panose="02040503050406030204" pitchFamily="18" charset="0"/>
                                </a:rPr>
                                <m:t>𝑛</m:t>
                              </m:r>
                            </m:e>
                          </m:d>
                          <m:r>
                            <a:rPr lang="vi-VN" b="0" i="1" dirty="0" smtClean="0">
                              <a:latin typeface="Cambria Math" panose="02040503050406030204" pitchFamily="18" charset="0"/>
                            </a:rPr>
                            <m:t>,</m:t>
                          </m:r>
                          <m:r>
                            <m:rPr>
                              <m:sty m:val="p"/>
                            </m:rPr>
                            <a:rPr lang="vi-VN" i="1" dirty="0">
                              <a:latin typeface="Cambria Math" panose="02040503050406030204" pitchFamily="18" charset="0"/>
                            </a:rPr>
                            <m:t>g</m:t>
                          </m:r>
                          <m:d>
                            <m:dPr>
                              <m:ctrlPr>
                                <a:rPr lang="vi-VN" b="0" i="1" dirty="0" smtClean="0">
                                  <a:latin typeface="Cambria Math" panose="02040503050406030204" pitchFamily="18" charset="0"/>
                                </a:rPr>
                              </m:ctrlPr>
                            </m:dPr>
                            <m:e>
                              <m:r>
                                <m:rPr>
                                  <m:sty m:val="p"/>
                                </m:rPr>
                                <a:rPr lang="vi-VN" i="1" dirty="0">
                                  <a:latin typeface="Cambria Math" panose="02040503050406030204" pitchFamily="18" charset="0"/>
                                </a:rPr>
                                <m:t>n</m:t>
                              </m:r>
                            </m:e>
                          </m:d>
                        </m:e>
                      </m:d>
                      <m:r>
                        <a:rPr lang="vi-VN" b="0" i="1" dirty="0" smtClean="0">
                          <a:latin typeface="Cambria Math" panose="02040503050406030204" pitchFamily="18" charset="0"/>
                        </a:rPr>
                        <m:t>]</m:t>
                      </m:r>
                    </m:oMath>
                  </m:oMathPara>
                </a14:m>
                <a:endParaRPr lang="vi-VN" dirty="0"/>
              </a:p>
              <a:p>
                <a:r>
                  <a:rPr lang="vi-VN" dirty="0"/>
                  <a:t>Quy tắc cộng: </a:t>
                </a:r>
                <a14:m>
                  <m:oMath xmlns:m="http://schemas.openxmlformats.org/officeDocument/2006/math">
                    <m:r>
                      <a:rPr lang="vi-VN" i="1" dirty="0">
                        <a:latin typeface="Cambria Math" panose="02040503050406030204" pitchFamily="18" charset="0"/>
                      </a:rPr>
                      <m:t>𝑇</m:t>
                    </m:r>
                    <m:r>
                      <a:rPr lang="vi-VN" b="0" i="1" baseline="-25000" dirty="0" smtClean="0">
                        <a:latin typeface="Cambria Math" panose="02040503050406030204" pitchFamily="18" charset="0"/>
                      </a:rPr>
                      <m:t>1</m:t>
                    </m:r>
                    <m:d>
                      <m:dPr>
                        <m:ctrlPr>
                          <a:rPr lang="vi-VN" b="0" i="1" dirty="0" smtClean="0">
                            <a:latin typeface="Cambria Math" panose="02040503050406030204" pitchFamily="18" charset="0"/>
                          </a:rPr>
                        </m:ctrlPr>
                      </m:dPr>
                      <m:e>
                        <m:r>
                          <a:rPr lang="vi-VN" i="1" dirty="0">
                            <a:latin typeface="Cambria Math" panose="02040503050406030204" pitchFamily="18" charset="0"/>
                          </a:rPr>
                          <m:t>𝑛</m:t>
                        </m:r>
                      </m:e>
                    </m:d>
                    <m:r>
                      <a:rPr lang="vi-VN" i="1" dirty="0">
                        <a:latin typeface="Cambria Math" panose="02040503050406030204" pitchFamily="18" charset="0"/>
                      </a:rPr>
                      <m:t>= </m:t>
                    </m:r>
                    <m:r>
                      <a:rPr lang="vi-VN" i="1" dirty="0">
                        <a:latin typeface="Cambria Math" panose="02040503050406030204" pitchFamily="18" charset="0"/>
                      </a:rPr>
                      <m:t>𝑂</m:t>
                    </m:r>
                    <m:d>
                      <m:dPr>
                        <m:ctrlPr>
                          <a:rPr lang="vi-VN" i="1" dirty="0">
                            <a:latin typeface="Cambria Math" panose="02040503050406030204" pitchFamily="18" charset="0"/>
                          </a:rPr>
                        </m:ctrlPr>
                      </m:dPr>
                      <m:e>
                        <m:r>
                          <a:rPr lang="vi-VN" i="1" dirty="0">
                            <a:latin typeface="Cambria Math" panose="02040503050406030204" pitchFamily="18" charset="0"/>
                          </a:rPr>
                          <m:t>𝑓</m:t>
                        </m:r>
                        <m:d>
                          <m:dPr>
                            <m:ctrlPr>
                              <a:rPr lang="vi-VN" i="1" dirty="0">
                                <a:latin typeface="Cambria Math" panose="02040503050406030204" pitchFamily="18" charset="0"/>
                              </a:rPr>
                            </m:ctrlPr>
                          </m:dPr>
                          <m:e>
                            <m:r>
                              <a:rPr lang="vi-VN" i="1" dirty="0">
                                <a:latin typeface="Cambria Math" panose="02040503050406030204" pitchFamily="18" charset="0"/>
                              </a:rPr>
                              <m:t>𝑛</m:t>
                            </m:r>
                          </m:e>
                        </m:d>
                      </m:e>
                    </m:d>
                    <m:r>
                      <a:rPr lang="vi-VN" b="0" i="1" dirty="0" smtClean="0">
                        <a:latin typeface="Cambria Math" panose="02040503050406030204" pitchFamily="18" charset="0"/>
                      </a:rPr>
                      <m:t>,</m:t>
                    </m:r>
                    <m:r>
                      <a:rPr lang="vi-VN" i="1" dirty="0">
                        <a:latin typeface="Cambria Math" panose="02040503050406030204" pitchFamily="18" charset="0"/>
                      </a:rPr>
                      <m:t>𝑇</m:t>
                    </m:r>
                    <m:r>
                      <a:rPr lang="vi-VN" b="0" i="1" baseline="-25000" dirty="0" smtClean="0">
                        <a:latin typeface="Cambria Math" panose="02040503050406030204" pitchFamily="18" charset="0"/>
                      </a:rPr>
                      <m:t>2</m:t>
                    </m:r>
                    <m:d>
                      <m:dPr>
                        <m:ctrlPr>
                          <a:rPr lang="vi-VN" b="0" i="1" dirty="0" smtClean="0">
                            <a:latin typeface="Cambria Math" panose="02040503050406030204" pitchFamily="18" charset="0"/>
                          </a:rPr>
                        </m:ctrlPr>
                      </m:dPr>
                      <m:e>
                        <m:r>
                          <a:rPr lang="vi-VN" i="1" dirty="0">
                            <a:latin typeface="Cambria Math" panose="02040503050406030204" pitchFamily="18" charset="0"/>
                          </a:rPr>
                          <m:t>𝑛</m:t>
                        </m:r>
                      </m:e>
                    </m:d>
                    <m:r>
                      <a:rPr lang="vi-VN" i="1" dirty="0">
                        <a:latin typeface="Cambria Math" panose="02040503050406030204" pitchFamily="18" charset="0"/>
                      </a:rPr>
                      <m:t>= </m:t>
                    </m:r>
                    <m:r>
                      <a:rPr lang="vi-VN" i="1" dirty="0">
                        <a:latin typeface="Cambria Math" panose="02040503050406030204" pitchFamily="18" charset="0"/>
                      </a:rPr>
                      <m:t>𝑂</m:t>
                    </m:r>
                    <m:d>
                      <m:dPr>
                        <m:ctrlPr>
                          <a:rPr lang="vi-VN" i="1" dirty="0">
                            <a:latin typeface="Cambria Math" panose="02040503050406030204" pitchFamily="18" charset="0"/>
                          </a:rPr>
                        </m:ctrlPr>
                      </m:dPr>
                      <m:e>
                        <m:r>
                          <m:rPr>
                            <m:sty m:val="p"/>
                          </m:rPr>
                          <a:rPr lang="vi-VN" i="1" dirty="0" smtClean="0">
                            <a:latin typeface="Cambria Math" panose="02040503050406030204" pitchFamily="18" charset="0"/>
                          </a:rPr>
                          <m:t>g</m:t>
                        </m:r>
                        <m:d>
                          <m:dPr>
                            <m:ctrlPr>
                              <a:rPr lang="vi-VN" i="1" dirty="0" smtClean="0">
                                <a:latin typeface="Cambria Math" panose="02040503050406030204" pitchFamily="18" charset="0"/>
                              </a:rPr>
                            </m:ctrlPr>
                          </m:dPr>
                          <m:e>
                            <m:r>
                              <a:rPr lang="vi-VN" i="1" dirty="0">
                                <a:latin typeface="Cambria Math" panose="02040503050406030204" pitchFamily="18" charset="0"/>
                              </a:rPr>
                              <m:t>𝑛</m:t>
                            </m:r>
                          </m:e>
                        </m:d>
                      </m:e>
                    </m:d>
                  </m:oMath>
                </a14:m>
                <a:endParaRPr lang="vi-VN" dirty="0"/>
              </a:p>
              <a:p>
                <a:pPr marL="0" indent="0">
                  <a:buNone/>
                </a:pPr>
                <a14:m>
                  <m:oMathPara xmlns:m="http://schemas.openxmlformats.org/officeDocument/2006/math">
                    <m:oMathParaPr>
                      <m:jc m:val="centerGroup"/>
                    </m:oMathParaPr>
                    <m:oMath xmlns:m="http://schemas.openxmlformats.org/officeDocument/2006/math">
                      <m:r>
                        <a:rPr lang="vi-VN" i="1" dirty="0">
                          <a:latin typeface="Cambria Math" panose="02040503050406030204" pitchFamily="18" charset="0"/>
                        </a:rPr>
                        <m:t>𝑇</m:t>
                      </m:r>
                      <m:r>
                        <a:rPr lang="vi-VN" i="1" baseline="-25000" dirty="0">
                          <a:latin typeface="Cambria Math" panose="02040503050406030204" pitchFamily="18" charset="0"/>
                        </a:rPr>
                        <m:t>1</m:t>
                      </m:r>
                      <m:d>
                        <m:dPr>
                          <m:ctrlPr>
                            <a:rPr lang="vi-VN" i="1" dirty="0">
                              <a:latin typeface="Cambria Math" panose="02040503050406030204" pitchFamily="18" charset="0"/>
                            </a:rPr>
                          </m:ctrlPr>
                        </m:dPr>
                        <m:e>
                          <m:r>
                            <a:rPr lang="vi-VN" i="1" dirty="0">
                              <a:latin typeface="Cambria Math" panose="02040503050406030204" pitchFamily="18" charset="0"/>
                            </a:rPr>
                            <m:t>𝑛</m:t>
                          </m:r>
                        </m:e>
                      </m:d>
                      <m:r>
                        <a:rPr lang="vi-VN" b="0" i="1" dirty="0" smtClean="0">
                          <a:latin typeface="Cambria Math" panose="02040503050406030204" pitchFamily="18" charset="0"/>
                        </a:rPr>
                        <m:t>+</m:t>
                      </m:r>
                      <m:r>
                        <a:rPr lang="vi-VN" i="1" dirty="0">
                          <a:latin typeface="Cambria Math" panose="02040503050406030204" pitchFamily="18" charset="0"/>
                        </a:rPr>
                        <m:t>𝑇</m:t>
                      </m:r>
                      <m:r>
                        <a:rPr lang="vi-VN" i="1" baseline="-25000" dirty="0">
                          <a:latin typeface="Cambria Math" panose="02040503050406030204" pitchFamily="18" charset="0"/>
                        </a:rPr>
                        <m:t>2</m:t>
                      </m:r>
                      <m:d>
                        <m:dPr>
                          <m:ctrlPr>
                            <a:rPr lang="vi-VN" i="1" dirty="0">
                              <a:latin typeface="Cambria Math" panose="02040503050406030204" pitchFamily="18" charset="0"/>
                            </a:rPr>
                          </m:ctrlPr>
                        </m:dPr>
                        <m:e>
                          <m:r>
                            <a:rPr lang="vi-VN" i="1" dirty="0">
                              <a:latin typeface="Cambria Math" panose="02040503050406030204" pitchFamily="18" charset="0"/>
                            </a:rPr>
                            <m:t>𝑛</m:t>
                          </m:r>
                        </m:e>
                      </m:d>
                      <m:r>
                        <a:rPr lang="vi-VN" b="0" i="1" dirty="0" smtClean="0">
                          <a:latin typeface="Cambria Math" panose="02040503050406030204" pitchFamily="18" charset="0"/>
                        </a:rPr>
                        <m:t>=</m:t>
                      </m:r>
                      <m:r>
                        <a:rPr lang="vi-VN" i="1" dirty="0">
                          <a:latin typeface="Cambria Math" panose="02040503050406030204" pitchFamily="18" charset="0"/>
                        </a:rPr>
                        <m:t>𝑂</m:t>
                      </m:r>
                      <m:d>
                        <m:dPr>
                          <m:ctrlPr>
                            <a:rPr lang="vi-VN" i="1" dirty="0">
                              <a:latin typeface="Cambria Math" panose="02040503050406030204" pitchFamily="18" charset="0"/>
                            </a:rPr>
                          </m:ctrlPr>
                        </m:dPr>
                        <m:e>
                          <m:r>
                            <a:rPr lang="vi-VN" i="1" dirty="0">
                              <a:latin typeface="Cambria Math" panose="02040503050406030204" pitchFamily="18" charset="0"/>
                            </a:rPr>
                            <m:t>𝑓</m:t>
                          </m:r>
                          <m:d>
                            <m:dPr>
                              <m:ctrlPr>
                                <a:rPr lang="vi-VN" i="1" dirty="0">
                                  <a:latin typeface="Cambria Math" panose="02040503050406030204" pitchFamily="18" charset="0"/>
                                </a:rPr>
                              </m:ctrlPr>
                            </m:dPr>
                            <m:e>
                              <m:r>
                                <a:rPr lang="vi-VN" i="1" dirty="0">
                                  <a:latin typeface="Cambria Math" panose="02040503050406030204" pitchFamily="18" charset="0"/>
                                </a:rPr>
                                <m:t>𝑛</m:t>
                              </m:r>
                            </m:e>
                          </m:d>
                          <m:r>
                            <a:rPr lang="vi-VN" b="0" i="1" dirty="0" smtClean="0">
                              <a:latin typeface="Cambria Math" panose="02040503050406030204" pitchFamily="18" charset="0"/>
                            </a:rPr>
                            <m:t>+</m:t>
                          </m:r>
                          <m:r>
                            <m:rPr>
                              <m:sty m:val="p"/>
                            </m:rPr>
                            <a:rPr lang="vi-VN" i="1" dirty="0">
                              <a:latin typeface="Cambria Math" panose="02040503050406030204" pitchFamily="18" charset="0"/>
                            </a:rPr>
                            <m:t>g</m:t>
                          </m:r>
                          <m:d>
                            <m:dPr>
                              <m:ctrlPr>
                                <a:rPr lang="vi-VN" i="1" dirty="0">
                                  <a:latin typeface="Cambria Math" panose="02040503050406030204" pitchFamily="18" charset="0"/>
                                </a:rPr>
                              </m:ctrlPr>
                            </m:dPr>
                            <m:e>
                              <m:r>
                                <a:rPr lang="vi-VN" i="1" dirty="0">
                                  <a:latin typeface="Cambria Math" panose="02040503050406030204" pitchFamily="18" charset="0"/>
                                </a:rPr>
                                <m:t>𝑛</m:t>
                              </m:r>
                            </m:e>
                          </m:d>
                        </m:e>
                      </m:d>
                    </m:oMath>
                  </m:oMathPara>
                </a14:m>
                <a:endParaRPr lang="vi-VN" dirty="0"/>
              </a:p>
              <a:p>
                <a:r>
                  <a:rPr lang="vi-VN" dirty="0"/>
                  <a:t>Quy tắc nhân: Đoạn CT có thời gian thực hiện </a:t>
                </a:r>
                <a14:m>
                  <m:oMath xmlns:m="http://schemas.openxmlformats.org/officeDocument/2006/math">
                    <m:r>
                      <m:rPr>
                        <m:sty m:val="p"/>
                      </m:rPr>
                      <a:rPr lang="vi-VN" i="1" dirty="0">
                        <a:latin typeface="Cambria Math" panose="02040503050406030204" pitchFamily="18" charset="0"/>
                      </a:rPr>
                      <m:t>T</m:t>
                    </m:r>
                    <m:d>
                      <m:dPr>
                        <m:ctrlPr>
                          <a:rPr lang="vi-VN" b="0" i="1" dirty="0" smtClean="0">
                            <a:latin typeface="Cambria Math" panose="02040503050406030204" pitchFamily="18" charset="0"/>
                          </a:rPr>
                        </m:ctrlPr>
                      </m:dPr>
                      <m:e>
                        <m:r>
                          <m:rPr>
                            <m:sty m:val="p"/>
                          </m:rPr>
                          <a:rPr lang="vi-VN" i="1" dirty="0">
                            <a:latin typeface="Cambria Math" panose="02040503050406030204" pitchFamily="18" charset="0"/>
                          </a:rPr>
                          <m:t>n</m:t>
                        </m:r>
                      </m:e>
                    </m:d>
                    <m:r>
                      <a:rPr lang="vi-VN" b="0" i="1" dirty="0" smtClean="0">
                        <a:latin typeface="Cambria Math" panose="02040503050406030204" pitchFamily="18" charset="0"/>
                      </a:rPr>
                      <m:t>= </m:t>
                    </m:r>
                    <m:r>
                      <m:rPr>
                        <m:sty m:val="p"/>
                      </m:rPr>
                      <a:rPr lang="vi-VN" i="1" dirty="0">
                        <a:latin typeface="Cambria Math" panose="02040503050406030204" pitchFamily="18" charset="0"/>
                      </a:rPr>
                      <m:t>O</m:t>
                    </m:r>
                    <m:d>
                      <m:dPr>
                        <m:ctrlPr>
                          <a:rPr lang="vi-VN" b="0" i="1" dirty="0" smtClean="0">
                            <a:latin typeface="Cambria Math" panose="02040503050406030204" pitchFamily="18" charset="0"/>
                          </a:rPr>
                        </m:ctrlPr>
                      </m:dPr>
                      <m:e>
                        <m:r>
                          <m:rPr>
                            <m:sty m:val="p"/>
                          </m:rPr>
                          <a:rPr lang="vi-VN" i="1" dirty="0">
                            <a:latin typeface="Cambria Math" panose="02040503050406030204" pitchFamily="18" charset="0"/>
                          </a:rPr>
                          <m:t>f</m:t>
                        </m:r>
                        <m:d>
                          <m:dPr>
                            <m:ctrlPr>
                              <a:rPr lang="vi-VN" i="1" dirty="0">
                                <a:latin typeface="Cambria Math" panose="02040503050406030204" pitchFamily="18" charset="0"/>
                              </a:rPr>
                            </m:ctrlPr>
                          </m:dPr>
                          <m:e>
                            <m:r>
                              <a:rPr lang="vi-VN" i="1" dirty="0">
                                <a:latin typeface="Cambria Math" panose="02040503050406030204" pitchFamily="18" charset="0"/>
                              </a:rPr>
                              <m:t>𝑛</m:t>
                            </m:r>
                          </m:e>
                        </m:d>
                      </m:e>
                    </m:d>
                  </m:oMath>
                </a14:m>
                <a:r>
                  <a:rPr lang="vi-VN" dirty="0"/>
                  <a:t>. Nếu thực hiện k(n) lần lặp CT với </a:t>
                </a:r>
                <a14:m>
                  <m:oMath xmlns:m="http://schemas.openxmlformats.org/officeDocument/2006/math">
                    <m:r>
                      <m:rPr>
                        <m:sty m:val="p"/>
                      </m:rPr>
                      <a:rPr lang="vi-VN" i="1" dirty="0">
                        <a:latin typeface="Cambria Math" panose="02040503050406030204" pitchFamily="18" charset="0"/>
                      </a:rPr>
                      <m:t>k</m:t>
                    </m:r>
                    <m:d>
                      <m:dPr>
                        <m:ctrlPr>
                          <a:rPr lang="vi-VN" i="1" dirty="0">
                            <a:latin typeface="Cambria Math" panose="02040503050406030204" pitchFamily="18" charset="0"/>
                          </a:rPr>
                        </m:ctrlPr>
                      </m:dPr>
                      <m:e>
                        <m:r>
                          <m:rPr>
                            <m:sty m:val="p"/>
                          </m:rPr>
                          <a:rPr lang="vi-VN" i="1" dirty="0">
                            <a:latin typeface="Cambria Math" panose="02040503050406030204" pitchFamily="18" charset="0"/>
                          </a:rPr>
                          <m:t>n</m:t>
                        </m:r>
                      </m:e>
                    </m:d>
                    <m:r>
                      <a:rPr lang="vi-VN" i="1" dirty="0">
                        <a:latin typeface="Cambria Math" panose="02040503050406030204" pitchFamily="18" charset="0"/>
                      </a:rPr>
                      <m:t>= </m:t>
                    </m:r>
                    <m:r>
                      <m:rPr>
                        <m:sty m:val="p"/>
                      </m:rPr>
                      <a:rPr lang="vi-VN" i="1" dirty="0">
                        <a:latin typeface="Cambria Math" panose="02040503050406030204" pitchFamily="18" charset="0"/>
                      </a:rPr>
                      <m:t>O</m:t>
                    </m:r>
                    <m:d>
                      <m:dPr>
                        <m:ctrlPr>
                          <a:rPr lang="vi-VN" i="1" dirty="0">
                            <a:latin typeface="Cambria Math" panose="02040503050406030204" pitchFamily="18" charset="0"/>
                          </a:rPr>
                        </m:ctrlPr>
                      </m:dPr>
                      <m:e>
                        <m:r>
                          <m:rPr>
                            <m:sty m:val="p"/>
                          </m:rPr>
                          <a:rPr lang="vi-VN" i="1" dirty="0" smtClean="0">
                            <a:latin typeface="Cambria Math" panose="02040503050406030204" pitchFamily="18" charset="0"/>
                          </a:rPr>
                          <m:t>g</m:t>
                        </m:r>
                        <m:d>
                          <m:dPr>
                            <m:ctrlPr>
                              <a:rPr lang="vi-VN" i="1" dirty="0">
                                <a:latin typeface="Cambria Math" panose="02040503050406030204" pitchFamily="18" charset="0"/>
                              </a:rPr>
                            </m:ctrlPr>
                          </m:dPr>
                          <m:e>
                            <m:r>
                              <a:rPr lang="vi-VN" i="1" dirty="0">
                                <a:latin typeface="Cambria Math" panose="02040503050406030204" pitchFamily="18" charset="0"/>
                              </a:rPr>
                              <m:t>𝑛</m:t>
                            </m:r>
                          </m:e>
                        </m:d>
                      </m:e>
                    </m:d>
                  </m:oMath>
                </a14:m>
                <a:r>
                  <a:rPr lang="vi-VN" dirty="0"/>
                  <a:t>. Thì độ phức tạp sẽ là </a:t>
                </a:r>
                <a14:m>
                  <m:oMath xmlns:m="http://schemas.openxmlformats.org/officeDocument/2006/math">
                    <m:r>
                      <m:rPr>
                        <m:sty m:val="p"/>
                      </m:rPr>
                      <a:rPr lang="vi-VN" i="1" dirty="0">
                        <a:latin typeface="Cambria Math" panose="02040503050406030204" pitchFamily="18" charset="0"/>
                      </a:rPr>
                      <m:t>T</m:t>
                    </m:r>
                    <m:d>
                      <m:dPr>
                        <m:ctrlPr>
                          <a:rPr lang="vi-VN" i="1" dirty="0">
                            <a:latin typeface="Cambria Math" panose="02040503050406030204" pitchFamily="18" charset="0"/>
                          </a:rPr>
                        </m:ctrlPr>
                      </m:dPr>
                      <m:e>
                        <m:r>
                          <m:rPr>
                            <m:sty m:val="p"/>
                          </m:rPr>
                          <a:rPr lang="vi-VN" i="1" dirty="0">
                            <a:latin typeface="Cambria Math" panose="02040503050406030204" pitchFamily="18" charset="0"/>
                          </a:rPr>
                          <m:t>n</m:t>
                        </m:r>
                      </m:e>
                    </m:d>
                    <m:r>
                      <a:rPr lang="vi-VN" i="1" dirty="0">
                        <a:latin typeface="Cambria Math" panose="02040503050406030204" pitchFamily="18" charset="0"/>
                      </a:rPr>
                      <m:t>= </m:t>
                    </m:r>
                    <m:r>
                      <m:rPr>
                        <m:sty m:val="p"/>
                      </m:rPr>
                      <a:rPr lang="vi-VN" i="1" dirty="0">
                        <a:latin typeface="Cambria Math" panose="02040503050406030204" pitchFamily="18" charset="0"/>
                      </a:rPr>
                      <m:t>O</m:t>
                    </m:r>
                    <m:d>
                      <m:dPr>
                        <m:ctrlPr>
                          <a:rPr lang="vi-VN" i="1" dirty="0">
                            <a:latin typeface="Cambria Math" panose="02040503050406030204" pitchFamily="18" charset="0"/>
                          </a:rPr>
                        </m:ctrlPr>
                      </m:dPr>
                      <m:e>
                        <m:r>
                          <m:rPr>
                            <m:sty m:val="p"/>
                          </m:rPr>
                          <a:rPr lang="vi-VN" i="1" dirty="0" smtClean="0">
                            <a:latin typeface="Cambria Math" panose="02040503050406030204" pitchFamily="18" charset="0"/>
                          </a:rPr>
                          <m:t>g</m:t>
                        </m:r>
                        <m:d>
                          <m:dPr>
                            <m:ctrlPr>
                              <a:rPr lang="vi-VN" b="0" i="1" dirty="0" smtClean="0">
                                <a:latin typeface="Cambria Math" panose="02040503050406030204" pitchFamily="18" charset="0"/>
                              </a:rPr>
                            </m:ctrlPr>
                          </m:dPr>
                          <m:e>
                            <m:r>
                              <m:rPr>
                                <m:sty m:val="p"/>
                              </m:rPr>
                              <a:rPr lang="vi-VN" i="1" dirty="0">
                                <a:latin typeface="Cambria Math" panose="02040503050406030204" pitchFamily="18" charset="0"/>
                              </a:rPr>
                              <m:t>n</m:t>
                            </m:r>
                          </m:e>
                        </m:d>
                        <m:r>
                          <a:rPr lang="vi-VN" b="0" i="1" dirty="0" smtClean="0">
                            <a:latin typeface="Cambria Math" panose="02040503050406030204" pitchFamily="18" charset="0"/>
                          </a:rPr>
                          <m:t>.</m:t>
                        </m:r>
                        <m:r>
                          <m:rPr>
                            <m:sty m:val="p"/>
                          </m:rPr>
                          <a:rPr lang="vi-VN" i="1" dirty="0">
                            <a:latin typeface="Cambria Math" panose="02040503050406030204" pitchFamily="18" charset="0"/>
                          </a:rPr>
                          <m:t>f</m:t>
                        </m:r>
                        <m:d>
                          <m:dPr>
                            <m:ctrlPr>
                              <a:rPr lang="vi-VN" i="1" dirty="0">
                                <a:latin typeface="Cambria Math" panose="02040503050406030204" pitchFamily="18" charset="0"/>
                              </a:rPr>
                            </m:ctrlPr>
                          </m:dPr>
                          <m:e>
                            <m:r>
                              <a:rPr lang="vi-VN" i="1" dirty="0">
                                <a:latin typeface="Cambria Math" panose="02040503050406030204" pitchFamily="18" charset="0"/>
                              </a:rPr>
                              <m:t>𝑛</m:t>
                            </m:r>
                          </m:e>
                        </m:d>
                      </m:e>
                    </m:d>
                  </m:oMath>
                </a14:m>
                <a:endParaRPr lang="vi-VN" dirty="0"/>
              </a:p>
              <a:p>
                <a:endParaRPr lang="vi-VN" dirty="0"/>
              </a:p>
            </p:txBody>
          </p:sp>
        </mc:Choice>
        <mc:Fallback xmlns="">
          <p:sp>
            <p:nvSpPr>
              <p:cNvPr id="8" name="Content Placeholder 7">
                <a:extLst>
                  <a:ext uri="{FF2B5EF4-FFF2-40B4-BE49-F238E27FC236}">
                    <a16:creationId xmlns:a16="http://schemas.microsoft.com/office/drawing/2014/main" id="{984617E7-7BF1-4440-915B-DAEE2B29591D}"/>
                  </a:ext>
                </a:extLst>
              </p:cNvPr>
              <p:cNvSpPr>
                <a:spLocks noGrp="1" noRot="1" noChangeAspect="1" noMove="1" noResize="1" noEditPoints="1" noAdjustHandles="1" noChangeArrowheads="1" noChangeShapeType="1" noTextEdit="1"/>
              </p:cNvSpPr>
              <p:nvPr>
                <p:ph sz="quarter" idx="13"/>
              </p:nvPr>
            </p:nvSpPr>
            <p:spPr>
              <a:blipFill>
                <a:blip r:embed="rId2"/>
                <a:stretch>
                  <a:fillRect l="-1266" t="-2069"/>
                </a:stretch>
              </a:blipFill>
            </p:spPr>
            <p:txBody>
              <a:bodyPr/>
              <a:lstStyle/>
              <a:p>
                <a:r>
                  <a:rPr lang="vi-VN">
                    <a:noFill/>
                  </a:rPr>
                  <a:t> </a:t>
                </a:r>
              </a:p>
            </p:txBody>
          </p:sp>
        </mc:Fallback>
      </mc:AlternateContent>
    </p:spTree>
    <p:extLst>
      <p:ext uri="{BB962C8B-B14F-4D97-AF65-F5344CB8AC3E}">
        <p14:creationId xmlns:p14="http://schemas.microsoft.com/office/powerpoint/2010/main" val="22167782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39EE0DD1-17BC-1D47-80A1-9E7694410E05}"/>
              </a:ext>
            </a:extLst>
          </p:cNvPr>
          <p:cNvSpPr>
            <a:spLocks noGrp="1"/>
          </p:cNvSpPr>
          <p:nvPr>
            <p:ph type="dt" sz="half" idx="10"/>
          </p:nvPr>
        </p:nvSpPr>
        <p:spPr/>
        <p:txBody>
          <a:bodyPr/>
          <a:lstStyle/>
          <a:p>
            <a:fld id="{08CF92E8-93D1-4246-9203-88234E64793C}" type="datetime1">
              <a:rPr lang="en-US" smtClean="0"/>
              <a:t>10/31/2025</a:t>
            </a:fld>
            <a:endParaRPr lang="en-US"/>
          </a:p>
        </p:txBody>
      </p:sp>
      <p:sp>
        <p:nvSpPr>
          <p:cNvPr id="6" name="Footer Placeholder 5">
            <a:extLst>
              <a:ext uri="{FF2B5EF4-FFF2-40B4-BE49-F238E27FC236}">
                <a16:creationId xmlns:a16="http://schemas.microsoft.com/office/drawing/2014/main" id="{85ACD8E5-853E-7C4E-99B8-C4BC297E637B}"/>
              </a:ext>
            </a:extLst>
          </p:cNvPr>
          <p:cNvSpPr>
            <a:spLocks noGrp="1"/>
          </p:cNvSpPr>
          <p:nvPr>
            <p:ph type="ftr" sz="quarter" idx="11"/>
          </p:nvPr>
        </p:nvSpPr>
        <p:spPr/>
        <p:txBody>
          <a:bodyPr/>
          <a:lstStyle/>
          <a:p>
            <a:r>
              <a:rPr lang="is-IS"/>
              <a:t>Cấu trúc dữ liệu và giải thuật</a:t>
            </a:r>
            <a:endParaRPr lang="en-US"/>
          </a:p>
        </p:txBody>
      </p:sp>
      <p:sp>
        <p:nvSpPr>
          <p:cNvPr id="7" name="Slide Number Placeholder 6">
            <a:extLst>
              <a:ext uri="{FF2B5EF4-FFF2-40B4-BE49-F238E27FC236}">
                <a16:creationId xmlns:a16="http://schemas.microsoft.com/office/drawing/2014/main" id="{135BA2E3-E706-0042-80EE-A06D875B9E4B}"/>
              </a:ext>
            </a:extLst>
          </p:cNvPr>
          <p:cNvSpPr>
            <a:spLocks noGrp="1"/>
          </p:cNvSpPr>
          <p:nvPr>
            <p:ph type="sldNum" sz="quarter" idx="12"/>
          </p:nvPr>
        </p:nvSpPr>
        <p:spPr/>
        <p:txBody>
          <a:bodyPr/>
          <a:lstStyle/>
          <a:p>
            <a:fld id="{BA7BC09B-FE30-A349-B1D2-5A364F511F98}" type="slidenum">
              <a:rPr lang="en-US" smtClean="0"/>
              <a:t>66</a:t>
            </a:fld>
            <a:endParaRPr lang="en-US" dirty="0"/>
          </a:p>
        </p:txBody>
      </p:sp>
      <p:sp>
        <p:nvSpPr>
          <p:cNvPr id="8" name="Title 7">
            <a:extLst>
              <a:ext uri="{FF2B5EF4-FFF2-40B4-BE49-F238E27FC236}">
                <a16:creationId xmlns:a16="http://schemas.microsoft.com/office/drawing/2014/main" id="{87721048-1D4C-F24C-BC6B-24877FD5B754}"/>
              </a:ext>
            </a:extLst>
          </p:cNvPr>
          <p:cNvSpPr>
            <a:spLocks noGrp="1"/>
          </p:cNvSpPr>
          <p:nvPr>
            <p:ph type="title"/>
          </p:nvPr>
        </p:nvSpPr>
        <p:spPr/>
        <p:txBody>
          <a:bodyPr/>
          <a:lstStyle/>
          <a:p>
            <a:r>
              <a:rPr lang="vi-VN" dirty="0">
                <a:latin typeface="Calibri" panose="020F0502020204030204" pitchFamily="34" charset="0"/>
                <a:cs typeface="Calibri" panose="020F0502020204030204" pitchFamily="34" charset="0"/>
              </a:rPr>
              <a:t>Quy tắc quy đổi  </a:t>
            </a:r>
            <a:endParaRPr dirty="0">
              <a:latin typeface="Calibri" panose="020F0502020204030204" pitchFamily="34" charset="0"/>
              <a:cs typeface="Calibri" panose="020F0502020204030204" pitchFamily="34" charset="0"/>
            </a:endParaRPr>
          </a:p>
        </p:txBody>
      </p:sp>
      <p:sp>
        <p:nvSpPr>
          <p:cNvPr id="9" name="Content Placeholder 8">
            <a:extLst>
              <a:ext uri="{FF2B5EF4-FFF2-40B4-BE49-F238E27FC236}">
                <a16:creationId xmlns:a16="http://schemas.microsoft.com/office/drawing/2014/main" id="{DC01698E-D92E-BF46-8414-0CCF0D5B6BE4}"/>
              </a:ext>
            </a:extLst>
          </p:cNvPr>
          <p:cNvSpPr>
            <a:spLocks noGrp="1"/>
          </p:cNvSpPr>
          <p:nvPr>
            <p:ph sz="quarter" idx="13"/>
          </p:nvPr>
        </p:nvSpPr>
        <p:spPr/>
        <p:txBody>
          <a:bodyPr>
            <a:normAutofit/>
          </a:bodyPr>
          <a:lstStyle/>
          <a:p>
            <a:r>
              <a:rPr lang="vi-VN" dirty="0"/>
              <a:t>Thời gian thực hiện mỗi lệnh gán, đọc/ghi là O(1)</a:t>
            </a:r>
          </a:p>
          <a:p>
            <a:r>
              <a:rPr lang="vi-VN" dirty="0"/>
              <a:t>Thời gian thực hiện chuỗi tuần tự các lệnh thực hiện bằng quy tắc cộng &lt;-&gt; thời gian thực thi lệnh lâu nhất </a:t>
            </a:r>
          </a:p>
          <a:p>
            <a:r>
              <a:rPr lang="vi-VN" dirty="0"/>
              <a:t>Thời gian thực hiện CT có IF là thời gian lớn nhất trong khối lệnh sau then/else. Thời gian kiểm tra điều kiện là O(1).</a:t>
            </a:r>
          </a:p>
          <a:p>
            <a:r>
              <a:rPr lang="vi-VN" dirty="0"/>
              <a:t>Thời gian thực hiện vòng lặp là tổng thời gian thực hiện thân vòng lặp </a:t>
            </a:r>
          </a:p>
          <a:p>
            <a:r>
              <a:rPr lang="vi-VN" dirty="0"/>
              <a:t>Nếu thời gian thực hiện thân vòng lặp không đổi thì thời gian thực hiện vòng lặp bằng tích số lần lặp với thời gian thực hiện vòng lặp   </a:t>
            </a:r>
            <a:endParaRPr dirty="0"/>
          </a:p>
        </p:txBody>
      </p:sp>
    </p:spTree>
    <p:extLst>
      <p:ext uri="{BB962C8B-B14F-4D97-AF65-F5344CB8AC3E}">
        <p14:creationId xmlns:p14="http://schemas.microsoft.com/office/powerpoint/2010/main" val="17458915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F2E5ED3-9624-1048-AB8C-C230AFF72A8D}"/>
              </a:ext>
            </a:extLst>
          </p:cNvPr>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a:extLst>
              <a:ext uri="{FF2B5EF4-FFF2-40B4-BE49-F238E27FC236}">
                <a16:creationId xmlns:a16="http://schemas.microsoft.com/office/drawing/2014/main" id="{8F6503DD-4941-BF4B-80B0-280C3BB96E5E}"/>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8A7299C0-16AF-5744-8668-59E0746FA139}"/>
              </a:ext>
            </a:extLst>
          </p:cNvPr>
          <p:cNvSpPr>
            <a:spLocks noGrp="1"/>
          </p:cNvSpPr>
          <p:nvPr>
            <p:ph type="sldNum" sz="quarter" idx="12"/>
          </p:nvPr>
        </p:nvSpPr>
        <p:spPr/>
        <p:txBody>
          <a:bodyPr/>
          <a:lstStyle/>
          <a:p>
            <a:fld id="{BA7BC09B-FE30-A349-B1D2-5A364F511F98}" type="slidenum">
              <a:rPr lang="en-US" smtClean="0"/>
              <a:t>67</a:t>
            </a:fld>
            <a:endParaRPr lang="en-US"/>
          </a:p>
        </p:txBody>
      </p:sp>
      <p:sp>
        <p:nvSpPr>
          <p:cNvPr id="2" name="Title 1">
            <a:extLst>
              <a:ext uri="{FF2B5EF4-FFF2-40B4-BE49-F238E27FC236}">
                <a16:creationId xmlns:a16="http://schemas.microsoft.com/office/drawing/2014/main" id="{427C2611-E323-3C42-B741-98D1036E750E}"/>
              </a:ext>
            </a:extLst>
          </p:cNvPr>
          <p:cNvSpPr>
            <a:spLocks noGrp="1"/>
          </p:cNvSpPr>
          <p:nvPr>
            <p:ph type="title"/>
          </p:nvPr>
        </p:nvSpPr>
        <p:spPr/>
        <p:txBody>
          <a:bodyPr/>
          <a:lstStyle/>
          <a:p>
            <a:r>
              <a:rPr lang="en-US" dirty="0"/>
              <a:t>B</a:t>
            </a:r>
            <a:r>
              <a:rPr lang="en-VN" dirty="0"/>
              <a:t>ài tập </a:t>
            </a:r>
            <a:endParaRPr dirty="0"/>
          </a:p>
        </p:txBody>
      </p:sp>
      <p:sp>
        <p:nvSpPr>
          <p:cNvPr id="3" name="Content Placeholder 2">
            <a:extLst>
              <a:ext uri="{FF2B5EF4-FFF2-40B4-BE49-F238E27FC236}">
                <a16:creationId xmlns:a16="http://schemas.microsoft.com/office/drawing/2014/main" id="{4B947118-7A98-2046-B54F-E19399D3280C}"/>
              </a:ext>
            </a:extLst>
          </p:cNvPr>
          <p:cNvSpPr>
            <a:spLocks noGrp="1"/>
          </p:cNvSpPr>
          <p:nvPr>
            <p:ph sz="quarter" idx="13"/>
          </p:nvPr>
        </p:nvSpPr>
        <p:spPr/>
        <p:txBody>
          <a:bodyPr/>
          <a:lstStyle/>
          <a:p>
            <a:r>
              <a:rPr lang="en-VN" dirty="0"/>
              <a:t>Tìm thời gian thực hiện chương trình sau </a:t>
            </a:r>
          </a:p>
          <a:p>
            <a:endParaRPr dirty="0"/>
          </a:p>
        </p:txBody>
      </p:sp>
      <p:grpSp>
        <p:nvGrpSpPr>
          <p:cNvPr id="26" name="Group 25">
            <a:extLst>
              <a:ext uri="{FF2B5EF4-FFF2-40B4-BE49-F238E27FC236}">
                <a16:creationId xmlns:a16="http://schemas.microsoft.com/office/drawing/2014/main" id="{C2438E96-7300-A845-B8EA-12C20BC53F78}"/>
              </a:ext>
            </a:extLst>
          </p:cNvPr>
          <p:cNvGrpSpPr/>
          <p:nvPr/>
        </p:nvGrpSpPr>
        <p:grpSpPr>
          <a:xfrm>
            <a:off x="1254034" y="1796645"/>
            <a:ext cx="4014651" cy="1281756"/>
            <a:chOff x="1254034" y="2560320"/>
            <a:chExt cx="4014651" cy="1281756"/>
          </a:xfrm>
        </p:grpSpPr>
        <p:sp>
          <p:nvSpPr>
            <p:cNvPr id="7" name="TextBox 6">
              <a:extLst>
                <a:ext uri="{FF2B5EF4-FFF2-40B4-BE49-F238E27FC236}">
                  <a16:creationId xmlns:a16="http://schemas.microsoft.com/office/drawing/2014/main" id="{AC3CF0AE-82B5-0642-AD19-579CB552C01B}"/>
                </a:ext>
              </a:extLst>
            </p:cNvPr>
            <p:cNvSpPr txBox="1"/>
            <p:nvPr/>
          </p:nvSpPr>
          <p:spPr>
            <a:xfrm>
              <a:off x="1254034" y="2560320"/>
              <a:ext cx="444137" cy="369332"/>
            </a:xfrm>
            <a:prstGeom prst="rect">
              <a:avLst/>
            </a:prstGeom>
            <a:noFill/>
            <a:ln>
              <a:solidFill>
                <a:schemeClr val="accent1"/>
              </a:solidFill>
            </a:ln>
          </p:spPr>
          <p:txBody>
            <a:bodyPr wrap="square" rtlCol="0">
              <a:spAutoFit/>
            </a:bodyPr>
            <a:lstStyle/>
            <a:p>
              <a:r>
                <a:rPr lang="en-VN" dirty="0"/>
                <a:t>A</a:t>
              </a:r>
              <a:endParaRPr dirty="0"/>
            </a:p>
          </p:txBody>
        </p:sp>
        <p:cxnSp>
          <p:nvCxnSpPr>
            <p:cNvPr id="9" name="Straight Arrow Connector 8">
              <a:extLst>
                <a:ext uri="{FF2B5EF4-FFF2-40B4-BE49-F238E27FC236}">
                  <a16:creationId xmlns:a16="http://schemas.microsoft.com/office/drawing/2014/main" id="{CF15EC01-70C4-C641-B575-C45F505B184A}"/>
                </a:ext>
              </a:extLst>
            </p:cNvPr>
            <p:cNvCxnSpPr>
              <a:stCxn id="7" idx="3"/>
            </p:cNvCxnSpPr>
            <p:nvPr/>
          </p:nvCxnSpPr>
          <p:spPr>
            <a:xfrm flipV="1">
              <a:off x="1698171" y="2743200"/>
              <a:ext cx="653143" cy="17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E8D857EA-175B-2749-98A7-A727B8D0177B}"/>
                </a:ext>
              </a:extLst>
            </p:cNvPr>
            <p:cNvSpPr txBox="1"/>
            <p:nvPr/>
          </p:nvSpPr>
          <p:spPr>
            <a:xfrm>
              <a:off x="2368731" y="2573383"/>
              <a:ext cx="444137" cy="369332"/>
            </a:xfrm>
            <a:prstGeom prst="rect">
              <a:avLst/>
            </a:prstGeom>
            <a:noFill/>
            <a:ln>
              <a:solidFill>
                <a:schemeClr val="accent1"/>
              </a:solidFill>
            </a:ln>
          </p:spPr>
          <p:txBody>
            <a:bodyPr wrap="square" rtlCol="0">
              <a:spAutoFit/>
            </a:bodyPr>
            <a:lstStyle/>
            <a:p>
              <a:r>
                <a:rPr lang="en-VN" dirty="0"/>
                <a:t>B</a:t>
              </a:r>
              <a:endParaRPr dirty="0"/>
            </a:p>
          </p:txBody>
        </p:sp>
        <p:sp>
          <p:nvSpPr>
            <p:cNvPr id="11" name="TextBox 10">
              <a:extLst>
                <a:ext uri="{FF2B5EF4-FFF2-40B4-BE49-F238E27FC236}">
                  <a16:creationId xmlns:a16="http://schemas.microsoft.com/office/drawing/2014/main" id="{184D19AF-3DCA-074F-AAF3-28A1E3DBCC9B}"/>
                </a:ext>
              </a:extLst>
            </p:cNvPr>
            <p:cNvSpPr txBox="1"/>
            <p:nvPr/>
          </p:nvSpPr>
          <p:spPr>
            <a:xfrm>
              <a:off x="1254034" y="3393100"/>
              <a:ext cx="444137" cy="369332"/>
            </a:xfrm>
            <a:prstGeom prst="rect">
              <a:avLst/>
            </a:prstGeom>
            <a:noFill/>
            <a:ln>
              <a:solidFill>
                <a:schemeClr val="accent1"/>
              </a:solidFill>
            </a:ln>
          </p:spPr>
          <p:txBody>
            <a:bodyPr wrap="square" rtlCol="0">
              <a:spAutoFit/>
            </a:bodyPr>
            <a:lstStyle/>
            <a:p>
              <a:r>
                <a:rPr lang="en-VN" dirty="0"/>
                <a:t>C</a:t>
              </a:r>
              <a:endParaRPr dirty="0"/>
            </a:p>
          </p:txBody>
        </p:sp>
        <p:cxnSp>
          <p:nvCxnSpPr>
            <p:cNvPr id="13" name="Straight Arrow Connector 12">
              <a:extLst>
                <a:ext uri="{FF2B5EF4-FFF2-40B4-BE49-F238E27FC236}">
                  <a16:creationId xmlns:a16="http://schemas.microsoft.com/office/drawing/2014/main" id="{6A703388-13C8-DF43-921F-11ABCC7D156C}"/>
                </a:ext>
              </a:extLst>
            </p:cNvPr>
            <p:cNvCxnSpPr>
              <a:stCxn id="7" idx="2"/>
              <a:endCxn id="11" idx="0"/>
            </p:cNvCxnSpPr>
            <p:nvPr/>
          </p:nvCxnSpPr>
          <p:spPr>
            <a:xfrm>
              <a:off x="1476103" y="2929652"/>
              <a:ext cx="0" cy="4634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14D27D73-C3C4-5142-BDFD-A3CDC7D67899}"/>
                </a:ext>
              </a:extLst>
            </p:cNvPr>
            <p:cNvCxnSpPr/>
            <p:nvPr/>
          </p:nvCxnSpPr>
          <p:spPr>
            <a:xfrm flipV="1">
              <a:off x="2795451" y="2740920"/>
              <a:ext cx="653143" cy="17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E20A747E-3101-DF4A-A553-0BE9146DC142}"/>
                </a:ext>
              </a:extLst>
            </p:cNvPr>
            <p:cNvSpPr txBox="1"/>
            <p:nvPr/>
          </p:nvSpPr>
          <p:spPr>
            <a:xfrm>
              <a:off x="3466011" y="2571103"/>
              <a:ext cx="444137" cy="369332"/>
            </a:xfrm>
            <a:prstGeom prst="rect">
              <a:avLst/>
            </a:prstGeom>
            <a:noFill/>
            <a:ln>
              <a:solidFill>
                <a:schemeClr val="accent1"/>
              </a:solidFill>
            </a:ln>
          </p:spPr>
          <p:txBody>
            <a:bodyPr wrap="square" rtlCol="0">
              <a:spAutoFit/>
            </a:bodyPr>
            <a:lstStyle/>
            <a:p>
              <a:r>
                <a:rPr lang="en-VN" dirty="0"/>
                <a:t>B1</a:t>
              </a:r>
              <a:endParaRPr dirty="0"/>
            </a:p>
          </p:txBody>
        </p:sp>
        <p:cxnSp>
          <p:nvCxnSpPr>
            <p:cNvPr id="16" name="Straight Arrow Connector 15">
              <a:extLst>
                <a:ext uri="{FF2B5EF4-FFF2-40B4-BE49-F238E27FC236}">
                  <a16:creationId xmlns:a16="http://schemas.microsoft.com/office/drawing/2014/main" id="{4F5633C8-F61B-3843-BC6E-619282656AD5}"/>
                </a:ext>
              </a:extLst>
            </p:cNvPr>
            <p:cNvCxnSpPr/>
            <p:nvPr/>
          </p:nvCxnSpPr>
          <p:spPr>
            <a:xfrm flipV="1">
              <a:off x="3927565" y="2752197"/>
              <a:ext cx="653143" cy="17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2E92B925-2AD6-C047-9F0A-8CBB359E5445}"/>
                </a:ext>
              </a:extLst>
            </p:cNvPr>
            <p:cNvSpPr txBox="1"/>
            <p:nvPr/>
          </p:nvSpPr>
          <p:spPr>
            <a:xfrm>
              <a:off x="4580708" y="2571103"/>
              <a:ext cx="687977" cy="369332"/>
            </a:xfrm>
            <a:prstGeom prst="rect">
              <a:avLst/>
            </a:prstGeom>
            <a:noFill/>
            <a:ln>
              <a:solidFill>
                <a:schemeClr val="accent1"/>
              </a:solidFill>
            </a:ln>
          </p:spPr>
          <p:txBody>
            <a:bodyPr wrap="square" rtlCol="0">
              <a:spAutoFit/>
            </a:bodyPr>
            <a:lstStyle/>
            <a:p>
              <a:r>
                <a:rPr lang="en-VN" dirty="0"/>
                <a:t>B1.1</a:t>
              </a:r>
              <a:endParaRPr dirty="0"/>
            </a:p>
          </p:txBody>
        </p:sp>
        <p:sp>
          <p:nvSpPr>
            <p:cNvPr id="18" name="TextBox 17">
              <a:extLst>
                <a:ext uri="{FF2B5EF4-FFF2-40B4-BE49-F238E27FC236}">
                  <a16:creationId xmlns:a16="http://schemas.microsoft.com/office/drawing/2014/main" id="{E30FB81D-D82D-F644-BE79-8974BFD1A0C9}"/>
                </a:ext>
              </a:extLst>
            </p:cNvPr>
            <p:cNvSpPr txBox="1"/>
            <p:nvPr/>
          </p:nvSpPr>
          <p:spPr>
            <a:xfrm>
              <a:off x="2303416" y="3429000"/>
              <a:ext cx="444137" cy="369332"/>
            </a:xfrm>
            <a:prstGeom prst="rect">
              <a:avLst/>
            </a:prstGeom>
            <a:noFill/>
            <a:ln>
              <a:solidFill>
                <a:schemeClr val="accent1"/>
              </a:solidFill>
            </a:ln>
          </p:spPr>
          <p:txBody>
            <a:bodyPr wrap="square" rtlCol="0">
              <a:spAutoFit/>
            </a:bodyPr>
            <a:lstStyle/>
            <a:p>
              <a:r>
                <a:rPr lang="en-VN" dirty="0"/>
                <a:t>B2</a:t>
              </a:r>
              <a:endParaRPr dirty="0"/>
            </a:p>
          </p:txBody>
        </p:sp>
        <p:cxnSp>
          <p:nvCxnSpPr>
            <p:cNvPr id="19" name="Straight Arrow Connector 18">
              <a:extLst>
                <a:ext uri="{FF2B5EF4-FFF2-40B4-BE49-F238E27FC236}">
                  <a16:creationId xmlns:a16="http://schemas.microsoft.com/office/drawing/2014/main" id="{CCBB2807-649C-0043-B17E-3F21B9A1B63D}"/>
                </a:ext>
              </a:extLst>
            </p:cNvPr>
            <p:cNvCxnSpPr>
              <a:endCxn id="18" idx="0"/>
            </p:cNvCxnSpPr>
            <p:nvPr/>
          </p:nvCxnSpPr>
          <p:spPr>
            <a:xfrm>
              <a:off x="2525485" y="2965552"/>
              <a:ext cx="0" cy="4634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D6F3B2EA-AE66-8545-9669-F746E8D10367}"/>
                </a:ext>
              </a:extLst>
            </p:cNvPr>
            <p:cNvSpPr txBox="1"/>
            <p:nvPr/>
          </p:nvSpPr>
          <p:spPr>
            <a:xfrm>
              <a:off x="3357159" y="3472744"/>
              <a:ext cx="653137" cy="369332"/>
            </a:xfrm>
            <a:prstGeom prst="rect">
              <a:avLst/>
            </a:prstGeom>
            <a:noFill/>
            <a:ln>
              <a:solidFill>
                <a:schemeClr val="accent1"/>
              </a:solidFill>
            </a:ln>
          </p:spPr>
          <p:txBody>
            <a:bodyPr wrap="square" rtlCol="0">
              <a:spAutoFit/>
            </a:bodyPr>
            <a:lstStyle/>
            <a:p>
              <a:r>
                <a:rPr lang="en-VN" dirty="0"/>
                <a:t>B1.2</a:t>
              </a:r>
              <a:endParaRPr dirty="0"/>
            </a:p>
          </p:txBody>
        </p:sp>
        <p:cxnSp>
          <p:nvCxnSpPr>
            <p:cNvPr id="21" name="Straight Arrow Connector 20">
              <a:extLst>
                <a:ext uri="{FF2B5EF4-FFF2-40B4-BE49-F238E27FC236}">
                  <a16:creationId xmlns:a16="http://schemas.microsoft.com/office/drawing/2014/main" id="{3FED2B6F-9559-6448-B35D-679A567CADDE}"/>
                </a:ext>
              </a:extLst>
            </p:cNvPr>
            <p:cNvCxnSpPr>
              <a:cxnSpLocks/>
              <a:stCxn id="15" idx="2"/>
              <a:endCxn id="20" idx="0"/>
            </p:cNvCxnSpPr>
            <p:nvPr/>
          </p:nvCxnSpPr>
          <p:spPr>
            <a:xfrm flipH="1">
              <a:off x="3683728" y="2940435"/>
              <a:ext cx="4352" cy="5323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86957968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68</a:t>
            </a:fld>
            <a:endParaRPr lang="en-US"/>
          </a:p>
        </p:txBody>
      </p:sp>
      <p:sp>
        <p:nvSpPr>
          <p:cNvPr id="16" name="Title 15"/>
          <p:cNvSpPr>
            <a:spLocks noGrp="1"/>
          </p:cNvSpPr>
          <p:nvPr>
            <p:ph type="title"/>
          </p:nvPr>
        </p:nvSpPr>
        <p:spPr/>
        <p:txBody>
          <a:bodyPr/>
          <a:lstStyle/>
          <a:p>
            <a:r>
              <a:rPr lang="en-US" dirty="0" err="1"/>
              <a:t>Bài</a:t>
            </a:r>
            <a:r>
              <a:rPr lang="en-US" dirty="0"/>
              <a:t> </a:t>
            </a:r>
            <a:r>
              <a:rPr lang="en-US" dirty="0" err="1"/>
              <a:t>tập</a:t>
            </a:r>
            <a:r>
              <a:rPr lang="en-US" dirty="0"/>
              <a:t> </a:t>
            </a:r>
          </a:p>
        </p:txBody>
      </p:sp>
      <p:sp>
        <p:nvSpPr>
          <p:cNvPr id="17" name="Content Placeholder 16"/>
          <p:cNvSpPr>
            <a:spLocks noGrp="1"/>
          </p:cNvSpPr>
          <p:nvPr>
            <p:ph sz="quarter" idx="13"/>
          </p:nvPr>
        </p:nvSpPr>
        <p:spPr/>
        <p:txBody>
          <a:bodyPr/>
          <a:lstStyle/>
          <a:p>
            <a:pPr marL="0" indent="0">
              <a:buNone/>
            </a:pPr>
            <a:r>
              <a:rPr lang="en-US" dirty="0" err="1"/>
              <a:t>Bài</a:t>
            </a:r>
            <a:r>
              <a:rPr lang="en-US" dirty="0"/>
              <a:t> 1: </a:t>
            </a:r>
            <a:r>
              <a:rPr lang="en-US" dirty="0" err="1"/>
              <a:t>Biểu</a:t>
            </a:r>
            <a:r>
              <a:rPr lang="en-US" dirty="0"/>
              <a:t> </a:t>
            </a:r>
            <a:r>
              <a:rPr lang="en-US" dirty="0" err="1"/>
              <a:t>diễn</a:t>
            </a:r>
            <a:r>
              <a:rPr lang="en-US" dirty="0"/>
              <a:t> </a:t>
            </a:r>
            <a:r>
              <a:rPr lang="en-US" dirty="0" err="1"/>
              <a:t>độ</a:t>
            </a:r>
            <a:r>
              <a:rPr lang="en-US" dirty="0"/>
              <a:t> </a:t>
            </a:r>
            <a:r>
              <a:rPr lang="en-US" dirty="0" err="1"/>
              <a:t>phức</a:t>
            </a:r>
            <a:r>
              <a:rPr lang="en-US" dirty="0"/>
              <a:t> </a:t>
            </a:r>
            <a:r>
              <a:rPr lang="en-US" dirty="0" err="1"/>
              <a:t>tạp</a:t>
            </a:r>
            <a:r>
              <a:rPr lang="en-US" dirty="0"/>
              <a:t> </a:t>
            </a:r>
            <a:r>
              <a:rPr lang="en-US" dirty="0" err="1"/>
              <a:t>thuật</a:t>
            </a:r>
            <a:r>
              <a:rPr lang="en-US" dirty="0"/>
              <a:t> </a:t>
            </a:r>
            <a:r>
              <a:rPr lang="en-US" dirty="0" err="1"/>
              <a:t>toán</a:t>
            </a:r>
            <a:r>
              <a:rPr lang="en-US" dirty="0"/>
              <a:t> </a:t>
            </a:r>
            <a:r>
              <a:rPr lang="en-US" dirty="0" err="1"/>
              <a:t>theo</a:t>
            </a:r>
            <a:r>
              <a:rPr lang="en-US" dirty="0"/>
              <a:t> Big-O </a:t>
            </a:r>
            <a:r>
              <a:rPr lang="en-US" dirty="0" err="1"/>
              <a:t>tốt</a:t>
            </a:r>
            <a:r>
              <a:rPr lang="en-US" dirty="0"/>
              <a:t> </a:t>
            </a:r>
            <a:r>
              <a:rPr lang="en-US" dirty="0" err="1"/>
              <a:t>nhất</a:t>
            </a:r>
            <a:r>
              <a:rPr lang="en-US" dirty="0"/>
              <a:t> </a:t>
            </a:r>
            <a:r>
              <a:rPr lang="en-US" dirty="0" err="1"/>
              <a:t>theo</a:t>
            </a:r>
            <a:r>
              <a:rPr lang="en-US" dirty="0"/>
              <a:t> </a:t>
            </a:r>
            <a:r>
              <a:rPr lang="en-US" dirty="0" err="1"/>
              <a:t>các</a:t>
            </a:r>
            <a:r>
              <a:rPr lang="en-US" dirty="0"/>
              <a:t> </a:t>
            </a:r>
            <a:r>
              <a:rPr lang="en-US" dirty="0" err="1"/>
              <a:t>hàm</a:t>
            </a:r>
            <a:r>
              <a:rPr lang="en-US" dirty="0"/>
              <a:t> </a:t>
            </a:r>
            <a:r>
              <a:rPr lang="en-US" dirty="0" err="1"/>
              <a:t>thời</a:t>
            </a:r>
            <a:r>
              <a:rPr lang="en-US" dirty="0"/>
              <a:t> </a:t>
            </a:r>
            <a:r>
              <a:rPr lang="en-US" dirty="0" err="1"/>
              <a:t>gian</a:t>
            </a:r>
            <a:r>
              <a:rPr lang="en-US" dirty="0"/>
              <a:t> </a:t>
            </a:r>
            <a:r>
              <a:rPr lang="en-US" dirty="0" err="1"/>
              <a:t>sau</a:t>
            </a:r>
            <a:r>
              <a:rPr lang="en-US" dirty="0"/>
              <a:t> </a:t>
            </a:r>
            <a:r>
              <a:rPr lang="en-US" dirty="0" err="1"/>
              <a:t>đây</a:t>
            </a:r>
            <a:r>
              <a:rPr lang="en-US" dirty="0"/>
              <a:t> </a:t>
            </a:r>
          </a:p>
          <a:p>
            <a:pPr marL="514350" indent="-514350">
              <a:buAutoNum type="arabicPeriod"/>
            </a:pPr>
            <a:r>
              <a:rPr lang="en-US" dirty="0"/>
              <a:t>T(n) = n</a:t>
            </a:r>
            <a:r>
              <a:rPr lang="en-US" baseline="30000" dirty="0"/>
              <a:t>3</a:t>
            </a:r>
            <a:r>
              <a:rPr lang="en-US" dirty="0"/>
              <a:t> + 100nlog</a:t>
            </a:r>
            <a:r>
              <a:rPr lang="en-US" baseline="-25000" dirty="0"/>
              <a:t>2</a:t>
            </a:r>
            <a:r>
              <a:rPr lang="en-US" dirty="0"/>
              <a:t>n + 500;</a:t>
            </a:r>
          </a:p>
          <a:p>
            <a:pPr marL="514350" indent="-514350">
              <a:buAutoNum type="arabicPeriod"/>
            </a:pPr>
            <a:r>
              <a:rPr lang="en-US" dirty="0"/>
              <a:t>T(n) = 2</a:t>
            </a:r>
            <a:r>
              <a:rPr lang="en-US" baseline="30000" dirty="0"/>
              <a:t>n</a:t>
            </a:r>
            <a:r>
              <a:rPr lang="en-US" dirty="0"/>
              <a:t> + n</a:t>
            </a:r>
            <a:r>
              <a:rPr lang="en-US" baseline="30000" dirty="0"/>
              <a:t>99</a:t>
            </a:r>
            <a:r>
              <a:rPr lang="en-US" dirty="0"/>
              <a:t> + 7</a:t>
            </a:r>
          </a:p>
          <a:p>
            <a:pPr marL="514350" indent="-514350">
              <a:buAutoNum type="arabicPeriod"/>
            </a:pPr>
            <a:r>
              <a:rPr lang="en-US" dirty="0"/>
              <a:t>T(n) = n*(3+n) – 7n;</a:t>
            </a:r>
          </a:p>
          <a:p>
            <a:pPr marL="514350" indent="-514350">
              <a:buAutoNum type="arabicPeriod"/>
            </a:pPr>
            <a:r>
              <a:rPr lang="en-US" dirty="0"/>
              <a:t>T(n) = ((n+1)*log</a:t>
            </a:r>
            <a:r>
              <a:rPr lang="en-US" baseline="-25000" dirty="0"/>
              <a:t>2</a:t>
            </a:r>
            <a:r>
              <a:rPr lang="en-US" dirty="0"/>
              <a:t>(n+1)-(n+1)+1)/n</a:t>
            </a:r>
          </a:p>
        </p:txBody>
      </p:sp>
    </p:spTree>
    <p:extLst>
      <p:ext uri="{BB962C8B-B14F-4D97-AF65-F5344CB8AC3E}">
        <p14:creationId xmlns:p14="http://schemas.microsoft.com/office/powerpoint/2010/main" val="42038348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69</a:t>
            </a:fld>
            <a:endParaRPr lang="en-US"/>
          </a:p>
        </p:txBody>
      </p:sp>
      <p:sp>
        <p:nvSpPr>
          <p:cNvPr id="2" name="Title 1"/>
          <p:cNvSpPr>
            <a:spLocks noGrp="1"/>
          </p:cNvSpPr>
          <p:nvPr>
            <p:ph type="title"/>
          </p:nvPr>
        </p:nvSpPr>
        <p:spPr/>
        <p:txBody>
          <a:bodyPr>
            <a:normAutofit fontScale="90000"/>
          </a:bodyPr>
          <a:lstStyle/>
          <a:p>
            <a:r>
              <a:rPr lang="en-US" dirty="0" err="1"/>
              <a:t>Bài</a:t>
            </a:r>
            <a:r>
              <a:rPr lang="en-US" dirty="0"/>
              <a:t> </a:t>
            </a:r>
            <a:r>
              <a:rPr lang="en-US" dirty="0" err="1"/>
              <a:t>tập</a:t>
            </a:r>
            <a:endParaRPr lang="en-US" dirty="0"/>
          </a:p>
        </p:txBody>
      </p:sp>
      <p:sp>
        <p:nvSpPr>
          <p:cNvPr id="3" name="Content Placeholder 2"/>
          <p:cNvSpPr>
            <a:spLocks noGrp="1"/>
          </p:cNvSpPr>
          <p:nvPr>
            <p:ph sz="quarter" idx="13"/>
          </p:nvPr>
        </p:nvSpPr>
        <p:spPr>
          <a:xfrm>
            <a:off x="235076" y="841247"/>
            <a:ext cx="8908923" cy="5830858"/>
          </a:xfrm>
        </p:spPr>
        <p:txBody>
          <a:bodyPr>
            <a:noAutofit/>
          </a:bodyPr>
          <a:lstStyle/>
          <a:p>
            <a:pPr marL="0" indent="0">
              <a:buNone/>
            </a:pPr>
            <a:r>
              <a:rPr lang="en-US" sz="1600" dirty="0" err="1"/>
              <a:t>Bài</a:t>
            </a:r>
            <a:r>
              <a:rPr lang="en-US" sz="1600" dirty="0"/>
              <a:t> 2: </a:t>
            </a:r>
            <a:r>
              <a:rPr lang="en-US" sz="1600" dirty="0" err="1"/>
              <a:t>Với</a:t>
            </a:r>
            <a:r>
              <a:rPr lang="en-US" sz="1600" dirty="0"/>
              <a:t> </a:t>
            </a:r>
            <a:r>
              <a:rPr lang="en-US" sz="1600" dirty="0" err="1"/>
              <a:t>mỗi</a:t>
            </a:r>
            <a:r>
              <a:rPr lang="en-US" sz="1600" dirty="0"/>
              <a:t> </a:t>
            </a:r>
            <a:r>
              <a:rPr lang="en-US" sz="1600" dirty="0" err="1"/>
              <a:t>đoạn</a:t>
            </a:r>
            <a:r>
              <a:rPr lang="en-US" sz="1600" dirty="0"/>
              <a:t> </a:t>
            </a:r>
            <a:r>
              <a:rPr lang="en-US" sz="1600" dirty="0" err="1"/>
              <a:t>giải</a:t>
            </a:r>
            <a:r>
              <a:rPr lang="en-US" sz="1600" dirty="0"/>
              <a:t> </a:t>
            </a:r>
            <a:r>
              <a:rPr lang="en-US" sz="1600" dirty="0" err="1"/>
              <a:t>thuật</a:t>
            </a:r>
            <a:r>
              <a:rPr lang="en-US" sz="1600" dirty="0"/>
              <a:t> </a:t>
            </a:r>
            <a:r>
              <a:rPr lang="en-US" sz="1600" dirty="0" err="1"/>
              <a:t>dưới</a:t>
            </a:r>
            <a:r>
              <a:rPr lang="en-US" sz="1600" dirty="0"/>
              <a:t> </a:t>
            </a:r>
            <a:r>
              <a:rPr lang="en-US" sz="1600" dirty="0" err="1"/>
              <a:t>đây</a:t>
            </a:r>
            <a:r>
              <a:rPr lang="en-US" sz="1600" dirty="0"/>
              <a:t>, </a:t>
            </a:r>
            <a:r>
              <a:rPr lang="en-US" sz="1600" dirty="0" err="1"/>
              <a:t>hãy</a:t>
            </a:r>
            <a:r>
              <a:rPr lang="en-US" sz="1600" dirty="0"/>
              <a:t> </a:t>
            </a:r>
            <a:r>
              <a:rPr lang="en-US" sz="1600" dirty="0" err="1"/>
              <a:t>dùng</a:t>
            </a:r>
            <a:r>
              <a:rPr lang="en-US" sz="1600" dirty="0"/>
              <a:t> </a:t>
            </a:r>
            <a:r>
              <a:rPr lang="en-US" sz="1600" dirty="0" err="1"/>
              <a:t>Big_O</a:t>
            </a:r>
            <a:r>
              <a:rPr lang="en-US" sz="1600" dirty="0"/>
              <a:t> </a:t>
            </a:r>
            <a:r>
              <a:rPr lang="en-US" sz="1600" dirty="0" err="1"/>
              <a:t>để</a:t>
            </a:r>
            <a:r>
              <a:rPr lang="en-US" sz="1600" dirty="0"/>
              <a:t> </a:t>
            </a:r>
            <a:r>
              <a:rPr lang="en-US" sz="1600" dirty="0" err="1"/>
              <a:t>biểu</a:t>
            </a:r>
            <a:r>
              <a:rPr lang="en-US" sz="1600" dirty="0"/>
              <a:t> </a:t>
            </a:r>
            <a:r>
              <a:rPr lang="en-US" sz="1600" dirty="0" err="1"/>
              <a:t>diễn</a:t>
            </a:r>
            <a:r>
              <a:rPr lang="en-US" sz="1600" dirty="0"/>
              <a:t> </a:t>
            </a:r>
            <a:r>
              <a:rPr lang="en-US" sz="1600" dirty="0" err="1"/>
              <a:t>thời</a:t>
            </a:r>
            <a:r>
              <a:rPr lang="en-US" sz="1600" dirty="0"/>
              <a:t> </a:t>
            </a:r>
            <a:r>
              <a:rPr lang="en-US" sz="1600" dirty="0" err="1"/>
              <a:t>gian</a:t>
            </a:r>
            <a:r>
              <a:rPr lang="en-US" sz="1600" dirty="0"/>
              <a:t> </a:t>
            </a:r>
            <a:r>
              <a:rPr lang="en-US" sz="1600" dirty="0" err="1"/>
              <a:t>thực</a:t>
            </a:r>
            <a:r>
              <a:rPr lang="en-US" sz="1600" dirty="0"/>
              <a:t> </a:t>
            </a:r>
            <a:r>
              <a:rPr lang="en-US" sz="1600" dirty="0" err="1"/>
              <a:t>hiện</a:t>
            </a:r>
            <a:endParaRPr lang="en-US" sz="1600" dirty="0"/>
          </a:p>
          <a:p>
            <a:pPr marL="514350" indent="-514350">
              <a:buAutoNum type="arabicPeriod"/>
            </a:pPr>
            <a:r>
              <a:rPr lang="en-US" sz="1600" dirty="0"/>
              <a:t>For </a:t>
            </a:r>
            <a:r>
              <a:rPr lang="en-US" sz="1600" dirty="0" err="1"/>
              <a:t>i</a:t>
            </a:r>
            <a:r>
              <a:rPr lang="en-US" sz="1600" dirty="0"/>
              <a:t> = 1 to n do </a:t>
            </a:r>
          </a:p>
          <a:p>
            <a:pPr marL="0" indent="0">
              <a:buNone/>
            </a:pPr>
            <a:r>
              <a:rPr lang="en-US" sz="1600" dirty="0"/>
              <a:t>		For j = 1 to n do </a:t>
            </a:r>
          </a:p>
          <a:p>
            <a:pPr marL="0" indent="0">
              <a:buNone/>
            </a:pPr>
            <a:r>
              <a:rPr lang="en-US" sz="1600" dirty="0"/>
              <a:t> 			A[</a:t>
            </a:r>
            <a:r>
              <a:rPr lang="en-US" sz="1600" dirty="0" err="1"/>
              <a:t>i,j</a:t>
            </a:r>
            <a:r>
              <a:rPr lang="en-US" sz="1600" dirty="0"/>
              <a:t>] = B[</a:t>
            </a:r>
            <a:r>
              <a:rPr lang="en-US" sz="1600" dirty="0" err="1"/>
              <a:t>i,j</a:t>
            </a:r>
            <a:r>
              <a:rPr lang="en-US" sz="1600" dirty="0"/>
              <a:t>] + C[</a:t>
            </a:r>
            <a:r>
              <a:rPr lang="en-US" sz="1600" dirty="0" err="1"/>
              <a:t>i,j</a:t>
            </a:r>
            <a:r>
              <a:rPr lang="en-US" sz="1600" dirty="0"/>
              <a:t>];</a:t>
            </a:r>
          </a:p>
          <a:p>
            <a:pPr marL="0" indent="0">
              <a:buNone/>
            </a:pPr>
            <a:r>
              <a:rPr lang="en-US" sz="1600" dirty="0"/>
              <a:t>2. 	S = 0;</a:t>
            </a:r>
          </a:p>
          <a:p>
            <a:pPr marL="0" indent="0">
              <a:buNone/>
            </a:pPr>
            <a:r>
              <a:rPr lang="en-US" sz="1600" dirty="0"/>
              <a:t>	For </a:t>
            </a:r>
            <a:r>
              <a:rPr lang="en-US" sz="1600" dirty="0" err="1"/>
              <a:t>i</a:t>
            </a:r>
            <a:r>
              <a:rPr lang="en-US" sz="1600" dirty="0"/>
              <a:t> = 1 to n do </a:t>
            </a:r>
          </a:p>
          <a:p>
            <a:pPr marL="0" indent="0">
              <a:buNone/>
            </a:pPr>
            <a:r>
              <a:rPr lang="en-US" sz="1600" dirty="0"/>
              <a:t>		Read (X)</a:t>
            </a:r>
          </a:p>
          <a:p>
            <a:pPr marL="0" indent="0">
              <a:buNone/>
            </a:pPr>
            <a:r>
              <a:rPr lang="en-US" sz="1600" dirty="0"/>
              <a:t>		S = S + X; </a:t>
            </a:r>
          </a:p>
          <a:p>
            <a:pPr marL="0" indent="0">
              <a:buNone/>
            </a:pPr>
            <a:r>
              <a:rPr lang="en-US" sz="1600" dirty="0"/>
              <a:t>3. For </a:t>
            </a:r>
            <a:r>
              <a:rPr lang="en-US" sz="1600" dirty="0" err="1"/>
              <a:t>i</a:t>
            </a:r>
            <a:r>
              <a:rPr lang="en-US" sz="1600" dirty="0"/>
              <a:t> = 1 to n do </a:t>
            </a:r>
          </a:p>
          <a:p>
            <a:pPr marL="0" indent="0">
              <a:buNone/>
            </a:pPr>
            <a:r>
              <a:rPr lang="en-US" sz="1600" dirty="0"/>
              <a:t>	For j  = 1 to n do</a:t>
            </a:r>
          </a:p>
          <a:p>
            <a:pPr marL="0" indent="0">
              <a:buNone/>
            </a:pPr>
            <a:r>
              <a:rPr lang="en-US" sz="1600" dirty="0"/>
              <a:t>		C[</a:t>
            </a:r>
            <a:r>
              <a:rPr lang="en-US" sz="1600" dirty="0" err="1"/>
              <a:t>i,j</a:t>
            </a:r>
            <a:r>
              <a:rPr lang="en-US" sz="1600" dirty="0"/>
              <a:t>] = 0;</a:t>
            </a:r>
          </a:p>
          <a:p>
            <a:pPr marL="0" indent="0">
              <a:buNone/>
            </a:pPr>
            <a:r>
              <a:rPr lang="en-US" sz="1600" dirty="0"/>
              <a:t>		For k = 1 to n do</a:t>
            </a:r>
          </a:p>
          <a:p>
            <a:pPr marL="0" indent="0">
              <a:buNone/>
            </a:pPr>
            <a:r>
              <a:rPr lang="en-US" sz="1600" dirty="0"/>
              <a:t>		C[</a:t>
            </a:r>
            <a:r>
              <a:rPr lang="en-US" sz="1600" dirty="0" err="1"/>
              <a:t>i,j</a:t>
            </a:r>
            <a:r>
              <a:rPr lang="en-US" sz="1600" dirty="0"/>
              <a:t>] = C[</a:t>
            </a:r>
            <a:r>
              <a:rPr lang="en-US" sz="1600" dirty="0" err="1"/>
              <a:t>i,j</a:t>
            </a:r>
            <a:r>
              <a:rPr lang="en-US" sz="1600" dirty="0"/>
              <a:t>] + A[</a:t>
            </a:r>
            <a:r>
              <a:rPr lang="en-US" sz="1600" dirty="0" err="1"/>
              <a:t>i,k</a:t>
            </a:r>
            <a:r>
              <a:rPr lang="en-US" sz="1600" dirty="0"/>
              <a:t>]*B[</a:t>
            </a:r>
            <a:r>
              <a:rPr lang="en-US" sz="1600" dirty="0" err="1"/>
              <a:t>k,j</a:t>
            </a:r>
            <a:r>
              <a:rPr lang="en-US" sz="1600" dirty="0"/>
              <a:t>]</a:t>
            </a:r>
          </a:p>
          <a:p>
            <a:pPr marL="0" indent="0">
              <a:buNone/>
            </a:pPr>
            <a:r>
              <a:rPr lang="en-US" sz="1600" dirty="0"/>
              <a:t>4. j = n</a:t>
            </a:r>
          </a:p>
          <a:p>
            <a:pPr marL="0" indent="0">
              <a:buNone/>
            </a:pPr>
            <a:r>
              <a:rPr lang="en-US" sz="1600" dirty="0"/>
              <a:t>	Repeat </a:t>
            </a:r>
          </a:p>
          <a:p>
            <a:pPr marL="0" indent="0">
              <a:buNone/>
            </a:pPr>
            <a:r>
              <a:rPr lang="en-US" sz="1600" dirty="0"/>
              <a:t>	j = j/2;</a:t>
            </a:r>
          </a:p>
          <a:p>
            <a:pPr marL="0" indent="0">
              <a:buNone/>
            </a:pPr>
            <a:r>
              <a:rPr lang="en-US" sz="1600" dirty="0"/>
              <a:t>	Until j &lt;=1;</a:t>
            </a:r>
          </a:p>
        </p:txBody>
      </p:sp>
    </p:spTree>
    <p:extLst>
      <p:ext uri="{BB962C8B-B14F-4D97-AF65-F5344CB8AC3E}">
        <p14:creationId xmlns:p14="http://schemas.microsoft.com/office/powerpoint/2010/main" val="3272640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A1BD905-D8B0-8546-B34F-829E81FD9384}"/>
              </a:ext>
            </a:extLst>
          </p:cNvPr>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a:extLst>
              <a:ext uri="{FF2B5EF4-FFF2-40B4-BE49-F238E27FC236}">
                <a16:creationId xmlns:a16="http://schemas.microsoft.com/office/drawing/2014/main" id="{0C868996-B59E-B844-B16E-473109C0080C}"/>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8650C0F5-4D14-1546-91CA-493679BFFEDA}"/>
              </a:ext>
            </a:extLst>
          </p:cNvPr>
          <p:cNvSpPr>
            <a:spLocks noGrp="1"/>
          </p:cNvSpPr>
          <p:nvPr>
            <p:ph type="sldNum" sz="quarter" idx="12"/>
          </p:nvPr>
        </p:nvSpPr>
        <p:spPr/>
        <p:txBody>
          <a:bodyPr/>
          <a:lstStyle/>
          <a:p>
            <a:fld id="{BA7BC09B-FE30-A349-B1D2-5A364F511F98}" type="slidenum">
              <a:rPr lang="en-US" smtClean="0"/>
              <a:t>70</a:t>
            </a:fld>
            <a:endParaRPr lang="en-US"/>
          </a:p>
        </p:txBody>
      </p:sp>
      <p:sp>
        <p:nvSpPr>
          <p:cNvPr id="2" name="Title 1">
            <a:extLst>
              <a:ext uri="{FF2B5EF4-FFF2-40B4-BE49-F238E27FC236}">
                <a16:creationId xmlns:a16="http://schemas.microsoft.com/office/drawing/2014/main" id="{ADC3C7EC-9011-814D-B07F-53D935FF5DFB}"/>
              </a:ext>
            </a:extLst>
          </p:cNvPr>
          <p:cNvSpPr>
            <a:spLocks noGrp="1"/>
          </p:cNvSpPr>
          <p:nvPr>
            <p:ph type="title"/>
          </p:nvPr>
        </p:nvSpPr>
        <p:spPr/>
        <p:txBody>
          <a:bodyPr/>
          <a:lstStyle/>
          <a:p>
            <a:r>
              <a:rPr lang="en-US" dirty="0"/>
              <a:t>B</a:t>
            </a:r>
            <a:r>
              <a:rPr lang="en-VN" dirty="0"/>
              <a:t>ài tập </a:t>
            </a:r>
            <a:endParaRPr dirty="0"/>
          </a:p>
        </p:txBody>
      </p:sp>
      <p:sp>
        <p:nvSpPr>
          <p:cNvPr id="3" name="Content Placeholder 2">
            <a:extLst>
              <a:ext uri="{FF2B5EF4-FFF2-40B4-BE49-F238E27FC236}">
                <a16:creationId xmlns:a16="http://schemas.microsoft.com/office/drawing/2014/main" id="{D60212E4-E0D4-FC42-8811-3F98124E2AF1}"/>
              </a:ext>
            </a:extLst>
          </p:cNvPr>
          <p:cNvSpPr>
            <a:spLocks noGrp="1"/>
          </p:cNvSpPr>
          <p:nvPr>
            <p:ph sz="quarter" idx="13"/>
          </p:nvPr>
        </p:nvSpPr>
        <p:spPr/>
        <p:txBody>
          <a:bodyPr/>
          <a:lstStyle/>
          <a:p>
            <a:r>
              <a:rPr lang="en-VN" dirty="0"/>
              <a:t>Tìm độ phức tạp thuật toán của các chương trình có thời gian thực thi như sau </a:t>
            </a:r>
          </a:p>
          <a:p>
            <a:pPr marL="0" indent="0">
              <a:buNone/>
            </a:pPr>
            <a:r>
              <a:rPr lang="en-VN" dirty="0"/>
              <a:t>1/ </a:t>
            </a:r>
            <a:r>
              <a:rPr lang="en-US" dirty="0"/>
              <a:t>T(n) = T(n/2) + 1;</a:t>
            </a:r>
            <a:endParaRPr lang="en-VN" dirty="0"/>
          </a:p>
          <a:p>
            <a:pPr marL="0" indent="0">
              <a:buNone/>
            </a:pPr>
            <a:r>
              <a:rPr lang="en-VN" dirty="0"/>
              <a:t>2/ </a:t>
            </a:r>
            <a:r>
              <a:rPr lang="en-US" dirty="0"/>
              <a:t>T(n) =2T(n/2) + n;</a:t>
            </a:r>
          </a:p>
          <a:p>
            <a:pPr marL="0" indent="0">
              <a:buNone/>
            </a:pPr>
            <a:r>
              <a:rPr lang="en-US" dirty="0"/>
              <a:t>3/ T(n) =3T(n/2) + </a:t>
            </a:r>
            <a:r>
              <a:rPr lang="en-US" dirty="0" err="1"/>
              <a:t>logn</a:t>
            </a:r>
            <a:r>
              <a:rPr lang="en-US" dirty="0"/>
              <a:t>;</a:t>
            </a:r>
          </a:p>
          <a:p>
            <a:pPr marL="0" indent="0">
              <a:buNone/>
            </a:pPr>
            <a:endParaRPr lang="en-US" dirty="0"/>
          </a:p>
          <a:p>
            <a:pPr marL="0" indent="0">
              <a:buNone/>
            </a:pPr>
            <a:endParaRPr dirty="0"/>
          </a:p>
        </p:txBody>
      </p:sp>
    </p:spTree>
    <p:extLst>
      <p:ext uri="{BB962C8B-B14F-4D97-AF65-F5344CB8AC3E}">
        <p14:creationId xmlns:p14="http://schemas.microsoft.com/office/powerpoint/2010/main" val="107418914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10/31/2025</a:t>
            </a:fld>
            <a:endParaRPr lang="en-US" dirty="0"/>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71</a:t>
            </a:fld>
            <a:endParaRPr lang="en-US" dirty="0"/>
          </a:p>
        </p:txBody>
      </p:sp>
      <p:sp>
        <p:nvSpPr>
          <p:cNvPr id="2" name="Title 1"/>
          <p:cNvSpPr>
            <a:spLocks noGrp="1"/>
          </p:cNvSpPr>
          <p:nvPr>
            <p:ph type="title"/>
          </p:nvPr>
        </p:nvSpPr>
        <p:spPr/>
        <p:txBody>
          <a:bodyPr/>
          <a:lstStyle/>
          <a:p>
            <a:r>
              <a:rPr lang="en-US" dirty="0" err="1"/>
              <a:t>Đệ</a:t>
            </a:r>
            <a:r>
              <a:rPr lang="en-US" dirty="0"/>
              <a:t> </a:t>
            </a:r>
            <a:r>
              <a:rPr lang="en-US" dirty="0" err="1"/>
              <a:t>quy</a:t>
            </a:r>
            <a:r>
              <a:rPr lang="en-US" dirty="0"/>
              <a:t> (Recursion)</a:t>
            </a:r>
          </a:p>
        </p:txBody>
      </p:sp>
      <p:sp>
        <p:nvSpPr>
          <p:cNvPr id="3" name="Content Placeholder 2"/>
          <p:cNvSpPr>
            <a:spLocks noGrp="1"/>
          </p:cNvSpPr>
          <p:nvPr>
            <p:ph sz="quarter" idx="13"/>
          </p:nvPr>
        </p:nvSpPr>
        <p:spPr/>
        <p:txBody>
          <a:bodyPr>
            <a:noAutofit/>
          </a:bodyPr>
          <a:lstStyle/>
          <a:p>
            <a:r>
              <a:rPr lang="en-US" sz="2000" dirty="0" err="1"/>
              <a:t>Đệ</a:t>
            </a:r>
            <a:r>
              <a:rPr lang="en-US" sz="2000" dirty="0"/>
              <a:t> </a:t>
            </a:r>
            <a:r>
              <a:rPr lang="en-US" sz="2000" dirty="0" err="1"/>
              <a:t>quy</a:t>
            </a:r>
            <a:r>
              <a:rPr lang="en-US" sz="2000" dirty="0"/>
              <a:t> </a:t>
            </a:r>
            <a:r>
              <a:rPr lang="en-US" sz="2000" dirty="0" err="1"/>
              <a:t>có</a:t>
            </a:r>
            <a:r>
              <a:rPr lang="en-US" sz="2000" dirty="0"/>
              <a:t> </a:t>
            </a:r>
            <a:r>
              <a:rPr lang="en-US" sz="2000" dirty="0" err="1"/>
              <a:t>vai</a:t>
            </a:r>
            <a:r>
              <a:rPr lang="en-US" sz="2000" dirty="0"/>
              <a:t> </a:t>
            </a:r>
            <a:r>
              <a:rPr lang="en-US" sz="2000" dirty="0" err="1"/>
              <a:t>trò</a:t>
            </a:r>
            <a:r>
              <a:rPr lang="en-US" sz="2000" dirty="0"/>
              <a:t> </a:t>
            </a:r>
            <a:r>
              <a:rPr lang="en-US" sz="2000" dirty="0" err="1"/>
              <a:t>quan</a:t>
            </a:r>
            <a:r>
              <a:rPr lang="en-US" sz="2000" dirty="0"/>
              <a:t> </a:t>
            </a:r>
            <a:r>
              <a:rPr lang="en-US" sz="2000" dirty="0" err="1"/>
              <a:t>trọng</a:t>
            </a:r>
            <a:r>
              <a:rPr lang="en-US" sz="2000" dirty="0"/>
              <a:t> </a:t>
            </a:r>
            <a:r>
              <a:rPr lang="en-US" sz="2000" dirty="0" err="1"/>
              <a:t>kỹ</a:t>
            </a:r>
            <a:r>
              <a:rPr lang="en-US" sz="2000" dirty="0"/>
              <a:t> </a:t>
            </a:r>
            <a:r>
              <a:rPr lang="en-US" sz="2000" dirty="0" err="1"/>
              <a:t>thuật</a:t>
            </a:r>
            <a:r>
              <a:rPr lang="en-US" sz="2000" dirty="0"/>
              <a:t> </a:t>
            </a:r>
            <a:r>
              <a:rPr lang="en-US" sz="2000" dirty="0" err="1"/>
              <a:t>lập</a:t>
            </a:r>
            <a:r>
              <a:rPr lang="en-US" sz="2000" dirty="0"/>
              <a:t> </a:t>
            </a:r>
            <a:r>
              <a:rPr lang="en-US" sz="2000" dirty="0" err="1"/>
              <a:t>trình</a:t>
            </a:r>
            <a:r>
              <a:rPr lang="en-US" sz="2000" dirty="0"/>
              <a:t> </a:t>
            </a:r>
          </a:p>
          <a:p>
            <a:r>
              <a:rPr lang="en-US" sz="2000" dirty="0" err="1"/>
              <a:t>Một</a:t>
            </a:r>
            <a:r>
              <a:rPr lang="en-US" sz="2000" dirty="0"/>
              <a:t> </a:t>
            </a:r>
            <a:r>
              <a:rPr lang="en-US" sz="2000" dirty="0" err="1"/>
              <a:t>hàm</a:t>
            </a:r>
            <a:r>
              <a:rPr lang="en-US" sz="2000" dirty="0"/>
              <a:t> </a:t>
            </a:r>
            <a:r>
              <a:rPr lang="en-US" sz="2000" dirty="0" err="1"/>
              <a:t>được</a:t>
            </a:r>
            <a:r>
              <a:rPr lang="en-US" sz="2000" dirty="0"/>
              <a:t>  </a:t>
            </a:r>
            <a:r>
              <a:rPr lang="en-US" sz="2000" dirty="0" err="1"/>
              <a:t>gọi</a:t>
            </a:r>
            <a:r>
              <a:rPr lang="en-US" sz="2000" dirty="0"/>
              <a:t> </a:t>
            </a:r>
            <a:r>
              <a:rPr lang="en-US" sz="2000" dirty="0" err="1"/>
              <a:t>là</a:t>
            </a:r>
            <a:r>
              <a:rPr lang="en-US" sz="2000" dirty="0"/>
              <a:t> </a:t>
            </a:r>
            <a:r>
              <a:rPr lang="en-US" sz="2000" dirty="0" err="1"/>
              <a:t>đệ</a:t>
            </a:r>
            <a:r>
              <a:rPr lang="en-US" sz="2000" dirty="0"/>
              <a:t> </a:t>
            </a:r>
            <a:r>
              <a:rPr lang="en-US" sz="2000" dirty="0" err="1"/>
              <a:t>quy</a:t>
            </a:r>
            <a:r>
              <a:rPr lang="en-US" sz="2000" dirty="0"/>
              <a:t> </a:t>
            </a:r>
            <a:r>
              <a:rPr lang="en-US" sz="2000" dirty="0" err="1"/>
              <a:t>nếu</a:t>
            </a:r>
            <a:r>
              <a:rPr lang="en-US" sz="2000" dirty="0"/>
              <a:t> </a:t>
            </a:r>
            <a:r>
              <a:rPr lang="en-US" sz="2000" dirty="0" err="1"/>
              <a:t>trong</a:t>
            </a:r>
            <a:r>
              <a:rPr lang="en-US" sz="2000" dirty="0"/>
              <a:t> </a:t>
            </a:r>
            <a:r>
              <a:rPr lang="en-US" sz="2000" dirty="0" err="1"/>
              <a:t>định</a:t>
            </a:r>
            <a:r>
              <a:rPr lang="en-US" sz="2000" dirty="0"/>
              <a:t> </a:t>
            </a:r>
            <a:r>
              <a:rPr lang="en-US" sz="2000" dirty="0" err="1"/>
              <a:t>nghĩa</a:t>
            </a:r>
            <a:r>
              <a:rPr lang="en-US" sz="2000" dirty="0"/>
              <a:t> </a:t>
            </a:r>
            <a:r>
              <a:rPr lang="en-US" sz="2000" dirty="0" err="1"/>
              <a:t>có</a:t>
            </a:r>
            <a:r>
              <a:rPr lang="en-US" sz="2000" dirty="0"/>
              <a:t> </a:t>
            </a:r>
            <a:r>
              <a:rPr lang="en-US" sz="2000" dirty="0" err="1"/>
              <a:t>lại</a:t>
            </a:r>
            <a:r>
              <a:rPr lang="en-US" sz="2000" dirty="0"/>
              <a:t> </a:t>
            </a:r>
            <a:r>
              <a:rPr lang="en-US" sz="2000" dirty="0" err="1"/>
              <a:t>dạng</a:t>
            </a:r>
            <a:r>
              <a:rPr lang="en-US" sz="2000" dirty="0"/>
              <a:t> </a:t>
            </a:r>
            <a:r>
              <a:rPr lang="en-US" sz="2000" dirty="0" err="1"/>
              <a:t>của</a:t>
            </a:r>
            <a:r>
              <a:rPr lang="en-US" sz="2000" dirty="0"/>
              <a:t> </a:t>
            </a:r>
            <a:r>
              <a:rPr lang="en-US" sz="2000" dirty="0" err="1"/>
              <a:t>chính</a:t>
            </a:r>
            <a:r>
              <a:rPr lang="en-US" sz="2000" dirty="0"/>
              <a:t> </a:t>
            </a:r>
            <a:r>
              <a:rPr lang="en-US" sz="2000" dirty="0" err="1"/>
              <a:t>hàm</a:t>
            </a:r>
            <a:r>
              <a:rPr lang="en-US" sz="2000" dirty="0"/>
              <a:t> </a:t>
            </a:r>
            <a:r>
              <a:rPr lang="en-US" sz="2000" dirty="0" err="1"/>
              <a:t>đó</a:t>
            </a:r>
            <a:r>
              <a:rPr lang="en-US" sz="2000" dirty="0"/>
              <a:t> </a:t>
            </a:r>
          </a:p>
          <a:p>
            <a:r>
              <a:rPr lang="en-US" sz="2000" dirty="0" err="1"/>
              <a:t>Ví</a:t>
            </a:r>
            <a:r>
              <a:rPr lang="en-US" sz="2000" dirty="0"/>
              <a:t> </a:t>
            </a:r>
            <a:r>
              <a:rPr lang="en-US" sz="2000" dirty="0" err="1"/>
              <a:t>dụ</a:t>
            </a:r>
            <a:r>
              <a:rPr lang="en-US" sz="2000" dirty="0"/>
              <a:t>: </a:t>
            </a:r>
            <a:r>
              <a:rPr lang="en-US" sz="2000" dirty="0" err="1"/>
              <a:t>hàm</a:t>
            </a:r>
            <a:r>
              <a:rPr lang="en-US" sz="2000" dirty="0"/>
              <a:t> </a:t>
            </a:r>
            <a:r>
              <a:rPr lang="en-US" sz="2000" dirty="0" err="1"/>
              <a:t>tính</a:t>
            </a:r>
            <a:r>
              <a:rPr lang="en-US" sz="2000" dirty="0"/>
              <a:t> </a:t>
            </a:r>
            <a:r>
              <a:rPr lang="en-US" sz="2000" dirty="0" err="1"/>
              <a:t>giai</a:t>
            </a:r>
            <a:r>
              <a:rPr lang="en-US" sz="2000" dirty="0"/>
              <a:t> </a:t>
            </a:r>
            <a:r>
              <a:rPr lang="en-US" sz="2000" dirty="0" err="1"/>
              <a:t>thừa</a:t>
            </a:r>
            <a:r>
              <a:rPr lang="en-US" sz="2000" dirty="0"/>
              <a:t> </a:t>
            </a:r>
            <a:r>
              <a:rPr lang="en-US" sz="2000" dirty="0" err="1"/>
              <a:t>một</a:t>
            </a:r>
            <a:r>
              <a:rPr lang="en-US" sz="2000" dirty="0"/>
              <a:t> </a:t>
            </a:r>
            <a:r>
              <a:rPr lang="en-US" sz="2000" dirty="0" err="1"/>
              <a:t>số</a:t>
            </a:r>
            <a:r>
              <a:rPr lang="en-US" sz="2000" dirty="0"/>
              <a:t> </a:t>
            </a:r>
            <a:r>
              <a:rPr lang="en-US" sz="2000" dirty="0" err="1"/>
              <a:t>nguyên</a:t>
            </a:r>
            <a:r>
              <a:rPr lang="en-US" sz="2000" dirty="0"/>
              <a:t> </a:t>
            </a:r>
            <a:r>
              <a:rPr lang="en-US" sz="2000" dirty="0" err="1"/>
              <a:t>không</a:t>
            </a:r>
            <a:r>
              <a:rPr lang="en-US" sz="2000" dirty="0"/>
              <a:t> </a:t>
            </a:r>
            <a:r>
              <a:rPr lang="en-US" sz="2000" dirty="0" err="1"/>
              <a:t>âm</a:t>
            </a:r>
            <a:r>
              <a:rPr lang="en-US" sz="2000" dirty="0"/>
              <a:t> </a:t>
            </a:r>
          </a:p>
          <a:p>
            <a:pPr marL="0" indent="0">
              <a:buNone/>
            </a:pPr>
            <a:r>
              <a:rPr lang="en-US" sz="2000" dirty="0" err="1"/>
              <a:t>Quy</a:t>
            </a:r>
            <a:r>
              <a:rPr lang="en-US" sz="2000" dirty="0"/>
              <a:t> </a:t>
            </a:r>
            <a:r>
              <a:rPr lang="en-US" sz="2000" dirty="0" err="1"/>
              <a:t>ước</a:t>
            </a:r>
            <a:r>
              <a:rPr lang="en-US" sz="2000" dirty="0"/>
              <a:t>:</a:t>
            </a:r>
          </a:p>
          <a:p>
            <a:pPr marL="514350" indent="-514350">
              <a:buAutoNum type="arabicPeriod"/>
            </a:pPr>
            <a:r>
              <a:rPr lang="en-US" sz="2000" dirty="0"/>
              <a:t>n = 0 </a:t>
            </a:r>
            <a:r>
              <a:rPr lang="en-US" sz="2000" dirty="0" err="1"/>
              <a:t>thì</a:t>
            </a:r>
            <a:r>
              <a:rPr lang="en-US" sz="2000" dirty="0"/>
              <a:t> n! = 1;</a:t>
            </a:r>
          </a:p>
          <a:p>
            <a:pPr marL="514350" indent="-514350">
              <a:buAutoNum type="arabicPeriod"/>
            </a:pPr>
            <a:r>
              <a:rPr lang="en-US" sz="2000" dirty="0"/>
              <a:t>n &gt; 0 </a:t>
            </a:r>
            <a:r>
              <a:rPr lang="en-US" sz="2000" dirty="0" err="1"/>
              <a:t>thì</a:t>
            </a:r>
            <a:r>
              <a:rPr lang="en-US" sz="2000" dirty="0"/>
              <a:t> n! = n(n-1)!</a:t>
            </a:r>
          </a:p>
          <a:p>
            <a:pPr marL="0" indent="0">
              <a:buNone/>
            </a:pPr>
            <a:r>
              <a:rPr lang="en-US" sz="2000" dirty="0" err="1"/>
              <a:t>Hàm</a:t>
            </a:r>
            <a:r>
              <a:rPr lang="en-US" sz="2000" dirty="0"/>
              <a:t> </a:t>
            </a:r>
            <a:r>
              <a:rPr lang="en-US" sz="2000" dirty="0" err="1"/>
              <a:t>tính</a:t>
            </a:r>
            <a:r>
              <a:rPr lang="en-US" sz="2000" dirty="0"/>
              <a:t> n!</a:t>
            </a:r>
          </a:p>
          <a:p>
            <a:pPr marL="0" indent="0">
              <a:buNone/>
            </a:pPr>
            <a:r>
              <a:rPr lang="en-US" sz="2000" dirty="0">
                <a:solidFill>
                  <a:srgbClr val="0000FF"/>
                </a:solidFill>
              </a:rPr>
              <a:t>Function FACT(n)</a:t>
            </a:r>
          </a:p>
          <a:p>
            <a:pPr marL="0" indent="0">
              <a:buNone/>
            </a:pPr>
            <a:r>
              <a:rPr lang="en-US" sz="2000" dirty="0">
                <a:solidFill>
                  <a:srgbClr val="0000FF"/>
                </a:solidFill>
              </a:rPr>
              <a:t>	If n = 0 then FACT = 1;</a:t>
            </a:r>
          </a:p>
          <a:p>
            <a:pPr marL="0" indent="0">
              <a:buNone/>
            </a:pPr>
            <a:r>
              <a:rPr lang="en-US" sz="2000" dirty="0">
                <a:solidFill>
                  <a:srgbClr val="0000FF"/>
                </a:solidFill>
              </a:rPr>
              <a:t>	Else FACT = n*FACT(n-1)</a:t>
            </a:r>
          </a:p>
          <a:p>
            <a:pPr marL="0" indent="0">
              <a:buNone/>
            </a:pPr>
            <a:r>
              <a:rPr lang="en-US" sz="2000" dirty="0">
                <a:solidFill>
                  <a:srgbClr val="0000FF"/>
                </a:solidFill>
              </a:rPr>
              <a:t>	Return </a:t>
            </a:r>
          </a:p>
        </p:txBody>
      </p:sp>
      <p:sp>
        <p:nvSpPr>
          <p:cNvPr id="7" name="TextBox 6"/>
          <p:cNvSpPr txBox="1"/>
          <p:nvPr/>
        </p:nvSpPr>
        <p:spPr>
          <a:xfrm>
            <a:off x="6711641" y="1672670"/>
            <a:ext cx="2368884" cy="2585323"/>
          </a:xfrm>
          <a:prstGeom prst="rect">
            <a:avLst/>
          </a:prstGeom>
          <a:noFill/>
          <a:ln>
            <a:solidFill>
              <a:srgbClr val="0000FF"/>
            </a:solidFill>
          </a:ln>
        </p:spPr>
        <p:txBody>
          <a:bodyPr wrap="square" rtlCol="0">
            <a:spAutoFit/>
          </a:bodyPr>
          <a:lstStyle/>
          <a:p>
            <a:r>
              <a:rPr lang="hu-HU" b="1" dirty="0"/>
              <a:t>Code C không đệ quy</a:t>
            </a:r>
          </a:p>
          <a:p>
            <a:r>
              <a:rPr lang="hu-HU" b="1" dirty="0"/>
              <a:t>long</a:t>
            </a:r>
            <a:r>
              <a:rPr lang="hu-HU" dirty="0"/>
              <a:t> giaithua(</a:t>
            </a:r>
            <a:r>
              <a:rPr lang="hu-HU" b="1" dirty="0"/>
              <a:t>int</a:t>
            </a:r>
            <a:r>
              <a:rPr lang="hu-HU" dirty="0"/>
              <a:t> n)</a:t>
            </a:r>
          </a:p>
          <a:p>
            <a:r>
              <a:rPr lang="en-US" dirty="0"/>
              <a:t>{</a:t>
            </a:r>
          </a:p>
          <a:p>
            <a:r>
              <a:rPr lang="en-US" dirty="0"/>
              <a:t>    </a:t>
            </a:r>
            <a:r>
              <a:rPr lang="en-US" b="1" dirty="0"/>
              <a:t>long</a:t>
            </a:r>
            <a:r>
              <a:rPr lang="en-US" dirty="0"/>
              <a:t> result=1;</a:t>
            </a:r>
          </a:p>
          <a:p>
            <a:r>
              <a:rPr lang="en-US" dirty="0"/>
              <a:t>    </a:t>
            </a:r>
            <a:r>
              <a:rPr lang="en-US" b="1" dirty="0"/>
              <a:t>for</a:t>
            </a:r>
            <a:r>
              <a:rPr lang="en-US" dirty="0"/>
              <a:t> (</a:t>
            </a:r>
            <a:r>
              <a:rPr lang="en-US" b="1" dirty="0" err="1"/>
              <a:t>int</a:t>
            </a:r>
            <a:r>
              <a:rPr lang="en-US" dirty="0"/>
              <a:t> </a:t>
            </a:r>
            <a:r>
              <a:rPr lang="en-US" dirty="0" err="1"/>
              <a:t>i</a:t>
            </a:r>
            <a:r>
              <a:rPr lang="en-US" dirty="0"/>
              <a:t>=2;i&lt;=</a:t>
            </a:r>
            <a:r>
              <a:rPr lang="en-US" dirty="0" err="1"/>
              <a:t>n;i</a:t>
            </a:r>
            <a:r>
              <a:rPr lang="en-US" dirty="0"/>
              <a:t>++) 	result*=</a:t>
            </a:r>
            <a:r>
              <a:rPr lang="en-US" dirty="0" err="1"/>
              <a:t>i</a:t>
            </a:r>
            <a:r>
              <a:rPr lang="en-US" dirty="0"/>
              <a:t>;</a:t>
            </a:r>
          </a:p>
          <a:p>
            <a:r>
              <a:rPr lang="is-IS" dirty="0"/>
              <a:t>    </a:t>
            </a:r>
            <a:r>
              <a:rPr lang="is-IS" b="1" dirty="0"/>
              <a:t>return</a:t>
            </a:r>
            <a:r>
              <a:rPr lang="is-IS" dirty="0"/>
              <a:t> result;</a:t>
            </a:r>
            <a:endParaRPr lang="is-IS" b="1" dirty="0"/>
          </a:p>
          <a:p>
            <a:r>
              <a:rPr lang="en-US" dirty="0"/>
              <a:t>}</a:t>
            </a:r>
          </a:p>
          <a:p>
            <a:r>
              <a:rPr lang="en-US" dirty="0">
                <a:solidFill>
                  <a:srgbClr val="FF0000"/>
                </a:solidFill>
              </a:rPr>
              <a:t>T(n) = O(n)</a:t>
            </a:r>
          </a:p>
        </p:txBody>
      </p:sp>
      <p:sp>
        <p:nvSpPr>
          <p:cNvPr id="8" name="TextBox 7"/>
          <p:cNvSpPr txBox="1"/>
          <p:nvPr/>
        </p:nvSpPr>
        <p:spPr>
          <a:xfrm>
            <a:off x="4572000" y="4320189"/>
            <a:ext cx="3261895" cy="2031325"/>
          </a:xfrm>
          <a:prstGeom prst="rect">
            <a:avLst/>
          </a:prstGeom>
          <a:noFill/>
          <a:ln>
            <a:solidFill>
              <a:srgbClr val="0000FF"/>
            </a:solidFill>
          </a:ln>
        </p:spPr>
        <p:txBody>
          <a:bodyPr wrap="square" rtlCol="0">
            <a:spAutoFit/>
          </a:bodyPr>
          <a:lstStyle/>
          <a:p>
            <a:r>
              <a:rPr lang="hu-HU" b="1" dirty="0"/>
              <a:t>Code C đệ quy</a:t>
            </a:r>
          </a:p>
          <a:p>
            <a:r>
              <a:rPr lang="hu-HU" b="1" dirty="0"/>
              <a:t>long</a:t>
            </a:r>
            <a:r>
              <a:rPr lang="hu-HU" dirty="0"/>
              <a:t> giaithua(</a:t>
            </a:r>
            <a:r>
              <a:rPr lang="hu-HU" b="1" dirty="0"/>
              <a:t>int</a:t>
            </a:r>
            <a:r>
              <a:rPr lang="hu-HU" dirty="0"/>
              <a:t> n)</a:t>
            </a:r>
          </a:p>
          <a:p>
            <a:r>
              <a:rPr lang="en-US" dirty="0"/>
              <a:t>{</a:t>
            </a:r>
          </a:p>
          <a:p>
            <a:r>
              <a:rPr lang="en-US" dirty="0"/>
              <a:t>    </a:t>
            </a:r>
            <a:r>
              <a:rPr lang="en-US" b="1" dirty="0"/>
              <a:t>if</a:t>
            </a:r>
            <a:r>
              <a:rPr lang="en-US" dirty="0"/>
              <a:t> (n&lt;=1) </a:t>
            </a:r>
            <a:r>
              <a:rPr lang="en-US" b="1" dirty="0"/>
              <a:t>return</a:t>
            </a:r>
            <a:r>
              <a:rPr lang="en-US" dirty="0"/>
              <a:t> 1;</a:t>
            </a:r>
          </a:p>
          <a:p>
            <a:r>
              <a:rPr lang="hu-HU" dirty="0"/>
              <a:t>    </a:t>
            </a:r>
            <a:r>
              <a:rPr lang="hu-HU" b="1" dirty="0"/>
              <a:t>else</a:t>
            </a:r>
            <a:r>
              <a:rPr lang="hu-HU" dirty="0"/>
              <a:t> </a:t>
            </a:r>
            <a:r>
              <a:rPr lang="hu-HU" b="1" dirty="0"/>
              <a:t>return</a:t>
            </a:r>
            <a:r>
              <a:rPr lang="hu-HU" dirty="0"/>
              <a:t>   n*giaithua(n-1);</a:t>
            </a:r>
          </a:p>
          <a:p>
            <a:r>
              <a:rPr lang="en-US" dirty="0"/>
              <a:t>}</a:t>
            </a:r>
          </a:p>
          <a:p>
            <a:r>
              <a:rPr lang="en-US" dirty="0">
                <a:solidFill>
                  <a:srgbClr val="FF0000"/>
                </a:solidFill>
              </a:rPr>
              <a:t>T(n) = O(</a:t>
            </a:r>
            <a:r>
              <a:rPr lang="en-US" dirty="0" err="1">
                <a:solidFill>
                  <a:srgbClr val="FF0000"/>
                </a:solidFill>
              </a:rPr>
              <a:t>a^n</a:t>
            </a:r>
            <a:r>
              <a:rPr lang="en-US" dirty="0">
                <a:solidFill>
                  <a:srgbClr val="FF0000"/>
                </a:solidFill>
              </a:rPr>
              <a:t>)</a:t>
            </a:r>
          </a:p>
        </p:txBody>
      </p:sp>
    </p:spTree>
    <p:extLst>
      <p:ext uri="{BB962C8B-B14F-4D97-AF65-F5344CB8AC3E}">
        <p14:creationId xmlns:p14="http://schemas.microsoft.com/office/powerpoint/2010/main" val="1240794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8D3C84C-B7B5-8048-9144-CD7EE578FD9E}"/>
              </a:ext>
            </a:extLst>
          </p:cNvPr>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a:extLst>
              <a:ext uri="{FF2B5EF4-FFF2-40B4-BE49-F238E27FC236}">
                <a16:creationId xmlns:a16="http://schemas.microsoft.com/office/drawing/2014/main" id="{B5B52093-B8B8-074C-A51D-DFE844F796F7}"/>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A17FE11E-FBD0-C541-83BF-C6876D0F2EA1}"/>
              </a:ext>
            </a:extLst>
          </p:cNvPr>
          <p:cNvSpPr>
            <a:spLocks noGrp="1"/>
          </p:cNvSpPr>
          <p:nvPr>
            <p:ph type="sldNum" sz="quarter" idx="12"/>
          </p:nvPr>
        </p:nvSpPr>
        <p:spPr/>
        <p:txBody>
          <a:bodyPr/>
          <a:lstStyle/>
          <a:p>
            <a:fld id="{BA7BC09B-FE30-A349-B1D2-5A364F511F98}" type="slidenum">
              <a:rPr lang="en-US" smtClean="0"/>
              <a:t>72</a:t>
            </a:fld>
            <a:endParaRPr lang="en-US"/>
          </a:p>
        </p:txBody>
      </p:sp>
      <p:sp>
        <p:nvSpPr>
          <p:cNvPr id="2" name="Title 1">
            <a:extLst>
              <a:ext uri="{FF2B5EF4-FFF2-40B4-BE49-F238E27FC236}">
                <a16:creationId xmlns:a16="http://schemas.microsoft.com/office/drawing/2014/main" id="{24EB417E-7298-1740-A9F5-0AC7D83EE46E}"/>
              </a:ext>
            </a:extLst>
          </p:cNvPr>
          <p:cNvSpPr>
            <a:spLocks noGrp="1"/>
          </p:cNvSpPr>
          <p:nvPr>
            <p:ph type="title"/>
          </p:nvPr>
        </p:nvSpPr>
        <p:spPr/>
        <p:txBody>
          <a:bodyPr/>
          <a:lstStyle/>
          <a:p>
            <a:r>
              <a:rPr lang="en-US" dirty="0" err="1"/>
              <a:t>Khái</a:t>
            </a:r>
            <a:r>
              <a:rPr lang="en-US" dirty="0"/>
              <a:t> </a:t>
            </a:r>
            <a:r>
              <a:rPr lang="en-US" dirty="0" err="1"/>
              <a:t>niệm</a:t>
            </a:r>
            <a:r>
              <a:rPr lang="en-US" dirty="0"/>
              <a:t> </a:t>
            </a:r>
            <a:r>
              <a:rPr lang="en-US" dirty="0" err="1"/>
              <a:t>đệ</a:t>
            </a:r>
            <a:r>
              <a:rPr lang="en-US" dirty="0"/>
              <a:t> </a:t>
            </a:r>
            <a:r>
              <a:rPr lang="en-US" dirty="0" err="1"/>
              <a:t>quy</a:t>
            </a:r>
            <a:endParaRPr lang="en-US" dirty="0"/>
          </a:p>
        </p:txBody>
      </p:sp>
      <p:sp>
        <p:nvSpPr>
          <p:cNvPr id="3" name="Content Placeholder 2">
            <a:extLst>
              <a:ext uri="{FF2B5EF4-FFF2-40B4-BE49-F238E27FC236}">
                <a16:creationId xmlns:a16="http://schemas.microsoft.com/office/drawing/2014/main" id="{E8E1615F-2B3D-C844-A4B4-7F69D00785B5}"/>
              </a:ext>
            </a:extLst>
          </p:cNvPr>
          <p:cNvSpPr>
            <a:spLocks noGrp="1"/>
          </p:cNvSpPr>
          <p:nvPr>
            <p:ph sz="quarter" idx="13"/>
          </p:nvPr>
        </p:nvSpPr>
        <p:spPr>
          <a:xfrm>
            <a:off x="235077" y="3429000"/>
            <a:ext cx="8674100" cy="2715640"/>
          </a:xfrm>
        </p:spPr>
        <p:txBody>
          <a:bodyPr>
            <a:normAutofit/>
          </a:bodyPr>
          <a:lstStyle/>
          <a:p>
            <a:pPr>
              <a:spcBef>
                <a:spcPct val="10000"/>
              </a:spcBef>
            </a:pPr>
            <a:r>
              <a:rPr lang="en-US" altLang="en-US" dirty="0" err="1">
                <a:cs typeface="Times New Roman" panose="02020603050405020304" pitchFamily="18" charset="0"/>
              </a:rPr>
              <a:t>Giải</a:t>
            </a:r>
            <a:r>
              <a:rPr lang="en-US" altLang="en-US" dirty="0">
                <a:cs typeface="Times New Roman" panose="02020603050405020304" pitchFamily="18" charset="0"/>
              </a:rPr>
              <a:t> </a:t>
            </a:r>
            <a:r>
              <a:rPr lang="en-US" altLang="en-US" dirty="0" err="1">
                <a:cs typeface="Times New Roman" panose="02020603050405020304" pitchFamily="18" charset="0"/>
              </a:rPr>
              <a:t>thuật</a:t>
            </a:r>
            <a:r>
              <a:rPr lang="en-US" altLang="en-US" dirty="0">
                <a:cs typeface="Times New Roman" panose="02020603050405020304" pitchFamily="18" charset="0"/>
              </a:rPr>
              <a:t> </a:t>
            </a:r>
            <a:r>
              <a:rPr lang="en-US" altLang="en-US" dirty="0" err="1">
                <a:cs typeface="Times New Roman" panose="02020603050405020304" pitchFamily="18" charset="0"/>
              </a:rPr>
              <a:t>đệ</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(recursive algorithm)</a:t>
            </a:r>
          </a:p>
          <a:p>
            <a:pPr lvl="1">
              <a:spcBef>
                <a:spcPct val="10000"/>
              </a:spcBef>
            </a:pPr>
            <a:r>
              <a:rPr lang="en-US" altLang="en-US" dirty="0" err="1">
                <a:cs typeface="Times New Roman" panose="02020603050405020304" pitchFamily="18" charset="0"/>
              </a:rPr>
              <a:t>Ví</a:t>
            </a:r>
            <a:r>
              <a:rPr lang="en-US" altLang="en-US" dirty="0">
                <a:cs typeface="Times New Roman" panose="02020603050405020304" pitchFamily="18" charset="0"/>
              </a:rPr>
              <a:t> </a:t>
            </a:r>
            <a:r>
              <a:rPr lang="en-US" altLang="en-US" dirty="0" err="1">
                <a:cs typeface="Times New Roman" panose="02020603050405020304" pitchFamily="18" charset="0"/>
              </a:rPr>
              <a:t>dụ</a:t>
            </a:r>
            <a:r>
              <a:rPr lang="en-US" altLang="en-US" dirty="0">
                <a:cs typeface="Times New Roman" panose="02020603050405020304" pitchFamily="18" charset="0"/>
              </a:rPr>
              <a:t>: </a:t>
            </a:r>
            <a:r>
              <a:rPr lang="en-US" altLang="en-US" dirty="0" err="1">
                <a:cs typeface="Times New Roman" panose="02020603050405020304" pitchFamily="18" charset="0"/>
              </a:rPr>
              <a:t>Tìm</a:t>
            </a:r>
            <a:r>
              <a:rPr lang="en-US" altLang="en-US" dirty="0">
                <a:cs typeface="Times New Roman" panose="02020603050405020304" pitchFamily="18" charset="0"/>
              </a:rPr>
              <a:t> </a:t>
            </a:r>
            <a:r>
              <a:rPr lang="en-US" altLang="en-US" dirty="0" err="1">
                <a:cs typeface="Times New Roman" panose="02020603050405020304" pitchFamily="18" charset="0"/>
              </a:rPr>
              <a:t>phần</a:t>
            </a:r>
            <a:r>
              <a:rPr lang="en-US" altLang="en-US" dirty="0">
                <a:cs typeface="Times New Roman" panose="02020603050405020304" pitchFamily="18" charset="0"/>
              </a:rPr>
              <a:t> </a:t>
            </a:r>
            <a:r>
              <a:rPr lang="en-US" altLang="en-US" dirty="0" err="1">
                <a:cs typeface="Times New Roman" panose="02020603050405020304" pitchFamily="18" charset="0"/>
              </a:rPr>
              <a:t>tử</a:t>
            </a:r>
            <a:r>
              <a:rPr lang="en-US" altLang="en-US" dirty="0">
                <a:cs typeface="Times New Roman" panose="02020603050405020304" pitchFamily="18" charset="0"/>
              </a:rPr>
              <a:t> </a:t>
            </a:r>
            <a:r>
              <a:rPr lang="en-US" altLang="en-US" dirty="0" err="1">
                <a:cs typeface="Times New Roman" panose="02020603050405020304" pitchFamily="18" charset="0"/>
              </a:rPr>
              <a:t>trong</a:t>
            </a:r>
            <a:r>
              <a:rPr lang="en-US" altLang="en-US" dirty="0">
                <a:cs typeface="Times New Roman" panose="02020603050405020304" pitchFamily="18" charset="0"/>
              </a:rPr>
              <a:t> </a:t>
            </a:r>
            <a:r>
              <a:rPr lang="en-US" altLang="en-US" dirty="0" err="1">
                <a:cs typeface="Times New Roman" panose="02020603050405020304" pitchFamily="18" charset="0"/>
              </a:rPr>
              <a:t>một</a:t>
            </a:r>
            <a:r>
              <a:rPr lang="en-US" altLang="en-US" dirty="0">
                <a:cs typeface="Times New Roman" panose="02020603050405020304" pitchFamily="18" charset="0"/>
              </a:rPr>
              <a:t> </a:t>
            </a:r>
            <a:r>
              <a:rPr lang="en-US" altLang="en-US" dirty="0" err="1">
                <a:cs typeface="Times New Roman" panose="02020603050405020304" pitchFamily="18" charset="0"/>
              </a:rPr>
              <a:t>tập</a:t>
            </a:r>
            <a:r>
              <a:rPr lang="en-US" altLang="en-US" dirty="0">
                <a:cs typeface="Times New Roman" panose="02020603050405020304" pitchFamily="18" charset="0"/>
              </a:rPr>
              <a:t> </a:t>
            </a:r>
            <a:r>
              <a:rPr lang="en-US" altLang="en-US" dirty="0" err="1">
                <a:cs typeface="Times New Roman" panose="02020603050405020304" pitchFamily="18" charset="0"/>
              </a:rPr>
              <a:t>hợp</a:t>
            </a:r>
            <a:r>
              <a:rPr lang="en-US" altLang="en-US" dirty="0">
                <a:cs typeface="Times New Roman" panose="02020603050405020304" pitchFamily="18" charset="0"/>
              </a:rPr>
              <a:t> (</a:t>
            </a:r>
            <a:r>
              <a:rPr lang="en-US" altLang="en-US" dirty="0" err="1">
                <a:cs typeface="Times New Roman" panose="02020603050405020304" pitchFamily="18" charset="0"/>
              </a:rPr>
              <a:t>tìm</a:t>
            </a:r>
            <a:r>
              <a:rPr lang="en-US" altLang="en-US" dirty="0">
                <a:cs typeface="Times New Roman" panose="02020603050405020304" pitchFamily="18" charset="0"/>
              </a:rPr>
              <a:t> </a:t>
            </a:r>
            <a:r>
              <a:rPr lang="en-US" altLang="en-US" dirty="0" err="1">
                <a:cs typeface="Times New Roman" panose="02020603050405020304" pitchFamily="18" charset="0"/>
              </a:rPr>
              <a:t>từ</a:t>
            </a:r>
            <a:r>
              <a:rPr lang="en-US" altLang="en-US" dirty="0">
                <a:cs typeface="Times New Roman" panose="02020603050405020304" pitchFamily="18" charset="0"/>
              </a:rPr>
              <a:t> </a:t>
            </a:r>
            <a:r>
              <a:rPr lang="en-US" altLang="en-US" dirty="0" err="1">
                <a:cs typeface="Times New Roman" panose="02020603050405020304" pitchFamily="18" charset="0"/>
              </a:rPr>
              <a:t>trong</a:t>
            </a:r>
            <a:r>
              <a:rPr lang="en-US" altLang="en-US" dirty="0">
                <a:cs typeface="Times New Roman" panose="02020603050405020304" pitchFamily="18" charset="0"/>
              </a:rPr>
              <a:t> </a:t>
            </a:r>
            <a:r>
              <a:rPr lang="en-US" altLang="en-US" dirty="0" err="1">
                <a:cs typeface="Times New Roman" panose="02020603050405020304" pitchFamily="18" charset="0"/>
              </a:rPr>
              <a:t>từ</a:t>
            </a:r>
            <a:r>
              <a:rPr lang="en-US" altLang="en-US" dirty="0">
                <a:cs typeface="Times New Roman" panose="02020603050405020304" pitchFamily="18" charset="0"/>
              </a:rPr>
              <a:t> </a:t>
            </a:r>
            <a:r>
              <a:rPr lang="en-US" altLang="en-US" dirty="0" err="1">
                <a:cs typeface="Times New Roman" panose="02020603050405020304" pitchFamily="18" charset="0"/>
              </a:rPr>
              <a:t>điển</a:t>
            </a:r>
            <a:r>
              <a:rPr lang="en-US" altLang="en-US" dirty="0">
                <a:cs typeface="Times New Roman" panose="02020603050405020304" pitchFamily="18" charset="0"/>
              </a:rPr>
              <a:t>)</a:t>
            </a:r>
          </a:p>
          <a:p>
            <a:pPr lvl="1">
              <a:spcBef>
                <a:spcPct val="10000"/>
              </a:spcBef>
            </a:pPr>
            <a:r>
              <a:rPr lang="en-US" altLang="en-US" dirty="0" err="1">
                <a:cs typeface="Times New Roman" panose="02020603050405020304" pitchFamily="18" charset="0"/>
              </a:rPr>
              <a:t>Nhận</a:t>
            </a:r>
            <a:r>
              <a:rPr lang="en-US" altLang="en-US" dirty="0">
                <a:cs typeface="Times New Roman" panose="02020603050405020304" pitchFamily="18" charset="0"/>
              </a:rPr>
              <a:t> </a:t>
            </a:r>
            <a:r>
              <a:rPr lang="en-US" altLang="en-US" dirty="0" err="1">
                <a:cs typeface="Times New Roman" panose="02020603050405020304" pitchFamily="18" charset="0"/>
              </a:rPr>
              <a:t>xét</a:t>
            </a:r>
            <a:endParaRPr lang="en-US" altLang="en-US" dirty="0">
              <a:cs typeface="Times New Roman" panose="02020603050405020304" pitchFamily="18" charset="0"/>
            </a:endParaRPr>
          </a:p>
          <a:p>
            <a:pPr lvl="2">
              <a:spcBef>
                <a:spcPct val="10000"/>
              </a:spcBef>
              <a:buFontTx/>
              <a:buChar char="–"/>
            </a:pPr>
            <a:r>
              <a:rPr lang="en-US" altLang="en-US" dirty="0">
                <a:cs typeface="Times New Roman" panose="02020603050405020304" pitchFamily="18" charset="0"/>
              </a:rPr>
              <a:t>Sau </a:t>
            </a:r>
            <a:r>
              <a:rPr lang="en-US" altLang="en-US" dirty="0" err="1">
                <a:cs typeface="Times New Roman" panose="02020603050405020304" pitchFamily="18" charset="0"/>
              </a:rPr>
              <a:t>mỗi</a:t>
            </a:r>
            <a:r>
              <a:rPr lang="en-US" altLang="en-US" dirty="0">
                <a:cs typeface="Times New Roman" panose="02020603050405020304" pitchFamily="18" charset="0"/>
              </a:rPr>
              <a:t> </a:t>
            </a:r>
            <a:r>
              <a:rPr lang="en-US" altLang="en-US" dirty="0" err="1">
                <a:cs typeface="Times New Roman" panose="02020603050405020304" pitchFamily="18" charset="0"/>
              </a:rPr>
              <a:t>lần</a:t>
            </a:r>
            <a:r>
              <a:rPr lang="en-US" altLang="en-US" dirty="0">
                <a:cs typeface="Times New Roman" panose="02020603050405020304" pitchFamily="18" charset="0"/>
              </a:rPr>
              <a:t> </a:t>
            </a:r>
            <a:r>
              <a:rPr lang="en-US" altLang="en-US" dirty="0" err="1">
                <a:cs typeface="Times New Roman" panose="02020603050405020304" pitchFamily="18" charset="0"/>
              </a:rPr>
              <a:t>tách</a:t>
            </a:r>
            <a:r>
              <a:rPr lang="en-US" altLang="en-US" dirty="0">
                <a:cs typeface="Times New Roman" panose="02020603050405020304" pitchFamily="18" charset="0"/>
              </a:rPr>
              <a:t> </a:t>
            </a:r>
            <a:r>
              <a:rPr lang="en-US" altLang="en-US" dirty="0" err="1">
                <a:cs typeface="Times New Roman" panose="02020603050405020304" pitchFamily="18" charset="0"/>
              </a:rPr>
              <a:t>đôi</a:t>
            </a:r>
            <a:r>
              <a:rPr lang="en-US" altLang="en-US" dirty="0">
                <a:cs typeface="Times New Roman" panose="02020603050405020304" pitchFamily="18" charset="0"/>
              </a:rPr>
              <a:t>, ta </a:t>
            </a:r>
            <a:r>
              <a:rPr lang="en-US" altLang="en-US" dirty="0" err="1">
                <a:cs typeface="Times New Roman" panose="02020603050405020304" pitchFamily="18" charset="0"/>
              </a:rPr>
              <a:t>lại</a:t>
            </a:r>
            <a:r>
              <a:rPr lang="en-US" altLang="en-US" dirty="0">
                <a:cs typeface="Times New Roman" panose="02020603050405020304" pitchFamily="18" charset="0"/>
              </a:rPr>
              <a:t> </a:t>
            </a:r>
            <a:r>
              <a:rPr lang="en-US" altLang="en-US" dirty="0" err="1">
                <a:cs typeface="Times New Roman" panose="02020603050405020304" pitchFamily="18" charset="0"/>
              </a:rPr>
              <a:t>dùng</a:t>
            </a:r>
            <a:r>
              <a:rPr lang="en-US" altLang="en-US" dirty="0">
                <a:cs typeface="Times New Roman" panose="02020603050405020304" pitchFamily="18" charset="0"/>
              </a:rPr>
              <a:t> </a:t>
            </a:r>
            <a:r>
              <a:rPr lang="en-US" altLang="en-US" dirty="0" err="1">
                <a:cs typeface="Times New Roman" panose="02020603050405020304" pitchFamily="18" charset="0"/>
              </a:rPr>
              <a:t>đúng</a:t>
            </a:r>
            <a:r>
              <a:rPr lang="en-US" altLang="en-US" dirty="0">
                <a:cs typeface="Times New Roman" panose="02020603050405020304" pitchFamily="18" charset="0"/>
              </a:rPr>
              <a:t> </a:t>
            </a:r>
            <a:r>
              <a:rPr lang="en-US" altLang="en-US" dirty="0" err="1">
                <a:cs typeface="Times New Roman" panose="02020603050405020304" pitchFamily="18" charset="0"/>
              </a:rPr>
              <a:t>giải</a:t>
            </a:r>
            <a:r>
              <a:rPr lang="en-US" altLang="en-US" dirty="0">
                <a:cs typeface="Times New Roman" panose="02020603050405020304" pitchFamily="18" charset="0"/>
              </a:rPr>
              <a:t> </a:t>
            </a:r>
            <a:r>
              <a:rPr lang="en-US" altLang="en-US" dirty="0" err="1">
                <a:cs typeface="Times New Roman" panose="02020603050405020304" pitchFamily="18" charset="0"/>
              </a:rPr>
              <a:t>thuật</a:t>
            </a:r>
            <a:r>
              <a:rPr lang="en-US" altLang="en-US" dirty="0">
                <a:cs typeface="Times New Roman" panose="02020603050405020304" pitchFamily="18" charset="0"/>
              </a:rPr>
              <a:t> </a:t>
            </a:r>
            <a:r>
              <a:rPr lang="en-US" altLang="en-US" dirty="0" err="1">
                <a:cs typeface="Times New Roman" panose="02020603050405020304" pitchFamily="18" charset="0"/>
              </a:rPr>
              <a:t>đã</a:t>
            </a:r>
            <a:r>
              <a:rPr lang="en-US" altLang="en-US" dirty="0">
                <a:cs typeface="Times New Roman" panose="02020603050405020304" pitchFamily="18" charset="0"/>
              </a:rPr>
              <a:t> </a:t>
            </a:r>
            <a:r>
              <a:rPr lang="en-US" altLang="en-US" dirty="0" err="1">
                <a:cs typeface="Times New Roman" panose="02020603050405020304" pitchFamily="18" charset="0"/>
              </a:rPr>
              <a:t>dùng</a:t>
            </a:r>
            <a:r>
              <a:rPr lang="en-US" altLang="en-US" dirty="0">
                <a:cs typeface="Times New Roman" panose="02020603050405020304" pitchFamily="18" charset="0"/>
              </a:rPr>
              <a:t> </a:t>
            </a:r>
            <a:r>
              <a:rPr lang="en-US" altLang="en-US" dirty="0" err="1">
                <a:cs typeface="Times New Roman" panose="02020603050405020304" pitchFamily="18" charset="0"/>
              </a:rPr>
              <a:t>để</a:t>
            </a:r>
            <a:r>
              <a:rPr lang="en-US" altLang="en-US" dirty="0">
                <a:cs typeface="Times New Roman" panose="02020603050405020304" pitchFamily="18" charset="0"/>
              </a:rPr>
              <a:t> </a:t>
            </a:r>
            <a:r>
              <a:rPr lang="en-US" altLang="en-US" dirty="0" err="1">
                <a:cs typeface="Times New Roman" panose="02020603050405020304" pitchFamily="18" charset="0"/>
              </a:rPr>
              <a:t>áp</a:t>
            </a:r>
            <a:r>
              <a:rPr lang="en-US" altLang="en-US" dirty="0">
                <a:cs typeface="Times New Roman" panose="02020603050405020304" pitchFamily="18" charset="0"/>
              </a:rPr>
              <a:t> </a:t>
            </a:r>
            <a:r>
              <a:rPr lang="en-US" altLang="en-US" dirty="0" err="1">
                <a:cs typeface="Times New Roman" panose="02020603050405020304" pitchFamily="18" charset="0"/>
              </a:rPr>
              <a:t>dụng</a:t>
            </a:r>
            <a:r>
              <a:rPr lang="en-US" altLang="en-US" dirty="0">
                <a:cs typeface="Times New Roman" panose="02020603050405020304" pitchFamily="18" charset="0"/>
              </a:rPr>
              <a:t> </a:t>
            </a:r>
            <a:r>
              <a:rPr lang="en-US" altLang="en-US" dirty="0" err="1">
                <a:cs typeface="Times New Roman" panose="02020603050405020304" pitchFamily="18" charset="0"/>
              </a:rPr>
              <a:t>với</a:t>
            </a:r>
            <a:r>
              <a:rPr lang="en-US" altLang="en-US" dirty="0">
                <a:cs typeface="Times New Roman" panose="02020603050405020304" pitchFamily="18" charset="0"/>
              </a:rPr>
              <a:t> </a:t>
            </a:r>
            <a:r>
              <a:rPr lang="en-US" altLang="en-US" dirty="0" err="1">
                <a:cs typeface="Times New Roman" panose="02020603050405020304" pitchFamily="18" charset="0"/>
              </a:rPr>
              <a:t>các</a:t>
            </a:r>
            <a:r>
              <a:rPr lang="en-US" altLang="en-US" dirty="0">
                <a:cs typeface="Times New Roman" panose="02020603050405020304" pitchFamily="18" charset="0"/>
              </a:rPr>
              <a:t> </a:t>
            </a:r>
            <a:r>
              <a:rPr lang="en-US" altLang="en-US" dirty="0" err="1">
                <a:cs typeface="Times New Roman" panose="02020603050405020304" pitchFamily="18" charset="0"/>
              </a:rPr>
              <a:t>phần</a:t>
            </a:r>
            <a:r>
              <a:rPr lang="en-US" altLang="en-US" dirty="0">
                <a:cs typeface="Times New Roman" panose="02020603050405020304" pitchFamily="18" charset="0"/>
              </a:rPr>
              <a:t> </a:t>
            </a:r>
            <a:r>
              <a:rPr lang="en-US" altLang="en-US" dirty="0" err="1">
                <a:cs typeface="Times New Roman" panose="02020603050405020304" pitchFamily="18" charset="0"/>
              </a:rPr>
              <a:t>nhỏ</a:t>
            </a:r>
            <a:r>
              <a:rPr lang="en-US" altLang="en-US" dirty="0">
                <a:cs typeface="Times New Roman" panose="02020603050405020304" pitchFamily="18" charset="0"/>
              </a:rPr>
              <a:t> </a:t>
            </a:r>
            <a:r>
              <a:rPr lang="en-US" altLang="en-US" dirty="0" err="1">
                <a:cs typeface="Times New Roman" panose="02020603050405020304" pitchFamily="18" charset="0"/>
              </a:rPr>
              <a:t>hơn</a:t>
            </a:r>
            <a:endParaRPr lang="en-US" altLang="en-US" dirty="0">
              <a:cs typeface="Times New Roman" panose="02020603050405020304" pitchFamily="18" charset="0"/>
            </a:endParaRPr>
          </a:p>
          <a:p>
            <a:pPr lvl="2">
              <a:spcBef>
                <a:spcPct val="10000"/>
              </a:spcBef>
              <a:buFontTx/>
              <a:buChar char="–"/>
            </a:pPr>
            <a:r>
              <a:rPr lang="en-US" altLang="en-US" dirty="0" err="1">
                <a:cs typeface="Times New Roman" panose="02020603050405020304" pitchFamily="18" charset="0"/>
              </a:rPr>
              <a:t>Trường</a:t>
            </a:r>
            <a:r>
              <a:rPr lang="en-US" altLang="en-US" dirty="0">
                <a:cs typeface="Times New Roman" panose="02020603050405020304" pitchFamily="18" charset="0"/>
              </a:rPr>
              <a:t> </a:t>
            </a:r>
            <a:r>
              <a:rPr lang="en-US" altLang="en-US" dirty="0" err="1">
                <a:cs typeface="Times New Roman" panose="02020603050405020304" pitchFamily="18" charset="0"/>
              </a:rPr>
              <a:t>hợp</a:t>
            </a:r>
            <a:r>
              <a:rPr lang="en-US" altLang="en-US" dirty="0">
                <a:cs typeface="Times New Roman" panose="02020603050405020304" pitchFamily="18" charset="0"/>
              </a:rPr>
              <a:t> </a:t>
            </a:r>
            <a:r>
              <a:rPr lang="en-US" altLang="en-US" dirty="0" err="1">
                <a:cs typeface="Times New Roman" panose="02020603050405020304" pitchFamily="18" charset="0"/>
              </a:rPr>
              <a:t>đặc</a:t>
            </a:r>
            <a:r>
              <a:rPr lang="en-US" altLang="en-US" dirty="0">
                <a:cs typeface="Times New Roman" panose="02020603050405020304" pitchFamily="18" charset="0"/>
              </a:rPr>
              <a:t> </a:t>
            </a:r>
            <a:r>
              <a:rPr lang="en-US" altLang="en-US" dirty="0" err="1">
                <a:cs typeface="Times New Roman" panose="02020603050405020304" pitchFamily="18" charset="0"/>
              </a:rPr>
              <a:t>biệt</a:t>
            </a:r>
            <a:r>
              <a:rPr lang="en-US" altLang="en-US" dirty="0">
                <a:cs typeface="Times New Roman" panose="02020603050405020304" pitchFamily="18" charset="0"/>
              </a:rPr>
              <a:t> </a:t>
            </a:r>
            <a:r>
              <a:rPr lang="en-US" altLang="en-US" dirty="0" err="1">
                <a:cs typeface="Times New Roman" panose="02020603050405020304" pitchFamily="18" charset="0"/>
              </a:rPr>
              <a:t>khi</a:t>
            </a:r>
            <a:r>
              <a:rPr lang="en-US" altLang="en-US" dirty="0">
                <a:cs typeface="Times New Roman" panose="02020603050405020304" pitchFamily="18" charset="0"/>
              </a:rPr>
              <a:t> ta chia </a:t>
            </a:r>
            <a:r>
              <a:rPr lang="en-US" altLang="en-US" dirty="0" err="1">
                <a:cs typeface="Times New Roman" panose="02020603050405020304" pitchFamily="18" charset="0"/>
              </a:rPr>
              <a:t>nhỏ</a:t>
            </a:r>
            <a:r>
              <a:rPr lang="en-US" altLang="en-US" dirty="0">
                <a:cs typeface="Times New Roman" panose="02020603050405020304" pitchFamily="18" charset="0"/>
              </a:rPr>
              <a:t> </a:t>
            </a:r>
            <a:r>
              <a:rPr lang="en-US" altLang="en-US" dirty="0" err="1">
                <a:cs typeface="Times New Roman" panose="02020603050405020304" pitchFamily="18" charset="0"/>
              </a:rPr>
              <a:t>đến</a:t>
            </a:r>
            <a:r>
              <a:rPr lang="en-US" altLang="en-US" dirty="0">
                <a:cs typeface="Times New Roman" panose="02020603050405020304" pitchFamily="18" charset="0"/>
              </a:rPr>
              <a:t> 1 </a:t>
            </a:r>
            <a:r>
              <a:rPr lang="en-US" altLang="en-US" dirty="0" err="1">
                <a:cs typeface="Times New Roman" panose="02020603050405020304" pitchFamily="18" charset="0"/>
              </a:rPr>
              <a:t>trang</a:t>
            </a:r>
            <a:r>
              <a:rPr lang="en-US" altLang="en-US" dirty="0">
                <a:cs typeface="Times New Roman" panose="02020603050405020304" pitchFamily="18" charset="0"/>
              </a:rPr>
              <a:t>. </a:t>
            </a:r>
            <a:r>
              <a:rPr lang="en-US" altLang="en-US" dirty="0" err="1">
                <a:cs typeface="Times New Roman" panose="02020603050405020304" pitchFamily="18" charset="0"/>
              </a:rPr>
              <a:t>Khi</a:t>
            </a:r>
            <a:r>
              <a:rPr lang="en-US" altLang="en-US" dirty="0">
                <a:cs typeface="Times New Roman" panose="02020603050405020304" pitchFamily="18" charset="0"/>
              </a:rPr>
              <a:t> </a:t>
            </a:r>
            <a:r>
              <a:rPr lang="en-US" altLang="en-US" dirty="0" err="1">
                <a:cs typeface="Times New Roman" panose="02020603050405020304" pitchFamily="18" charset="0"/>
              </a:rPr>
              <a:t>đó</a:t>
            </a:r>
            <a:r>
              <a:rPr lang="en-US" altLang="en-US" dirty="0">
                <a:cs typeface="Times New Roman" panose="02020603050405020304" pitchFamily="18" charset="0"/>
              </a:rPr>
              <a:t> </a:t>
            </a:r>
            <a:r>
              <a:rPr lang="en-US" altLang="en-US" dirty="0" err="1">
                <a:cs typeface="Times New Roman" panose="02020603050405020304" pitchFamily="18" charset="0"/>
              </a:rPr>
              <a:t>việc</a:t>
            </a:r>
            <a:r>
              <a:rPr lang="en-US" altLang="en-US" dirty="0">
                <a:cs typeface="Times New Roman" panose="02020603050405020304" pitchFamily="18" charset="0"/>
              </a:rPr>
              <a:t> </a:t>
            </a:r>
            <a:r>
              <a:rPr lang="en-US" altLang="en-US" dirty="0" err="1">
                <a:cs typeface="Times New Roman" panose="02020603050405020304" pitchFamily="18" charset="0"/>
              </a:rPr>
              <a:t>tìm</a:t>
            </a:r>
            <a:r>
              <a:rPr lang="en-US" altLang="en-US" dirty="0">
                <a:cs typeface="Times New Roman" panose="02020603050405020304" pitchFamily="18" charset="0"/>
              </a:rPr>
              <a:t> </a:t>
            </a:r>
            <a:r>
              <a:rPr lang="en-US" altLang="en-US" dirty="0" err="1">
                <a:cs typeface="Times New Roman" panose="02020603050405020304" pitchFamily="18" charset="0"/>
              </a:rPr>
              <a:t>kiếm</a:t>
            </a:r>
            <a:r>
              <a:rPr lang="en-US" altLang="en-US" dirty="0">
                <a:cs typeface="Times New Roman" panose="02020603050405020304" pitchFamily="18" charset="0"/>
              </a:rPr>
              <a:t> </a:t>
            </a:r>
            <a:r>
              <a:rPr lang="en-US" altLang="en-US" dirty="0" err="1">
                <a:cs typeface="Times New Roman" panose="02020603050405020304" pitchFamily="18" charset="0"/>
              </a:rPr>
              <a:t>sẽ</a:t>
            </a:r>
            <a:r>
              <a:rPr lang="en-US" altLang="en-US" dirty="0">
                <a:cs typeface="Times New Roman" panose="02020603050405020304" pitchFamily="18" charset="0"/>
              </a:rPr>
              <a:t> </a:t>
            </a:r>
            <a:r>
              <a:rPr lang="en-US" altLang="en-US" dirty="0" err="1">
                <a:cs typeface="Times New Roman" panose="02020603050405020304" pitchFamily="18" charset="0"/>
              </a:rPr>
              <a:t>trở</a:t>
            </a:r>
            <a:r>
              <a:rPr lang="en-US" altLang="en-US" dirty="0">
                <a:cs typeface="Times New Roman" panose="02020603050405020304" pitchFamily="18" charset="0"/>
              </a:rPr>
              <a:t> </a:t>
            </a:r>
            <a:r>
              <a:rPr lang="en-US" altLang="en-US" dirty="0" err="1">
                <a:cs typeface="Times New Roman" panose="02020603050405020304" pitchFamily="18" charset="0"/>
              </a:rPr>
              <a:t>nên</a:t>
            </a:r>
            <a:r>
              <a:rPr lang="en-US" altLang="en-US" dirty="0">
                <a:cs typeface="Times New Roman" panose="02020603050405020304" pitchFamily="18" charset="0"/>
              </a:rPr>
              <a:t> </a:t>
            </a:r>
            <a:r>
              <a:rPr lang="en-US" altLang="en-US" dirty="0" err="1">
                <a:cs typeface="Times New Roman" panose="02020603050405020304" pitchFamily="18" charset="0"/>
              </a:rPr>
              <a:t>dễ</a:t>
            </a:r>
            <a:r>
              <a:rPr lang="en-US" altLang="en-US" dirty="0">
                <a:cs typeface="Times New Roman" panose="02020603050405020304" pitchFamily="18" charset="0"/>
              </a:rPr>
              <a:t> </a:t>
            </a:r>
            <a:r>
              <a:rPr lang="en-US" altLang="en-US" dirty="0" err="1">
                <a:cs typeface="Times New Roman" panose="02020603050405020304" pitchFamily="18" charset="0"/>
              </a:rPr>
              <a:t>dàng</a:t>
            </a:r>
            <a:r>
              <a:rPr lang="en-US" altLang="en-US" dirty="0">
                <a:cs typeface="Times New Roman" panose="02020603050405020304" pitchFamily="18" charset="0"/>
              </a:rPr>
              <a:t> </a:t>
            </a:r>
            <a:r>
              <a:rPr lang="en-US" altLang="en-US" dirty="0" err="1">
                <a:cs typeface="Times New Roman" panose="02020603050405020304" pitchFamily="18" charset="0"/>
              </a:rPr>
              <a:t>và</a:t>
            </a:r>
            <a:r>
              <a:rPr lang="en-US" altLang="en-US" dirty="0">
                <a:cs typeface="Times New Roman" panose="02020603050405020304" pitchFamily="18" charset="0"/>
              </a:rPr>
              <a:t> </a:t>
            </a:r>
            <a:r>
              <a:rPr lang="en-US" altLang="en-US" dirty="0" err="1">
                <a:cs typeface="Times New Roman" panose="02020603050405020304" pitchFamily="18" charset="0"/>
              </a:rPr>
              <a:t>có</a:t>
            </a:r>
            <a:r>
              <a:rPr lang="en-US" altLang="en-US" dirty="0">
                <a:cs typeface="Times New Roman" panose="02020603050405020304" pitchFamily="18" charset="0"/>
              </a:rPr>
              <a:t> </a:t>
            </a:r>
            <a:r>
              <a:rPr lang="en-US" altLang="en-US" dirty="0" err="1">
                <a:cs typeface="Times New Roman" panose="02020603050405020304" pitchFamily="18" charset="0"/>
              </a:rPr>
              <a:t>thể</a:t>
            </a:r>
            <a:r>
              <a:rPr lang="en-US" altLang="en-US" dirty="0">
                <a:cs typeface="Times New Roman" panose="02020603050405020304" pitchFamily="18" charset="0"/>
              </a:rPr>
              <a:t> </a:t>
            </a:r>
            <a:r>
              <a:rPr lang="en-US" altLang="en-US" dirty="0" err="1">
                <a:cs typeface="Times New Roman" panose="02020603050405020304" pitchFamily="18" charset="0"/>
              </a:rPr>
              <a:t>thực</a:t>
            </a:r>
            <a:r>
              <a:rPr lang="en-US" altLang="en-US" dirty="0">
                <a:cs typeface="Times New Roman" panose="02020603050405020304" pitchFamily="18" charset="0"/>
              </a:rPr>
              <a:t> </a:t>
            </a:r>
            <a:r>
              <a:rPr lang="en-US" altLang="en-US" dirty="0" err="1">
                <a:cs typeface="Times New Roman" panose="02020603050405020304" pitchFamily="18" charset="0"/>
              </a:rPr>
              <a:t>hiện</a:t>
            </a:r>
            <a:r>
              <a:rPr lang="en-US" altLang="en-US" dirty="0">
                <a:cs typeface="Times New Roman" panose="02020603050405020304" pitchFamily="18" charset="0"/>
              </a:rPr>
              <a:t> </a:t>
            </a:r>
            <a:r>
              <a:rPr lang="en-US" altLang="en-US" dirty="0" err="1">
                <a:cs typeface="Times New Roman" panose="02020603050405020304" pitchFamily="18" charset="0"/>
              </a:rPr>
              <a:t>trực</a:t>
            </a:r>
            <a:r>
              <a:rPr lang="en-US" altLang="en-US" dirty="0">
                <a:cs typeface="Times New Roman" panose="02020603050405020304" pitchFamily="18" charset="0"/>
              </a:rPr>
              <a:t> </a:t>
            </a:r>
            <a:r>
              <a:rPr lang="en-US" altLang="en-US" dirty="0" err="1">
                <a:cs typeface="Times New Roman" panose="02020603050405020304" pitchFamily="18" charset="0"/>
              </a:rPr>
              <a:t>tiếp</a:t>
            </a:r>
            <a:endParaRPr lang="en-US" altLang="en-US" dirty="0">
              <a:cs typeface="Times New Roman" panose="02020603050405020304" pitchFamily="18" charset="0"/>
            </a:endParaRPr>
          </a:p>
          <a:p>
            <a:pPr lvl="1">
              <a:spcBef>
                <a:spcPct val="10000"/>
              </a:spcBef>
            </a:pPr>
            <a:endParaRPr lang="en-US" dirty="0"/>
          </a:p>
        </p:txBody>
      </p:sp>
      <p:grpSp>
        <p:nvGrpSpPr>
          <p:cNvPr id="22" name="Group 21">
            <a:extLst>
              <a:ext uri="{FF2B5EF4-FFF2-40B4-BE49-F238E27FC236}">
                <a16:creationId xmlns:a16="http://schemas.microsoft.com/office/drawing/2014/main" id="{35457F6F-ECCC-3D4B-898A-6B7B590E5E2F}"/>
              </a:ext>
            </a:extLst>
          </p:cNvPr>
          <p:cNvGrpSpPr/>
          <p:nvPr/>
        </p:nvGrpSpPr>
        <p:grpSpPr>
          <a:xfrm>
            <a:off x="381000" y="860471"/>
            <a:ext cx="8382000" cy="2405243"/>
            <a:chOff x="776514" y="1828800"/>
            <a:chExt cx="7986486" cy="3505200"/>
          </a:xfrm>
        </p:grpSpPr>
        <p:sp>
          <p:nvSpPr>
            <p:cNvPr id="7" name="Rectangle 10">
              <a:extLst>
                <a:ext uri="{FF2B5EF4-FFF2-40B4-BE49-F238E27FC236}">
                  <a16:creationId xmlns:a16="http://schemas.microsoft.com/office/drawing/2014/main" id="{B48FE06D-F333-0F47-8DBD-BF695F355BC4}"/>
                </a:ext>
              </a:extLst>
            </p:cNvPr>
            <p:cNvSpPr>
              <a:spLocks noChangeArrowheads="1"/>
            </p:cNvSpPr>
            <p:nvPr/>
          </p:nvSpPr>
          <p:spPr bwMode="auto">
            <a:xfrm>
              <a:off x="776514" y="1828800"/>
              <a:ext cx="2133600" cy="167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000"/>
                <a:t>T</a:t>
              </a:r>
            </a:p>
          </p:txBody>
        </p:sp>
        <p:sp>
          <p:nvSpPr>
            <p:cNvPr id="8" name="Rectangle 11">
              <a:extLst>
                <a:ext uri="{FF2B5EF4-FFF2-40B4-BE49-F238E27FC236}">
                  <a16:creationId xmlns:a16="http://schemas.microsoft.com/office/drawing/2014/main" id="{018B8C44-CF2F-4449-983B-D0A557D8E642}"/>
                </a:ext>
              </a:extLst>
            </p:cNvPr>
            <p:cNvSpPr>
              <a:spLocks noChangeArrowheads="1"/>
            </p:cNvSpPr>
            <p:nvPr/>
          </p:nvSpPr>
          <p:spPr bwMode="auto">
            <a:xfrm>
              <a:off x="3048000" y="1828800"/>
              <a:ext cx="1143000" cy="167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000"/>
                <a:t>T1</a:t>
              </a:r>
            </a:p>
          </p:txBody>
        </p:sp>
        <p:sp>
          <p:nvSpPr>
            <p:cNvPr id="9" name="Rectangle 12">
              <a:extLst>
                <a:ext uri="{FF2B5EF4-FFF2-40B4-BE49-F238E27FC236}">
                  <a16:creationId xmlns:a16="http://schemas.microsoft.com/office/drawing/2014/main" id="{C3642166-F77C-A049-85C8-D369911CEA69}"/>
                </a:ext>
              </a:extLst>
            </p:cNvPr>
            <p:cNvSpPr>
              <a:spLocks noChangeArrowheads="1"/>
            </p:cNvSpPr>
            <p:nvPr/>
          </p:nvSpPr>
          <p:spPr bwMode="auto">
            <a:xfrm>
              <a:off x="4191000" y="1828800"/>
              <a:ext cx="1143000" cy="167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000"/>
                <a:t>T2</a:t>
              </a:r>
            </a:p>
          </p:txBody>
        </p:sp>
        <p:sp>
          <p:nvSpPr>
            <p:cNvPr id="10" name="Rectangle 13">
              <a:extLst>
                <a:ext uri="{FF2B5EF4-FFF2-40B4-BE49-F238E27FC236}">
                  <a16:creationId xmlns:a16="http://schemas.microsoft.com/office/drawing/2014/main" id="{3886A9B0-67E8-AC42-AEF8-CDDDC10DB5C7}"/>
                </a:ext>
              </a:extLst>
            </p:cNvPr>
            <p:cNvSpPr>
              <a:spLocks noChangeArrowheads="1"/>
            </p:cNvSpPr>
            <p:nvPr/>
          </p:nvSpPr>
          <p:spPr bwMode="auto">
            <a:xfrm>
              <a:off x="5486400" y="2667000"/>
              <a:ext cx="1143000" cy="838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000"/>
                <a:t>T12</a:t>
              </a:r>
            </a:p>
          </p:txBody>
        </p:sp>
        <p:sp>
          <p:nvSpPr>
            <p:cNvPr id="11" name="Rectangle 14">
              <a:extLst>
                <a:ext uri="{FF2B5EF4-FFF2-40B4-BE49-F238E27FC236}">
                  <a16:creationId xmlns:a16="http://schemas.microsoft.com/office/drawing/2014/main" id="{243CDBD5-BA70-7F40-B8BF-7301AE5C8565}"/>
                </a:ext>
              </a:extLst>
            </p:cNvPr>
            <p:cNvSpPr>
              <a:spLocks noChangeArrowheads="1"/>
            </p:cNvSpPr>
            <p:nvPr/>
          </p:nvSpPr>
          <p:spPr bwMode="auto">
            <a:xfrm>
              <a:off x="5486400" y="1828800"/>
              <a:ext cx="1143000" cy="838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000"/>
                <a:t>T11</a:t>
              </a:r>
            </a:p>
          </p:txBody>
        </p:sp>
        <p:sp>
          <p:nvSpPr>
            <p:cNvPr id="12" name="Rectangle 15">
              <a:extLst>
                <a:ext uri="{FF2B5EF4-FFF2-40B4-BE49-F238E27FC236}">
                  <a16:creationId xmlns:a16="http://schemas.microsoft.com/office/drawing/2014/main" id="{39FF8436-E7E8-114C-867D-A041EB0E3307}"/>
                </a:ext>
              </a:extLst>
            </p:cNvPr>
            <p:cNvSpPr>
              <a:spLocks noChangeArrowheads="1"/>
            </p:cNvSpPr>
            <p:nvPr/>
          </p:nvSpPr>
          <p:spPr bwMode="auto">
            <a:xfrm>
              <a:off x="6781800" y="1828800"/>
              <a:ext cx="609600" cy="838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000"/>
                <a:t>T111</a:t>
              </a:r>
            </a:p>
          </p:txBody>
        </p:sp>
        <p:sp>
          <p:nvSpPr>
            <p:cNvPr id="13" name="Rectangle 16">
              <a:extLst>
                <a:ext uri="{FF2B5EF4-FFF2-40B4-BE49-F238E27FC236}">
                  <a16:creationId xmlns:a16="http://schemas.microsoft.com/office/drawing/2014/main" id="{34860D39-E321-CF43-8D8A-3B9DFA45C6F2}"/>
                </a:ext>
              </a:extLst>
            </p:cNvPr>
            <p:cNvSpPr>
              <a:spLocks noChangeArrowheads="1"/>
            </p:cNvSpPr>
            <p:nvPr/>
          </p:nvSpPr>
          <p:spPr bwMode="auto">
            <a:xfrm>
              <a:off x="7391400" y="1828800"/>
              <a:ext cx="609600" cy="838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000"/>
                <a:t>T112</a:t>
              </a:r>
            </a:p>
          </p:txBody>
        </p:sp>
        <p:sp>
          <p:nvSpPr>
            <p:cNvPr id="14" name="Rectangle 17">
              <a:extLst>
                <a:ext uri="{FF2B5EF4-FFF2-40B4-BE49-F238E27FC236}">
                  <a16:creationId xmlns:a16="http://schemas.microsoft.com/office/drawing/2014/main" id="{BC893A11-79C9-FC4E-98BB-9B75CCB638B8}"/>
                </a:ext>
              </a:extLst>
            </p:cNvPr>
            <p:cNvSpPr>
              <a:spLocks noChangeArrowheads="1"/>
            </p:cNvSpPr>
            <p:nvPr/>
          </p:nvSpPr>
          <p:spPr bwMode="auto">
            <a:xfrm>
              <a:off x="8153400" y="1828800"/>
              <a:ext cx="6096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000"/>
                <a:t>...</a:t>
              </a:r>
            </a:p>
          </p:txBody>
        </p:sp>
        <p:sp>
          <p:nvSpPr>
            <p:cNvPr id="15" name="Rectangle 18">
              <a:extLst>
                <a:ext uri="{FF2B5EF4-FFF2-40B4-BE49-F238E27FC236}">
                  <a16:creationId xmlns:a16="http://schemas.microsoft.com/office/drawing/2014/main" id="{6A4C30F2-7EA2-9548-B153-79B0EE64A8E8}"/>
                </a:ext>
              </a:extLst>
            </p:cNvPr>
            <p:cNvSpPr>
              <a:spLocks noChangeArrowheads="1"/>
            </p:cNvSpPr>
            <p:nvPr/>
          </p:nvSpPr>
          <p:spPr bwMode="auto">
            <a:xfrm>
              <a:off x="6781800" y="2743200"/>
              <a:ext cx="609600" cy="838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000"/>
                <a:t>T121</a:t>
              </a:r>
            </a:p>
          </p:txBody>
        </p:sp>
        <p:sp>
          <p:nvSpPr>
            <p:cNvPr id="16" name="Rectangle 19">
              <a:extLst>
                <a:ext uri="{FF2B5EF4-FFF2-40B4-BE49-F238E27FC236}">
                  <a16:creationId xmlns:a16="http://schemas.microsoft.com/office/drawing/2014/main" id="{A6186BE4-8E6D-2F48-8665-A14820C3FF56}"/>
                </a:ext>
              </a:extLst>
            </p:cNvPr>
            <p:cNvSpPr>
              <a:spLocks noChangeArrowheads="1"/>
            </p:cNvSpPr>
            <p:nvPr/>
          </p:nvSpPr>
          <p:spPr bwMode="auto">
            <a:xfrm>
              <a:off x="7391400" y="2743200"/>
              <a:ext cx="609600" cy="838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000"/>
                <a:t>T122</a:t>
              </a:r>
            </a:p>
          </p:txBody>
        </p:sp>
        <p:sp>
          <p:nvSpPr>
            <p:cNvPr id="17" name="Rectangle 20">
              <a:extLst>
                <a:ext uri="{FF2B5EF4-FFF2-40B4-BE49-F238E27FC236}">
                  <a16:creationId xmlns:a16="http://schemas.microsoft.com/office/drawing/2014/main" id="{6256CAB7-91EA-8647-ADFA-F8C4E48E6221}"/>
                </a:ext>
              </a:extLst>
            </p:cNvPr>
            <p:cNvSpPr>
              <a:spLocks noChangeArrowheads="1"/>
            </p:cNvSpPr>
            <p:nvPr/>
          </p:nvSpPr>
          <p:spPr bwMode="auto">
            <a:xfrm>
              <a:off x="8153400" y="2971800"/>
              <a:ext cx="6096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000"/>
                <a:t>...</a:t>
              </a:r>
            </a:p>
          </p:txBody>
        </p:sp>
        <p:sp>
          <p:nvSpPr>
            <p:cNvPr id="18" name="Rectangle 21">
              <a:extLst>
                <a:ext uri="{FF2B5EF4-FFF2-40B4-BE49-F238E27FC236}">
                  <a16:creationId xmlns:a16="http://schemas.microsoft.com/office/drawing/2014/main" id="{414F9246-8BCD-9445-8A72-E0F8B7F3BF15}"/>
                </a:ext>
              </a:extLst>
            </p:cNvPr>
            <p:cNvSpPr>
              <a:spLocks noChangeArrowheads="1"/>
            </p:cNvSpPr>
            <p:nvPr/>
          </p:nvSpPr>
          <p:spPr bwMode="auto">
            <a:xfrm>
              <a:off x="5486400" y="4495800"/>
              <a:ext cx="1143000" cy="838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000"/>
                <a:t>T22</a:t>
              </a:r>
            </a:p>
          </p:txBody>
        </p:sp>
        <p:sp>
          <p:nvSpPr>
            <p:cNvPr id="19" name="Rectangle 22">
              <a:extLst>
                <a:ext uri="{FF2B5EF4-FFF2-40B4-BE49-F238E27FC236}">
                  <a16:creationId xmlns:a16="http://schemas.microsoft.com/office/drawing/2014/main" id="{A04DBFA5-75DE-8646-A532-4EA08A35564A}"/>
                </a:ext>
              </a:extLst>
            </p:cNvPr>
            <p:cNvSpPr>
              <a:spLocks noChangeArrowheads="1"/>
            </p:cNvSpPr>
            <p:nvPr/>
          </p:nvSpPr>
          <p:spPr bwMode="auto">
            <a:xfrm>
              <a:off x="5486400" y="3657600"/>
              <a:ext cx="1143000" cy="838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000"/>
                <a:t>T21</a:t>
              </a:r>
            </a:p>
          </p:txBody>
        </p:sp>
        <p:sp>
          <p:nvSpPr>
            <p:cNvPr id="20" name="Rectangle 23">
              <a:extLst>
                <a:ext uri="{FF2B5EF4-FFF2-40B4-BE49-F238E27FC236}">
                  <a16:creationId xmlns:a16="http://schemas.microsoft.com/office/drawing/2014/main" id="{56DEEACD-6A49-8E4B-BB15-AEF4EC99CB42}"/>
                </a:ext>
              </a:extLst>
            </p:cNvPr>
            <p:cNvSpPr>
              <a:spLocks noChangeArrowheads="1"/>
            </p:cNvSpPr>
            <p:nvPr/>
          </p:nvSpPr>
          <p:spPr bwMode="auto">
            <a:xfrm>
              <a:off x="8153400" y="3733800"/>
              <a:ext cx="6096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000"/>
                <a:t>...</a:t>
              </a:r>
            </a:p>
          </p:txBody>
        </p:sp>
        <p:sp>
          <p:nvSpPr>
            <p:cNvPr id="21" name="Rectangle 24">
              <a:extLst>
                <a:ext uri="{FF2B5EF4-FFF2-40B4-BE49-F238E27FC236}">
                  <a16:creationId xmlns:a16="http://schemas.microsoft.com/office/drawing/2014/main" id="{45E28D94-8905-E642-BB93-6BA6A96B721D}"/>
                </a:ext>
              </a:extLst>
            </p:cNvPr>
            <p:cNvSpPr>
              <a:spLocks noChangeArrowheads="1"/>
            </p:cNvSpPr>
            <p:nvPr/>
          </p:nvSpPr>
          <p:spPr bwMode="auto">
            <a:xfrm>
              <a:off x="8153400" y="4876800"/>
              <a:ext cx="6096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000"/>
                <a:t>...</a:t>
              </a:r>
            </a:p>
          </p:txBody>
        </p:sp>
      </p:grpSp>
    </p:spTree>
    <p:extLst>
      <p:ext uri="{BB962C8B-B14F-4D97-AF65-F5344CB8AC3E}">
        <p14:creationId xmlns:p14="http://schemas.microsoft.com/office/powerpoint/2010/main" val="11288306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9A7675F-9618-4342-B839-809949EDDA69}"/>
              </a:ext>
            </a:extLst>
          </p:cNvPr>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a:extLst>
              <a:ext uri="{FF2B5EF4-FFF2-40B4-BE49-F238E27FC236}">
                <a16:creationId xmlns:a16="http://schemas.microsoft.com/office/drawing/2014/main" id="{7DAEFDB0-4DD5-496A-A618-4DF5541AC515}"/>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47C8E523-4482-415B-A157-2E52B1823FB8}"/>
              </a:ext>
            </a:extLst>
          </p:cNvPr>
          <p:cNvSpPr>
            <a:spLocks noGrp="1"/>
          </p:cNvSpPr>
          <p:nvPr>
            <p:ph type="sldNum" sz="quarter" idx="12"/>
          </p:nvPr>
        </p:nvSpPr>
        <p:spPr/>
        <p:txBody>
          <a:bodyPr/>
          <a:lstStyle/>
          <a:p>
            <a:fld id="{BA7BC09B-FE30-A349-B1D2-5A364F511F98}" type="slidenum">
              <a:rPr lang="en-US" smtClean="0"/>
              <a:t>73</a:t>
            </a:fld>
            <a:endParaRPr lang="en-US"/>
          </a:p>
        </p:txBody>
      </p:sp>
      <p:sp>
        <p:nvSpPr>
          <p:cNvPr id="2" name="Title 1">
            <a:extLst>
              <a:ext uri="{FF2B5EF4-FFF2-40B4-BE49-F238E27FC236}">
                <a16:creationId xmlns:a16="http://schemas.microsoft.com/office/drawing/2014/main" id="{466B4078-7D09-41A7-9EE4-B4CBC5640990}"/>
              </a:ext>
            </a:extLst>
          </p:cNvPr>
          <p:cNvSpPr>
            <a:spLocks noGrp="1"/>
          </p:cNvSpPr>
          <p:nvPr>
            <p:ph type="title"/>
          </p:nvPr>
        </p:nvSpPr>
        <p:spPr/>
        <p:txBody>
          <a:bodyPr/>
          <a:lstStyle/>
          <a:p>
            <a:r>
              <a:rPr lang="en-US" dirty="0" err="1"/>
              <a:t>Khái</a:t>
            </a:r>
            <a:r>
              <a:rPr lang="en-US" dirty="0"/>
              <a:t> </a:t>
            </a:r>
            <a:r>
              <a:rPr lang="en-US" dirty="0" err="1"/>
              <a:t>niệm</a:t>
            </a:r>
            <a:r>
              <a:rPr lang="en-US" dirty="0"/>
              <a:t> </a:t>
            </a:r>
            <a:r>
              <a:rPr lang="en-US" dirty="0" err="1"/>
              <a:t>đệ</a:t>
            </a:r>
            <a:r>
              <a:rPr lang="en-US" dirty="0"/>
              <a:t> </a:t>
            </a:r>
            <a:r>
              <a:rPr lang="en-US" dirty="0" err="1"/>
              <a:t>quy</a:t>
            </a:r>
            <a:endParaRPr lang="en-US" dirty="0"/>
          </a:p>
        </p:txBody>
      </p:sp>
      <p:sp>
        <p:nvSpPr>
          <p:cNvPr id="3" name="Chỗ dành sẵn cho Nội dung 2">
            <a:extLst>
              <a:ext uri="{FF2B5EF4-FFF2-40B4-BE49-F238E27FC236}">
                <a16:creationId xmlns:a16="http://schemas.microsoft.com/office/drawing/2014/main" id="{0ECB87B5-57B6-2D93-8960-B4A14267C82B}"/>
              </a:ext>
            </a:extLst>
          </p:cNvPr>
          <p:cNvSpPr>
            <a:spLocks noGrp="1"/>
          </p:cNvSpPr>
          <p:nvPr>
            <p:ph sz="quarter" idx="13"/>
          </p:nvPr>
        </p:nvSpPr>
        <p:spPr/>
        <p:txBody>
          <a:bodyPr/>
          <a:lstStyle/>
          <a:p>
            <a:endParaRPr lang="vi-VN"/>
          </a:p>
        </p:txBody>
      </p:sp>
      <p:pic>
        <p:nvPicPr>
          <p:cNvPr id="1026" name="Picture 2">
            <a:extLst>
              <a:ext uri="{FF2B5EF4-FFF2-40B4-BE49-F238E27FC236}">
                <a16:creationId xmlns:a16="http://schemas.microsoft.com/office/drawing/2014/main" id="{EDDDD258-5262-496F-A28A-4BE7E35516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6617" y="400050"/>
            <a:ext cx="2095500" cy="20859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hi tiết bài học Đệ quy trong C++">
            <a:extLst>
              <a:ext uri="{FF2B5EF4-FFF2-40B4-BE49-F238E27FC236}">
                <a16:creationId xmlns:a16="http://schemas.microsoft.com/office/drawing/2014/main" id="{9D25A693-57BB-4D1D-8442-3C0C972452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883" y="1485042"/>
            <a:ext cx="4981575" cy="44672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1A3768F0-1C84-4A3E-819A-023D810648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0362" y="3008895"/>
            <a:ext cx="3223433" cy="2726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74806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4F0E04B-08F1-C64D-9A07-325883BFD136}"/>
              </a:ext>
            </a:extLst>
          </p:cNvPr>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a:extLst>
              <a:ext uri="{FF2B5EF4-FFF2-40B4-BE49-F238E27FC236}">
                <a16:creationId xmlns:a16="http://schemas.microsoft.com/office/drawing/2014/main" id="{CD11B0B2-6B5C-8548-B82A-022E66F44E5E}"/>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6D8252DA-DE50-3B41-BAAB-CBA73E78FA67}"/>
              </a:ext>
            </a:extLst>
          </p:cNvPr>
          <p:cNvSpPr>
            <a:spLocks noGrp="1"/>
          </p:cNvSpPr>
          <p:nvPr>
            <p:ph type="sldNum" sz="quarter" idx="12"/>
          </p:nvPr>
        </p:nvSpPr>
        <p:spPr/>
        <p:txBody>
          <a:bodyPr/>
          <a:lstStyle/>
          <a:p>
            <a:fld id="{BA7BC09B-FE30-A349-B1D2-5A364F511F98}" type="slidenum">
              <a:rPr lang="en-US" smtClean="0"/>
              <a:t>74</a:t>
            </a:fld>
            <a:endParaRPr lang="en-US"/>
          </a:p>
        </p:txBody>
      </p:sp>
      <p:sp>
        <p:nvSpPr>
          <p:cNvPr id="2" name="Title 1">
            <a:extLst>
              <a:ext uri="{FF2B5EF4-FFF2-40B4-BE49-F238E27FC236}">
                <a16:creationId xmlns:a16="http://schemas.microsoft.com/office/drawing/2014/main" id="{8566DD65-18C4-7643-A09D-5D196ED34204}"/>
              </a:ext>
            </a:extLst>
          </p:cNvPr>
          <p:cNvSpPr>
            <a:spLocks noGrp="1"/>
          </p:cNvSpPr>
          <p:nvPr>
            <p:ph type="title"/>
          </p:nvPr>
        </p:nvSpPr>
        <p:spPr/>
        <p:txBody>
          <a:bodyPr/>
          <a:lstStyle/>
          <a:p>
            <a:r>
              <a:rPr lang="en-US" dirty="0" err="1"/>
              <a:t>Khái</a:t>
            </a:r>
            <a:r>
              <a:rPr lang="en-US" dirty="0"/>
              <a:t> </a:t>
            </a:r>
            <a:r>
              <a:rPr lang="en-US" dirty="0" err="1"/>
              <a:t>niệm</a:t>
            </a:r>
            <a:r>
              <a:rPr lang="en-US" dirty="0"/>
              <a:t> </a:t>
            </a:r>
            <a:r>
              <a:rPr lang="en-US" dirty="0" err="1"/>
              <a:t>đệ</a:t>
            </a:r>
            <a:r>
              <a:rPr lang="en-US" dirty="0"/>
              <a:t> </a:t>
            </a:r>
            <a:r>
              <a:rPr lang="en-US" dirty="0" err="1"/>
              <a:t>quy</a:t>
            </a:r>
            <a:endParaRPr lang="en-US" dirty="0"/>
          </a:p>
        </p:txBody>
      </p:sp>
      <p:sp>
        <p:nvSpPr>
          <p:cNvPr id="3" name="Content Placeholder 2">
            <a:extLst>
              <a:ext uri="{FF2B5EF4-FFF2-40B4-BE49-F238E27FC236}">
                <a16:creationId xmlns:a16="http://schemas.microsoft.com/office/drawing/2014/main" id="{46D871A9-AA56-6A4A-B6B0-96079A360D13}"/>
              </a:ext>
            </a:extLst>
          </p:cNvPr>
          <p:cNvSpPr>
            <a:spLocks noGrp="1"/>
          </p:cNvSpPr>
          <p:nvPr>
            <p:ph sz="quarter" idx="13"/>
          </p:nvPr>
        </p:nvSpPr>
        <p:spPr/>
        <p:txBody>
          <a:bodyPr>
            <a:normAutofit/>
          </a:bodyPr>
          <a:lstStyle/>
          <a:p>
            <a:pPr>
              <a:lnSpc>
                <a:spcPct val="90000"/>
              </a:lnSpc>
              <a:spcBef>
                <a:spcPct val="10000"/>
              </a:spcBef>
            </a:pPr>
            <a:r>
              <a:rPr lang="en-US" altLang="en-US" dirty="0" err="1">
                <a:cs typeface="Times New Roman" panose="02020603050405020304" pitchFamily="18" charset="0"/>
              </a:rPr>
              <a:t>Giải</a:t>
            </a:r>
            <a:r>
              <a:rPr lang="en-US" altLang="en-US" dirty="0">
                <a:cs typeface="Times New Roman" panose="02020603050405020304" pitchFamily="18" charset="0"/>
              </a:rPr>
              <a:t> </a:t>
            </a:r>
            <a:r>
              <a:rPr lang="en-US" altLang="en-US" dirty="0" err="1">
                <a:cs typeface="Times New Roman" panose="02020603050405020304" pitchFamily="18" charset="0"/>
              </a:rPr>
              <a:t>thuật</a:t>
            </a:r>
            <a:r>
              <a:rPr lang="en-US" altLang="en-US" dirty="0">
                <a:cs typeface="Times New Roman" panose="02020603050405020304" pitchFamily="18" charset="0"/>
              </a:rPr>
              <a:t> </a:t>
            </a:r>
            <a:r>
              <a:rPr lang="en-US" altLang="en-US" dirty="0" err="1">
                <a:cs typeface="Times New Roman" panose="02020603050405020304" pitchFamily="18" charset="0"/>
              </a:rPr>
              <a:t>đệ</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(recursive algorithm)</a:t>
            </a:r>
          </a:p>
          <a:p>
            <a:pPr lvl="1">
              <a:lnSpc>
                <a:spcPct val="90000"/>
              </a:lnSpc>
              <a:spcBef>
                <a:spcPct val="10000"/>
              </a:spcBef>
            </a:pPr>
            <a:r>
              <a:rPr lang="en-US" altLang="en-US" dirty="0" err="1">
                <a:cs typeface="Times New Roman" panose="02020603050405020304" pitchFamily="18" charset="0"/>
              </a:rPr>
              <a:t>P</a:t>
            </a:r>
            <a:r>
              <a:rPr lang="en-US" altLang="en-US" baseline="-25000" dirty="0" err="1">
                <a:cs typeface="Times New Roman" panose="02020603050405020304" pitchFamily="18" charset="0"/>
              </a:rPr>
              <a:t>n</a:t>
            </a:r>
            <a:r>
              <a:rPr lang="en-US" altLang="en-US" baseline="-25000" dirty="0">
                <a:cs typeface="Times New Roman" panose="02020603050405020304" pitchFamily="18" charset="0"/>
              </a:rPr>
              <a:t> </a:t>
            </a:r>
            <a:r>
              <a:rPr lang="en-US" altLang="en-US" dirty="0" err="1">
                <a:cs typeface="Times New Roman" panose="02020603050405020304" pitchFamily="18" charset="0"/>
              </a:rPr>
              <a:t>có</a:t>
            </a:r>
            <a:r>
              <a:rPr lang="en-US" altLang="en-US" dirty="0">
                <a:cs typeface="Times New Roman" panose="02020603050405020304" pitchFamily="18" charset="0"/>
              </a:rPr>
              <a:t> </a:t>
            </a:r>
            <a:r>
              <a:rPr lang="en-US" altLang="en-US" dirty="0" err="1">
                <a:cs typeface="Times New Roman" panose="02020603050405020304" pitchFamily="18" charset="0"/>
              </a:rPr>
              <a:t>thể</a:t>
            </a:r>
            <a:r>
              <a:rPr lang="en-US" altLang="en-US" dirty="0">
                <a:cs typeface="Times New Roman" panose="02020603050405020304" pitchFamily="18" charset="0"/>
              </a:rPr>
              <a:t> </a:t>
            </a:r>
            <a:r>
              <a:rPr lang="en-US" altLang="en-US" dirty="0" err="1">
                <a:cs typeface="Times New Roman" panose="02020603050405020304" pitchFamily="18" charset="0"/>
              </a:rPr>
              <a:t>giải</a:t>
            </a:r>
            <a:r>
              <a:rPr lang="en-US" altLang="en-US" dirty="0">
                <a:cs typeface="Times New Roman" panose="02020603050405020304" pitchFamily="18" charset="0"/>
              </a:rPr>
              <a:t> </a:t>
            </a:r>
            <a:r>
              <a:rPr lang="en-US" altLang="en-US" dirty="0" err="1">
                <a:cs typeface="Times New Roman" panose="02020603050405020304" pitchFamily="18" charset="0"/>
              </a:rPr>
              <a:t>một</a:t>
            </a:r>
            <a:r>
              <a:rPr lang="en-US" altLang="en-US" dirty="0">
                <a:cs typeface="Times New Roman" panose="02020603050405020304" pitchFamily="18" charset="0"/>
              </a:rPr>
              <a:t> </a:t>
            </a:r>
            <a:r>
              <a:rPr lang="en-US" altLang="en-US" dirty="0" err="1">
                <a:cs typeface="Times New Roman" panose="02020603050405020304" pitchFamily="18" charset="0"/>
              </a:rPr>
              <a:t>cách</a:t>
            </a:r>
            <a:r>
              <a:rPr lang="en-US" altLang="en-US" dirty="0">
                <a:cs typeface="Times New Roman" panose="02020603050405020304" pitchFamily="18" charset="0"/>
              </a:rPr>
              <a:t> </a:t>
            </a:r>
            <a:r>
              <a:rPr lang="en-US" altLang="en-US" dirty="0" err="1">
                <a:cs typeface="Times New Roman" panose="02020603050405020304" pitchFamily="18" charset="0"/>
              </a:rPr>
              <a:t>trực</a:t>
            </a:r>
            <a:r>
              <a:rPr lang="en-US" altLang="en-US" dirty="0">
                <a:cs typeface="Times New Roman" panose="02020603050405020304" pitchFamily="18" charset="0"/>
              </a:rPr>
              <a:t> </a:t>
            </a:r>
            <a:r>
              <a:rPr lang="en-US" altLang="en-US" dirty="0" err="1">
                <a:cs typeface="Times New Roman" panose="02020603050405020304" pitchFamily="18" charset="0"/>
              </a:rPr>
              <a:t>tiếp</a:t>
            </a:r>
            <a:r>
              <a:rPr lang="en-US" altLang="en-US" dirty="0">
                <a:cs typeface="Times New Roman" panose="02020603050405020304" pitchFamily="18" charset="0"/>
              </a:rPr>
              <a:t>, </a:t>
            </a:r>
            <a:r>
              <a:rPr lang="en-US" altLang="en-US" dirty="0" err="1">
                <a:cs typeface="Times New Roman" panose="02020603050405020304" pitchFamily="18" charset="0"/>
              </a:rPr>
              <a:t>tức</a:t>
            </a:r>
            <a:r>
              <a:rPr lang="en-US" altLang="en-US" dirty="0">
                <a:cs typeface="Times New Roman" panose="02020603050405020304" pitchFamily="18" charset="0"/>
              </a:rPr>
              <a:t> </a:t>
            </a:r>
            <a:r>
              <a:rPr lang="en-US" altLang="en-US" dirty="0" err="1">
                <a:cs typeface="Times New Roman" panose="02020603050405020304" pitchFamily="18" charset="0"/>
              </a:rPr>
              <a:t>là</a:t>
            </a:r>
            <a:r>
              <a:rPr lang="en-US" altLang="en-US" dirty="0">
                <a:cs typeface="Times New Roman" panose="02020603050405020304" pitchFamily="18" charset="0"/>
              </a:rPr>
              <a:t> </a:t>
            </a:r>
            <a:r>
              <a:rPr lang="en-US" altLang="en-US" dirty="0" err="1">
                <a:cs typeface="Times New Roman" panose="02020603050405020304" pitchFamily="18" charset="0"/>
              </a:rPr>
              <a:t>không</a:t>
            </a:r>
            <a:r>
              <a:rPr lang="en-US" altLang="en-US" dirty="0">
                <a:cs typeface="Times New Roman" panose="02020603050405020304" pitchFamily="18" charset="0"/>
              </a:rPr>
              <a:t> </a:t>
            </a:r>
            <a:r>
              <a:rPr lang="en-US" altLang="en-US" dirty="0" err="1">
                <a:cs typeface="Times New Roman" panose="02020603050405020304" pitchFamily="18" charset="0"/>
              </a:rPr>
              <a:t>cần</a:t>
            </a:r>
            <a:r>
              <a:rPr lang="en-US" altLang="en-US" dirty="0">
                <a:cs typeface="Times New Roman" panose="02020603050405020304" pitchFamily="18" charset="0"/>
              </a:rPr>
              <a:t> </a:t>
            </a:r>
            <a:r>
              <a:rPr lang="en-US" altLang="en-US" dirty="0" err="1">
                <a:cs typeface="Times New Roman" panose="02020603050405020304" pitchFamily="18" charset="0"/>
              </a:rPr>
              <a:t>đưa</a:t>
            </a:r>
            <a:r>
              <a:rPr lang="en-US" altLang="en-US" dirty="0">
                <a:cs typeface="Times New Roman" panose="02020603050405020304" pitchFamily="18" charset="0"/>
              </a:rPr>
              <a:t> </a:t>
            </a:r>
            <a:r>
              <a:rPr lang="en-US" altLang="en-US" dirty="0" err="1">
                <a:cs typeface="Times New Roman" panose="02020603050405020304" pitchFamily="18" charset="0"/>
              </a:rPr>
              <a:t>về</a:t>
            </a:r>
            <a:r>
              <a:rPr lang="en-US" altLang="en-US" dirty="0">
                <a:cs typeface="Times New Roman" panose="02020603050405020304" pitchFamily="18" charset="0"/>
              </a:rPr>
              <a:t> </a:t>
            </a:r>
            <a:r>
              <a:rPr lang="en-US" altLang="en-US" dirty="0" err="1">
                <a:cs typeface="Times New Roman" panose="02020603050405020304" pitchFamily="18" charset="0"/>
              </a:rPr>
              <a:t>bài</a:t>
            </a:r>
            <a:r>
              <a:rPr lang="en-US" altLang="en-US" dirty="0">
                <a:cs typeface="Times New Roman" panose="02020603050405020304" pitchFamily="18" charset="0"/>
              </a:rPr>
              <a:t> </a:t>
            </a:r>
            <a:r>
              <a:rPr lang="en-US" altLang="en-US" dirty="0" err="1">
                <a:cs typeface="Times New Roman" panose="02020603050405020304" pitchFamily="18" charset="0"/>
              </a:rPr>
              <a:t>toán</a:t>
            </a:r>
            <a:r>
              <a:rPr lang="en-US" altLang="en-US" dirty="0">
                <a:cs typeface="Times New Roman" panose="02020603050405020304" pitchFamily="18" charset="0"/>
              </a:rPr>
              <a:t> </a:t>
            </a:r>
            <a:r>
              <a:rPr lang="en-US" altLang="en-US" dirty="0" err="1">
                <a:cs typeface="Times New Roman" panose="02020603050405020304" pitchFamily="18" charset="0"/>
              </a:rPr>
              <a:t>tương</a:t>
            </a:r>
            <a:r>
              <a:rPr lang="en-US" altLang="en-US" dirty="0">
                <a:cs typeface="Times New Roman" panose="02020603050405020304" pitchFamily="18" charset="0"/>
              </a:rPr>
              <a:t> </a:t>
            </a:r>
            <a:r>
              <a:rPr lang="en-US" altLang="en-US" dirty="0" err="1">
                <a:cs typeface="Times New Roman" panose="02020603050405020304" pitchFamily="18" charset="0"/>
              </a:rPr>
              <a:t>tự</a:t>
            </a:r>
            <a:r>
              <a:rPr lang="en-US" altLang="en-US" dirty="0">
                <a:cs typeface="Times New Roman" panose="02020603050405020304" pitchFamily="18" charset="0"/>
              </a:rPr>
              <a:t> </a:t>
            </a:r>
            <a:r>
              <a:rPr lang="en-US" altLang="en-US" dirty="0" err="1">
                <a:cs typeface="Times New Roman" panose="02020603050405020304" pitchFamily="18" charset="0"/>
              </a:rPr>
              <a:t>có</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a:t>
            </a:r>
            <a:r>
              <a:rPr lang="en-US" altLang="en-US" dirty="0" err="1">
                <a:cs typeface="Times New Roman" panose="02020603050405020304" pitchFamily="18" charset="0"/>
              </a:rPr>
              <a:t>mô</a:t>
            </a:r>
            <a:r>
              <a:rPr lang="en-US" altLang="en-US" dirty="0">
                <a:cs typeface="Times New Roman" panose="02020603050405020304" pitchFamily="18" charset="0"/>
              </a:rPr>
              <a:t> </a:t>
            </a:r>
            <a:r>
              <a:rPr lang="en-US" altLang="en-US" dirty="0" err="1">
                <a:cs typeface="Times New Roman" panose="02020603050405020304" pitchFamily="18" charset="0"/>
              </a:rPr>
              <a:t>nhỏ</a:t>
            </a:r>
            <a:r>
              <a:rPr lang="en-US" altLang="en-US" dirty="0">
                <a:cs typeface="Times New Roman" panose="02020603050405020304" pitchFamily="18" charset="0"/>
              </a:rPr>
              <a:t> </a:t>
            </a:r>
            <a:r>
              <a:rPr lang="en-US" altLang="en-US" dirty="0" err="1">
                <a:cs typeface="Times New Roman" panose="02020603050405020304" pitchFamily="18" charset="0"/>
              </a:rPr>
              <a:t>hơn</a:t>
            </a:r>
            <a:r>
              <a:rPr lang="en-US" altLang="en-US" dirty="0">
                <a:cs typeface="Times New Roman" panose="02020603050405020304" pitchFamily="18" charset="0"/>
              </a:rPr>
              <a:t> </a:t>
            </a:r>
            <a:r>
              <a:rPr lang="en-US" altLang="en-US" dirty="0" err="1">
                <a:cs typeface="Times New Roman" panose="02020603050405020304" pitchFamily="18" charset="0"/>
              </a:rPr>
              <a:t>nữa</a:t>
            </a:r>
            <a:r>
              <a:rPr lang="en-US" altLang="en-US" dirty="0">
                <a:cs typeface="Times New Roman" panose="02020603050405020304" pitchFamily="18" charset="0"/>
              </a:rPr>
              <a:t> do </a:t>
            </a:r>
            <a:r>
              <a:rPr lang="en-US" altLang="en-US" dirty="0" err="1">
                <a:cs typeface="Times New Roman" panose="02020603050405020304" pitchFamily="18" charset="0"/>
              </a:rPr>
              <a:t>P</a:t>
            </a:r>
            <a:r>
              <a:rPr lang="en-US" altLang="en-US" baseline="-25000" dirty="0" err="1">
                <a:cs typeface="Times New Roman" panose="02020603050405020304" pitchFamily="18" charset="0"/>
              </a:rPr>
              <a:t>n</a:t>
            </a:r>
            <a:r>
              <a:rPr lang="en-US" altLang="en-US" baseline="-25000" dirty="0">
                <a:cs typeface="Times New Roman" panose="02020603050405020304" pitchFamily="18" charset="0"/>
              </a:rPr>
              <a:t> </a:t>
            </a:r>
            <a:r>
              <a:rPr lang="en-US" altLang="en-US" dirty="0" err="1">
                <a:cs typeface="Times New Roman" panose="02020603050405020304" pitchFamily="18" charset="0"/>
              </a:rPr>
              <a:t>đã</a:t>
            </a:r>
            <a:r>
              <a:rPr lang="en-US" altLang="en-US" dirty="0">
                <a:cs typeface="Times New Roman" panose="02020603050405020304" pitchFamily="18" charset="0"/>
              </a:rPr>
              <a:t> </a:t>
            </a:r>
            <a:r>
              <a:rPr lang="en-US" altLang="en-US" dirty="0" err="1">
                <a:cs typeface="Times New Roman" panose="02020603050405020304" pitchFamily="18" charset="0"/>
              </a:rPr>
              <a:t>đủ</a:t>
            </a:r>
            <a:r>
              <a:rPr lang="en-US" altLang="en-US" dirty="0">
                <a:cs typeface="Times New Roman" panose="02020603050405020304" pitchFamily="18" charset="0"/>
              </a:rPr>
              <a:t> </a:t>
            </a:r>
            <a:r>
              <a:rPr lang="en-US" altLang="en-US" dirty="0" err="1">
                <a:cs typeface="Times New Roman" panose="02020603050405020304" pitchFamily="18" charset="0"/>
              </a:rPr>
              <a:t>nhỏ</a:t>
            </a:r>
            <a:r>
              <a:rPr lang="en-US" altLang="en-US" dirty="0">
                <a:cs typeface="Times New Roman" panose="02020603050405020304" pitchFamily="18" charset="0"/>
              </a:rPr>
              <a:t> </a:t>
            </a:r>
            <a:r>
              <a:rPr lang="en-US" altLang="en-US" dirty="0" err="1">
                <a:cs typeface="Times New Roman" panose="02020603050405020304" pitchFamily="18" charset="0"/>
              </a:rPr>
              <a:t>và</a:t>
            </a:r>
            <a:r>
              <a:rPr lang="en-US" altLang="en-US" dirty="0">
                <a:cs typeface="Times New Roman" panose="02020603050405020304" pitchFamily="18" charset="0"/>
              </a:rPr>
              <a:t> </a:t>
            </a:r>
            <a:r>
              <a:rPr lang="en-US" altLang="en-US" dirty="0" err="1">
                <a:cs typeface="Times New Roman" panose="02020603050405020304" pitchFamily="18" charset="0"/>
              </a:rPr>
              <a:t>đơn</a:t>
            </a:r>
            <a:r>
              <a:rPr lang="en-US" altLang="en-US" dirty="0">
                <a:cs typeface="Times New Roman" panose="02020603050405020304" pitchFamily="18" charset="0"/>
              </a:rPr>
              <a:t> </a:t>
            </a:r>
            <a:r>
              <a:rPr lang="en-US" altLang="en-US" dirty="0" err="1">
                <a:cs typeface="Times New Roman" panose="02020603050405020304" pitchFamily="18" charset="0"/>
              </a:rPr>
              <a:t>giản</a:t>
            </a:r>
            <a:r>
              <a:rPr lang="en-US" altLang="en-US" dirty="0">
                <a:cs typeface="Times New Roman" panose="02020603050405020304" pitchFamily="18" charset="0"/>
              </a:rPr>
              <a:t>. </a:t>
            </a:r>
          </a:p>
          <a:p>
            <a:pPr lvl="1">
              <a:lnSpc>
                <a:spcPct val="90000"/>
              </a:lnSpc>
              <a:spcBef>
                <a:spcPct val="10000"/>
              </a:spcBef>
            </a:pPr>
            <a:r>
              <a:rPr lang="en-US" altLang="en-US" dirty="0">
                <a:cs typeface="Times New Roman" panose="02020603050405020304" pitchFamily="18" charset="0"/>
              </a:rPr>
              <a:t>Sau </a:t>
            </a:r>
            <a:r>
              <a:rPr lang="en-US" altLang="en-US" dirty="0" err="1">
                <a:cs typeface="Times New Roman" panose="02020603050405020304" pitchFamily="18" charset="0"/>
              </a:rPr>
              <a:t>khi</a:t>
            </a:r>
            <a:r>
              <a:rPr lang="en-US" altLang="en-US" dirty="0">
                <a:cs typeface="Times New Roman" panose="02020603050405020304" pitchFamily="18" charset="0"/>
              </a:rPr>
              <a:t> </a:t>
            </a:r>
            <a:r>
              <a:rPr lang="en-US" altLang="en-US" dirty="0" err="1">
                <a:cs typeface="Times New Roman" panose="02020603050405020304" pitchFamily="18" charset="0"/>
              </a:rPr>
              <a:t>giải</a:t>
            </a:r>
            <a:r>
              <a:rPr lang="en-US" altLang="en-US" dirty="0">
                <a:cs typeface="Times New Roman" panose="02020603050405020304" pitchFamily="18" charset="0"/>
              </a:rPr>
              <a:t> </a:t>
            </a:r>
            <a:r>
              <a:rPr lang="en-US" altLang="en-US" dirty="0" err="1">
                <a:cs typeface="Times New Roman" panose="02020603050405020304" pitchFamily="18" charset="0"/>
              </a:rPr>
              <a:t>được</a:t>
            </a:r>
            <a:r>
              <a:rPr lang="en-US" altLang="en-US" dirty="0">
                <a:cs typeface="Times New Roman" panose="02020603050405020304" pitchFamily="18" charset="0"/>
              </a:rPr>
              <a:t> </a:t>
            </a:r>
            <a:r>
              <a:rPr lang="en-US" altLang="en-US" dirty="0" err="1">
                <a:cs typeface="Times New Roman" panose="02020603050405020304" pitchFamily="18" charset="0"/>
              </a:rPr>
              <a:t>P</a:t>
            </a:r>
            <a:r>
              <a:rPr lang="en-US" altLang="en-US" baseline="-25000" dirty="0" err="1">
                <a:cs typeface="Times New Roman" panose="02020603050405020304" pitchFamily="18" charset="0"/>
              </a:rPr>
              <a:t>n</a:t>
            </a:r>
            <a:r>
              <a:rPr lang="en-US" altLang="en-US" dirty="0">
                <a:cs typeface="Times New Roman" panose="02020603050405020304" pitchFamily="18" charset="0"/>
              </a:rPr>
              <a:t>, ta quay </a:t>
            </a:r>
            <a:r>
              <a:rPr lang="en-US" altLang="en-US" dirty="0" err="1">
                <a:cs typeface="Times New Roman" panose="02020603050405020304" pitchFamily="18" charset="0"/>
              </a:rPr>
              <a:t>lại</a:t>
            </a:r>
            <a:r>
              <a:rPr lang="en-US" altLang="en-US" dirty="0">
                <a:cs typeface="Times New Roman" panose="02020603050405020304" pitchFamily="18" charset="0"/>
              </a:rPr>
              <a:t> </a:t>
            </a:r>
            <a:r>
              <a:rPr lang="en-US" altLang="en-US" dirty="0" err="1">
                <a:cs typeface="Times New Roman" panose="02020603050405020304" pitchFamily="18" charset="0"/>
              </a:rPr>
              <a:t>giải</a:t>
            </a:r>
            <a:r>
              <a:rPr lang="en-US" altLang="en-US" dirty="0">
                <a:cs typeface="Times New Roman" panose="02020603050405020304" pitchFamily="18" charset="0"/>
              </a:rPr>
              <a:t> </a:t>
            </a:r>
            <a:r>
              <a:rPr lang="en-US" altLang="en-US" dirty="0" err="1">
                <a:cs typeface="Times New Roman" panose="02020603050405020304" pitchFamily="18" charset="0"/>
              </a:rPr>
              <a:t>các</a:t>
            </a:r>
            <a:r>
              <a:rPr lang="en-US" altLang="en-US" dirty="0">
                <a:cs typeface="Times New Roman" panose="02020603050405020304" pitchFamily="18" charset="0"/>
              </a:rPr>
              <a:t> </a:t>
            </a:r>
            <a:r>
              <a:rPr lang="en-US" altLang="en-US" dirty="0" err="1">
                <a:cs typeface="Times New Roman" panose="02020603050405020304" pitchFamily="18" charset="0"/>
              </a:rPr>
              <a:t>bài</a:t>
            </a:r>
            <a:r>
              <a:rPr lang="en-US" altLang="en-US" dirty="0">
                <a:cs typeface="Times New Roman" panose="02020603050405020304" pitchFamily="18" charset="0"/>
              </a:rPr>
              <a:t> </a:t>
            </a:r>
            <a:r>
              <a:rPr lang="en-US" altLang="en-US" dirty="0" err="1">
                <a:cs typeface="Times New Roman" panose="02020603050405020304" pitchFamily="18" charset="0"/>
              </a:rPr>
              <a:t>toán</a:t>
            </a:r>
            <a:r>
              <a:rPr lang="en-US" altLang="en-US" dirty="0">
                <a:cs typeface="Times New Roman" panose="02020603050405020304" pitchFamily="18" charset="0"/>
              </a:rPr>
              <a:t> con </a:t>
            </a:r>
            <a:r>
              <a:rPr lang="en-US" altLang="en-US" dirty="0" err="1">
                <a:cs typeface="Times New Roman" panose="02020603050405020304" pitchFamily="18" charset="0"/>
              </a:rPr>
              <a:t>theo</a:t>
            </a:r>
            <a:r>
              <a:rPr lang="en-US" altLang="en-US" dirty="0">
                <a:cs typeface="Times New Roman" panose="02020603050405020304" pitchFamily="18" charset="0"/>
              </a:rPr>
              <a:t> </a:t>
            </a:r>
            <a:r>
              <a:rPr lang="en-US" altLang="en-US" dirty="0" err="1">
                <a:cs typeface="Times New Roman" panose="02020603050405020304" pitchFamily="18" charset="0"/>
              </a:rPr>
              <a:t>trật</a:t>
            </a:r>
            <a:r>
              <a:rPr lang="en-US" altLang="en-US" dirty="0">
                <a:cs typeface="Times New Roman" panose="02020603050405020304" pitchFamily="18" charset="0"/>
              </a:rPr>
              <a:t> </a:t>
            </a:r>
            <a:r>
              <a:rPr lang="en-US" altLang="en-US" dirty="0" err="1">
                <a:cs typeface="Times New Roman" panose="02020603050405020304" pitchFamily="18" charset="0"/>
              </a:rPr>
              <a:t>tự</a:t>
            </a:r>
            <a:r>
              <a:rPr lang="en-US" altLang="en-US" dirty="0">
                <a:cs typeface="Times New Roman" panose="02020603050405020304" pitchFamily="18" charset="0"/>
              </a:rPr>
              <a:t> </a:t>
            </a:r>
            <a:r>
              <a:rPr lang="en-US" altLang="en-US" dirty="0" err="1">
                <a:cs typeface="Times New Roman" panose="02020603050405020304" pitchFamily="18" charset="0"/>
              </a:rPr>
              <a:t>ngược</a:t>
            </a:r>
            <a:r>
              <a:rPr lang="en-US" altLang="en-US" dirty="0">
                <a:cs typeface="Times New Roman" panose="02020603050405020304" pitchFamily="18" charset="0"/>
              </a:rPr>
              <a:t> </a:t>
            </a:r>
            <a:r>
              <a:rPr lang="en-US" altLang="en-US" dirty="0" err="1">
                <a:cs typeface="Times New Roman" panose="02020603050405020304" pitchFamily="18" charset="0"/>
              </a:rPr>
              <a:t>lại</a:t>
            </a:r>
            <a:r>
              <a:rPr lang="en-US" altLang="en-US" dirty="0">
                <a:cs typeface="Times New Roman" panose="02020603050405020304" pitchFamily="18" charset="0"/>
              </a:rPr>
              <a:t> </a:t>
            </a:r>
            <a:r>
              <a:rPr lang="en-US" altLang="en-US" dirty="0" err="1">
                <a:cs typeface="Times New Roman" panose="02020603050405020304" pitchFamily="18" charset="0"/>
              </a:rPr>
              <a:t>và</a:t>
            </a:r>
            <a:r>
              <a:rPr lang="en-US" altLang="en-US" dirty="0">
                <a:cs typeface="Times New Roman" panose="02020603050405020304" pitchFamily="18" charset="0"/>
              </a:rPr>
              <a:t> </a:t>
            </a:r>
            <a:r>
              <a:rPr lang="en-US" altLang="en-US" dirty="0" err="1">
                <a:cs typeface="Times New Roman" panose="02020603050405020304" pitchFamily="18" charset="0"/>
              </a:rPr>
              <a:t>cuối</a:t>
            </a:r>
            <a:r>
              <a:rPr lang="en-US" altLang="en-US" dirty="0">
                <a:cs typeface="Times New Roman" panose="02020603050405020304" pitchFamily="18" charset="0"/>
              </a:rPr>
              <a:t> </a:t>
            </a:r>
            <a:r>
              <a:rPr lang="en-US" altLang="en-US" dirty="0" err="1">
                <a:cs typeface="Times New Roman" panose="02020603050405020304" pitchFamily="18" charset="0"/>
              </a:rPr>
              <a:t>cùng</a:t>
            </a:r>
            <a:r>
              <a:rPr lang="en-US" altLang="en-US" dirty="0">
                <a:cs typeface="Times New Roman" panose="02020603050405020304" pitchFamily="18" charset="0"/>
              </a:rPr>
              <a:t> </a:t>
            </a:r>
            <a:r>
              <a:rPr lang="en-US" altLang="en-US" dirty="0" err="1">
                <a:cs typeface="Times New Roman" panose="02020603050405020304" pitchFamily="18" charset="0"/>
              </a:rPr>
              <a:t>giải</a:t>
            </a:r>
            <a:r>
              <a:rPr lang="en-US" altLang="en-US" dirty="0">
                <a:cs typeface="Times New Roman" panose="02020603050405020304" pitchFamily="18" charset="0"/>
              </a:rPr>
              <a:t> </a:t>
            </a:r>
            <a:r>
              <a:rPr lang="en-US" altLang="en-US" dirty="0" err="1">
                <a:cs typeface="Times New Roman" panose="02020603050405020304" pitchFamily="18" charset="0"/>
              </a:rPr>
              <a:t>được</a:t>
            </a:r>
            <a:r>
              <a:rPr lang="en-US" altLang="en-US" dirty="0">
                <a:cs typeface="Times New Roman" panose="02020603050405020304" pitchFamily="18" charset="0"/>
              </a:rPr>
              <a:t> </a:t>
            </a:r>
            <a:r>
              <a:rPr lang="en-US" altLang="en-US" dirty="0" err="1">
                <a:cs typeface="Times New Roman" panose="02020603050405020304" pitchFamily="18" charset="0"/>
              </a:rPr>
              <a:t>bài</a:t>
            </a:r>
            <a:r>
              <a:rPr lang="en-US" altLang="en-US" dirty="0">
                <a:cs typeface="Times New Roman" panose="02020603050405020304" pitchFamily="18" charset="0"/>
              </a:rPr>
              <a:t> </a:t>
            </a:r>
            <a:r>
              <a:rPr lang="en-US" altLang="en-US" dirty="0" err="1">
                <a:cs typeface="Times New Roman" panose="02020603050405020304" pitchFamily="18" charset="0"/>
              </a:rPr>
              <a:t>toán</a:t>
            </a:r>
            <a:r>
              <a:rPr lang="en-US" altLang="en-US" dirty="0">
                <a:cs typeface="Times New Roman" panose="02020603050405020304" pitchFamily="18" charset="0"/>
              </a:rPr>
              <a:t> ban </a:t>
            </a:r>
            <a:r>
              <a:rPr lang="en-US" altLang="en-US" dirty="0" err="1">
                <a:cs typeface="Times New Roman" panose="02020603050405020304" pitchFamily="18" charset="0"/>
              </a:rPr>
              <a:t>đầu</a:t>
            </a:r>
            <a:r>
              <a:rPr lang="en-US" altLang="en-US" dirty="0">
                <a:cs typeface="Times New Roman" panose="02020603050405020304" pitchFamily="18" charset="0"/>
              </a:rPr>
              <a:t> P. </a:t>
            </a:r>
          </a:p>
          <a:p>
            <a:pPr>
              <a:lnSpc>
                <a:spcPct val="90000"/>
              </a:lnSpc>
              <a:spcBef>
                <a:spcPct val="10000"/>
              </a:spcBef>
            </a:pPr>
            <a:endParaRPr lang="en-US" altLang="en-US" dirty="0">
              <a:cs typeface="Times New Roman" panose="02020603050405020304" pitchFamily="18" charset="0"/>
            </a:endParaRPr>
          </a:p>
          <a:p>
            <a:endParaRPr lang="en-US" dirty="0"/>
          </a:p>
        </p:txBody>
      </p:sp>
      <p:grpSp>
        <p:nvGrpSpPr>
          <p:cNvPr id="7" name="Group 103">
            <a:extLst>
              <a:ext uri="{FF2B5EF4-FFF2-40B4-BE49-F238E27FC236}">
                <a16:creationId xmlns:a16="http://schemas.microsoft.com/office/drawing/2014/main" id="{4104422E-E7CA-2447-939C-04D28A7A44DA}"/>
              </a:ext>
            </a:extLst>
          </p:cNvPr>
          <p:cNvGrpSpPr>
            <a:grpSpLocks/>
          </p:cNvGrpSpPr>
          <p:nvPr/>
        </p:nvGrpSpPr>
        <p:grpSpPr bwMode="auto">
          <a:xfrm>
            <a:off x="233363" y="4601381"/>
            <a:ext cx="6319837" cy="1573213"/>
            <a:chOff x="963" y="2784"/>
            <a:chExt cx="3981" cy="991"/>
          </a:xfrm>
        </p:grpSpPr>
        <p:sp>
          <p:nvSpPr>
            <p:cNvPr id="8" name="Oval 85">
              <a:extLst>
                <a:ext uri="{FF2B5EF4-FFF2-40B4-BE49-F238E27FC236}">
                  <a16:creationId xmlns:a16="http://schemas.microsoft.com/office/drawing/2014/main" id="{493A8CD1-0D43-DB49-9423-94DA54BDF93C}"/>
                </a:ext>
              </a:extLst>
            </p:cNvPr>
            <p:cNvSpPr>
              <a:spLocks noChangeAspect="1" noChangeArrowheads="1"/>
            </p:cNvSpPr>
            <p:nvPr/>
          </p:nvSpPr>
          <p:spPr bwMode="auto">
            <a:xfrm>
              <a:off x="963" y="3224"/>
              <a:ext cx="330" cy="331"/>
            </a:xfrm>
            <a:prstGeom prst="ellipse">
              <a:avLst/>
            </a:prstGeom>
            <a:solidFill>
              <a:srgbClr val="FFFFFF"/>
            </a:solidFill>
            <a:ln w="9525">
              <a:solidFill>
                <a:srgbClr val="000000"/>
              </a:solidFill>
              <a:round/>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1800"/>
                <a:t>P</a:t>
              </a:r>
            </a:p>
          </p:txBody>
        </p:sp>
        <p:sp>
          <p:nvSpPr>
            <p:cNvPr id="9" name="Oval 86">
              <a:extLst>
                <a:ext uri="{FF2B5EF4-FFF2-40B4-BE49-F238E27FC236}">
                  <a16:creationId xmlns:a16="http://schemas.microsoft.com/office/drawing/2014/main" id="{8E7F7128-653C-B44F-9741-0585BBB4D52F}"/>
                </a:ext>
              </a:extLst>
            </p:cNvPr>
            <p:cNvSpPr>
              <a:spLocks noChangeAspect="1" noChangeArrowheads="1"/>
            </p:cNvSpPr>
            <p:nvPr/>
          </p:nvSpPr>
          <p:spPr bwMode="auto">
            <a:xfrm>
              <a:off x="1624" y="3224"/>
              <a:ext cx="330" cy="331"/>
            </a:xfrm>
            <a:prstGeom prst="ellipse">
              <a:avLst/>
            </a:prstGeom>
            <a:solidFill>
              <a:srgbClr val="FFFFFF"/>
            </a:solidFill>
            <a:ln w="9525">
              <a:solidFill>
                <a:srgbClr val="000000"/>
              </a:solidFill>
              <a:round/>
              <a:headEnd/>
              <a:tailEnd/>
            </a:ln>
          </p:spPr>
          <p:txBody>
            <a:bodyPr lIns="54000" rIns="54000"/>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1800"/>
                <a:t>P</a:t>
              </a:r>
              <a:r>
                <a:rPr lang="en-US" altLang="en-US" sz="1800" baseline="-25000"/>
                <a:t>1</a:t>
              </a:r>
              <a:endParaRPr lang="en-US" altLang="en-US" sz="1800"/>
            </a:p>
          </p:txBody>
        </p:sp>
        <p:sp>
          <p:nvSpPr>
            <p:cNvPr id="10" name="Oval 87">
              <a:extLst>
                <a:ext uri="{FF2B5EF4-FFF2-40B4-BE49-F238E27FC236}">
                  <a16:creationId xmlns:a16="http://schemas.microsoft.com/office/drawing/2014/main" id="{7B9B2D1B-0141-A042-ABD1-93244AA235FE}"/>
                </a:ext>
              </a:extLst>
            </p:cNvPr>
            <p:cNvSpPr>
              <a:spLocks noChangeAspect="1" noChangeArrowheads="1"/>
            </p:cNvSpPr>
            <p:nvPr/>
          </p:nvSpPr>
          <p:spPr bwMode="auto">
            <a:xfrm>
              <a:off x="2285" y="3224"/>
              <a:ext cx="330" cy="331"/>
            </a:xfrm>
            <a:prstGeom prst="ellipse">
              <a:avLst/>
            </a:prstGeom>
            <a:solidFill>
              <a:srgbClr val="FFFFFF"/>
            </a:solidFill>
            <a:ln w="9525">
              <a:solidFill>
                <a:srgbClr val="000000"/>
              </a:solidFill>
              <a:round/>
              <a:headEnd/>
              <a:tailEnd/>
            </a:ln>
          </p:spPr>
          <p:txBody>
            <a:bodyPr lIns="54000" rIns="54000"/>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1800"/>
                <a:t>P</a:t>
              </a:r>
              <a:r>
                <a:rPr lang="en-US" altLang="en-US" sz="1800" baseline="-25000"/>
                <a:t>2</a:t>
              </a:r>
              <a:endParaRPr lang="en-US" altLang="en-US" sz="1800"/>
            </a:p>
          </p:txBody>
        </p:sp>
        <p:sp>
          <p:nvSpPr>
            <p:cNvPr id="11" name="Oval 88">
              <a:extLst>
                <a:ext uri="{FF2B5EF4-FFF2-40B4-BE49-F238E27FC236}">
                  <a16:creationId xmlns:a16="http://schemas.microsoft.com/office/drawing/2014/main" id="{0AA7ED5E-1A38-144B-9F51-DF9621C85B3D}"/>
                </a:ext>
              </a:extLst>
            </p:cNvPr>
            <p:cNvSpPr>
              <a:spLocks noChangeAspect="1" noChangeArrowheads="1"/>
            </p:cNvSpPr>
            <p:nvPr/>
          </p:nvSpPr>
          <p:spPr bwMode="auto">
            <a:xfrm>
              <a:off x="3166" y="3224"/>
              <a:ext cx="330" cy="331"/>
            </a:xfrm>
            <a:prstGeom prst="ellipse">
              <a:avLst/>
            </a:prstGeom>
            <a:solidFill>
              <a:srgbClr val="FFFFFF"/>
            </a:solidFill>
            <a:ln w="9525">
              <a:solidFill>
                <a:srgbClr val="000000"/>
              </a:solidFill>
              <a:round/>
              <a:headEnd/>
              <a:tailEnd/>
            </a:ln>
          </p:spPr>
          <p:txBody>
            <a:bodyPr lIns="18000" rIns="18000"/>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1800"/>
                <a:t>P</a:t>
              </a:r>
              <a:r>
                <a:rPr lang="en-US" altLang="en-US" sz="1800" baseline="-25000"/>
                <a:t>n-1</a:t>
              </a:r>
              <a:endParaRPr lang="en-US" altLang="en-US" sz="1800"/>
            </a:p>
          </p:txBody>
        </p:sp>
        <p:sp>
          <p:nvSpPr>
            <p:cNvPr id="12" name="Oval 89">
              <a:extLst>
                <a:ext uri="{FF2B5EF4-FFF2-40B4-BE49-F238E27FC236}">
                  <a16:creationId xmlns:a16="http://schemas.microsoft.com/office/drawing/2014/main" id="{302CBC54-C9CF-A243-BE2E-D66C210DF630}"/>
                </a:ext>
              </a:extLst>
            </p:cNvPr>
            <p:cNvSpPr>
              <a:spLocks noChangeAspect="1" noChangeArrowheads="1"/>
            </p:cNvSpPr>
            <p:nvPr/>
          </p:nvSpPr>
          <p:spPr bwMode="auto">
            <a:xfrm>
              <a:off x="3827" y="3224"/>
              <a:ext cx="330" cy="331"/>
            </a:xfrm>
            <a:prstGeom prst="ellipse">
              <a:avLst/>
            </a:prstGeom>
            <a:solidFill>
              <a:srgbClr val="FFFFFF"/>
            </a:solidFill>
            <a:ln w="9525">
              <a:solidFill>
                <a:srgbClr val="000000"/>
              </a:solidFill>
              <a:round/>
              <a:headEnd/>
              <a:tailEnd/>
            </a:ln>
          </p:spPr>
          <p:txBody>
            <a:bodyPr lIns="54000" rIns="54000"/>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1800"/>
                <a:t>P</a:t>
              </a:r>
              <a:r>
                <a:rPr lang="en-US" altLang="en-US" sz="1800" baseline="-25000"/>
                <a:t>n</a:t>
              </a:r>
            </a:p>
          </p:txBody>
        </p:sp>
        <p:sp>
          <p:nvSpPr>
            <p:cNvPr id="13" name="AutoShape 90">
              <a:extLst>
                <a:ext uri="{FF2B5EF4-FFF2-40B4-BE49-F238E27FC236}">
                  <a16:creationId xmlns:a16="http://schemas.microsoft.com/office/drawing/2014/main" id="{EA6C663C-652D-FA45-9440-99E6D2C86ABE}"/>
                </a:ext>
              </a:extLst>
            </p:cNvPr>
            <p:cNvSpPr>
              <a:spLocks noChangeAspect="1" noChangeArrowheads="1"/>
            </p:cNvSpPr>
            <p:nvPr/>
          </p:nvSpPr>
          <p:spPr bwMode="auto">
            <a:xfrm>
              <a:off x="1183" y="3004"/>
              <a:ext cx="661" cy="220"/>
            </a:xfrm>
            <a:prstGeom prst="curvedDownArrow">
              <a:avLst>
                <a:gd name="adj1" fmla="val 60091"/>
                <a:gd name="adj2" fmla="val 120182"/>
                <a:gd name="adj3" fmla="val 33333"/>
              </a:avLst>
            </a:prstGeom>
            <a:solidFill>
              <a:srgbClr val="FFFFFF"/>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14" name="AutoShape 91">
              <a:extLst>
                <a:ext uri="{FF2B5EF4-FFF2-40B4-BE49-F238E27FC236}">
                  <a16:creationId xmlns:a16="http://schemas.microsoft.com/office/drawing/2014/main" id="{F29A7B0C-3F9B-D64C-A318-640CA6F61FA5}"/>
                </a:ext>
              </a:extLst>
            </p:cNvPr>
            <p:cNvSpPr>
              <a:spLocks noChangeAspect="1" noChangeArrowheads="1"/>
            </p:cNvSpPr>
            <p:nvPr/>
          </p:nvSpPr>
          <p:spPr bwMode="auto">
            <a:xfrm>
              <a:off x="1844" y="3004"/>
              <a:ext cx="661" cy="220"/>
            </a:xfrm>
            <a:prstGeom prst="curvedDownArrow">
              <a:avLst>
                <a:gd name="adj1" fmla="val 60091"/>
                <a:gd name="adj2" fmla="val 120182"/>
                <a:gd name="adj3" fmla="val 33333"/>
              </a:avLst>
            </a:prstGeom>
            <a:solidFill>
              <a:srgbClr val="FFFFFF"/>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15" name="AutoShape 92">
              <a:extLst>
                <a:ext uri="{FF2B5EF4-FFF2-40B4-BE49-F238E27FC236}">
                  <a16:creationId xmlns:a16="http://schemas.microsoft.com/office/drawing/2014/main" id="{3DC62D94-C257-9541-BEDC-A1D492DBE56E}"/>
                </a:ext>
              </a:extLst>
            </p:cNvPr>
            <p:cNvSpPr>
              <a:spLocks noChangeAspect="1" noChangeArrowheads="1"/>
            </p:cNvSpPr>
            <p:nvPr/>
          </p:nvSpPr>
          <p:spPr bwMode="auto">
            <a:xfrm>
              <a:off x="3386" y="3004"/>
              <a:ext cx="661" cy="220"/>
            </a:xfrm>
            <a:prstGeom prst="curvedDownArrow">
              <a:avLst>
                <a:gd name="adj1" fmla="val 60091"/>
                <a:gd name="adj2" fmla="val 120182"/>
                <a:gd name="adj3" fmla="val 33333"/>
              </a:avLst>
            </a:prstGeom>
            <a:solidFill>
              <a:srgbClr val="FFFFFF"/>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16" name="AutoShape 93">
              <a:extLst>
                <a:ext uri="{FF2B5EF4-FFF2-40B4-BE49-F238E27FC236}">
                  <a16:creationId xmlns:a16="http://schemas.microsoft.com/office/drawing/2014/main" id="{EF80AF21-CCD6-AC44-8F2D-79C2D8DAAD0C}"/>
                </a:ext>
              </a:extLst>
            </p:cNvPr>
            <p:cNvSpPr>
              <a:spLocks noChangeAspect="1" noChangeArrowheads="1"/>
            </p:cNvSpPr>
            <p:nvPr/>
          </p:nvSpPr>
          <p:spPr bwMode="auto">
            <a:xfrm flipH="1" flipV="1">
              <a:off x="1073" y="3555"/>
              <a:ext cx="661" cy="220"/>
            </a:xfrm>
            <a:prstGeom prst="curvedDownArrow">
              <a:avLst>
                <a:gd name="adj1" fmla="val 60091"/>
                <a:gd name="adj2" fmla="val 120182"/>
                <a:gd name="adj3" fmla="val 33333"/>
              </a:avLst>
            </a:prstGeom>
            <a:solidFill>
              <a:srgbClr val="FFFFFF"/>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17" name="AutoShape 94">
              <a:extLst>
                <a:ext uri="{FF2B5EF4-FFF2-40B4-BE49-F238E27FC236}">
                  <a16:creationId xmlns:a16="http://schemas.microsoft.com/office/drawing/2014/main" id="{A92EE7C5-F97A-5B4C-95EC-905F9D9CE520}"/>
                </a:ext>
              </a:extLst>
            </p:cNvPr>
            <p:cNvSpPr>
              <a:spLocks noChangeAspect="1" noChangeArrowheads="1"/>
            </p:cNvSpPr>
            <p:nvPr/>
          </p:nvSpPr>
          <p:spPr bwMode="auto">
            <a:xfrm flipH="1" flipV="1">
              <a:off x="1734" y="3555"/>
              <a:ext cx="661" cy="220"/>
            </a:xfrm>
            <a:prstGeom prst="curvedDownArrow">
              <a:avLst>
                <a:gd name="adj1" fmla="val 60091"/>
                <a:gd name="adj2" fmla="val 120182"/>
                <a:gd name="adj3" fmla="val 33333"/>
              </a:avLst>
            </a:prstGeom>
            <a:solidFill>
              <a:srgbClr val="FFFFFF"/>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18" name="AutoShape 95">
              <a:extLst>
                <a:ext uri="{FF2B5EF4-FFF2-40B4-BE49-F238E27FC236}">
                  <a16:creationId xmlns:a16="http://schemas.microsoft.com/office/drawing/2014/main" id="{F8CB8F98-B229-2048-A77E-A82B3477D1EA}"/>
                </a:ext>
              </a:extLst>
            </p:cNvPr>
            <p:cNvSpPr>
              <a:spLocks noChangeAspect="1" noChangeArrowheads="1"/>
            </p:cNvSpPr>
            <p:nvPr/>
          </p:nvSpPr>
          <p:spPr bwMode="auto">
            <a:xfrm flipH="1" flipV="1">
              <a:off x="3277" y="3555"/>
              <a:ext cx="660" cy="220"/>
            </a:xfrm>
            <a:prstGeom prst="curvedDownArrow">
              <a:avLst>
                <a:gd name="adj1" fmla="val 60000"/>
                <a:gd name="adj2" fmla="val 120000"/>
                <a:gd name="adj3" fmla="val 33333"/>
              </a:avLst>
            </a:prstGeom>
            <a:solidFill>
              <a:srgbClr val="FFFFFF"/>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19" name="Oval 96">
              <a:extLst>
                <a:ext uri="{FF2B5EF4-FFF2-40B4-BE49-F238E27FC236}">
                  <a16:creationId xmlns:a16="http://schemas.microsoft.com/office/drawing/2014/main" id="{5B9D8E85-1067-D148-8785-986F31714108}"/>
                </a:ext>
              </a:extLst>
            </p:cNvPr>
            <p:cNvSpPr>
              <a:spLocks noChangeAspect="1" noChangeArrowheads="1"/>
            </p:cNvSpPr>
            <p:nvPr/>
          </p:nvSpPr>
          <p:spPr bwMode="auto">
            <a:xfrm>
              <a:off x="2725" y="3224"/>
              <a:ext cx="331" cy="331"/>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54000" rIns="54000"/>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1800"/>
                <a:t>…</a:t>
              </a:r>
            </a:p>
          </p:txBody>
        </p:sp>
        <p:sp>
          <p:nvSpPr>
            <p:cNvPr id="20" name="Line 98">
              <a:extLst>
                <a:ext uri="{FF2B5EF4-FFF2-40B4-BE49-F238E27FC236}">
                  <a16:creationId xmlns:a16="http://schemas.microsoft.com/office/drawing/2014/main" id="{8EDB804E-831B-8F4D-9B7C-FA0BB900A8E6}"/>
                </a:ext>
              </a:extLst>
            </p:cNvPr>
            <p:cNvSpPr>
              <a:spLocks noChangeAspect="1" noChangeShapeType="1"/>
            </p:cNvSpPr>
            <p:nvPr/>
          </p:nvSpPr>
          <p:spPr bwMode="auto">
            <a:xfrm>
              <a:off x="1183" y="3004"/>
              <a:ext cx="2864" cy="1"/>
            </a:xfrm>
            <a:prstGeom prst="line">
              <a:avLst/>
            </a:prstGeom>
            <a:noFill/>
            <a:ln w="952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 name="Line 99">
              <a:extLst>
                <a:ext uri="{FF2B5EF4-FFF2-40B4-BE49-F238E27FC236}">
                  <a16:creationId xmlns:a16="http://schemas.microsoft.com/office/drawing/2014/main" id="{33FF0F18-3695-A742-B641-6230E783B330}"/>
                </a:ext>
              </a:extLst>
            </p:cNvPr>
            <p:cNvSpPr>
              <a:spLocks noChangeAspect="1" noChangeShapeType="1"/>
            </p:cNvSpPr>
            <p:nvPr/>
          </p:nvSpPr>
          <p:spPr bwMode="auto">
            <a:xfrm flipH="1">
              <a:off x="1183" y="3775"/>
              <a:ext cx="2864" cy="0"/>
            </a:xfrm>
            <a:prstGeom prst="line">
              <a:avLst/>
            </a:prstGeom>
            <a:noFill/>
            <a:ln w="952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 name="Text Box 101">
              <a:extLst>
                <a:ext uri="{FF2B5EF4-FFF2-40B4-BE49-F238E27FC236}">
                  <a16:creationId xmlns:a16="http://schemas.microsoft.com/office/drawing/2014/main" id="{2C9679FE-424F-F14D-902F-DE2228E7BCC2}"/>
                </a:ext>
              </a:extLst>
            </p:cNvPr>
            <p:cNvSpPr txBox="1">
              <a:spLocks noChangeAspect="1" noChangeArrowheads="1"/>
            </p:cNvSpPr>
            <p:nvPr/>
          </p:nvSpPr>
          <p:spPr bwMode="auto">
            <a:xfrm>
              <a:off x="1954" y="2784"/>
              <a:ext cx="132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t>suy diễn đệ quy</a:t>
              </a:r>
            </a:p>
          </p:txBody>
        </p:sp>
        <p:sp>
          <p:nvSpPr>
            <p:cNvPr id="23" name="Rectangle 102">
              <a:extLst>
                <a:ext uri="{FF2B5EF4-FFF2-40B4-BE49-F238E27FC236}">
                  <a16:creationId xmlns:a16="http://schemas.microsoft.com/office/drawing/2014/main" id="{AD91C750-F7FF-BA42-92A7-AE60648A1D13}"/>
                </a:ext>
              </a:extLst>
            </p:cNvPr>
            <p:cNvSpPr>
              <a:spLocks noChangeArrowheads="1"/>
            </p:cNvSpPr>
            <p:nvPr/>
          </p:nvSpPr>
          <p:spPr bwMode="auto">
            <a:xfrm>
              <a:off x="4142" y="3254"/>
              <a:ext cx="8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t>điểm dừng</a:t>
              </a:r>
            </a:p>
          </p:txBody>
        </p:sp>
      </p:grpSp>
      <p:sp>
        <p:nvSpPr>
          <p:cNvPr id="25" name="Text Box 4">
            <a:extLst>
              <a:ext uri="{FF2B5EF4-FFF2-40B4-BE49-F238E27FC236}">
                <a16:creationId xmlns:a16="http://schemas.microsoft.com/office/drawing/2014/main" id="{5F1AB9B6-F818-3444-ADBC-C06E2F236253}"/>
              </a:ext>
            </a:extLst>
          </p:cNvPr>
          <p:cNvSpPr txBox="1">
            <a:spLocks noChangeArrowheads="1"/>
          </p:cNvSpPr>
          <p:nvPr/>
        </p:nvSpPr>
        <p:spPr bwMode="auto">
          <a:xfrm>
            <a:off x="5701507" y="3848126"/>
            <a:ext cx="1905000" cy="10287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a:t>3! = 3 x 2!</a:t>
            </a:r>
          </a:p>
          <a:p>
            <a:pPr>
              <a:spcBef>
                <a:spcPct val="0"/>
              </a:spcBef>
              <a:buFontTx/>
              <a:buNone/>
            </a:pPr>
            <a:r>
              <a:rPr lang="en-US" altLang="en-US" sz="2000" dirty="0"/>
              <a:t>2! = 2 x 1!</a:t>
            </a:r>
          </a:p>
          <a:p>
            <a:pPr>
              <a:spcBef>
                <a:spcPct val="0"/>
              </a:spcBef>
              <a:buFontTx/>
              <a:buNone/>
            </a:pPr>
            <a:r>
              <a:rPr lang="en-US" altLang="en-US" sz="2000" dirty="0"/>
              <a:t>1! = 1 x 0!</a:t>
            </a:r>
          </a:p>
          <a:p>
            <a:pPr>
              <a:spcBef>
                <a:spcPct val="0"/>
              </a:spcBef>
              <a:buFontTx/>
              <a:buNone/>
            </a:pPr>
            <a:r>
              <a:rPr lang="en-US" altLang="en-US" sz="2000" dirty="0"/>
              <a:t>0! = 1: TH </a:t>
            </a:r>
            <a:r>
              <a:rPr lang="en-US" altLang="en-US" sz="2000" dirty="0" err="1"/>
              <a:t>cơ</a:t>
            </a:r>
            <a:r>
              <a:rPr lang="en-US" altLang="en-US" sz="2000" dirty="0"/>
              <a:t> </a:t>
            </a:r>
            <a:r>
              <a:rPr lang="en-US" altLang="en-US" sz="2000" dirty="0" err="1"/>
              <a:t>sở</a:t>
            </a:r>
            <a:endParaRPr lang="en-US" altLang="en-US" sz="2000" dirty="0"/>
          </a:p>
        </p:txBody>
      </p:sp>
      <p:sp>
        <p:nvSpPr>
          <p:cNvPr id="26" name="Text Box 5">
            <a:extLst>
              <a:ext uri="{FF2B5EF4-FFF2-40B4-BE49-F238E27FC236}">
                <a16:creationId xmlns:a16="http://schemas.microsoft.com/office/drawing/2014/main" id="{C8A2FE2B-2777-3F4A-876A-8F88963D5BFE}"/>
              </a:ext>
            </a:extLst>
          </p:cNvPr>
          <p:cNvSpPr txBox="1">
            <a:spLocks noChangeArrowheads="1"/>
          </p:cNvSpPr>
          <p:nvPr/>
        </p:nvSpPr>
        <p:spPr bwMode="auto">
          <a:xfrm>
            <a:off x="7684294" y="4151444"/>
            <a:ext cx="13716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t>quay lui</a:t>
            </a:r>
          </a:p>
        </p:txBody>
      </p:sp>
      <p:sp>
        <p:nvSpPr>
          <p:cNvPr id="27" name="Line 6">
            <a:extLst>
              <a:ext uri="{FF2B5EF4-FFF2-40B4-BE49-F238E27FC236}">
                <a16:creationId xmlns:a16="http://schemas.microsoft.com/office/drawing/2014/main" id="{B1419C3E-2D98-D34F-9D67-E5C74243F953}"/>
              </a:ext>
            </a:extLst>
          </p:cNvPr>
          <p:cNvSpPr>
            <a:spLocks noChangeShapeType="1"/>
          </p:cNvSpPr>
          <p:nvPr/>
        </p:nvSpPr>
        <p:spPr bwMode="auto">
          <a:xfrm flipV="1">
            <a:off x="7606507" y="3848126"/>
            <a:ext cx="0" cy="800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 name="Text Box 7">
            <a:extLst>
              <a:ext uri="{FF2B5EF4-FFF2-40B4-BE49-F238E27FC236}">
                <a16:creationId xmlns:a16="http://schemas.microsoft.com/office/drawing/2014/main" id="{508A92EE-D875-D54E-B780-FC272AEC58AF}"/>
              </a:ext>
            </a:extLst>
          </p:cNvPr>
          <p:cNvSpPr txBox="1">
            <a:spLocks noChangeArrowheads="1"/>
          </p:cNvSpPr>
          <p:nvPr/>
        </p:nvSpPr>
        <p:spPr bwMode="auto">
          <a:xfrm>
            <a:off x="4253707" y="4076726"/>
            <a:ext cx="1370013"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err="1"/>
              <a:t>Suy</a:t>
            </a:r>
            <a:r>
              <a:rPr lang="en-US" altLang="en-US" sz="2000" dirty="0"/>
              <a:t> </a:t>
            </a:r>
            <a:r>
              <a:rPr lang="en-US" altLang="en-US" sz="2000" dirty="0" err="1"/>
              <a:t>diễn</a:t>
            </a:r>
            <a:r>
              <a:rPr lang="en-US" altLang="en-US" sz="2000" dirty="0"/>
              <a:t> </a:t>
            </a:r>
            <a:r>
              <a:rPr lang="en-US" altLang="en-US" sz="2000" dirty="0" err="1"/>
              <a:t>đệ</a:t>
            </a:r>
            <a:r>
              <a:rPr lang="en-US" altLang="en-US" sz="2000" dirty="0"/>
              <a:t> </a:t>
            </a:r>
            <a:r>
              <a:rPr lang="en-US" altLang="en-US" sz="2000" dirty="0" err="1"/>
              <a:t>quy</a:t>
            </a:r>
            <a:endParaRPr lang="en-US" altLang="en-US" sz="2000" dirty="0"/>
          </a:p>
        </p:txBody>
      </p:sp>
      <p:sp>
        <p:nvSpPr>
          <p:cNvPr id="29" name="Line 8">
            <a:extLst>
              <a:ext uri="{FF2B5EF4-FFF2-40B4-BE49-F238E27FC236}">
                <a16:creationId xmlns:a16="http://schemas.microsoft.com/office/drawing/2014/main" id="{810C1F0D-0C2D-1548-A40C-BB1F9E98B489}"/>
              </a:ext>
            </a:extLst>
          </p:cNvPr>
          <p:cNvSpPr>
            <a:spLocks noChangeShapeType="1"/>
          </p:cNvSpPr>
          <p:nvPr/>
        </p:nvSpPr>
        <p:spPr bwMode="auto">
          <a:xfrm flipH="1">
            <a:off x="5472907" y="3848126"/>
            <a:ext cx="0" cy="9144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78962649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AED075C-2219-C449-BB61-E99D2310428E}"/>
              </a:ext>
            </a:extLst>
          </p:cNvPr>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a:extLst>
              <a:ext uri="{FF2B5EF4-FFF2-40B4-BE49-F238E27FC236}">
                <a16:creationId xmlns:a16="http://schemas.microsoft.com/office/drawing/2014/main" id="{5E0C9885-C208-3045-AFF9-C96C8C06F481}"/>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D8AB9308-6B2C-5E4D-8B84-FD41AA317849}"/>
              </a:ext>
            </a:extLst>
          </p:cNvPr>
          <p:cNvSpPr>
            <a:spLocks noGrp="1"/>
          </p:cNvSpPr>
          <p:nvPr>
            <p:ph type="sldNum" sz="quarter" idx="12"/>
          </p:nvPr>
        </p:nvSpPr>
        <p:spPr/>
        <p:txBody>
          <a:bodyPr/>
          <a:lstStyle/>
          <a:p>
            <a:fld id="{BA7BC09B-FE30-A349-B1D2-5A364F511F98}" type="slidenum">
              <a:rPr lang="en-US" smtClean="0"/>
              <a:t>75</a:t>
            </a:fld>
            <a:endParaRPr lang="en-US"/>
          </a:p>
        </p:txBody>
      </p:sp>
      <p:sp>
        <p:nvSpPr>
          <p:cNvPr id="2" name="Title 1">
            <a:extLst>
              <a:ext uri="{FF2B5EF4-FFF2-40B4-BE49-F238E27FC236}">
                <a16:creationId xmlns:a16="http://schemas.microsoft.com/office/drawing/2014/main" id="{631770AA-37EC-D248-A4BC-90C2E55536B2}"/>
              </a:ext>
            </a:extLst>
          </p:cNvPr>
          <p:cNvSpPr>
            <a:spLocks noGrp="1"/>
          </p:cNvSpPr>
          <p:nvPr>
            <p:ph type="title"/>
          </p:nvPr>
        </p:nvSpPr>
        <p:spPr/>
        <p:txBody>
          <a:bodyPr/>
          <a:lstStyle/>
          <a:p>
            <a:r>
              <a:rPr lang="en-US" dirty="0" err="1"/>
              <a:t>Khái</a:t>
            </a:r>
            <a:r>
              <a:rPr lang="en-US" dirty="0"/>
              <a:t> </a:t>
            </a:r>
            <a:r>
              <a:rPr lang="en-US" dirty="0" err="1"/>
              <a:t>niệm</a:t>
            </a:r>
            <a:r>
              <a:rPr lang="en-US" dirty="0"/>
              <a:t> </a:t>
            </a:r>
            <a:r>
              <a:rPr lang="en-US" dirty="0" err="1"/>
              <a:t>đệ</a:t>
            </a:r>
            <a:r>
              <a:rPr lang="en-US" dirty="0"/>
              <a:t> </a:t>
            </a:r>
            <a:r>
              <a:rPr lang="en-US" dirty="0" err="1"/>
              <a:t>quy</a:t>
            </a:r>
            <a:endParaRPr lang="en-US" dirty="0"/>
          </a:p>
        </p:txBody>
      </p:sp>
      <p:sp>
        <p:nvSpPr>
          <p:cNvPr id="3" name="Content Placeholder 2">
            <a:extLst>
              <a:ext uri="{FF2B5EF4-FFF2-40B4-BE49-F238E27FC236}">
                <a16:creationId xmlns:a16="http://schemas.microsoft.com/office/drawing/2014/main" id="{E91DBFF7-E0B4-6943-A6CD-090558AF7FAE}"/>
              </a:ext>
            </a:extLst>
          </p:cNvPr>
          <p:cNvSpPr>
            <a:spLocks noGrp="1"/>
          </p:cNvSpPr>
          <p:nvPr>
            <p:ph sz="quarter" idx="13"/>
          </p:nvPr>
        </p:nvSpPr>
        <p:spPr/>
        <p:txBody>
          <a:bodyPr>
            <a:normAutofit/>
          </a:bodyPr>
          <a:lstStyle/>
          <a:p>
            <a:pPr>
              <a:lnSpc>
                <a:spcPct val="105000"/>
              </a:lnSpc>
              <a:spcBef>
                <a:spcPct val="15000"/>
              </a:spcBef>
            </a:pPr>
            <a:r>
              <a:rPr lang="en-US" altLang="en-US" dirty="0" err="1">
                <a:cs typeface="Times New Roman" panose="02020603050405020304" pitchFamily="18" charset="0"/>
              </a:rPr>
              <a:t>Giải</a:t>
            </a:r>
            <a:r>
              <a:rPr lang="en-US" altLang="en-US" dirty="0">
                <a:cs typeface="Times New Roman" panose="02020603050405020304" pitchFamily="18" charset="0"/>
              </a:rPr>
              <a:t> </a:t>
            </a:r>
            <a:r>
              <a:rPr lang="en-US" altLang="en-US" dirty="0" err="1">
                <a:cs typeface="Times New Roman" panose="02020603050405020304" pitchFamily="18" charset="0"/>
              </a:rPr>
              <a:t>thuật</a:t>
            </a:r>
            <a:r>
              <a:rPr lang="en-US" altLang="en-US" dirty="0">
                <a:cs typeface="Times New Roman" panose="02020603050405020304" pitchFamily="18" charset="0"/>
              </a:rPr>
              <a:t> </a:t>
            </a:r>
            <a:r>
              <a:rPr lang="en-US" altLang="en-US" dirty="0" err="1">
                <a:cs typeface="Times New Roman" panose="02020603050405020304" pitchFamily="18" charset="0"/>
              </a:rPr>
              <a:t>đệ</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(recursive algorithm)</a:t>
            </a:r>
          </a:p>
          <a:p>
            <a:pPr lvl="1">
              <a:lnSpc>
                <a:spcPct val="105000"/>
              </a:lnSpc>
              <a:spcBef>
                <a:spcPct val="15000"/>
              </a:spcBef>
            </a:pPr>
            <a:r>
              <a:rPr lang="en-US" altLang="en-US" dirty="0" err="1">
                <a:cs typeface="Times New Roman" panose="02020603050405020304" pitchFamily="18" charset="0"/>
              </a:rPr>
              <a:t>Ví</a:t>
            </a:r>
            <a:r>
              <a:rPr lang="en-US" altLang="en-US" dirty="0">
                <a:cs typeface="Times New Roman" panose="02020603050405020304" pitchFamily="18" charset="0"/>
              </a:rPr>
              <a:t> </a:t>
            </a:r>
            <a:r>
              <a:rPr lang="en-US" altLang="en-US" dirty="0" err="1">
                <a:cs typeface="Times New Roman" panose="02020603050405020304" pitchFamily="18" charset="0"/>
              </a:rPr>
              <a:t>dụ</a:t>
            </a:r>
            <a:r>
              <a:rPr lang="en-US" altLang="en-US" dirty="0">
                <a:cs typeface="Times New Roman" panose="02020603050405020304" pitchFamily="18" charset="0"/>
              </a:rPr>
              <a:t>: </a:t>
            </a:r>
            <a:r>
              <a:rPr lang="en-US" altLang="en-US" dirty="0" err="1">
                <a:cs typeface="Times New Roman" panose="02020603050405020304" pitchFamily="18" charset="0"/>
              </a:rPr>
              <a:t>Tìm</a:t>
            </a:r>
            <a:r>
              <a:rPr lang="en-US" altLang="en-US" dirty="0">
                <a:cs typeface="Times New Roman" panose="02020603050405020304" pitchFamily="18" charset="0"/>
              </a:rPr>
              <a:t> </a:t>
            </a:r>
            <a:r>
              <a:rPr lang="en-US" altLang="en-US" dirty="0" err="1">
                <a:cs typeface="Times New Roman" panose="02020603050405020304" pitchFamily="18" charset="0"/>
              </a:rPr>
              <a:t>số</a:t>
            </a:r>
            <a:r>
              <a:rPr lang="en-US" altLang="en-US" dirty="0">
                <a:cs typeface="Times New Roman" panose="02020603050405020304" pitchFamily="18" charset="0"/>
              </a:rPr>
              <a:t> </a:t>
            </a:r>
            <a:r>
              <a:rPr lang="en-US" altLang="en-US" dirty="0" err="1">
                <a:cs typeface="Times New Roman" panose="02020603050405020304" pitchFamily="18" charset="0"/>
              </a:rPr>
              <a:t>nhỏ</a:t>
            </a:r>
            <a:r>
              <a:rPr lang="en-US" altLang="en-US" dirty="0">
                <a:cs typeface="Times New Roman" panose="02020603050405020304" pitchFamily="18" charset="0"/>
              </a:rPr>
              <a:t> </a:t>
            </a:r>
            <a:r>
              <a:rPr lang="en-US" altLang="en-US" dirty="0" err="1">
                <a:cs typeface="Times New Roman" panose="02020603050405020304" pitchFamily="18" charset="0"/>
              </a:rPr>
              <a:t>nhất</a:t>
            </a:r>
            <a:r>
              <a:rPr lang="en-US" altLang="en-US" dirty="0">
                <a:cs typeface="Times New Roman" panose="02020603050405020304" pitchFamily="18" charset="0"/>
              </a:rPr>
              <a:t> </a:t>
            </a:r>
            <a:r>
              <a:rPr lang="en-US" altLang="en-US" dirty="0" err="1">
                <a:cs typeface="Times New Roman" panose="02020603050405020304" pitchFamily="18" charset="0"/>
              </a:rPr>
              <a:t>trong</a:t>
            </a:r>
            <a:r>
              <a:rPr lang="en-US" altLang="en-US" dirty="0">
                <a:cs typeface="Times New Roman" panose="02020603050405020304" pitchFamily="18" charset="0"/>
              </a:rPr>
              <a:t> </a:t>
            </a:r>
            <a:r>
              <a:rPr lang="en-US" altLang="en-US" dirty="0" err="1">
                <a:cs typeface="Times New Roman" panose="02020603050405020304" pitchFamily="18" charset="0"/>
              </a:rPr>
              <a:t>một</a:t>
            </a:r>
            <a:r>
              <a:rPr lang="en-US" altLang="en-US" dirty="0">
                <a:cs typeface="Times New Roman" panose="02020603050405020304" pitchFamily="18" charset="0"/>
              </a:rPr>
              <a:t> </a:t>
            </a:r>
            <a:r>
              <a:rPr lang="en-US" altLang="en-US" dirty="0" err="1">
                <a:cs typeface="Times New Roman" panose="02020603050405020304" pitchFamily="18" charset="0"/>
              </a:rPr>
              <a:t>dãy</a:t>
            </a:r>
            <a:r>
              <a:rPr lang="en-US" altLang="en-US" dirty="0">
                <a:cs typeface="Times New Roman" panose="02020603050405020304" pitchFamily="18" charset="0"/>
              </a:rPr>
              <a:t> N </a:t>
            </a:r>
            <a:r>
              <a:rPr lang="en-US" altLang="en-US" dirty="0" err="1">
                <a:cs typeface="Times New Roman" panose="02020603050405020304" pitchFamily="18" charset="0"/>
              </a:rPr>
              <a:t>số</a:t>
            </a:r>
            <a:r>
              <a:rPr lang="en-US" altLang="en-US" dirty="0">
                <a:cs typeface="Times New Roman" panose="02020603050405020304" pitchFamily="18" charset="0"/>
              </a:rPr>
              <a:t> a</a:t>
            </a:r>
            <a:r>
              <a:rPr lang="en-US" altLang="en-US" baseline="-30000" dirty="0">
                <a:cs typeface="Times New Roman" panose="02020603050405020304" pitchFamily="18" charset="0"/>
              </a:rPr>
              <a:t>1</a:t>
            </a:r>
            <a:r>
              <a:rPr lang="en-US" altLang="en-US" dirty="0">
                <a:cs typeface="Times New Roman" panose="02020603050405020304" pitchFamily="18" charset="0"/>
              </a:rPr>
              <a:t>, a</a:t>
            </a:r>
            <a:r>
              <a:rPr lang="en-US" altLang="en-US" baseline="-30000" dirty="0">
                <a:cs typeface="Times New Roman" panose="02020603050405020304" pitchFamily="18" charset="0"/>
              </a:rPr>
              <a:t>2</a:t>
            </a:r>
            <a:r>
              <a:rPr lang="en-US" altLang="en-US" dirty="0">
                <a:cs typeface="Times New Roman" panose="02020603050405020304" pitchFamily="18" charset="0"/>
              </a:rPr>
              <a:t>, </a:t>
            </a:r>
            <a:r>
              <a:rPr lang="en-US" altLang="en-US" dirty="0">
                <a:cs typeface="Arial" panose="020B0604020202020204" pitchFamily="34" charset="0"/>
              </a:rPr>
              <a:t>…</a:t>
            </a:r>
            <a:r>
              <a:rPr lang="en-US" altLang="en-US" dirty="0">
                <a:cs typeface="Times New Roman" panose="02020603050405020304" pitchFamily="18" charset="0"/>
              </a:rPr>
              <a:t>, </a:t>
            </a:r>
            <a:r>
              <a:rPr lang="en-US" altLang="en-US" dirty="0" err="1">
                <a:cs typeface="Times New Roman" panose="02020603050405020304" pitchFamily="18" charset="0"/>
              </a:rPr>
              <a:t>a</a:t>
            </a:r>
            <a:r>
              <a:rPr lang="en-US" altLang="en-US" sz="2000" baseline="-25000" dirty="0" err="1">
                <a:cs typeface="Times New Roman" panose="02020603050405020304" pitchFamily="18" charset="0"/>
              </a:rPr>
              <a:t>N</a:t>
            </a:r>
            <a:endParaRPr lang="en-US" altLang="en-US" dirty="0">
              <a:cs typeface="Times New Roman" panose="02020603050405020304" pitchFamily="18" charset="0"/>
            </a:endParaRPr>
          </a:p>
          <a:p>
            <a:pPr lvl="2">
              <a:lnSpc>
                <a:spcPct val="105000"/>
              </a:lnSpc>
              <a:spcBef>
                <a:spcPct val="15000"/>
              </a:spcBef>
            </a:pPr>
            <a:r>
              <a:rPr lang="en-US" altLang="en-US" dirty="0">
                <a:cs typeface="Times New Roman" panose="02020603050405020304" pitchFamily="18" charset="0"/>
              </a:rPr>
              <a:t>1) </a:t>
            </a:r>
            <a:r>
              <a:rPr lang="en-US" altLang="en-US" dirty="0" err="1">
                <a:cs typeface="Times New Roman" panose="02020603050405020304" pitchFamily="18" charset="0"/>
              </a:rPr>
              <a:t>Nếu</a:t>
            </a:r>
            <a:r>
              <a:rPr lang="en-US" altLang="en-US" dirty="0">
                <a:cs typeface="Times New Roman" panose="02020603050405020304" pitchFamily="18" charset="0"/>
              </a:rPr>
              <a:t> N=1 </a:t>
            </a:r>
            <a:r>
              <a:rPr lang="en-US" altLang="en-US" dirty="0" err="1">
                <a:cs typeface="Times New Roman" panose="02020603050405020304" pitchFamily="18" charset="0"/>
              </a:rPr>
              <a:t>thì</a:t>
            </a:r>
            <a:r>
              <a:rPr lang="en-US" altLang="en-US" dirty="0">
                <a:cs typeface="Times New Roman" panose="02020603050405020304" pitchFamily="18" charset="0"/>
              </a:rPr>
              <a:t> min=a</a:t>
            </a:r>
            <a:r>
              <a:rPr lang="en-US" altLang="en-US" baseline="-30000" dirty="0">
                <a:cs typeface="Times New Roman" panose="02020603050405020304" pitchFamily="18" charset="0"/>
              </a:rPr>
              <a:t>1</a:t>
            </a:r>
            <a:r>
              <a:rPr lang="en-US" altLang="en-US" dirty="0">
                <a:cs typeface="Times New Roman" panose="02020603050405020304" pitchFamily="18" charset="0"/>
              </a:rPr>
              <a:t>;</a:t>
            </a:r>
          </a:p>
          <a:p>
            <a:pPr lvl="2">
              <a:lnSpc>
                <a:spcPct val="105000"/>
              </a:lnSpc>
              <a:spcBef>
                <a:spcPct val="15000"/>
              </a:spcBef>
            </a:pPr>
            <a:r>
              <a:rPr lang="en-US" altLang="en-US" dirty="0">
                <a:cs typeface="Times New Roman" panose="02020603050405020304" pitchFamily="18" charset="0"/>
              </a:rPr>
              <a:t>2) Chia </a:t>
            </a:r>
            <a:r>
              <a:rPr lang="en-US" altLang="en-US" dirty="0" err="1">
                <a:cs typeface="Times New Roman" panose="02020603050405020304" pitchFamily="18" charset="0"/>
              </a:rPr>
              <a:t>dãy</a:t>
            </a:r>
            <a:r>
              <a:rPr lang="en-US" altLang="en-US" dirty="0">
                <a:cs typeface="Times New Roman" panose="02020603050405020304" pitchFamily="18" charset="0"/>
              </a:rPr>
              <a:t> ban </a:t>
            </a:r>
            <a:r>
              <a:rPr lang="en-US" altLang="en-US" dirty="0" err="1">
                <a:cs typeface="Times New Roman" panose="02020603050405020304" pitchFamily="18" charset="0"/>
              </a:rPr>
              <a:t>đầu</a:t>
            </a:r>
            <a:r>
              <a:rPr lang="en-US" altLang="en-US" dirty="0">
                <a:cs typeface="Times New Roman" panose="02020603050405020304" pitchFamily="18" charset="0"/>
              </a:rPr>
              <a:t> </a:t>
            </a:r>
            <a:r>
              <a:rPr lang="en-US" altLang="en-US" dirty="0" err="1">
                <a:cs typeface="Times New Roman" panose="02020603050405020304" pitchFamily="18" charset="0"/>
              </a:rPr>
              <a:t>thành</a:t>
            </a:r>
            <a:r>
              <a:rPr lang="en-US" altLang="en-US" dirty="0">
                <a:cs typeface="Times New Roman" panose="02020603050405020304" pitchFamily="18" charset="0"/>
              </a:rPr>
              <a:t> </a:t>
            </a:r>
            <a:r>
              <a:rPr lang="en-US" altLang="en-US" dirty="0" err="1">
                <a:cs typeface="Times New Roman" panose="02020603050405020304" pitchFamily="18" charset="0"/>
              </a:rPr>
              <a:t>hai</a:t>
            </a:r>
            <a:r>
              <a:rPr lang="en-US" altLang="en-US" dirty="0">
                <a:cs typeface="Times New Roman" panose="02020603050405020304" pitchFamily="18" charset="0"/>
              </a:rPr>
              <a:t> </a:t>
            </a:r>
            <a:r>
              <a:rPr lang="en-US" altLang="en-US" dirty="0" err="1">
                <a:cs typeface="Times New Roman" panose="02020603050405020304" pitchFamily="18" charset="0"/>
              </a:rPr>
              <a:t>dãy</a:t>
            </a:r>
            <a:r>
              <a:rPr lang="en-US" altLang="en-US" dirty="0">
                <a:cs typeface="Times New Roman" panose="02020603050405020304" pitchFamily="18" charset="0"/>
              </a:rPr>
              <a:t> con:</a:t>
            </a:r>
            <a:br>
              <a:rPr lang="en-US" altLang="en-US" dirty="0">
                <a:cs typeface="Times New Roman" panose="02020603050405020304" pitchFamily="18" charset="0"/>
              </a:rPr>
            </a:br>
            <a:r>
              <a:rPr lang="en-US" altLang="en-US" dirty="0">
                <a:cs typeface="Times New Roman" panose="02020603050405020304" pitchFamily="18" charset="0"/>
              </a:rPr>
              <a:t>L</a:t>
            </a:r>
            <a:r>
              <a:rPr lang="en-US" altLang="en-US" baseline="-30000" dirty="0">
                <a:cs typeface="Times New Roman" panose="02020603050405020304" pitchFamily="18" charset="0"/>
              </a:rPr>
              <a:t>1</a:t>
            </a:r>
            <a:r>
              <a:rPr lang="en-US" altLang="en-US" dirty="0">
                <a:cs typeface="Times New Roman" panose="02020603050405020304" pitchFamily="18" charset="0"/>
              </a:rPr>
              <a:t> = a</a:t>
            </a:r>
            <a:r>
              <a:rPr lang="en-US" altLang="en-US" baseline="-30000" dirty="0">
                <a:cs typeface="Times New Roman" panose="02020603050405020304" pitchFamily="18" charset="0"/>
              </a:rPr>
              <a:t>1</a:t>
            </a:r>
            <a:r>
              <a:rPr lang="en-US" altLang="en-US" dirty="0">
                <a:cs typeface="Times New Roman" panose="02020603050405020304" pitchFamily="18" charset="0"/>
              </a:rPr>
              <a:t>, a</a:t>
            </a:r>
            <a:r>
              <a:rPr lang="en-US" altLang="en-US" baseline="-30000" dirty="0">
                <a:cs typeface="Times New Roman" panose="02020603050405020304" pitchFamily="18" charset="0"/>
              </a:rPr>
              <a:t>2</a:t>
            </a:r>
            <a:r>
              <a:rPr lang="en-US" altLang="en-US" dirty="0">
                <a:cs typeface="Times New Roman" panose="02020603050405020304" pitchFamily="18" charset="0"/>
              </a:rPr>
              <a:t>,</a:t>
            </a:r>
            <a:r>
              <a:rPr lang="en-US" altLang="en-US" dirty="0">
                <a:cs typeface="Arial" panose="020B0604020202020204" pitchFamily="34" charset="0"/>
              </a:rPr>
              <a:t>…</a:t>
            </a:r>
            <a:r>
              <a:rPr lang="en-US" altLang="en-US" dirty="0">
                <a:cs typeface="Times New Roman" panose="02020603050405020304" pitchFamily="18" charset="0"/>
              </a:rPr>
              <a:t>, a</a:t>
            </a:r>
            <a:r>
              <a:rPr lang="en-US" altLang="en-US" baseline="-25000" dirty="0">
                <a:cs typeface="Times New Roman" panose="02020603050405020304" pitchFamily="18" charset="0"/>
              </a:rPr>
              <a:t>m</a:t>
            </a:r>
            <a:r>
              <a:rPr lang="en-US" altLang="en-US" dirty="0">
                <a:cs typeface="Times New Roman" panose="02020603050405020304" pitchFamily="18" charset="0"/>
              </a:rPr>
              <a:t> </a:t>
            </a:r>
            <a:r>
              <a:rPr lang="en-US" altLang="en-US" dirty="0" err="1">
                <a:cs typeface="Times New Roman" panose="02020603050405020304" pitchFamily="18" charset="0"/>
              </a:rPr>
              <a:t>và</a:t>
            </a:r>
            <a:r>
              <a:rPr lang="en-US" altLang="en-US" dirty="0">
                <a:cs typeface="Times New Roman" panose="02020603050405020304" pitchFamily="18" charset="0"/>
              </a:rPr>
              <a:t> L</a:t>
            </a:r>
            <a:r>
              <a:rPr lang="en-US" altLang="en-US" baseline="-30000" dirty="0">
                <a:cs typeface="Times New Roman" panose="02020603050405020304" pitchFamily="18" charset="0"/>
              </a:rPr>
              <a:t>2</a:t>
            </a:r>
            <a:r>
              <a:rPr lang="en-US" altLang="en-US" dirty="0">
                <a:cs typeface="Times New Roman" panose="02020603050405020304" pitchFamily="18" charset="0"/>
              </a:rPr>
              <a:t> = a</a:t>
            </a:r>
            <a:r>
              <a:rPr lang="en-US" altLang="en-US" baseline="-25000" dirty="0">
                <a:cs typeface="Times New Roman" panose="02020603050405020304" pitchFamily="18" charset="0"/>
              </a:rPr>
              <a:t>m</a:t>
            </a:r>
            <a:r>
              <a:rPr lang="en-US" altLang="en-US" baseline="-30000" dirty="0">
                <a:cs typeface="Times New Roman" panose="02020603050405020304" pitchFamily="18" charset="0"/>
              </a:rPr>
              <a:t>+1</a:t>
            </a:r>
            <a:r>
              <a:rPr lang="en-US" altLang="en-US" dirty="0">
                <a:cs typeface="Times New Roman" panose="02020603050405020304" pitchFamily="18" charset="0"/>
              </a:rPr>
              <a:t>, a</a:t>
            </a:r>
            <a:r>
              <a:rPr lang="en-US" altLang="en-US" baseline="-25000" dirty="0">
                <a:cs typeface="Times New Roman" panose="02020603050405020304" pitchFamily="18" charset="0"/>
              </a:rPr>
              <a:t>m</a:t>
            </a:r>
            <a:r>
              <a:rPr lang="en-US" altLang="en-US" baseline="-30000" dirty="0">
                <a:cs typeface="Times New Roman" panose="02020603050405020304" pitchFamily="18" charset="0"/>
              </a:rPr>
              <a:t>+2</a:t>
            </a:r>
            <a:r>
              <a:rPr lang="en-US" altLang="en-US" dirty="0">
                <a:cs typeface="Times New Roman" panose="02020603050405020304" pitchFamily="18" charset="0"/>
              </a:rPr>
              <a:t>,</a:t>
            </a:r>
            <a:r>
              <a:rPr lang="en-US" altLang="en-US" dirty="0">
                <a:cs typeface="Arial" panose="020B0604020202020204" pitchFamily="34" charset="0"/>
              </a:rPr>
              <a:t>…</a:t>
            </a:r>
            <a:r>
              <a:rPr lang="en-US" altLang="en-US" dirty="0">
                <a:cs typeface="Times New Roman" panose="02020603050405020304" pitchFamily="18" charset="0"/>
              </a:rPr>
              <a:t>, </a:t>
            </a:r>
            <a:r>
              <a:rPr lang="en-US" altLang="en-US" dirty="0" err="1">
                <a:cs typeface="Times New Roman" panose="02020603050405020304" pitchFamily="18" charset="0"/>
              </a:rPr>
              <a:t>a</a:t>
            </a:r>
            <a:r>
              <a:rPr lang="en-US" altLang="en-US" baseline="-25000" dirty="0" err="1">
                <a:cs typeface="Times New Roman" panose="02020603050405020304" pitchFamily="18" charset="0"/>
              </a:rPr>
              <a:t>N</a:t>
            </a:r>
            <a:br>
              <a:rPr lang="en-US" altLang="en-US" dirty="0">
                <a:cs typeface="Times New Roman" panose="02020603050405020304" pitchFamily="18" charset="0"/>
              </a:rPr>
            </a:br>
            <a:r>
              <a:rPr lang="en-US" altLang="en-US" dirty="0" err="1">
                <a:cs typeface="Times New Roman" panose="02020603050405020304" pitchFamily="18" charset="0"/>
              </a:rPr>
              <a:t>với</a:t>
            </a:r>
            <a:r>
              <a:rPr lang="en-US" altLang="en-US" dirty="0">
                <a:cs typeface="Times New Roman" panose="02020603050405020304" pitchFamily="18" charset="0"/>
              </a:rPr>
              <a:t> m=(1+N) DIV 2.</a:t>
            </a:r>
            <a:br>
              <a:rPr lang="en-US" altLang="en-US" dirty="0">
                <a:cs typeface="Times New Roman" panose="02020603050405020304" pitchFamily="18" charset="0"/>
              </a:rPr>
            </a:br>
            <a:r>
              <a:rPr lang="en-US" altLang="en-US" dirty="0" err="1">
                <a:cs typeface="Times New Roman" panose="02020603050405020304" pitchFamily="18" charset="0"/>
              </a:rPr>
              <a:t>Tìm</a:t>
            </a:r>
            <a:r>
              <a:rPr lang="en-US" altLang="en-US" dirty="0">
                <a:cs typeface="Times New Roman" panose="02020603050405020304" pitchFamily="18" charset="0"/>
              </a:rPr>
              <a:t> min</a:t>
            </a:r>
            <a:r>
              <a:rPr lang="en-US" altLang="en-US" baseline="-30000" dirty="0">
                <a:cs typeface="Times New Roman" panose="02020603050405020304" pitchFamily="18" charset="0"/>
              </a:rPr>
              <a:t>1</a:t>
            </a:r>
            <a:r>
              <a:rPr lang="en-US" altLang="en-US" dirty="0">
                <a:cs typeface="Times New Roman" panose="02020603050405020304" pitchFamily="18" charset="0"/>
              </a:rPr>
              <a:t> </a:t>
            </a:r>
            <a:r>
              <a:rPr lang="en-US" altLang="en-US" dirty="0" err="1">
                <a:cs typeface="Times New Roman" panose="02020603050405020304" pitchFamily="18" charset="0"/>
              </a:rPr>
              <a:t>trong</a:t>
            </a:r>
            <a:r>
              <a:rPr lang="en-US" altLang="en-US" dirty="0">
                <a:cs typeface="Times New Roman" panose="02020603050405020304" pitchFamily="18" charset="0"/>
              </a:rPr>
              <a:t> </a:t>
            </a:r>
            <a:r>
              <a:rPr lang="en-US" altLang="en-US" dirty="0" err="1">
                <a:cs typeface="Times New Roman" panose="02020603050405020304" pitchFamily="18" charset="0"/>
              </a:rPr>
              <a:t>dãy</a:t>
            </a:r>
            <a:r>
              <a:rPr lang="en-US" altLang="en-US" dirty="0">
                <a:cs typeface="Times New Roman" panose="02020603050405020304" pitchFamily="18" charset="0"/>
              </a:rPr>
              <a:t> L</a:t>
            </a:r>
            <a:r>
              <a:rPr lang="en-US" altLang="en-US" baseline="-30000" dirty="0">
                <a:cs typeface="Times New Roman" panose="02020603050405020304" pitchFamily="18" charset="0"/>
              </a:rPr>
              <a:t>1</a:t>
            </a:r>
            <a:r>
              <a:rPr lang="en-US" altLang="en-US" dirty="0">
                <a:cs typeface="Times New Roman" panose="02020603050405020304" pitchFamily="18" charset="0"/>
              </a:rPr>
              <a:t> </a:t>
            </a:r>
            <a:r>
              <a:rPr lang="en-US" altLang="en-US" dirty="0" err="1">
                <a:cs typeface="Times New Roman" panose="02020603050405020304" pitchFamily="18" charset="0"/>
              </a:rPr>
              <a:t>và</a:t>
            </a:r>
            <a:r>
              <a:rPr lang="en-US" altLang="en-US" dirty="0">
                <a:cs typeface="Times New Roman" panose="02020603050405020304" pitchFamily="18" charset="0"/>
              </a:rPr>
              <a:t> min</a:t>
            </a:r>
            <a:r>
              <a:rPr lang="en-US" altLang="en-US" baseline="-30000" dirty="0">
                <a:cs typeface="Times New Roman" panose="02020603050405020304" pitchFamily="18" charset="0"/>
              </a:rPr>
              <a:t>2</a:t>
            </a:r>
            <a:r>
              <a:rPr lang="en-US" altLang="en-US" dirty="0">
                <a:cs typeface="Times New Roman" panose="02020603050405020304" pitchFamily="18" charset="0"/>
              </a:rPr>
              <a:t> </a:t>
            </a:r>
            <a:r>
              <a:rPr lang="en-US" altLang="en-US" dirty="0" err="1">
                <a:cs typeface="Times New Roman" panose="02020603050405020304" pitchFamily="18" charset="0"/>
              </a:rPr>
              <a:t>trong</a:t>
            </a:r>
            <a:r>
              <a:rPr lang="en-US" altLang="en-US" dirty="0">
                <a:cs typeface="Times New Roman" panose="02020603050405020304" pitchFamily="18" charset="0"/>
              </a:rPr>
              <a:t> </a:t>
            </a:r>
            <a:r>
              <a:rPr lang="en-US" altLang="en-US" dirty="0" err="1">
                <a:cs typeface="Times New Roman" panose="02020603050405020304" pitchFamily="18" charset="0"/>
              </a:rPr>
              <a:t>dãy</a:t>
            </a:r>
            <a:r>
              <a:rPr lang="en-US" altLang="en-US" dirty="0">
                <a:cs typeface="Times New Roman" panose="02020603050405020304" pitchFamily="18" charset="0"/>
              </a:rPr>
              <a:t> L</a:t>
            </a:r>
            <a:r>
              <a:rPr lang="en-US" altLang="en-US" baseline="-30000" dirty="0">
                <a:cs typeface="Times New Roman" panose="02020603050405020304" pitchFamily="18" charset="0"/>
              </a:rPr>
              <a:t>2</a:t>
            </a:r>
            <a:r>
              <a:rPr lang="en-US" altLang="en-US" dirty="0">
                <a:cs typeface="Times New Roman" panose="02020603050405020304" pitchFamily="18" charset="0"/>
              </a:rPr>
              <a:t>.</a:t>
            </a:r>
            <a:br>
              <a:rPr lang="en-US" altLang="en-US" dirty="0">
                <a:cs typeface="Times New Roman" panose="02020603050405020304" pitchFamily="18" charset="0"/>
              </a:rPr>
            </a:br>
            <a:r>
              <a:rPr lang="en-US" altLang="en-US" dirty="0">
                <a:cs typeface="Times New Roman" panose="02020603050405020304" pitchFamily="18" charset="0"/>
              </a:rPr>
              <a:t>So </a:t>
            </a:r>
            <a:r>
              <a:rPr lang="en-US" altLang="en-US" dirty="0" err="1">
                <a:cs typeface="Times New Roman" panose="02020603050405020304" pitchFamily="18" charset="0"/>
              </a:rPr>
              <a:t>sánh</a:t>
            </a:r>
            <a:r>
              <a:rPr lang="en-US" altLang="en-US" dirty="0">
                <a:cs typeface="Times New Roman" panose="02020603050405020304" pitchFamily="18" charset="0"/>
              </a:rPr>
              <a:t> min</a:t>
            </a:r>
            <a:r>
              <a:rPr lang="en-US" altLang="en-US" baseline="-30000" dirty="0">
                <a:cs typeface="Times New Roman" panose="02020603050405020304" pitchFamily="18" charset="0"/>
              </a:rPr>
              <a:t>1</a:t>
            </a:r>
            <a:r>
              <a:rPr lang="en-US" altLang="en-US" dirty="0">
                <a:cs typeface="Times New Roman" panose="02020603050405020304" pitchFamily="18" charset="0"/>
              </a:rPr>
              <a:t> </a:t>
            </a:r>
            <a:r>
              <a:rPr lang="en-US" altLang="en-US" dirty="0" err="1">
                <a:cs typeface="Times New Roman" panose="02020603050405020304" pitchFamily="18" charset="0"/>
              </a:rPr>
              <a:t>và</a:t>
            </a:r>
            <a:r>
              <a:rPr lang="en-US" altLang="en-US" dirty="0">
                <a:cs typeface="Times New Roman" panose="02020603050405020304" pitchFamily="18" charset="0"/>
              </a:rPr>
              <a:t> min</a:t>
            </a:r>
            <a:r>
              <a:rPr lang="en-US" altLang="en-US" baseline="-30000" dirty="0">
                <a:cs typeface="Times New Roman" panose="02020603050405020304" pitchFamily="18" charset="0"/>
              </a:rPr>
              <a:t>2</a:t>
            </a:r>
            <a:r>
              <a:rPr lang="en-US" altLang="en-US" dirty="0">
                <a:cs typeface="Times New Roman" panose="02020603050405020304" pitchFamily="18" charset="0"/>
              </a:rPr>
              <a:t> </a:t>
            </a:r>
            <a:r>
              <a:rPr lang="en-US" altLang="en-US" dirty="0" err="1">
                <a:cs typeface="Times New Roman" panose="02020603050405020304" pitchFamily="18" charset="0"/>
              </a:rPr>
              <a:t>để</a:t>
            </a:r>
            <a:r>
              <a:rPr lang="en-US" altLang="en-US" dirty="0">
                <a:cs typeface="Times New Roman" panose="02020603050405020304" pitchFamily="18" charset="0"/>
              </a:rPr>
              <a:t> </a:t>
            </a:r>
            <a:r>
              <a:rPr lang="en-US" altLang="en-US" dirty="0" err="1">
                <a:cs typeface="Times New Roman" panose="02020603050405020304" pitchFamily="18" charset="0"/>
              </a:rPr>
              <a:t>tìm</a:t>
            </a:r>
            <a:r>
              <a:rPr lang="en-US" altLang="en-US" dirty="0">
                <a:cs typeface="Times New Roman" panose="02020603050405020304" pitchFamily="18" charset="0"/>
              </a:rPr>
              <a:t> ra min </a:t>
            </a:r>
            <a:r>
              <a:rPr lang="en-US" altLang="en-US" dirty="0" err="1">
                <a:cs typeface="Times New Roman" panose="02020603050405020304" pitchFamily="18" charset="0"/>
              </a:rPr>
              <a:t>của</a:t>
            </a:r>
            <a:r>
              <a:rPr lang="en-US" altLang="en-US" dirty="0">
                <a:cs typeface="Times New Roman" panose="02020603050405020304" pitchFamily="18" charset="0"/>
              </a:rPr>
              <a:t> </a:t>
            </a:r>
            <a:r>
              <a:rPr lang="en-US" altLang="en-US" dirty="0" err="1">
                <a:cs typeface="Times New Roman" panose="02020603050405020304" pitchFamily="18" charset="0"/>
              </a:rPr>
              <a:t>dãy</a:t>
            </a:r>
            <a:r>
              <a:rPr lang="en-US" altLang="en-US" dirty="0">
                <a:cs typeface="Times New Roman" panose="02020603050405020304" pitchFamily="18" charset="0"/>
              </a:rPr>
              <a:t> ban </a:t>
            </a:r>
            <a:r>
              <a:rPr lang="en-US" altLang="en-US" dirty="0" err="1">
                <a:cs typeface="Times New Roman" panose="02020603050405020304" pitchFamily="18" charset="0"/>
              </a:rPr>
              <a:t>đầu</a:t>
            </a:r>
            <a:r>
              <a:rPr lang="en-US" altLang="en-US" dirty="0">
                <a:cs typeface="Times New Roman" panose="02020603050405020304" pitchFamily="18" charset="0"/>
              </a:rPr>
              <a:t> </a:t>
            </a:r>
          </a:p>
          <a:p>
            <a:pPr lvl="1">
              <a:lnSpc>
                <a:spcPct val="105000"/>
              </a:lnSpc>
              <a:spcBef>
                <a:spcPct val="15000"/>
              </a:spcBef>
            </a:pPr>
            <a:r>
              <a:rPr lang="en-US" altLang="en-US" dirty="0" err="1">
                <a:cs typeface="Times New Roman" panose="02020603050405020304" pitchFamily="18" charset="0"/>
              </a:rPr>
              <a:t>Lưu</a:t>
            </a:r>
            <a:r>
              <a:rPr lang="en-US" altLang="en-US" dirty="0">
                <a:cs typeface="Times New Roman" panose="02020603050405020304" pitchFamily="18" charset="0"/>
              </a:rPr>
              <a:t> </a:t>
            </a:r>
            <a:r>
              <a:rPr lang="en-US" altLang="en-US" dirty="0" err="1">
                <a:cs typeface="Times New Roman" panose="02020603050405020304" pitchFamily="18" charset="0"/>
              </a:rPr>
              <a:t>ý</a:t>
            </a:r>
            <a:r>
              <a:rPr lang="en-US" altLang="en-US" dirty="0">
                <a:cs typeface="Times New Roman" panose="02020603050405020304" pitchFamily="18" charset="0"/>
              </a:rPr>
              <a:t>:</a:t>
            </a:r>
          </a:p>
          <a:p>
            <a:pPr lvl="2">
              <a:lnSpc>
                <a:spcPct val="105000"/>
              </a:lnSpc>
              <a:spcBef>
                <a:spcPct val="15000"/>
              </a:spcBef>
            </a:pPr>
            <a:r>
              <a:rPr lang="en-US" altLang="en-US" dirty="0" err="1">
                <a:cs typeface="Times New Roman" panose="02020603050405020304" pitchFamily="18" charset="0"/>
              </a:rPr>
              <a:t>Trong</a:t>
            </a:r>
            <a:r>
              <a:rPr lang="en-US" altLang="en-US" dirty="0">
                <a:cs typeface="Times New Roman" panose="02020603050405020304" pitchFamily="18" charset="0"/>
              </a:rPr>
              <a:t> </a:t>
            </a:r>
            <a:r>
              <a:rPr lang="en-US" altLang="en-US" dirty="0" err="1">
                <a:cs typeface="Times New Roman" panose="02020603050405020304" pitchFamily="18" charset="0"/>
              </a:rPr>
              <a:t>trường</a:t>
            </a:r>
            <a:r>
              <a:rPr lang="en-US" altLang="en-US" dirty="0">
                <a:cs typeface="Times New Roman" panose="02020603050405020304" pitchFamily="18" charset="0"/>
              </a:rPr>
              <a:t> </a:t>
            </a:r>
            <a:r>
              <a:rPr lang="en-US" altLang="en-US" dirty="0" err="1">
                <a:cs typeface="Times New Roman" panose="02020603050405020304" pitchFamily="18" charset="0"/>
              </a:rPr>
              <a:t>hợp</a:t>
            </a:r>
            <a:r>
              <a:rPr lang="en-US" altLang="en-US" dirty="0">
                <a:cs typeface="Times New Roman" panose="02020603050405020304" pitchFamily="18" charset="0"/>
              </a:rPr>
              <a:t> </a:t>
            </a:r>
            <a:r>
              <a:rPr lang="en-US" altLang="en-US" dirty="0" err="1">
                <a:cs typeface="Times New Roman" panose="02020603050405020304" pitchFamily="18" charset="0"/>
              </a:rPr>
              <a:t>khái</a:t>
            </a:r>
            <a:r>
              <a:rPr lang="en-US" altLang="en-US" dirty="0">
                <a:cs typeface="Times New Roman" panose="02020603050405020304" pitchFamily="18" charset="0"/>
              </a:rPr>
              <a:t> </a:t>
            </a:r>
            <a:r>
              <a:rPr lang="en-US" altLang="en-US" dirty="0" err="1">
                <a:cs typeface="Times New Roman" panose="02020603050405020304" pitchFamily="18" charset="0"/>
              </a:rPr>
              <a:t>quát</a:t>
            </a:r>
            <a:r>
              <a:rPr lang="en-US" altLang="en-US" dirty="0">
                <a:cs typeface="Times New Roman" panose="02020603050405020304" pitchFamily="18" charset="0"/>
              </a:rPr>
              <a:t> </a:t>
            </a:r>
            <a:r>
              <a:rPr lang="en-US" altLang="en-US" dirty="0" err="1">
                <a:cs typeface="Times New Roman" panose="02020603050405020304" pitchFamily="18" charset="0"/>
              </a:rPr>
              <a:t>hơn</a:t>
            </a:r>
            <a:r>
              <a:rPr lang="en-US" altLang="en-US" dirty="0">
                <a:cs typeface="Times New Roman" panose="02020603050405020304" pitchFamily="18" charset="0"/>
              </a:rPr>
              <a:t>, </a:t>
            </a:r>
            <a:r>
              <a:rPr lang="en-US" altLang="en-US" dirty="0" err="1">
                <a:cs typeface="Times New Roman" panose="02020603050405020304" pitchFamily="18" charset="0"/>
              </a:rPr>
              <a:t>từ</a:t>
            </a:r>
            <a:r>
              <a:rPr lang="en-US" altLang="en-US" dirty="0">
                <a:cs typeface="Times New Roman" panose="02020603050405020304" pitchFamily="18" charset="0"/>
              </a:rPr>
              <a:t> </a:t>
            </a:r>
            <a:r>
              <a:rPr lang="en-US" altLang="en-US" dirty="0" err="1">
                <a:cs typeface="Times New Roman" panose="02020603050405020304" pitchFamily="18" charset="0"/>
              </a:rPr>
              <a:t>bài</a:t>
            </a:r>
            <a:r>
              <a:rPr lang="en-US" altLang="en-US" dirty="0">
                <a:cs typeface="Times New Roman" panose="02020603050405020304" pitchFamily="18" charset="0"/>
              </a:rPr>
              <a:t> </a:t>
            </a:r>
            <a:r>
              <a:rPr lang="en-US" altLang="en-US" dirty="0" err="1">
                <a:cs typeface="Times New Roman" panose="02020603050405020304" pitchFamily="18" charset="0"/>
              </a:rPr>
              <a:t>toán</a:t>
            </a:r>
            <a:r>
              <a:rPr lang="en-US" altLang="en-US" dirty="0">
                <a:cs typeface="Times New Roman" panose="02020603050405020304" pitchFamily="18" charset="0"/>
              </a:rPr>
              <a:t> ban </a:t>
            </a:r>
            <a:r>
              <a:rPr lang="en-US" altLang="en-US" dirty="0" err="1">
                <a:cs typeface="Times New Roman" panose="02020603050405020304" pitchFamily="18" charset="0"/>
              </a:rPr>
              <a:t>đầu</a:t>
            </a:r>
            <a:r>
              <a:rPr lang="en-US" altLang="en-US" dirty="0">
                <a:cs typeface="Times New Roman" panose="02020603050405020304" pitchFamily="18" charset="0"/>
              </a:rPr>
              <a:t> ta </a:t>
            </a:r>
            <a:r>
              <a:rPr lang="en-US" altLang="en-US" dirty="0" err="1">
                <a:cs typeface="Times New Roman" panose="02020603050405020304" pitchFamily="18" charset="0"/>
              </a:rPr>
              <a:t>có</a:t>
            </a:r>
            <a:r>
              <a:rPr lang="en-US" altLang="en-US" dirty="0">
                <a:cs typeface="Times New Roman" panose="02020603050405020304" pitchFamily="18" charset="0"/>
              </a:rPr>
              <a:t> </a:t>
            </a:r>
            <a:r>
              <a:rPr lang="en-US" altLang="en-US" dirty="0" err="1">
                <a:cs typeface="Times New Roman" panose="02020603050405020304" pitchFamily="18" charset="0"/>
              </a:rPr>
              <a:t>thể</a:t>
            </a:r>
            <a:r>
              <a:rPr lang="en-US" altLang="en-US" dirty="0">
                <a:cs typeface="Times New Roman" panose="02020603050405020304" pitchFamily="18" charset="0"/>
              </a:rPr>
              <a:t> </a:t>
            </a:r>
            <a:r>
              <a:rPr lang="en-US" altLang="en-US" dirty="0" err="1">
                <a:cs typeface="Times New Roman" panose="02020603050405020304" pitchFamily="18" charset="0"/>
              </a:rPr>
              <a:t>phải</a:t>
            </a:r>
            <a:r>
              <a:rPr lang="en-US" altLang="en-US" dirty="0">
                <a:cs typeface="Times New Roman" panose="02020603050405020304" pitchFamily="18" charset="0"/>
              </a:rPr>
              <a:t> </a:t>
            </a:r>
            <a:r>
              <a:rPr lang="en-US" altLang="en-US" dirty="0" err="1">
                <a:cs typeface="Times New Roman" panose="02020603050405020304" pitchFamily="18" charset="0"/>
              </a:rPr>
              <a:t>đưa</a:t>
            </a:r>
            <a:r>
              <a:rPr lang="en-US" altLang="en-US" dirty="0">
                <a:cs typeface="Times New Roman" panose="02020603050405020304" pitchFamily="18" charset="0"/>
              </a:rPr>
              <a:t> </a:t>
            </a:r>
            <a:r>
              <a:rPr lang="en-US" altLang="en-US" dirty="0" err="1">
                <a:cs typeface="Times New Roman" panose="02020603050405020304" pitchFamily="18" charset="0"/>
              </a:rPr>
              <a:t>về</a:t>
            </a:r>
            <a:r>
              <a:rPr lang="en-US" altLang="en-US" dirty="0">
                <a:cs typeface="Times New Roman" panose="02020603050405020304" pitchFamily="18" charset="0"/>
              </a:rPr>
              <a:t> </a:t>
            </a:r>
            <a:r>
              <a:rPr lang="en-US" altLang="en-US" dirty="0" err="1">
                <a:cs typeface="Times New Roman" panose="02020603050405020304" pitchFamily="18" charset="0"/>
              </a:rPr>
              <a:t>nhiều</a:t>
            </a:r>
            <a:r>
              <a:rPr lang="en-US" altLang="en-US" dirty="0">
                <a:cs typeface="Times New Roman" panose="02020603050405020304" pitchFamily="18" charset="0"/>
              </a:rPr>
              <a:t> </a:t>
            </a:r>
            <a:r>
              <a:rPr lang="en-US" altLang="en-US" dirty="0" err="1">
                <a:cs typeface="Times New Roman" panose="02020603050405020304" pitchFamily="18" charset="0"/>
              </a:rPr>
              <a:t>bài</a:t>
            </a:r>
            <a:r>
              <a:rPr lang="en-US" altLang="en-US" dirty="0">
                <a:cs typeface="Times New Roman" panose="02020603050405020304" pitchFamily="18" charset="0"/>
              </a:rPr>
              <a:t> </a:t>
            </a:r>
            <a:r>
              <a:rPr lang="en-US" altLang="en-US" dirty="0" err="1">
                <a:cs typeface="Times New Roman" panose="02020603050405020304" pitchFamily="18" charset="0"/>
              </a:rPr>
              <a:t>toán</a:t>
            </a:r>
            <a:r>
              <a:rPr lang="en-US" altLang="en-US" dirty="0">
                <a:cs typeface="Times New Roman" panose="02020603050405020304" pitchFamily="18" charset="0"/>
              </a:rPr>
              <a:t> con </a:t>
            </a:r>
            <a:r>
              <a:rPr lang="en-US" altLang="en-US" dirty="0" err="1">
                <a:cs typeface="Times New Roman" panose="02020603050405020304" pitchFamily="18" charset="0"/>
              </a:rPr>
              <a:t>tương</a:t>
            </a:r>
            <a:r>
              <a:rPr lang="en-US" altLang="en-US" dirty="0">
                <a:cs typeface="Times New Roman" panose="02020603050405020304" pitchFamily="18" charset="0"/>
              </a:rPr>
              <a:t> </a:t>
            </a:r>
            <a:r>
              <a:rPr lang="en-US" altLang="en-US" dirty="0" err="1">
                <a:cs typeface="Times New Roman" panose="02020603050405020304" pitchFamily="18" charset="0"/>
              </a:rPr>
              <a:t>tự</a:t>
            </a:r>
            <a:r>
              <a:rPr lang="en-US" altLang="en-US" dirty="0">
                <a:cs typeface="Times New Roman" panose="02020603050405020304" pitchFamily="18" charset="0"/>
              </a:rPr>
              <a:t>. </a:t>
            </a:r>
          </a:p>
        </p:txBody>
      </p:sp>
    </p:spTree>
    <p:extLst>
      <p:ext uri="{BB962C8B-B14F-4D97-AF65-F5344CB8AC3E}">
        <p14:creationId xmlns:p14="http://schemas.microsoft.com/office/powerpoint/2010/main" val="16409573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3F7C2EF-CD84-4C64-A946-9A865E901796}"/>
              </a:ext>
            </a:extLst>
          </p:cNvPr>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a:extLst>
              <a:ext uri="{FF2B5EF4-FFF2-40B4-BE49-F238E27FC236}">
                <a16:creationId xmlns:a16="http://schemas.microsoft.com/office/drawing/2014/main" id="{768C5645-A107-4EDD-9245-83A776B8E9CB}"/>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DCAA30DD-A09E-44E2-BCF2-477EBB25FABA}"/>
              </a:ext>
            </a:extLst>
          </p:cNvPr>
          <p:cNvSpPr>
            <a:spLocks noGrp="1"/>
          </p:cNvSpPr>
          <p:nvPr>
            <p:ph type="sldNum" sz="quarter" idx="12"/>
          </p:nvPr>
        </p:nvSpPr>
        <p:spPr/>
        <p:txBody>
          <a:bodyPr/>
          <a:lstStyle/>
          <a:p>
            <a:fld id="{BA7BC09B-FE30-A349-B1D2-5A364F511F98}" type="slidenum">
              <a:rPr lang="en-US" smtClean="0"/>
              <a:t>76</a:t>
            </a:fld>
            <a:endParaRPr lang="en-US"/>
          </a:p>
        </p:txBody>
      </p:sp>
      <p:sp>
        <p:nvSpPr>
          <p:cNvPr id="2" name="Title 1">
            <a:extLst>
              <a:ext uri="{FF2B5EF4-FFF2-40B4-BE49-F238E27FC236}">
                <a16:creationId xmlns:a16="http://schemas.microsoft.com/office/drawing/2014/main" id="{4C262EF6-8D2A-4395-B1B4-883D503A8B1F}"/>
              </a:ext>
            </a:extLst>
          </p:cNvPr>
          <p:cNvSpPr>
            <a:spLocks noGrp="1"/>
          </p:cNvSpPr>
          <p:nvPr>
            <p:ph type="title"/>
          </p:nvPr>
        </p:nvSpPr>
        <p:spPr/>
        <p:txBody>
          <a:bodyPr/>
          <a:lstStyle/>
          <a:p>
            <a:r>
              <a:rPr lang="en-US" dirty="0" err="1"/>
              <a:t>Tìm</a:t>
            </a:r>
            <a:r>
              <a:rPr lang="en-US" dirty="0"/>
              <a:t> min – max </a:t>
            </a:r>
            <a:r>
              <a:rPr lang="en-US" dirty="0" err="1"/>
              <a:t>đệ</a:t>
            </a:r>
            <a:r>
              <a:rPr lang="en-US" dirty="0"/>
              <a:t> </a:t>
            </a:r>
            <a:r>
              <a:rPr lang="en-US" dirty="0" err="1"/>
              <a:t>quy</a:t>
            </a:r>
            <a:endParaRPr lang="en-US" dirty="0"/>
          </a:p>
        </p:txBody>
      </p:sp>
      <p:sp>
        <p:nvSpPr>
          <p:cNvPr id="3" name="Chỗ dành sẵn cho Nội dung 2">
            <a:extLst>
              <a:ext uri="{FF2B5EF4-FFF2-40B4-BE49-F238E27FC236}">
                <a16:creationId xmlns:a16="http://schemas.microsoft.com/office/drawing/2014/main" id="{750086A2-7318-A3CA-11BA-FF5E94E30B49}"/>
              </a:ext>
            </a:extLst>
          </p:cNvPr>
          <p:cNvSpPr>
            <a:spLocks noGrp="1"/>
          </p:cNvSpPr>
          <p:nvPr>
            <p:ph sz="quarter" idx="13"/>
          </p:nvPr>
        </p:nvSpPr>
        <p:spPr/>
        <p:txBody>
          <a:bodyPr/>
          <a:lstStyle/>
          <a:p>
            <a:endParaRPr lang="vi-VN"/>
          </a:p>
        </p:txBody>
      </p:sp>
      <p:sp>
        <p:nvSpPr>
          <p:cNvPr id="10" name="TextBox 9">
            <a:extLst>
              <a:ext uri="{FF2B5EF4-FFF2-40B4-BE49-F238E27FC236}">
                <a16:creationId xmlns:a16="http://schemas.microsoft.com/office/drawing/2014/main" id="{C9D8C1C0-84C9-4A63-A201-D4964F0BD3BF}"/>
              </a:ext>
            </a:extLst>
          </p:cNvPr>
          <p:cNvSpPr txBox="1"/>
          <p:nvPr/>
        </p:nvSpPr>
        <p:spPr>
          <a:xfrm>
            <a:off x="612058" y="1613448"/>
            <a:ext cx="4572000" cy="3970318"/>
          </a:xfrm>
          <a:prstGeom prst="rect">
            <a:avLst/>
          </a:prstGeom>
          <a:noFill/>
        </p:spPr>
        <p:txBody>
          <a:bodyPr wrap="square">
            <a:spAutoFit/>
          </a:bodyPr>
          <a:lstStyle/>
          <a:p>
            <a:r>
              <a:rPr lang="sv-SE" sz="1800" dirty="0">
                <a:solidFill>
                  <a:srgbClr val="0000FF"/>
                </a:solidFill>
                <a:latin typeface="Consolas" panose="020B0609020204030204" pitchFamily="49" charset="0"/>
              </a:rPr>
              <a:t>int</a:t>
            </a:r>
            <a:r>
              <a:rPr lang="sv-SE" sz="1800" dirty="0">
                <a:solidFill>
                  <a:srgbClr val="000000"/>
                </a:solidFill>
                <a:latin typeface="Consolas" panose="020B0609020204030204" pitchFamily="49" charset="0"/>
              </a:rPr>
              <a:t> Min(</a:t>
            </a:r>
            <a:r>
              <a:rPr lang="sv-SE" sz="1800" dirty="0">
                <a:solidFill>
                  <a:srgbClr val="0000FF"/>
                </a:solidFill>
                <a:latin typeface="Consolas" panose="020B0609020204030204" pitchFamily="49" charset="0"/>
              </a:rPr>
              <a:t>int</a:t>
            </a:r>
            <a:r>
              <a:rPr lang="sv-SE" sz="1800" dirty="0">
                <a:solidFill>
                  <a:srgbClr val="000000"/>
                </a:solidFill>
                <a:latin typeface="Consolas" panose="020B0609020204030204" pitchFamily="49" charset="0"/>
              </a:rPr>
              <a:t> </a:t>
            </a:r>
            <a:r>
              <a:rPr lang="sv-SE" sz="1800" dirty="0">
                <a:solidFill>
                  <a:srgbClr val="808080"/>
                </a:solidFill>
                <a:latin typeface="Consolas" panose="020B0609020204030204" pitchFamily="49" charset="0"/>
              </a:rPr>
              <a:t>A</a:t>
            </a:r>
            <a:r>
              <a:rPr lang="sv-SE" sz="1800" dirty="0">
                <a:solidFill>
                  <a:srgbClr val="000000"/>
                </a:solidFill>
                <a:latin typeface="Consolas" panose="020B0609020204030204" pitchFamily="49" charset="0"/>
              </a:rPr>
              <a:t>[], </a:t>
            </a:r>
            <a:r>
              <a:rPr lang="sv-SE" sz="1800" dirty="0">
                <a:solidFill>
                  <a:srgbClr val="0000FF"/>
                </a:solidFill>
                <a:latin typeface="Consolas" panose="020B0609020204030204" pitchFamily="49" charset="0"/>
              </a:rPr>
              <a:t>int</a:t>
            </a:r>
            <a:r>
              <a:rPr lang="sv-SE" sz="1800" dirty="0">
                <a:solidFill>
                  <a:srgbClr val="000000"/>
                </a:solidFill>
                <a:latin typeface="Consolas" panose="020B0609020204030204" pitchFamily="49" charset="0"/>
              </a:rPr>
              <a:t> </a:t>
            </a:r>
            <a:r>
              <a:rPr lang="sv-SE" sz="1800" dirty="0">
                <a:solidFill>
                  <a:srgbClr val="808080"/>
                </a:solidFill>
                <a:latin typeface="Consolas" panose="020B0609020204030204" pitchFamily="49" charset="0"/>
              </a:rPr>
              <a:t>n</a:t>
            </a:r>
            <a:r>
              <a:rPr lang="sv-SE" sz="1800" dirty="0">
                <a:solidFill>
                  <a:srgbClr val="000000"/>
                </a:solidFill>
                <a:latin typeface="Consolas" panose="020B0609020204030204" pitchFamily="49" charset="0"/>
              </a:rPr>
              <a:t>)</a:t>
            </a:r>
          </a:p>
          <a:p>
            <a:r>
              <a:rPr lang="en-US" sz="1800" dirty="0">
                <a:solidFill>
                  <a:srgbClr val="000000"/>
                </a:solidFill>
                <a:latin typeface="Consolas" panose="020B0609020204030204" pitchFamily="49" charset="0"/>
              </a:rPr>
              <a:t>{</a:t>
            </a:r>
          </a:p>
          <a:p>
            <a:r>
              <a:rPr lang="en-US" sz="1800" dirty="0">
                <a:solidFill>
                  <a:srgbClr val="0000FF"/>
                </a:solidFill>
                <a:latin typeface="Consolas" panose="020B0609020204030204" pitchFamily="49" charset="0"/>
              </a:rPr>
              <a:t>if</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a:t>
            </a:r>
            <a:r>
              <a:rPr lang="en-US" sz="1800" dirty="0">
                <a:solidFill>
                  <a:srgbClr val="000000"/>
                </a:solidFill>
                <a:latin typeface="Consolas" panose="020B0609020204030204" pitchFamily="49" charset="0"/>
              </a:rPr>
              <a:t> == 0)</a:t>
            </a:r>
          </a:p>
          <a:p>
            <a:r>
              <a:rPr lang="en-US" sz="1800" dirty="0">
                <a:solidFill>
                  <a:srgbClr val="0000FF"/>
                </a:solidFill>
                <a:latin typeface="Consolas" panose="020B0609020204030204" pitchFamily="49" charset="0"/>
              </a:rPr>
              <a:t>return</a:t>
            </a:r>
            <a:r>
              <a:rPr lang="en-US" sz="1800" dirty="0">
                <a:solidFill>
                  <a:srgbClr val="000000"/>
                </a:solidFill>
                <a:latin typeface="Consolas" panose="020B0609020204030204" pitchFamily="49" charset="0"/>
              </a:rPr>
              <a:t> -1;</a:t>
            </a:r>
          </a:p>
          <a:p>
            <a:r>
              <a:rPr lang="en-US" sz="1800" dirty="0">
                <a:solidFill>
                  <a:srgbClr val="0000FF"/>
                </a:solidFill>
                <a:latin typeface="Consolas" panose="020B0609020204030204" pitchFamily="49" charset="0"/>
              </a:rPr>
              <a:t>if</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a:t>
            </a:r>
            <a:r>
              <a:rPr lang="en-US" sz="1800" dirty="0">
                <a:solidFill>
                  <a:srgbClr val="000000"/>
                </a:solidFill>
                <a:latin typeface="Consolas" panose="020B0609020204030204" pitchFamily="49" charset="0"/>
              </a:rPr>
              <a:t> == 1)</a:t>
            </a:r>
          </a:p>
          <a:p>
            <a:r>
              <a:rPr lang="en-US" sz="1800" dirty="0">
                <a:solidFill>
                  <a:srgbClr val="0000FF"/>
                </a:solidFill>
                <a:latin typeface="Consolas" panose="020B0609020204030204" pitchFamily="49" charset="0"/>
              </a:rPr>
              <a:t>return</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a:t>
            </a:r>
            <a:r>
              <a:rPr lang="en-US" sz="1800" dirty="0">
                <a:solidFill>
                  <a:srgbClr val="000000"/>
                </a:solidFill>
                <a:latin typeface="Consolas" panose="020B0609020204030204" pitchFamily="49" charset="0"/>
              </a:rPr>
              <a:t>[0];</a:t>
            </a:r>
          </a:p>
          <a:p>
            <a:r>
              <a:rPr lang="en-US" sz="1800" dirty="0">
                <a:solidFill>
                  <a:srgbClr val="0000FF"/>
                </a:solidFill>
                <a:latin typeface="Consolas" panose="020B0609020204030204" pitchFamily="49" charset="0"/>
              </a:rPr>
              <a:t>else</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a:t>
            </a:r>
          </a:p>
          <a:p>
            <a:r>
              <a:rPr lang="pt-BR" sz="1800" dirty="0">
                <a:solidFill>
                  <a:srgbClr val="0000FF"/>
                </a:solidFill>
                <a:latin typeface="Consolas" panose="020B0609020204030204" pitchFamily="49" charset="0"/>
              </a:rPr>
              <a:t>if</a:t>
            </a:r>
            <a:r>
              <a:rPr lang="pt-BR" sz="1800" dirty="0">
                <a:solidFill>
                  <a:srgbClr val="000000"/>
                </a:solidFill>
                <a:latin typeface="Consolas" panose="020B0609020204030204" pitchFamily="49" charset="0"/>
              </a:rPr>
              <a:t> (</a:t>
            </a:r>
            <a:r>
              <a:rPr lang="pt-BR" sz="1800" dirty="0">
                <a:solidFill>
                  <a:srgbClr val="808080"/>
                </a:solidFill>
                <a:latin typeface="Consolas" panose="020B0609020204030204" pitchFamily="49" charset="0"/>
              </a:rPr>
              <a:t>A</a:t>
            </a:r>
            <a:r>
              <a:rPr lang="pt-BR" sz="1800" dirty="0">
                <a:solidFill>
                  <a:srgbClr val="000000"/>
                </a:solidFill>
                <a:latin typeface="Consolas" panose="020B0609020204030204" pitchFamily="49" charset="0"/>
              </a:rPr>
              <a:t>[</a:t>
            </a:r>
            <a:r>
              <a:rPr lang="pt-BR" sz="1800" dirty="0">
                <a:solidFill>
                  <a:srgbClr val="808080"/>
                </a:solidFill>
                <a:latin typeface="Consolas" panose="020B0609020204030204" pitchFamily="49" charset="0"/>
              </a:rPr>
              <a:t>n</a:t>
            </a:r>
            <a:r>
              <a:rPr lang="pt-BR" sz="1800" dirty="0">
                <a:solidFill>
                  <a:srgbClr val="000000"/>
                </a:solidFill>
                <a:latin typeface="Consolas" panose="020B0609020204030204" pitchFamily="49" charset="0"/>
              </a:rPr>
              <a:t> - 1] &lt; Min(</a:t>
            </a:r>
            <a:r>
              <a:rPr lang="pt-BR" sz="1800" dirty="0">
                <a:solidFill>
                  <a:srgbClr val="808080"/>
                </a:solidFill>
                <a:latin typeface="Consolas" panose="020B0609020204030204" pitchFamily="49" charset="0"/>
              </a:rPr>
              <a:t>A</a:t>
            </a:r>
            <a:r>
              <a:rPr lang="pt-BR" sz="1800" dirty="0">
                <a:solidFill>
                  <a:srgbClr val="000000"/>
                </a:solidFill>
                <a:latin typeface="Consolas" panose="020B0609020204030204" pitchFamily="49" charset="0"/>
              </a:rPr>
              <a:t>, </a:t>
            </a:r>
            <a:r>
              <a:rPr lang="pt-BR" sz="1800" dirty="0">
                <a:solidFill>
                  <a:srgbClr val="808080"/>
                </a:solidFill>
                <a:latin typeface="Consolas" panose="020B0609020204030204" pitchFamily="49" charset="0"/>
              </a:rPr>
              <a:t>n</a:t>
            </a:r>
            <a:r>
              <a:rPr lang="pt-BR" sz="1800" dirty="0">
                <a:solidFill>
                  <a:srgbClr val="000000"/>
                </a:solidFill>
                <a:latin typeface="Consolas" panose="020B0609020204030204" pitchFamily="49" charset="0"/>
              </a:rPr>
              <a:t> - 1))</a:t>
            </a:r>
          </a:p>
          <a:p>
            <a:r>
              <a:rPr lang="en-US" sz="1800" dirty="0">
                <a:solidFill>
                  <a:srgbClr val="0000FF"/>
                </a:solidFill>
                <a:latin typeface="Consolas" panose="020B0609020204030204" pitchFamily="49" charset="0"/>
              </a:rPr>
              <a:t>return</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a:t>
            </a:r>
            <a:r>
              <a:rPr lang="en-US" sz="1800" dirty="0">
                <a:solidFill>
                  <a:srgbClr val="000000"/>
                </a:solidFill>
                <a:latin typeface="Consolas" panose="020B0609020204030204" pitchFamily="49" charset="0"/>
              </a:rPr>
              <a:t>[</a:t>
            </a:r>
            <a:r>
              <a:rPr lang="en-US" sz="1800" dirty="0">
                <a:solidFill>
                  <a:srgbClr val="808080"/>
                </a:solidFill>
                <a:latin typeface="Consolas" panose="020B0609020204030204" pitchFamily="49" charset="0"/>
              </a:rPr>
              <a:t>n</a:t>
            </a:r>
            <a:r>
              <a:rPr lang="en-US" sz="1800" dirty="0">
                <a:solidFill>
                  <a:srgbClr val="000000"/>
                </a:solidFill>
                <a:latin typeface="Consolas" panose="020B0609020204030204" pitchFamily="49" charset="0"/>
              </a:rPr>
              <a:t> - 1];</a:t>
            </a:r>
          </a:p>
          <a:p>
            <a:r>
              <a:rPr lang="en-US" sz="1800" dirty="0">
                <a:solidFill>
                  <a:srgbClr val="0000FF"/>
                </a:solidFill>
                <a:latin typeface="Consolas" panose="020B0609020204030204" pitchFamily="49" charset="0"/>
              </a:rPr>
              <a:t>else</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return</a:t>
            </a:r>
            <a:r>
              <a:rPr lang="en-US" sz="1800" dirty="0">
                <a:solidFill>
                  <a:srgbClr val="000000"/>
                </a:solidFill>
                <a:latin typeface="Consolas" panose="020B0609020204030204" pitchFamily="49" charset="0"/>
              </a:rPr>
              <a:t> Min(</a:t>
            </a:r>
            <a:r>
              <a:rPr lang="en-US" sz="1800" dirty="0">
                <a:solidFill>
                  <a:srgbClr val="808080"/>
                </a:solidFill>
                <a:latin typeface="Consolas" panose="020B0609020204030204" pitchFamily="49" charset="0"/>
              </a:rPr>
              <a:t>A</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a:t>
            </a:r>
            <a:r>
              <a:rPr lang="en-US" sz="1800" dirty="0">
                <a:solidFill>
                  <a:srgbClr val="000000"/>
                </a:solidFill>
                <a:latin typeface="Consolas" panose="020B0609020204030204" pitchFamily="49" charset="0"/>
              </a:rPr>
              <a:t> - 1);</a:t>
            </a:r>
          </a:p>
          <a:p>
            <a:r>
              <a:rPr lang="en-US" sz="1800" dirty="0">
                <a:solidFill>
                  <a:srgbClr val="000000"/>
                </a:solidFill>
                <a:latin typeface="Consolas" panose="020B0609020204030204" pitchFamily="49" charset="0"/>
              </a:rPr>
              <a:t>}</a:t>
            </a:r>
          </a:p>
          <a:p>
            <a:r>
              <a:rPr lang="en-US" sz="1800" dirty="0">
                <a:solidFill>
                  <a:srgbClr val="000000"/>
                </a:solidFill>
                <a:latin typeface="Consolas" panose="020B0609020204030204" pitchFamily="49" charset="0"/>
              </a:rPr>
              <a:t>}</a:t>
            </a:r>
            <a:endParaRPr lang="en-US" dirty="0"/>
          </a:p>
        </p:txBody>
      </p:sp>
      <p:sp>
        <p:nvSpPr>
          <p:cNvPr id="12" name="TextBox 11">
            <a:extLst>
              <a:ext uri="{FF2B5EF4-FFF2-40B4-BE49-F238E27FC236}">
                <a16:creationId xmlns:a16="http://schemas.microsoft.com/office/drawing/2014/main" id="{242F6D25-1677-4201-8F3C-F9F5F85736D6}"/>
              </a:ext>
            </a:extLst>
          </p:cNvPr>
          <p:cNvSpPr txBox="1"/>
          <p:nvPr/>
        </p:nvSpPr>
        <p:spPr>
          <a:xfrm>
            <a:off x="4852220" y="1532331"/>
            <a:ext cx="4572000" cy="3970318"/>
          </a:xfrm>
          <a:prstGeom prst="rect">
            <a:avLst/>
          </a:prstGeom>
          <a:noFill/>
        </p:spPr>
        <p:txBody>
          <a:bodyPr wrap="square">
            <a:spAutoFit/>
          </a:bodyPr>
          <a:lstStyle/>
          <a:p>
            <a:r>
              <a:rPr lang="fr-FR" sz="1800" dirty="0" err="1">
                <a:solidFill>
                  <a:srgbClr val="0000FF"/>
                </a:solidFill>
                <a:latin typeface="Consolas" panose="020B0609020204030204" pitchFamily="49" charset="0"/>
              </a:rPr>
              <a:t>int</a:t>
            </a:r>
            <a:r>
              <a:rPr lang="fr-FR" sz="1800" dirty="0">
                <a:solidFill>
                  <a:srgbClr val="000000"/>
                </a:solidFill>
                <a:latin typeface="Consolas" panose="020B0609020204030204" pitchFamily="49" charset="0"/>
              </a:rPr>
              <a:t> Max(</a:t>
            </a:r>
            <a:r>
              <a:rPr lang="fr-FR" sz="1800" dirty="0" err="1">
                <a:solidFill>
                  <a:srgbClr val="0000FF"/>
                </a:solidFill>
                <a:latin typeface="Consolas" panose="020B0609020204030204" pitchFamily="49" charset="0"/>
              </a:rPr>
              <a:t>int</a:t>
            </a:r>
            <a:r>
              <a:rPr lang="fr-FR" sz="1800" dirty="0">
                <a:solidFill>
                  <a:srgbClr val="000000"/>
                </a:solidFill>
                <a:latin typeface="Consolas" panose="020B0609020204030204" pitchFamily="49" charset="0"/>
              </a:rPr>
              <a:t> </a:t>
            </a:r>
            <a:r>
              <a:rPr lang="fr-FR" sz="1800" dirty="0">
                <a:solidFill>
                  <a:srgbClr val="808080"/>
                </a:solidFill>
                <a:latin typeface="Consolas" panose="020B0609020204030204" pitchFamily="49" charset="0"/>
              </a:rPr>
              <a:t>A</a:t>
            </a:r>
            <a:r>
              <a:rPr lang="fr-FR" sz="1800" dirty="0">
                <a:solidFill>
                  <a:srgbClr val="000000"/>
                </a:solidFill>
                <a:latin typeface="Consolas" panose="020B0609020204030204" pitchFamily="49" charset="0"/>
              </a:rPr>
              <a:t>[], </a:t>
            </a:r>
            <a:r>
              <a:rPr lang="fr-FR" sz="1800" dirty="0" err="1">
                <a:solidFill>
                  <a:srgbClr val="0000FF"/>
                </a:solidFill>
                <a:latin typeface="Consolas" panose="020B0609020204030204" pitchFamily="49" charset="0"/>
              </a:rPr>
              <a:t>int</a:t>
            </a:r>
            <a:r>
              <a:rPr lang="fr-FR" sz="1800" dirty="0">
                <a:solidFill>
                  <a:srgbClr val="000000"/>
                </a:solidFill>
                <a:latin typeface="Consolas" panose="020B0609020204030204" pitchFamily="49" charset="0"/>
              </a:rPr>
              <a:t> </a:t>
            </a:r>
            <a:r>
              <a:rPr lang="fr-FR" sz="1800" dirty="0">
                <a:solidFill>
                  <a:srgbClr val="808080"/>
                </a:solidFill>
                <a:latin typeface="Consolas" panose="020B0609020204030204" pitchFamily="49" charset="0"/>
              </a:rPr>
              <a:t>n</a:t>
            </a:r>
            <a:r>
              <a:rPr lang="fr-FR" sz="1800" dirty="0">
                <a:solidFill>
                  <a:srgbClr val="000000"/>
                </a:solidFill>
                <a:latin typeface="Consolas" panose="020B0609020204030204" pitchFamily="49" charset="0"/>
              </a:rPr>
              <a:t>)</a:t>
            </a:r>
          </a:p>
          <a:p>
            <a:r>
              <a:rPr lang="en-US" sz="1800" dirty="0">
                <a:solidFill>
                  <a:srgbClr val="000000"/>
                </a:solidFill>
                <a:latin typeface="Consolas" panose="020B0609020204030204" pitchFamily="49" charset="0"/>
              </a:rPr>
              <a:t>{</a:t>
            </a:r>
          </a:p>
          <a:p>
            <a:r>
              <a:rPr lang="en-US" sz="1800" dirty="0">
                <a:solidFill>
                  <a:srgbClr val="0000FF"/>
                </a:solidFill>
                <a:latin typeface="Consolas" panose="020B0609020204030204" pitchFamily="49" charset="0"/>
              </a:rPr>
              <a:t>if</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a:t>
            </a:r>
            <a:r>
              <a:rPr lang="en-US" sz="1800" dirty="0">
                <a:solidFill>
                  <a:srgbClr val="000000"/>
                </a:solidFill>
                <a:latin typeface="Consolas" panose="020B0609020204030204" pitchFamily="49" charset="0"/>
              </a:rPr>
              <a:t> == 0)</a:t>
            </a:r>
          </a:p>
          <a:p>
            <a:r>
              <a:rPr lang="en-US" sz="1800" dirty="0">
                <a:solidFill>
                  <a:srgbClr val="0000FF"/>
                </a:solidFill>
                <a:latin typeface="Consolas" panose="020B0609020204030204" pitchFamily="49" charset="0"/>
              </a:rPr>
              <a:t>return</a:t>
            </a:r>
            <a:r>
              <a:rPr lang="en-US" sz="1800" dirty="0">
                <a:solidFill>
                  <a:srgbClr val="000000"/>
                </a:solidFill>
                <a:latin typeface="Consolas" panose="020B0609020204030204" pitchFamily="49" charset="0"/>
              </a:rPr>
              <a:t> -1;</a:t>
            </a:r>
          </a:p>
          <a:p>
            <a:r>
              <a:rPr lang="en-US" sz="1800" dirty="0">
                <a:solidFill>
                  <a:srgbClr val="0000FF"/>
                </a:solidFill>
                <a:latin typeface="Consolas" panose="020B0609020204030204" pitchFamily="49" charset="0"/>
              </a:rPr>
              <a:t>if</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a:t>
            </a:r>
            <a:r>
              <a:rPr lang="en-US" sz="1800" dirty="0">
                <a:solidFill>
                  <a:srgbClr val="000000"/>
                </a:solidFill>
                <a:latin typeface="Consolas" panose="020B0609020204030204" pitchFamily="49" charset="0"/>
              </a:rPr>
              <a:t> == 1)</a:t>
            </a:r>
          </a:p>
          <a:p>
            <a:r>
              <a:rPr lang="en-US" sz="1800" dirty="0">
                <a:solidFill>
                  <a:srgbClr val="0000FF"/>
                </a:solidFill>
                <a:latin typeface="Consolas" panose="020B0609020204030204" pitchFamily="49" charset="0"/>
              </a:rPr>
              <a:t>return</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a:t>
            </a:r>
            <a:r>
              <a:rPr lang="en-US" sz="1800" dirty="0">
                <a:solidFill>
                  <a:srgbClr val="000000"/>
                </a:solidFill>
                <a:latin typeface="Consolas" panose="020B0609020204030204" pitchFamily="49" charset="0"/>
              </a:rPr>
              <a:t>[0];</a:t>
            </a:r>
          </a:p>
          <a:p>
            <a:r>
              <a:rPr lang="en-US" sz="1800" dirty="0">
                <a:solidFill>
                  <a:srgbClr val="0000FF"/>
                </a:solidFill>
                <a:latin typeface="Consolas" panose="020B0609020204030204" pitchFamily="49" charset="0"/>
              </a:rPr>
              <a:t>else</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a:t>
            </a:r>
          </a:p>
          <a:p>
            <a:r>
              <a:rPr lang="pt-BR" sz="1800" dirty="0">
                <a:solidFill>
                  <a:srgbClr val="0000FF"/>
                </a:solidFill>
                <a:latin typeface="Consolas" panose="020B0609020204030204" pitchFamily="49" charset="0"/>
              </a:rPr>
              <a:t>if</a:t>
            </a:r>
            <a:r>
              <a:rPr lang="pt-BR" sz="1800" dirty="0">
                <a:solidFill>
                  <a:srgbClr val="000000"/>
                </a:solidFill>
                <a:latin typeface="Consolas" panose="020B0609020204030204" pitchFamily="49" charset="0"/>
              </a:rPr>
              <a:t> (</a:t>
            </a:r>
            <a:r>
              <a:rPr lang="pt-BR" sz="1800" dirty="0">
                <a:solidFill>
                  <a:srgbClr val="808080"/>
                </a:solidFill>
                <a:latin typeface="Consolas" panose="020B0609020204030204" pitchFamily="49" charset="0"/>
              </a:rPr>
              <a:t>A</a:t>
            </a:r>
            <a:r>
              <a:rPr lang="pt-BR" sz="1800" dirty="0">
                <a:solidFill>
                  <a:srgbClr val="000000"/>
                </a:solidFill>
                <a:latin typeface="Consolas" panose="020B0609020204030204" pitchFamily="49" charset="0"/>
              </a:rPr>
              <a:t>[</a:t>
            </a:r>
            <a:r>
              <a:rPr lang="pt-BR" sz="1800" dirty="0">
                <a:solidFill>
                  <a:srgbClr val="808080"/>
                </a:solidFill>
                <a:latin typeface="Consolas" panose="020B0609020204030204" pitchFamily="49" charset="0"/>
              </a:rPr>
              <a:t>n</a:t>
            </a:r>
            <a:r>
              <a:rPr lang="pt-BR" sz="1800" dirty="0">
                <a:solidFill>
                  <a:srgbClr val="000000"/>
                </a:solidFill>
                <a:latin typeface="Consolas" panose="020B0609020204030204" pitchFamily="49" charset="0"/>
              </a:rPr>
              <a:t> - 1] &gt; Max(</a:t>
            </a:r>
            <a:r>
              <a:rPr lang="pt-BR" sz="1800" dirty="0">
                <a:solidFill>
                  <a:srgbClr val="808080"/>
                </a:solidFill>
                <a:latin typeface="Consolas" panose="020B0609020204030204" pitchFamily="49" charset="0"/>
              </a:rPr>
              <a:t>A</a:t>
            </a:r>
            <a:r>
              <a:rPr lang="pt-BR" sz="1800" dirty="0">
                <a:solidFill>
                  <a:srgbClr val="000000"/>
                </a:solidFill>
                <a:latin typeface="Consolas" panose="020B0609020204030204" pitchFamily="49" charset="0"/>
              </a:rPr>
              <a:t>, </a:t>
            </a:r>
            <a:r>
              <a:rPr lang="pt-BR" sz="1800" dirty="0">
                <a:solidFill>
                  <a:srgbClr val="808080"/>
                </a:solidFill>
                <a:latin typeface="Consolas" panose="020B0609020204030204" pitchFamily="49" charset="0"/>
              </a:rPr>
              <a:t>n</a:t>
            </a:r>
            <a:r>
              <a:rPr lang="pt-BR" sz="1800" dirty="0">
                <a:solidFill>
                  <a:srgbClr val="000000"/>
                </a:solidFill>
                <a:latin typeface="Consolas" panose="020B0609020204030204" pitchFamily="49" charset="0"/>
              </a:rPr>
              <a:t> - 1))</a:t>
            </a:r>
          </a:p>
          <a:p>
            <a:r>
              <a:rPr lang="en-US" sz="1800" dirty="0">
                <a:solidFill>
                  <a:srgbClr val="0000FF"/>
                </a:solidFill>
                <a:latin typeface="Consolas" panose="020B0609020204030204" pitchFamily="49" charset="0"/>
              </a:rPr>
              <a:t>return</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a:t>
            </a:r>
            <a:r>
              <a:rPr lang="en-US" sz="1800" dirty="0">
                <a:solidFill>
                  <a:srgbClr val="000000"/>
                </a:solidFill>
                <a:latin typeface="Consolas" panose="020B0609020204030204" pitchFamily="49" charset="0"/>
              </a:rPr>
              <a:t>[</a:t>
            </a:r>
            <a:r>
              <a:rPr lang="en-US" sz="1800" dirty="0">
                <a:solidFill>
                  <a:srgbClr val="808080"/>
                </a:solidFill>
                <a:latin typeface="Consolas" panose="020B0609020204030204" pitchFamily="49" charset="0"/>
              </a:rPr>
              <a:t>n</a:t>
            </a:r>
            <a:r>
              <a:rPr lang="en-US" sz="1800" dirty="0">
                <a:solidFill>
                  <a:srgbClr val="000000"/>
                </a:solidFill>
                <a:latin typeface="Consolas" panose="020B0609020204030204" pitchFamily="49" charset="0"/>
              </a:rPr>
              <a:t> - 1];</a:t>
            </a:r>
          </a:p>
          <a:p>
            <a:r>
              <a:rPr lang="en-US" sz="1800" dirty="0">
                <a:solidFill>
                  <a:srgbClr val="0000FF"/>
                </a:solidFill>
                <a:latin typeface="Consolas" panose="020B0609020204030204" pitchFamily="49" charset="0"/>
              </a:rPr>
              <a:t>else</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return</a:t>
            </a:r>
            <a:r>
              <a:rPr lang="en-US" sz="1800" dirty="0">
                <a:solidFill>
                  <a:srgbClr val="000000"/>
                </a:solidFill>
                <a:latin typeface="Consolas" panose="020B0609020204030204" pitchFamily="49" charset="0"/>
              </a:rPr>
              <a:t> Max(</a:t>
            </a:r>
            <a:r>
              <a:rPr lang="en-US" sz="1800" dirty="0">
                <a:solidFill>
                  <a:srgbClr val="808080"/>
                </a:solidFill>
                <a:latin typeface="Consolas" panose="020B0609020204030204" pitchFamily="49" charset="0"/>
              </a:rPr>
              <a:t>A</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a:t>
            </a:r>
            <a:r>
              <a:rPr lang="en-US" sz="1800" dirty="0">
                <a:solidFill>
                  <a:srgbClr val="000000"/>
                </a:solidFill>
                <a:latin typeface="Consolas" panose="020B0609020204030204" pitchFamily="49" charset="0"/>
              </a:rPr>
              <a:t> - 1);</a:t>
            </a:r>
          </a:p>
          <a:p>
            <a:r>
              <a:rPr lang="en-US" sz="1800" dirty="0">
                <a:solidFill>
                  <a:srgbClr val="000000"/>
                </a:solidFill>
                <a:latin typeface="Consolas" panose="020B0609020204030204" pitchFamily="49" charset="0"/>
              </a:rPr>
              <a:t>}</a:t>
            </a:r>
          </a:p>
          <a:p>
            <a:r>
              <a:rPr lang="en-US" sz="1800" dirty="0">
                <a:solidFill>
                  <a:srgbClr val="000000"/>
                </a:solidFill>
                <a:latin typeface="Consolas" panose="020B0609020204030204" pitchFamily="49" charset="0"/>
              </a:rPr>
              <a:t>}</a:t>
            </a:r>
            <a:endParaRPr lang="en-US" dirty="0"/>
          </a:p>
        </p:txBody>
      </p:sp>
    </p:spTree>
    <p:extLst>
      <p:ext uri="{BB962C8B-B14F-4D97-AF65-F5344CB8AC3E}">
        <p14:creationId xmlns:p14="http://schemas.microsoft.com/office/powerpoint/2010/main" val="155021601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FF54F78-D25D-0842-9DF4-5397F70E79E5}"/>
              </a:ext>
            </a:extLst>
          </p:cNvPr>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a:extLst>
              <a:ext uri="{FF2B5EF4-FFF2-40B4-BE49-F238E27FC236}">
                <a16:creationId xmlns:a16="http://schemas.microsoft.com/office/drawing/2014/main" id="{8994458E-0DB6-374A-9F34-42534E82222F}"/>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D3437741-A4C7-2F45-A03D-85AFC6AC6DA1}"/>
              </a:ext>
            </a:extLst>
          </p:cNvPr>
          <p:cNvSpPr>
            <a:spLocks noGrp="1"/>
          </p:cNvSpPr>
          <p:nvPr>
            <p:ph type="sldNum" sz="quarter" idx="12"/>
          </p:nvPr>
        </p:nvSpPr>
        <p:spPr/>
        <p:txBody>
          <a:bodyPr/>
          <a:lstStyle/>
          <a:p>
            <a:fld id="{BA7BC09B-FE30-A349-B1D2-5A364F511F98}" type="slidenum">
              <a:rPr lang="en-US" smtClean="0"/>
              <a:t>77</a:t>
            </a:fld>
            <a:endParaRPr lang="en-US"/>
          </a:p>
        </p:txBody>
      </p:sp>
      <p:sp>
        <p:nvSpPr>
          <p:cNvPr id="2" name="Title 1">
            <a:extLst>
              <a:ext uri="{FF2B5EF4-FFF2-40B4-BE49-F238E27FC236}">
                <a16:creationId xmlns:a16="http://schemas.microsoft.com/office/drawing/2014/main" id="{308A4E97-03D3-2649-86A1-E8E76EA4F47B}"/>
              </a:ext>
            </a:extLst>
          </p:cNvPr>
          <p:cNvSpPr>
            <a:spLocks noGrp="1"/>
          </p:cNvSpPr>
          <p:nvPr>
            <p:ph type="title"/>
          </p:nvPr>
        </p:nvSpPr>
        <p:spPr/>
        <p:txBody>
          <a:bodyPr/>
          <a:lstStyle/>
          <a:p>
            <a:r>
              <a:rPr lang="en-US" dirty="0" err="1"/>
              <a:t>Thủ</a:t>
            </a:r>
            <a:r>
              <a:rPr lang="en-US" dirty="0"/>
              <a:t> </a:t>
            </a:r>
            <a:r>
              <a:rPr lang="en-US" dirty="0" err="1"/>
              <a:t>tục</a:t>
            </a:r>
            <a:r>
              <a:rPr lang="en-US" dirty="0"/>
              <a:t> </a:t>
            </a:r>
            <a:r>
              <a:rPr lang="en-US" dirty="0" err="1"/>
              <a:t>đệ</a:t>
            </a:r>
            <a:r>
              <a:rPr lang="en-US" dirty="0"/>
              <a:t> </a:t>
            </a:r>
            <a:r>
              <a:rPr lang="en-US" dirty="0" err="1"/>
              <a:t>quy</a:t>
            </a:r>
            <a:endParaRPr lang="en-US" dirty="0"/>
          </a:p>
        </p:txBody>
      </p:sp>
      <p:sp>
        <p:nvSpPr>
          <p:cNvPr id="3" name="Content Placeholder 2">
            <a:extLst>
              <a:ext uri="{FF2B5EF4-FFF2-40B4-BE49-F238E27FC236}">
                <a16:creationId xmlns:a16="http://schemas.microsoft.com/office/drawing/2014/main" id="{57FA54EF-A590-B842-8303-9EF97C9B53E5}"/>
              </a:ext>
            </a:extLst>
          </p:cNvPr>
          <p:cNvSpPr>
            <a:spLocks noGrp="1"/>
          </p:cNvSpPr>
          <p:nvPr>
            <p:ph sz="quarter" idx="13"/>
          </p:nvPr>
        </p:nvSpPr>
        <p:spPr/>
        <p:txBody>
          <a:bodyPr>
            <a:normAutofit/>
          </a:bodyPr>
          <a:lstStyle/>
          <a:p>
            <a:r>
              <a:rPr lang="en-US" altLang="en-US" dirty="0" err="1">
                <a:cs typeface="Times New Roman" panose="02020603050405020304" pitchFamily="18" charset="0"/>
              </a:rPr>
              <a:t>Thủ</a:t>
            </a:r>
            <a:r>
              <a:rPr lang="en-US" altLang="en-US" dirty="0">
                <a:cs typeface="Times New Roman" panose="02020603050405020304" pitchFamily="18" charset="0"/>
              </a:rPr>
              <a:t> </a:t>
            </a:r>
            <a:r>
              <a:rPr lang="en-US" altLang="en-US" dirty="0" err="1">
                <a:cs typeface="Times New Roman" panose="02020603050405020304" pitchFamily="18" charset="0"/>
              </a:rPr>
              <a:t>tục</a:t>
            </a:r>
            <a:r>
              <a:rPr lang="en-US" altLang="en-US" dirty="0">
                <a:cs typeface="Times New Roman" panose="02020603050405020304" pitchFamily="18" charset="0"/>
              </a:rPr>
              <a:t> </a:t>
            </a:r>
            <a:r>
              <a:rPr lang="en-US" altLang="en-US" dirty="0" err="1">
                <a:cs typeface="Times New Roman" panose="02020603050405020304" pitchFamily="18" charset="0"/>
              </a:rPr>
              <a:t>đệ</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a:t>
            </a:r>
            <a:r>
              <a:rPr lang="en-US" altLang="en-US" dirty="0" err="1">
                <a:cs typeface="Times New Roman" panose="02020603050405020304" pitchFamily="18" charset="0"/>
              </a:rPr>
              <a:t>là</a:t>
            </a:r>
            <a:r>
              <a:rPr lang="en-US" altLang="en-US" dirty="0">
                <a:cs typeface="Times New Roman" panose="02020603050405020304" pitchFamily="18" charset="0"/>
              </a:rPr>
              <a:t> </a:t>
            </a:r>
            <a:r>
              <a:rPr lang="en-US" altLang="en-US" i="1" dirty="0" err="1">
                <a:cs typeface="Times New Roman" panose="02020603050405020304" pitchFamily="18" charset="0"/>
              </a:rPr>
              <a:t>một</a:t>
            </a:r>
            <a:r>
              <a:rPr lang="en-US" altLang="en-US" i="1" dirty="0">
                <a:cs typeface="Times New Roman" panose="02020603050405020304" pitchFamily="18" charset="0"/>
              </a:rPr>
              <a:t> </a:t>
            </a:r>
            <a:r>
              <a:rPr lang="en-US" altLang="en-US" i="1" dirty="0" err="1">
                <a:cs typeface="Times New Roman" panose="02020603050405020304" pitchFamily="18" charset="0"/>
              </a:rPr>
              <a:t>chương</a:t>
            </a:r>
            <a:r>
              <a:rPr lang="en-US" altLang="en-US" i="1" dirty="0">
                <a:cs typeface="Times New Roman" panose="02020603050405020304" pitchFamily="18" charset="0"/>
              </a:rPr>
              <a:t> </a:t>
            </a:r>
            <a:r>
              <a:rPr lang="en-US" altLang="en-US" i="1" dirty="0" err="1">
                <a:cs typeface="Times New Roman" panose="02020603050405020304" pitchFamily="18" charset="0"/>
              </a:rPr>
              <a:t>trình</a:t>
            </a:r>
            <a:r>
              <a:rPr lang="en-US" altLang="en-US" i="1" dirty="0">
                <a:cs typeface="Times New Roman" panose="02020603050405020304" pitchFamily="18" charset="0"/>
              </a:rPr>
              <a:t> con</a:t>
            </a:r>
            <a:r>
              <a:rPr lang="en-US" altLang="en-US" dirty="0">
                <a:cs typeface="Times New Roman" panose="02020603050405020304" pitchFamily="18" charset="0"/>
              </a:rPr>
              <a:t> </a:t>
            </a:r>
            <a:r>
              <a:rPr lang="en-US" altLang="en-US" dirty="0" err="1">
                <a:cs typeface="Times New Roman" panose="02020603050405020304" pitchFamily="18" charset="0"/>
              </a:rPr>
              <a:t>trực</a:t>
            </a:r>
            <a:r>
              <a:rPr lang="en-US" altLang="en-US" dirty="0">
                <a:cs typeface="Times New Roman" panose="02020603050405020304" pitchFamily="18" charset="0"/>
              </a:rPr>
              <a:t> </a:t>
            </a:r>
            <a:r>
              <a:rPr lang="en-US" altLang="en-US" dirty="0" err="1">
                <a:cs typeface="Times New Roman" panose="02020603050405020304" pitchFamily="18" charset="0"/>
              </a:rPr>
              <a:t>tiếp</a:t>
            </a:r>
            <a:r>
              <a:rPr lang="en-US" altLang="en-US" dirty="0">
                <a:cs typeface="Times New Roman" panose="02020603050405020304" pitchFamily="18" charset="0"/>
              </a:rPr>
              <a:t> </a:t>
            </a:r>
            <a:r>
              <a:rPr lang="en-US" altLang="en-US" dirty="0" err="1">
                <a:cs typeface="Times New Roman" panose="02020603050405020304" pitchFamily="18" charset="0"/>
              </a:rPr>
              <a:t>cài</a:t>
            </a:r>
            <a:r>
              <a:rPr lang="en-US" altLang="en-US" dirty="0">
                <a:cs typeface="Times New Roman" panose="02020603050405020304" pitchFamily="18" charset="0"/>
              </a:rPr>
              <a:t> </a:t>
            </a:r>
            <a:r>
              <a:rPr lang="en-US" altLang="en-US" dirty="0" err="1">
                <a:cs typeface="Times New Roman" panose="02020603050405020304" pitchFamily="18" charset="0"/>
              </a:rPr>
              <a:t>đặt</a:t>
            </a:r>
            <a:r>
              <a:rPr lang="en-US" altLang="en-US" dirty="0">
                <a:cs typeface="Times New Roman" panose="02020603050405020304" pitchFamily="18" charset="0"/>
              </a:rPr>
              <a:t> </a:t>
            </a:r>
            <a:r>
              <a:rPr lang="en-US" altLang="en-US" dirty="0" err="1">
                <a:cs typeface="Times New Roman" panose="02020603050405020304" pitchFamily="18" charset="0"/>
              </a:rPr>
              <a:t>cho</a:t>
            </a:r>
            <a:r>
              <a:rPr lang="en-US" altLang="en-US" dirty="0">
                <a:cs typeface="Times New Roman" panose="02020603050405020304" pitchFamily="18" charset="0"/>
              </a:rPr>
              <a:t> </a:t>
            </a:r>
            <a:r>
              <a:rPr lang="en-US" altLang="en-US" dirty="0" err="1">
                <a:cs typeface="Times New Roman" panose="02020603050405020304" pitchFamily="18" charset="0"/>
              </a:rPr>
              <a:t>giải</a:t>
            </a:r>
            <a:r>
              <a:rPr lang="en-US" altLang="en-US" dirty="0">
                <a:cs typeface="Times New Roman" panose="02020603050405020304" pitchFamily="18" charset="0"/>
              </a:rPr>
              <a:t> </a:t>
            </a:r>
            <a:r>
              <a:rPr lang="en-US" altLang="en-US" dirty="0" err="1">
                <a:cs typeface="Times New Roman" panose="02020603050405020304" pitchFamily="18" charset="0"/>
              </a:rPr>
              <a:t>thuật</a:t>
            </a:r>
            <a:r>
              <a:rPr lang="en-US" altLang="en-US" dirty="0">
                <a:cs typeface="Times New Roman" panose="02020603050405020304" pitchFamily="18" charset="0"/>
              </a:rPr>
              <a:t> </a:t>
            </a:r>
            <a:r>
              <a:rPr lang="en-US" altLang="en-US" dirty="0" err="1">
                <a:cs typeface="Times New Roman" panose="02020603050405020304" pitchFamily="18" charset="0"/>
              </a:rPr>
              <a:t>đệ</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a:t>
            </a:r>
          </a:p>
          <a:p>
            <a:pPr lvl="1"/>
            <a:r>
              <a:rPr lang="en-US" altLang="en-US" dirty="0">
                <a:cs typeface="Times New Roman" panose="02020603050405020304" pitchFamily="18" charset="0"/>
              </a:rPr>
              <a:t>Trong C/C++ </a:t>
            </a:r>
            <a:r>
              <a:rPr lang="en-US" altLang="en-US" dirty="0" err="1">
                <a:cs typeface="Times New Roman" panose="02020603050405020304" pitchFamily="18" charset="0"/>
              </a:rPr>
              <a:t>chỉ</a:t>
            </a:r>
            <a:r>
              <a:rPr lang="en-US" altLang="en-US" dirty="0">
                <a:cs typeface="Times New Roman" panose="02020603050405020304" pitchFamily="18" charset="0"/>
              </a:rPr>
              <a:t> </a:t>
            </a:r>
            <a:r>
              <a:rPr lang="en-US" altLang="en-US" dirty="0" err="1">
                <a:cs typeface="Times New Roman" panose="02020603050405020304" pitchFamily="18" charset="0"/>
              </a:rPr>
              <a:t>có</a:t>
            </a:r>
            <a:r>
              <a:rPr lang="en-US" altLang="en-US" dirty="0">
                <a:cs typeface="Times New Roman" panose="02020603050405020304" pitchFamily="18" charset="0"/>
              </a:rPr>
              <a:t> </a:t>
            </a:r>
            <a:r>
              <a:rPr lang="en-US" altLang="en-US" dirty="0" err="1">
                <a:cs typeface="Times New Roman" panose="02020603050405020304" pitchFamily="18" charset="0"/>
              </a:rPr>
              <a:t>hàm</a:t>
            </a:r>
            <a:r>
              <a:rPr lang="en-US" altLang="en-US" dirty="0">
                <a:cs typeface="Times New Roman" panose="02020603050405020304" pitchFamily="18" charset="0"/>
              </a:rPr>
              <a:t> con </a:t>
            </a:r>
            <a:r>
              <a:rPr lang="en-US" altLang="en-US" dirty="0" err="1">
                <a:cs typeface="Times New Roman" panose="02020603050405020304" pitchFamily="18" charset="0"/>
              </a:rPr>
              <a:t>đệ</a:t>
            </a:r>
            <a:r>
              <a:rPr lang="en-US" altLang="en-US" dirty="0">
                <a:cs typeface="Times New Roman" panose="02020603050405020304" pitchFamily="18" charset="0"/>
              </a:rPr>
              <a:t> </a:t>
            </a:r>
            <a:r>
              <a:rPr lang="en-US" altLang="en-US" dirty="0" err="1">
                <a:cs typeface="Times New Roman" panose="02020603050405020304" pitchFamily="18" charset="0"/>
              </a:rPr>
              <a:t>quy</a:t>
            </a:r>
            <a:endParaRPr lang="en-US" altLang="en-US" dirty="0">
              <a:cs typeface="Times New Roman" panose="02020603050405020304" pitchFamily="18" charset="0"/>
            </a:endParaRPr>
          </a:p>
          <a:p>
            <a:r>
              <a:rPr lang="en-US" altLang="en-US" dirty="0" err="1">
                <a:cs typeface="Times New Roman" panose="02020603050405020304" pitchFamily="18" charset="0"/>
              </a:rPr>
              <a:t>Thủ</a:t>
            </a:r>
            <a:r>
              <a:rPr lang="en-US" altLang="en-US" dirty="0">
                <a:cs typeface="Times New Roman" panose="02020603050405020304" pitchFamily="18" charset="0"/>
              </a:rPr>
              <a:t> </a:t>
            </a:r>
            <a:r>
              <a:rPr lang="en-US" altLang="en-US" dirty="0" err="1">
                <a:cs typeface="Times New Roman" panose="02020603050405020304" pitchFamily="18" charset="0"/>
              </a:rPr>
              <a:t>tục</a:t>
            </a:r>
            <a:r>
              <a:rPr lang="en-US" altLang="en-US" dirty="0">
                <a:cs typeface="Times New Roman" panose="02020603050405020304" pitchFamily="18" charset="0"/>
              </a:rPr>
              <a:t> </a:t>
            </a:r>
            <a:r>
              <a:rPr lang="en-US" altLang="en-US" dirty="0" err="1">
                <a:cs typeface="Times New Roman" panose="02020603050405020304" pitchFamily="18" charset="0"/>
              </a:rPr>
              <a:t>đệ</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a:t>
            </a:r>
            <a:r>
              <a:rPr lang="en-US" altLang="en-US" dirty="0" err="1">
                <a:cs typeface="Times New Roman" panose="02020603050405020304" pitchFamily="18" charset="0"/>
              </a:rPr>
              <a:t>sẽ</a:t>
            </a:r>
            <a:r>
              <a:rPr lang="en-US" altLang="en-US" dirty="0">
                <a:cs typeface="Times New Roman" panose="02020603050405020304" pitchFamily="18" charset="0"/>
              </a:rPr>
              <a:t> </a:t>
            </a:r>
            <a:r>
              <a:rPr lang="en-US" altLang="en-US" dirty="0" err="1">
                <a:cs typeface="Times New Roman" panose="02020603050405020304" pitchFamily="18" charset="0"/>
              </a:rPr>
              <a:t>cung</a:t>
            </a:r>
            <a:r>
              <a:rPr lang="en-US" altLang="en-US" dirty="0">
                <a:cs typeface="Times New Roman" panose="02020603050405020304" pitchFamily="18" charset="0"/>
              </a:rPr>
              <a:t> </a:t>
            </a:r>
            <a:r>
              <a:rPr lang="en-US" altLang="en-US" dirty="0" err="1">
                <a:cs typeface="Times New Roman" panose="02020603050405020304" pitchFamily="18" charset="0"/>
              </a:rPr>
              <a:t>cấp</a:t>
            </a:r>
            <a:r>
              <a:rPr lang="en-US" altLang="en-US" dirty="0">
                <a:cs typeface="Times New Roman" panose="02020603050405020304" pitchFamily="18" charset="0"/>
              </a:rPr>
              <a:t> </a:t>
            </a:r>
            <a:r>
              <a:rPr lang="en-US" altLang="en-US" dirty="0" err="1">
                <a:cs typeface="Times New Roman" panose="02020603050405020304" pitchFamily="18" charset="0"/>
              </a:rPr>
              <a:t>khả</a:t>
            </a:r>
            <a:r>
              <a:rPr lang="en-US" altLang="en-US" dirty="0">
                <a:cs typeface="Times New Roman" panose="02020603050405020304" pitchFamily="18" charset="0"/>
              </a:rPr>
              <a:t> </a:t>
            </a:r>
            <a:r>
              <a:rPr lang="en-US" altLang="en-US" dirty="0" err="1">
                <a:cs typeface="Times New Roman" panose="02020603050405020304" pitchFamily="18" charset="0"/>
              </a:rPr>
              <a:t>năng</a:t>
            </a:r>
            <a:r>
              <a:rPr lang="en-US" altLang="en-US" dirty="0">
                <a:cs typeface="Times New Roman" panose="02020603050405020304" pitchFamily="18" charset="0"/>
              </a:rPr>
              <a:t> </a:t>
            </a:r>
            <a:r>
              <a:rPr lang="en-US" altLang="en-US" i="1" dirty="0" err="1">
                <a:cs typeface="Times New Roman" panose="02020603050405020304" pitchFamily="18" charset="0"/>
              </a:rPr>
              <a:t>gọi</a:t>
            </a:r>
            <a:r>
              <a:rPr lang="en-US" altLang="en-US" i="1" dirty="0">
                <a:cs typeface="Times New Roman" panose="02020603050405020304" pitchFamily="18" charset="0"/>
              </a:rPr>
              <a:t> </a:t>
            </a:r>
            <a:r>
              <a:rPr lang="en-US" altLang="en-US" i="1" dirty="0" err="1">
                <a:cs typeface="Times New Roman" panose="02020603050405020304" pitchFamily="18" charset="0"/>
              </a:rPr>
              <a:t>đệ</a:t>
            </a:r>
            <a:r>
              <a:rPr lang="en-US" altLang="en-US" i="1" dirty="0">
                <a:cs typeface="Times New Roman" panose="02020603050405020304" pitchFamily="18" charset="0"/>
              </a:rPr>
              <a:t> </a:t>
            </a:r>
            <a:r>
              <a:rPr lang="en-US" altLang="en-US" i="1" dirty="0" err="1">
                <a:cs typeface="Times New Roman" panose="02020603050405020304" pitchFamily="18" charset="0"/>
              </a:rPr>
              <a:t>quy</a:t>
            </a:r>
            <a:r>
              <a:rPr lang="en-US" altLang="en-US" dirty="0">
                <a:cs typeface="Times New Roman" panose="02020603050405020304" pitchFamily="18" charset="0"/>
              </a:rPr>
              <a:t>, </a:t>
            </a:r>
            <a:r>
              <a:rPr lang="en-US" altLang="en-US" dirty="0" err="1">
                <a:cs typeface="Times New Roman" panose="02020603050405020304" pitchFamily="18" charset="0"/>
              </a:rPr>
              <a:t>là</a:t>
            </a:r>
            <a:r>
              <a:rPr lang="en-US" altLang="en-US" dirty="0">
                <a:cs typeface="Times New Roman" panose="02020603050405020304" pitchFamily="18" charset="0"/>
              </a:rPr>
              <a:t> </a:t>
            </a:r>
            <a:r>
              <a:rPr lang="en-US" altLang="en-US" dirty="0" err="1">
                <a:cs typeface="Times New Roman" panose="02020603050405020304" pitchFamily="18" charset="0"/>
              </a:rPr>
              <a:t>lời</a:t>
            </a:r>
            <a:r>
              <a:rPr lang="en-US" altLang="en-US" dirty="0">
                <a:cs typeface="Times New Roman" panose="02020603050405020304" pitchFamily="18" charset="0"/>
              </a:rPr>
              <a:t> </a:t>
            </a:r>
            <a:r>
              <a:rPr lang="en-US" altLang="en-US" dirty="0" err="1">
                <a:cs typeface="Times New Roman" panose="02020603050405020304" pitchFamily="18" charset="0"/>
              </a:rPr>
              <a:t>gọi</a:t>
            </a:r>
            <a:r>
              <a:rPr lang="en-US" altLang="en-US" dirty="0">
                <a:cs typeface="Times New Roman" panose="02020603050405020304" pitchFamily="18" charset="0"/>
              </a:rPr>
              <a:t> </a:t>
            </a:r>
            <a:r>
              <a:rPr lang="en-US" altLang="en-US" dirty="0" err="1">
                <a:cs typeface="Times New Roman" panose="02020603050405020304" pitchFamily="18" charset="0"/>
              </a:rPr>
              <a:t>đến</a:t>
            </a:r>
            <a:r>
              <a:rPr lang="en-US" altLang="en-US" dirty="0">
                <a:cs typeface="Times New Roman" panose="02020603050405020304" pitchFamily="18" charset="0"/>
              </a:rPr>
              <a:t> </a:t>
            </a:r>
            <a:r>
              <a:rPr lang="en-US" altLang="en-US" dirty="0" err="1">
                <a:cs typeface="Times New Roman" panose="02020603050405020304" pitchFamily="18" charset="0"/>
              </a:rPr>
              <a:t>chính</a:t>
            </a:r>
            <a:r>
              <a:rPr lang="en-US" altLang="en-US" dirty="0">
                <a:cs typeface="Times New Roman" panose="02020603050405020304" pitchFamily="18" charset="0"/>
              </a:rPr>
              <a:t> </a:t>
            </a:r>
            <a:r>
              <a:rPr lang="en-US" altLang="en-US" dirty="0" err="1">
                <a:cs typeface="Times New Roman" panose="02020603050405020304" pitchFamily="18" charset="0"/>
              </a:rPr>
              <a:t>thủ</a:t>
            </a:r>
            <a:r>
              <a:rPr lang="en-US" altLang="en-US" dirty="0">
                <a:cs typeface="Times New Roman" panose="02020603050405020304" pitchFamily="18" charset="0"/>
              </a:rPr>
              <a:t> </a:t>
            </a:r>
            <a:r>
              <a:rPr lang="en-US" altLang="en-US" dirty="0" err="1">
                <a:cs typeface="Times New Roman" panose="02020603050405020304" pitchFamily="18" charset="0"/>
              </a:rPr>
              <a:t>tục</a:t>
            </a:r>
            <a:r>
              <a:rPr lang="en-US" altLang="en-US" dirty="0">
                <a:cs typeface="Times New Roman" panose="02020603050405020304" pitchFamily="18" charset="0"/>
              </a:rPr>
              <a:t> </a:t>
            </a:r>
            <a:r>
              <a:rPr lang="en-US" altLang="en-US" dirty="0" err="1">
                <a:cs typeface="Times New Roman" panose="02020603050405020304" pitchFamily="18" charset="0"/>
              </a:rPr>
              <a:t>đệ</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a:t>
            </a:r>
            <a:r>
              <a:rPr lang="en-US" altLang="en-US" dirty="0" err="1">
                <a:cs typeface="Times New Roman" panose="02020603050405020304" pitchFamily="18" charset="0"/>
              </a:rPr>
              <a:t>đang</a:t>
            </a:r>
            <a:r>
              <a:rPr lang="en-US" altLang="en-US" dirty="0">
                <a:cs typeface="Times New Roman" panose="02020603050405020304" pitchFamily="18" charset="0"/>
              </a:rPr>
              <a:t> </a:t>
            </a:r>
            <a:r>
              <a:rPr lang="en-US" altLang="en-US" dirty="0" err="1">
                <a:cs typeface="Times New Roman" panose="02020603050405020304" pitchFamily="18" charset="0"/>
              </a:rPr>
              <a:t>đ</a:t>
            </a:r>
            <a:r>
              <a:rPr lang="vi-VN" altLang="en-US" dirty="0">
                <a:cs typeface="Times New Roman" panose="02020603050405020304" pitchFamily="18" charset="0"/>
              </a:rPr>
              <a:t>ư</a:t>
            </a:r>
            <a:r>
              <a:rPr lang="en-US" altLang="en-US" dirty="0" err="1">
                <a:cs typeface="Times New Roman" panose="02020603050405020304" pitchFamily="18" charset="0"/>
              </a:rPr>
              <a:t>ợc</a:t>
            </a:r>
            <a:r>
              <a:rPr lang="en-US" altLang="en-US" dirty="0">
                <a:cs typeface="Times New Roman" panose="02020603050405020304" pitchFamily="18" charset="0"/>
              </a:rPr>
              <a:t> </a:t>
            </a:r>
            <a:r>
              <a:rPr lang="en-US" altLang="en-US" dirty="0" err="1">
                <a:cs typeface="Times New Roman" panose="02020603050405020304" pitchFamily="18" charset="0"/>
              </a:rPr>
              <a:t>định</a:t>
            </a:r>
            <a:r>
              <a:rPr lang="en-US" altLang="en-US" dirty="0">
                <a:cs typeface="Times New Roman" panose="02020603050405020304" pitchFamily="18" charset="0"/>
              </a:rPr>
              <a:t> </a:t>
            </a:r>
            <a:r>
              <a:rPr lang="en-US" altLang="en-US" dirty="0" err="1">
                <a:cs typeface="Times New Roman" panose="02020603050405020304" pitchFamily="18" charset="0"/>
              </a:rPr>
              <a:t>nghĩa</a:t>
            </a:r>
            <a:endParaRPr lang="en-US" altLang="en-US" dirty="0">
              <a:cs typeface="Times New Roman" panose="02020603050405020304" pitchFamily="18" charset="0"/>
            </a:endParaRPr>
          </a:p>
          <a:p>
            <a:endParaRPr lang="en-US" sz="1800" dirty="0"/>
          </a:p>
        </p:txBody>
      </p:sp>
    </p:spTree>
    <p:extLst>
      <p:ext uri="{BB962C8B-B14F-4D97-AF65-F5344CB8AC3E}">
        <p14:creationId xmlns:p14="http://schemas.microsoft.com/office/powerpoint/2010/main" val="236187106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D66E286-6753-B44A-A59F-B0144809E870}"/>
              </a:ext>
            </a:extLst>
          </p:cNvPr>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a:extLst>
              <a:ext uri="{FF2B5EF4-FFF2-40B4-BE49-F238E27FC236}">
                <a16:creationId xmlns:a16="http://schemas.microsoft.com/office/drawing/2014/main" id="{CEBF4788-3B15-D540-888A-6A14A6CC85E0}"/>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9730F161-5EF7-E64F-A14C-F4DD36DC3093}"/>
              </a:ext>
            </a:extLst>
          </p:cNvPr>
          <p:cNvSpPr>
            <a:spLocks noGrp="1"/>
          </p:cNvSpPr>
          <p:nvPr>
            <p:ph type="sldNum" sz="quarter" idx="12"/>
          </p:nvPr>
        </p:nvSpPr>
        <p:spPr/>
        <p:txBody>
          <a:bodyPr/>
          <a:lstStyle/>
          <a:p>
            <a:fld id="{BA7BC09B-FE30-A349-B1D2-5A364F511F98}" type="slidenum">
              <a:rPr lang="en-US" smtClean="0"/>
              <a:t>78</a:t>
            </a:fld>
            <a:endParaRPr lang="en-US"/>
          </a:p>
        </p:txBody>
      </p:sp>
      <p:sp>
        <p:nvSpPr>
          <p:cNvPr id="2" name="Title 1">
            <a:extLst>
              <a:ext uri="{FF2B5EF4-FFF2-40B4-BE49-F238E27FC236}">
                <a16:creationId xmlns:a16="http://schemas.microsoft.com/office/drawing/2014/main" id="{C0D04E79-2584-FB4B-94C6-374981B28F34}"/>
              </a:ext>
            </a:extLst>
          </p:cNvPr>
          <p:cNvSpPr>
            <a:spLocks noGrp="1"/>
          </p:cNvSpPr>
          <p:nvPr>
            <p:ph type="title"/>
          </p:nvPr>
        </p:nvSpPr>
        <p:spPr/>
        <p:txBody>
          <a:bodyPr/>
          <a:lstStyle/>
          <a:p>
            <a:r>
              <a:rPr lang="en-US" altLang="en-US" dirty="0" err="1">
                <a:cs typeface="Times New Roman" panose="02020603050405020304" pitchFamily="18" charset="0"/>
              </a:rPr>
              <a:t>Thủ</a:t>
            </a:r>
            <a:r>
              <a:rPr lang="en-US" altLang="en-US" dirty="0">
                <a:cs typeface="Times New Roman" panose="02020603050405020304" pitchFamily="18" charset="0"/>
              </a:rPr>
              <a:t> </a:t>
            </a:r>
            <a:r>
              <a:rPr lang="en-US" altLang="en-US" dirty="0" err="1">
                <a:cs typeface="Times New Roman" panose="02020603050405020304" pitchFamily="18" charset="0"/>
              </a:rPr>
              <a:t>tục</a:t>
            </a:r>
            <a:r>
              <a:rPr lang="en-US" altLang="en-US" dirty="0">
                <a:cs typeface="Times New Roman" panose="02020603050405020304" pitchFamily="18" charset="0"/>
              </a:rPr>
              <a:t> </a:t>
            </a:r>
            <a:r>
              <a:rPr lang="en-US" altLang="en-US" dirty="0" err="1">
                <a:cs typeface="Times New Roman" panose="02020603050405020304" pitchFamily="18" charset="0"/>
              </a:rPr>
              <a:t>đệ</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t> </a:t>
            </a:r>
            <a:endParaRPr lang="en-US" dirty="0"/>
          </a:p>
        </p:txBody>
      </p:sp>
      <p:sp>
        <p:nvSpPr>
          <p:cNvPr id="3" name="Content Placeholder 2">
            <a:extLst>
              <a:ext uri="{FF2B5EF4-FFF2-40B4-BE49-F238E27FC236}">
                <a16:creationId xmlns:a16="http://schemas.microsoft.com/office/drawing/2014/main" id="{8D27A7D5-66BB-104F-83EF-3DA79B922B4A}"/>
              </a:ext>
            </a:extLst>
          </p:cNvPr>
          <p:cNvSpPr>
            <a:spLocks noGrp="1"/>
          </p:cNvSpPr>
          <p:nvPr>
            <p:ph sz="quarter" idx="13"/>
          </p:nvPr>
        </p:nvSpPr>
        <p:spPr/>
        <p:txBody>
          <a:bodyPr/>
          <a:lstStyle/>
          <a:p>
            <a:pPr>
              <a:spcBef>
                <a:spcPct val="10000"/>
              </a:spcBef>
            </a:pPr>
            <a:r>
              <a:rPr lang="en-US" altLang="en-US" dirty="0" err="1">
                <a:cs typeface="Times New Roman" panose="02020603050405020304" pitchFamily="18" charset="0"/>
              </a:rPr>
              <a:t>Thủ</a:t>
            </a:r>
            <a:r>
              <a:rPr lang="en-US" altLang="en-US" dirty="0">
                <a:cs typeface="Times New Roman" panose="02020603050405020304" pitchFamily="18" charset="0"/>
              </a:rPr>
              <a:t> </a:t>
            </a:r>
            <a:r>
              <a:rPr lang="en-US" altLang="en-US" dirty="0" err="1">
                <a:cs typeface="Times New Roman" panose="02020603050405020304" pitchFamily="18" charset="0"/>
              </a:rPr>
              <a:t>tục</a:t>
            </a:r>
            <a:r>
              <a:rPr lang="en-US" altLang="en-US" dirty="0">
                <a:cs typeface="Times New Roman" panose="02020603050405020304" pitchFamily="18" charset="0"/>
              </a:rPr>
              <a:t> </a:t>
            </a:r>
            <a:r>
              <a:rPr lang="en-US" altLang="en-US" dirty="0" err="1">
                <a:cs typeface="Times New Roman" panose="02020603050405020304" pitchFamily="18" charset="0"/>
              </a:rPr>
              <a:t>đệ</a:t>
            </a:r>
            <a:r>
              <a:rPr lang="en-US" altLang="en-US" dirty="0">
                <a:cs typeface="Times New Roman" panose="02020603050405020304" pitchFamily="18" charset="0"/>
              </a:rPr>
              <a:t> </a:t>
            </a:r>
            <a:r>
              <a:rPr lang="en-US" altLang="en-US" dirty="0" err="1">
                <a:cs typeface="Times New Roman" panose="02020603050405020304" pitchFamily="18" charset="0"/>
              </a:rPr>
              <a:t>quy</a:t>
            </a:r>
            <a:endParaRPr lang="en-US" altLang="en-US" dirty="0">
              <a:cs typeface="Times New Roman" panose="02020603050405020304" pitchFamily="18" charset="0"/>
            </a:endParaRPr>
          </a:p>
          <a:p>
            <a:pPr lvl="1">
              <a:spcBef>
                <a:spcPct val="10000"/>
              </a:spcBef>
            </a:pPr>
            <a:r>
              <a:rPr lang="en-US" altLang="en-US" dirty="0">
                <a:cs typeface="Times New Roman" panose="02020603050405020304" pitchFamily="18" charset="0"/>
              </a:rPr>
              <a:t> </a:t>
            </a:r>
            <a:r>
              <a:rPr lang="en-US" altLang="en-US" dirty="0" err="1">
                <a:cs typeface="Times New Roman" panose="02020603050405020304" pitchFamily="18" charset="0"/>
              </a:rPr>
              <a:t>Tính</a:t>
            </a:r>
            <a:r>
              <a:rPr lang="en-US" altLang="en-US" dirty="0">
                <a:cs typeface="Times New Roman" panose="02020603050405020304" pitchFamily="18" charset="0"/>
              </a:rPr>
              <a:t> </a:t>
            </a:r>
            <a:r>
              <a:rPr lang="en-US" altLang="en-US" dirty="0" err="1">
                <a:cs typeface="Times New Roman" panose="02020603050405020304" pitchFamily="18" charset="0"/>
              </a:rPr>
              <a:t>giá</a:t>
            </a:r>
            <a:r>
              <a:rPr lang="en-US" altLang="en-US" dirty="0">
                <a:cs typeface="Times New Roman" panose="02020603050405020304" pitchFamily="18" charset="0"/>
              </a:rPr>
              <a:t> </a:t>
            </a:r>
            <a:r>
              <a:rPr lang="en-US" altLang="en-US" dirty="0" err="1">
                <a:cs typeface="Times New Roman" panose="02020603050405020304" pitchFamily="18" charset="0"/>
              </a:rPr>
              <a:t>trị</a:t>
            </a:r>
            <a:r>
              <a:rPr lang="en-US" altLang="en-US" dirty="0">
                <a:cs typeface="Times New Roman" panose="02020603050405020304" pitchFamily="18" charset="0"/>
              </a:rPr>
              <a:t> n!</a:t>
            </a:r>
          </a:p>
          <a:p>
            <a:pPr lvl="2">
              <a:spcBef>
                <a:spcPct val="10000"/>
              </a:spcBef>
            </a:pPr>
            <a:r>
              <a:rPr lang="en-US" altLang="en-US" dirty="0">
                <a:cs typeface="Times New Roman" panose="02020603050405020304" pitchFamily="18" charset="0"/>
              </a:rPr>
              <a:t>0! = 1</a:t>
            </a:r>
          </a:p>
          <a:p>
            <a:pPr lvl="2">
              <a:spcBef>
                <a:spcPct val="10000"/>
              </a:spcBef>
            </a:pPr>
            <a:r>
              <a:rPr lang="en-US" altLang="en-US" dirty="0">
                <a:cs typeface="Times New Roman" panose="02020603050405020304" pitchFamily="18" charset="0"/>
              </a:rPr>
              <a:t>n! = n (n-1)!</a:t>
            </a:r>
          </a:p>
          <a:p>
            <a:pPr lvl="1">
              <a:spcBef>
                <a:spcPct val="30000"/>
              </a:spcBef>
            </a:pPr>
            <a:r>
              <a:rPr lang="en-US" altLang="en-US" dirty="0" err="1">
                <a:cs typeface="Times New Roman" panose="02020603050405020304" pitchFamily="18" charset="0"/>
              </a:rPr>
              <a:t>Tính</a:t>
            </a:r>
            <a:r>
              <a:rPr lang="en-US" altLang="en-US" dirty="0">
                <a:cs typeface="Times New Roman" panose="02020603050405020304" pitchFamily="18" charset="0"/>
              </a:rPr>
              <a:t> </a:t>
            </a:r>
            <a:r>
              <a:rPr lang="en-US" altLang="en-US" dirty="0" err="1">
                <a:cs typeface="Times New Roman" panose="02020603050405020304" pitchFamily="18" charset="0"/>
              </a:rPr>
              <a:t>giá</a:t>
            </a:r>
            <a:r>
              <a:rPr lang="en-US" altLang="en-US" dirty="0">
                <a:cs typeface="Times New Roman" panose="02020603050405020304" pitchFamily="18" charset="0"/>
              </a:rPr>
              <a:t> </a:t>
            </a:r>
            <a:r>
              <a:rPr lang="en-US" altLang="en-US" dirty="0" err="1">
                <a:cs typeface="Times New Roman" panose="02020603050405020304" pitchFamily="18" charset="0"/>
              </a:rPr>
              <a:t>trị</a:t>
            </a:r>
            <a:r>
              <a:rPr lang="en-US" altLang="en-US" dirty="0">
                <a:cs typeface="Times New Roman" panose="02020603050405020304" pitchFamily="18" charset="0"/>
              </a:rPr>
              <a:t> </a:t>
            </a:r>
            <a:r>
              <a:rPr lang="en-US" altLang="en-US" dirty="0" err="1">
                <a:cs typeface="Times New Roman" panose="02020603050405020304" pitchFamily="18" charset="0"/>
              </a:rPr>
              <a:t>dãy</a:t>
            </a:r>
            <a:r>
              <a:rPr lang="en-US" altLang="en-US" dirty="0">
                <a:cs typeface="Times New Roman" panose="02020603050405020304" pitchFamily="18" charset="0"/>
              </a:rPr>
              <a:t> Fibonacci</a:t>
            </a:r>
          </a:p>
          <a:p>
            <a:pPr lvl="2">
              <a:spcBef>
                <a:spcPct val="10000"/>
              </a:spcBef>
            </a:pPr>
            <a:r>
              <a:rPr lang="en-US" altLang="en-US" dirty="0">
                <a:cs typeface="Times New Roman" panose="02020603050405020304" pitchFamily="18" charset="0"/>
              </a:rPr>
              <a:t>F (1) = 1 </a:t>
            </a:r>
            <a:r>
              <a:rPr lang="en-US" altLang="en-US" dirty="0" err="1">
                <a:cs typeface="Times New Roman" panose="02020603050405020304" pitchFamily="18" charset="0"/>
              </a:rPr>
              <a:t>với</a:t>
            </a:r>
            <a:r>
              <a:rPr lang="en-US" altLang="en-US" dirty="0">
                <a:cs typeface="Times New Roman" panose="02020603050405020304" pitchFamily="18" charset="0"/>
              </a:rPr>
              <a:t> n &lt;= 2;</a:t>
            </a:r>
          </a:p>
          <a:p>
            <a:pPr lvl="2">
              <a:spcBef>
                <a:spcPct val="10000"/>
              </a:spcBef>
            </a:pPr>
            <a:r>
              <a:rPr lang="en-US" altLang="en-US" dirty="0">
                <a:cs typeface="Times New Roman" panose="02020603050405020304" pitchFamily="18" charset="0"/>
              </a:rPr>
              <a:t>F (n) = F (n-1) + F (n-2) </a:t>
            </a:r>
            <a:r>
              <a:rPr lang="en-US" altLang="en-US" dirty="0" err="1">
                <a:cs typeface="Times New Roman" panose="02020603050405020304" pitchFamily="18" charset="0"/>
              </a:rPr>
              <a:t>với</a:t>
            </a:r>
            <a:r>
              <a:rPr lang="en-US" altLang="en-US" dirty="0">
                <a:cs typeface="Times New Roman" panose="02020603050405020304" pitchFamily="18" charset="0"/>
              </a:rPr>
              <a:t> n &gt; 1;</a:t>
            </a:r>
          </a:p>
          <a:p>
            <a:endParaRPr lang="en-US" dirty="0"/>
          </a:p>
        </p:txBody>
      </p:sp>
      <p:sp>
        <p:nvSpPr>
          <p:cNvPr id="8" name="Text Box 4">
            <a:extLst>
              <a:ext uri="{FF2B5EF4-FFF2-40B4-BE49-F238E27FC236}">
                <a16:creationId xmlns:a16="http://schemas.microsoft.com/office/drawing/2014/main" id="{B6BDCA9D-40FD-9B43-ACB6-DAAE9970CA94}"/>
              </a:ext>
            </a:extLst>
          </p:cNvPr>
          <p:cNvSpPr txBox="1">
            <a:spLocks noChangeArrowheads="1"/>
          </p:cNvSpPr>
          <p:nvPr/>
        </p:nvSpPr>
        <p:spPr bwMode="auto">
          <a:xfrm>
            <a:off x="4707835" y="950969"/>
            <a:ext cx="3790950" cy="1320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i="1" dirty="0"/>
              <a:t>int Fact</a:t>
            </a:r>
            <a:r>
              <a:rPr lang="en-US" altLang="en-US" sz="2000" i="1" dirty="0"/>
              <a:t> </a:t>
            </a:r>
            <a:r>
              <a:rPr lang="en-US" altLang="en-US" sz="2000" b="1" i="1" dirty="0"/>
              <a:t>(int n)</a:t>
            </a:r>
            <a:r>
              <a:rPr lang="en-US" altLang="en-US" sz="2000" i="1" dirty="0"/>
              <a:t>{</a:t>
            </a:r>
          </a:p>
          <a:p>
            <a:pPr eaLnBrk="1" hangingPunct="1">
              <a:spcBef>
                <a:spcPct val="0"/>
              </a:spcBef>
              <a:buFontTx/>
              <a:buNone/>
            </a:pPr>
            <a:r>
              <a:rPr lang="en-US" altLang="en-US" sz="2000" i="1" dirty="0"/>
              <a:t>	if  (n &lt;= 1) return 1;</a:t>
            </a:r>
          </a:p>
          <a:p>
            <a:pPr eaLnBrk="1" hangingPunct="1">
              <a:spcBef>
                <a:spcPct val="0"/>
              </a:spcBef>
              <a:buFontTx/>
              <a:buNone/>
            </a:pPr>
            <a:r>
              <a:rPr lang="en-US" altLang="en-US" sz="2000" i="1" dirty="0"/>
              <a:t>	else return n * </a:t>
            </a:r>
            <a:r>
              <a:rPr lang="en-US" altLang="en-US" sz="2000" b="1" i="1" dirty="0"/>
              <a:t>Fact (n-1)</a:t>
            </a:r>
            <a:r>
              <a:rPr lang="en-US" altLang="en-US" sz="2000" i="1" dirty="0"/>
              <a:t>;</a:t>
            </a:r>
          </a:p>
          <a:p>
            <a:pPr eaLnBrk="1" hangingPunct="1">
              <a:spcBef>
                <a:spcPct val="0"/>
              </a:spcBef>
              <a:buFontTx/>
              <a:buNone/>
            </a:pPr>
            <a:r>
              <a:rPr lang="en-US" altLang="en-US" sz="2000" i="1" dirty="0"/>
              <a:t>}</a:t>
            </a:r>
          </a:p>
        </p:txBody>
      </p:sp>
      <p:sp>
        <p:nvSpPr>
          <p:cNvPr id="9" name="Text Box 5">
            <a:extLst>
              <a:ext uri="{FF2B5EF4-FFF2-40B4-BE49-F238E27FC236}">
                <a16:creationId xmlns:a16="http://schemas.microsoft.com/office/drawing/2014/main" id="{C3E045F0-5E1F-0049-810B-2E83DBD922DF}"/>
              </a:ext>
            </a:extLst>
          </p:cNvPr>
          <p:cNvSpPr txBox="1">
            <a:spLocks noChangeArrowheads="1"/>
          </p:cNvSpPr>
          <p:nvPr/>
        </p:nvSpPr>
        <p:spPr bwMode="auto">
          <a:xfrm>
            <a:off x="1378847" y="4055068"/>
            <a:ext cx="5224463" cy="13239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i="1"/>
              <a:t>int Fibo1 (int n)</a:t>
            </a:r>
            <a:r>
              <a:rPr lang="en-US" altLang="en-US" sz="2000" i="1"/>
              <a:t> {</a:t>
            </a:r>
          </a:p>
          <a:p>
            <a:pPr eaLnBrk="1" hangingPunct="1">
              <a:spcBef>
                <a:spcPct val="0"/>
              </a:spcBef>
              <a:buFontTx/>
              <a:buNone/>
            </a:pPr>
            <a:r>
              <a:rPr lang="en-US" altLang="en-US" sz="2000" i="1"/>
              <a:t>	if (n &lt;= 2) return 1;</a:t>
            </a:r>
          </a:p>
          <a:p>
            <a:pPr eaLnBrk="1" hangingPunct="1">
              <a:spcBef>
                <a:spcPct val="0"/>
              </a:spcBef>
              <a:buFontTx/>
              <a:buNone/>
            </a:pPr>
            <a:r>
              <a:rPr lang="en-US" altLang="en-US" sz="2000" i="1"/>
              <a:t>	else return (</a:t>
            </a:r>
            <a:r>
              <a:rPr lang="en-US" altLang="en-US" sz="2000" b="1" i="1"/>
              <a:t>Fibo1 (n-1)</a:t>
            </a:r>
            <a:r>
              <a:rPr lang="en-US" altLang="en-US" sz="2000" i="1"/>
              <a:t> + </a:t>
            </a:r>
            <a:r>
              <a:rPr lang="en-US" altLang="en-US" sz="2000" b="1" i="1"/>
              <a:t>Fibo1 (n-2)</a:t>
            </a:r>
            <a:r>
              <a:rPr lang="en-US" altLang="en-US" sz="2000" i="1"/>
              <a:t>);</a:t>
            </a:r>
          </a:p>
          <a:p>
            <a:pPr eaLnBrk="1" hangingPunct="1">
              <a:spcBef>
                <a:spcPct val="0"/>
              </a:spcBef>
              <a:buFontTx/>
              <a:buNone/>
            </a:pPr>
            <a:r>
              <a:rPr lang="en-US" altLang="en-US" sz="2000" i="1"/>
              <a:t>}</a:t>
            </a:r>
          </a:p>
        </p:txBody>
      </p:sp>
    </p:spTree>
    <p:extLst>
      <p:ext uri="{BB962C8B-B14F-4D97-AF65-F5344CB8AC3E}">
        <p14:creationId xmlns:p14="http://schemas.microsoft.com/office/powerpoint/2010/main" val="278047699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4301583-6456-534D-8B4E-165A977E6876}"/>
              </a:ext>
            </a:extLst>
          </p:cNvPr>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a:extLst>
              <a:ext uri="{FF2B5EF4-FFF2-40B4-BE49-F238E27FC236}">
                <a16:creationId xmlns:a16="http://schemas.microsoft.com/office/drawing/2014/main" id="{96B204F7-9226-9848-95D9-5B997D8FF11D}"/>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78B1C3C7-05BF-8C48-9029-4736C2D49211}"/>
              </a:ext>
            </a:extLst>
          </p:cNvPr>
          <p:cNvSpPr>
            <a:spLocks noGrp="1"/>
          </p:cNvSpPr>
          <p:nvPr>
            <p:ph type="sldNum" sz="quarter" idx="12"/>
          </p:nvPr>
        </p:nvSpPr>
        <p:spPr/>
        <p:txBody>
          <a:bodyPr/>
          <a:lstStyle/>
          <a:p>
            <a:fld id="{BA7BC09B-FE30-A349-B1D2-5A364F511F98}" type="slidenum">
              <a:rPr lang="en-US" smtClean="0"/>
              <a:t>79</a:t>
            </a:fld>
            <a:endParaRPr lang="en-US"/>
          </a:p>
        </p:txBody>
      </p:sp>
      <p:sp>
        <p:nvSpPr>
          <p:cNvPr id="2" name="Title 1">
            <a:extLst>
              <a:ext uri="{FF2B5EF4-FFF2-40B4-BE49-F238E27FC236}">
                <a16:creationId xmlns:a16="http://schemas.microsoft.com/office/drawing/2014/main" id="{7F07B884-AD4C-C24D-8746-AEB61EC39521}"/>
              </a:ext>
            </a:extLst>
          </p:cNvPr>
          <p:cNvSpPr>
            <a:spLocks noGrp="1"/>
          </p:cNvSpPr>
          <p:nvPr>
            <p:ph type="title"/>
          </p:nvPr>
        </p:nvSpPr>
        <p:spPr/>
        <p:txBody>
          <a:bodyPr/>
          <a:lstStyle/>
          <a:p>
            <a:r>
              <a:rPr lang="en-US" dirty="0" err="1"/>
              <a:t>Thủ</a:t>
            </a:r>
            <a:r>
              <a:rPr lang="en-US" dirty="0"/>
              <a:t> </a:t>
            </a:r>
            <a:r>
              <a:rPr lang="en-US" dirty="0" err="1"/>
              <a:t>tục</a:t>
            </a:r>
            <a:r>
              <a:rPr lang="en-US" dirty="0"/>
              <a:t> </a:t>
            </a:r>
            <a:r>
              <a:rPr lang="en-US" dirty="0" err="1"/>
              <a:t>đệ</a:t>
            </a:r>
            <a:r>
              <a:rPr lang="en-US" dirty="0"/>
              <a:t> </a:t>
            </a:r>
            <a:r>
              <a:rPr lang="en-US" dirty="0" err="1"/>
              <a:t>quy</a:t>
            </a:r>
            <a:r>
              <a:rPr lang="en-US" dirty="0"/>
              <a:t> </a:t>
            </a:r>
          </a:p>
        </p:txBody>
      </p:sp>
      <p:sp>
        <p:nvSpPr>
          <p:cNvPr id="3" name="Content Placeholder 2">
            <a:extLst>
              <a:ext uri="{FF2B5EF4-FFF2-40B4-BE49-F238E27FC236}">
                <a16:creationId xmlns:a16="http://schemas.microsoft.com/office/drawing/2014/main" id="{4ED30B52-6236-1B46-96D8-879B3C158991}"/>
              </a:ext>
            </a:extLst>
          </p:cNvPr>
          <p:cNvSpPr>
            <a:spLocks noGrp="1"/>
          </p:cNvSpPr>
          <p:nvPr>
            <p:ph sz="quarter" idx="13"/>
          </p:nvPr>
        </p:nvSpPr>
        <p:spPr>
          <a:xfrm>
            <a:off x="235077" y="841248"/>
            <a:ext cx="8674100" cy="2203404"/>
          </a:xfrm>
        </p:spPr>
        <p:txBody>
          <a:bodyPr>
            <a:noAutofit/>
          </a:bodyPr>
          <a:lstStyle/>
          <a:p>
            <a:r>
              <a:rPr lang="en-US" altLang="en-US" sz="2400" dirty="0" err="1">
                <a:cs typeface="Times New Roman" panose="02020603050405020304" pitchFamily="18" charset="0"/>
              </a:rPr>
              <a:t>Trường</a:t>
            </a:r>
            <a:r>
              <a:rPr lang="en-US" altLang="en-US" sz="2400" dirty="0">
                <a:cs typeface="Times New Roman" panose="02020603050405020304" pitchFamily="18" charset="0"/>
              </a:rPr>
              <a:t> </a:t>
            </a:r>
            <a:r>
              <a:rPr lang="en-US" altLang="en-US" sz="2400" dirty="0" err="1">
                <a:cs typeface="Times New Roman" panose="02020603050405020304" pitchFamily="18" charset="0"/>
              </a:rPr>
              <a:t>hợp</a:t>
            </a:r>
            <a:r>
              <a:rPr lang="en-US" altLang="en-US" sz="2400" dirty="0">
                <a:cs typeface="Times New Roman" panose="02020603050405020304" pitchFamily="18" charset="0"/>
              </a:rPr>
              <a:t> </a:t>
            </a:r>
            <a:r>
              <a:rPr lang="en-US" altLang="en-US" sz="2400" dirty="0" err="1">
                <a:cs typeface="Times New Roman" panose="02020603050405020304" pitchFamily="18" charset="0"/>
              </a:rPr>
              <a:t>cơ</a:t>
            </a:r>
            <a:r>
              <a:rPr lang="en-US" altLang="en-US" sz="2400" dirty="0">
                <a:cs typeface="Times New Roman" panose="02020603050405020304" pitchFamily="18" charset="0"/>
              </a:rPr>
              <a:t> </a:t>
            </a:r>
            <a:r>
              <a:rPr lang="en-US" altLang="en-US" sz="2400" dirty="0" err="1">
                <a:cs typeface="Times New Roman" panose="02020603050405020304" pitchFamily="18" charset="0"/>
              </a:rPr>
              <a:t>sở</a:t>
            </a:r>
            <a:r>
              <a:rPr lang="en-US" altLang="en-US" sz="2400" dirty="0">
                <a:cs typeface="Times New Roman" panose="02020603050405020304" pitchFamily="18" charset="0"/>
              </a:rPr>
              <a:t>: </a:t>
            </a:r>
            <a:r>
              <a:rPr lang="en-US" altLang="en-US" sz="2400" dirty="0" err="1">
                <a:cs typeface="Times New Roman" panose="02020603050405020304" pitchFamily="18" charset="0"/>
              </a:rPr>
              <a:t>khi</a:t>
            </a:r>
            <a:r>
              <a:rPr lang="en-US" altLang="en-US" sz="2400" dirty="0">
                <a:cs typeface="Times New Roman" panose="02020603050405020304" pitchFamily="18" charset="0"/>
              </a:rPr>
              <a:t> </a:t>
            </a:r>
            <a:r>
              <a:rPr lang="en-US" altLang="en-US" sz="2400" dirty="0" err="1">
                <a:cs typeface="Times New Roman" panose="02020603050405020304" pitchFamily="18" charset="0"/>
              </a:rPr>
              <a:t>quy</a:t>
            </a:r>
            <a:r>
              <a:rPr lang="en-US" altLang="en-US" sz="2400" dirty="0">
                <a:cs typeface="Times New Roman" panose="02020603050405020304" pitchFamily="18" charset="0"/>
              </a:rPr>
              <a:t> </a:t>
            </a:r>
            <a:r>
              <a:rPr lang="en-US" altLang="en-US" sz="2400" dirty="0" err="1">
                <a:cs typeface="Times New Roman" panose="02020603050405020304" pitchFamily="18" charset="0"/>
              </a:rPr>
              <a:t>mô</a:t>
            </a:r>
            <a:r>
              <a:rPr lang="en-US" altLang="en-US" sz="2400" dirty="0">
                <a:cs typeface="Times New Roman" panose="02020603050405020304" pitchFamily="18" charset="0"/>
              </a:rPr>
              <a:t> </a:t>
            </a:r>
            <a:r>
              <a:rPr lang="en-US" altLang="en-US" sz="2400" dirty="0" err="1">
                <a:cs typeface="Times New Roman" panose="02020603050405020304" pitchFamily="18" charset="0"/>
              </a:rPr>
              <a:t>bài</a:t>
            </a:r>
            <a:r>
              <a:rPr lang="en-US" altLang="en-US" sz="2400" dirty="0">
                <a:cs typeface="Times New Roman" panose="02020603050405020304" pitchFamily="18" charset="0"/>
              </a:rPr>
              <a:t> </a:t>
            </a:r>
            <a:r>
              <a:rPr lang="en-US" altLang="en-US" sz="2400" dirty="0" err="1">
                <a:cs typeface="Times New Roman" panose="02020603050405020304" pitchFamily="18" charset="0"/>
              </a:rPr>
              <a:t>toán</a:t>
            </a:r>
            <a:r>
              <a:rPr lang="en-US" altLang="en-US" sz="2400" dirty="0">
                <a:cs typeface="Times New Roman" panose="02020603050405020304" pitchFamily="18" charset="0"/>
              </a:rPr>
              <a:t> </a:t>
            </a:r>
            <a:r>
              <a:rPr lang="en-US" altLang="en-US" sz="2400" dirty="0" err="1">
                <a:cs typeface="Times New Roman" panose="02020603050405020304" pitchFamily="18" charset="0"/>
              </a:rPr>
              <a:t>suy</a:t>
            </a:r>
            <a:r>
              <a:rPr lang="en-US" altLang="en-US" sz="2400" dirty="0">
                <a:cs typeface="Times New Roman" panose="02020603050405020304" pitchFamily="18" charset="0"/>
              </a:rPr>
              <a:t> </a:t>
            </a:r>
            <a:r>
              <a:rPr lang="en-US" altLang="en-US" sz="2400" dirty="0" err="1">
                <a:cs typeface="Times New Roman" panose="02020603050405020304" pitchFamily="18" charset="0"/>
              </a:rPr>
              <a:t>biến</a:t>
            </a:r>
            <a:r>
              <a:rPr lang="en-US" altLang="en-US" sz="2400" dirty="0">
                <a:cs typeface="Times New Roman" panose="02020603050405020304" pitchFamily="18" charset="0"/>
              </a:rPr>
              <a:t> </a:t>
            </a:r>
            <a:r>
              <a:rPr lang="en-US" altLang="en-US" sz="2400" dirty="0" err="1">
                <a:cs typeface="Times New Roman" panose="02020603050405020304" pitchFamily="18" charset="0"/>
              </a:rPr>
              <a:t>đủ</a:t>
            </a:r>
            <a:r>
              <a:rPr lang="en-US" altLang="en-US" sz="2400" dirty="0">
                <a:cs typeface="Times New Roman" panose="02020603050405020304" pitchFamily="18" charset="0"/>
              </a:rPr>
              <a:t> </a:t>
            </a:r>
            <a:r>
              <a:rPr lang="en-US" altLang="en-US" sz="2400" dirty="0" err="1">
                <a:cs typeface="Times New Roman" panose="02020603050405020304" pitchFamily="18" charset="0"/>
              </a:rPr>
              <a:t>nhỏ</a:t>
            </a:r>
            <a:r>
              <a:rPr lang="en-US" altLang="en-US" sz="2400" dirty="0">
                <a:cs typeface="Times New Roman" panose="02020603050405020304" pitchFamily="18" charset="0"/>
              </a:rPr>
              <a:t>, </a:t>
            </a:r>
            <a:r>
              <a:rPr lang="en-US" altLang="en-US" sz="2400" dirty="0" err="1">
                <a:cs typeface="Times New Roman" panose="02020603050405020304" pitchFamily="18" charset="0"/>
              </a:rPr>
              <a:t>bài</a:t>
            </a:r>
            <a:r>
              <a:rPr lang="en-US" altLang="en-US" sz="2400" dirty="0">
                <a:cs typeface="Times New Roman" panose="02020603050405020304" pitchFamily="18" charset="0"/>
              </a:rPr>
              <a:t> </a:t>
            </a:r>
            <a:r>
              <a:rPr lang="en-US" altLang="en-US" sz="2400" dirty="0" err="1">
                <a:cs typeface="Times New Roman" panose="02020603050405020304" pitchFamily="18" charset="0"/>
              </a:rPr>
              <a:t>toán</a:t>
            </a:r>
            <a:r>
              <a:rPr lang="en-US" altLang="en-US" sz="2400" dirty="0">
                <a:cs typeface="Times New Roman" panose="02020603050405020304" pitchFamily="18" charset="0"/>
              </a:rPr>
              <a:t> </a:t>
            </a:r>
            <a:r>
              <a:rPr lang="en-US" altLang="en-US" sz="2400" dirty="0" err="1">
                <a:cs typeface="Times New Roman" panose="02020603050405020304" pitchFamily="18" charset="0"/>
              </a:rPr>
              <a:t>có</a:t>
            </a:r>
            <a:r>
              <a:rPr lang="en-US" altLang="en-US" sz="2400" dirty="0">
                <a:cs typeface="Times New Roman" panose="02020603050405020304" pitchFamily="18" charset="0"/>
              </a:rPr>
              <a:t> </a:t>
            </a:r>
            <a:r>
              <a:rPr lang="en-US" altLang="en-US" sz="2400" dirty="0" err="1">
                <a:cs typeface="Times New Roman" panose="02020603050405020304" pitchFamily="18" charset="0"/>
              </a:rPr>
              <a:t>thể</a:t>
            </a:r>
            <a:r>
              <a:rPr lang="en-US" altLang="en-US" sz="2400" dirty="0">
                <a:cs typeface="Times New Roman" panose="02020603050405020304" pitchFamily="18" charset="0"/>
              </a:rPr>
              <a:t> </a:t>
            </a:r>
            <a:r>
              <a:rPr lang="en-US" altLang="en-US" sz="2400" dirty="0" err="1">
                <a:cs typeface="Times New Roman" panose="02020603050405020304" pitchFamily="18" charset="0"/>
              </a:rPr>
              <a:t>được</a:t>
            </a:r>
            <a:r>
              <a:rPr lang="en-US" altLang="en-US" sz="2400" dirty="0">
                <a:cs typeface="Times New Roman" panose="02020603050405020304" pitchFamily="18" charset="0"/>
              </a:rPr>
              <a:t> </a:t>
            </a:r>
            <a:r>
              <a:rPr lang="en-US" altLang="en-US" sz="2400" dirty="0" err="1">
                <a:cs typeface="Times New Roman" panose="02020603050405020304" pitchFamily="18" charset="0"/>
              </a:rPr>
              <a:t>giải</a:t>
            </a:r>
            <a:r>
              <a:rPr lang="en-US" altLang="en-US" sz="2400" dirty="0">
                <a:cs typeface="Times New Roman" panose="02020603050405020304" pitchFamily="18" charset="0"/>
              </a:rPr>
              <a:t> </a:t>
            </a:r>
            <a:r>
              <a:rPr lang="en-US" altLang="en-US" sz="2400" dirty="0" err="1">
                <a:cs typeface="Times New Roman" panose="02020603050405020304" pitchFamily="18" charset="0"/>
              </a:rPr>
              <a:t>trực</a:t>
            </a:r>
            <a:r>
              <a:rPr lang="en-US" altLang="en-US" sz="2400" dirty="0">
                <a:cs typeface="Times New Roman" panose="02020603050405020304" pitchFamily="18" charset="0"/>
              </a:rPr>
              <a:t> </a:t>
            </a:r>
            <a:r>
              <a:rPr lang="en-US" altLang="en-US" sz="2400" dirty="0" err="1">
                <a:cs typeface="Times New Roman" panose="02020603050405020304" pitchFamily="18" charset="0"/>
              </a:rPr>
              <a:t>tiếp</a:t>
            </a:r>
            <a:r>
              <a:rPr lang="en-US" altLang="en-US" sz="2400" dirty="0">
                <a:cs typeface="Times New Roman" panose="02020603050405020304" pitchFamily="18" charset="0"/>
              </a:rPr>
              <a:t>, </a:t>
            </a:r>
            <a:r>
              <a:rPr lang="en-US" altLang="en-US" sz="2400" dirty="0" err="1">
                <a:cs typeface="Times New Roman" panose="02020603050405020304" pitchFamily="18" charset="0"/>
              </a:rPr>
              <a:t>nên</a:t>
            </a:r>
            <a:r>
              <a:rPr lang="en-US" altLang="en-US" sz="2400" dirty="0">
                <a:cs typeface="Times New Roman" panose="02020603050405020304" pitchFamily="18" charset="0"/>
              </a:rPr>
              <a:t> </a:t>
            </a:r>
            <a:r>
              <a:rPr lang="en-US" altLang="en-US" sz="2400" dirty="0" err="1">
                <a:cs typeface="Times New Roman" panose="02020603050405020304" pitchFamily="18" charset="0"/>
              </a:rPr>
              <a:t>trong</a:t>
            </a:r>
            <a:r>
              <a:rPr lang="en-US" altLang="en-US" sz="2400" dirty="0">
                <a:cs typeface="Times New Roman" panose="02020603050405020304" pitchFamily="18" charset="0"/>
              </a:rPr>
              <a:t> </a:t>
            </a:r>
            <a:r>
              <a:rPr lang="en-US" altLang="en-US" sz="2400" dirty="0" err="1">
                <a:cs typeface="Times New Roman" panose="02020603050405020304" pitchFamily="18" charset="0"/>
              </a:rPr>
              <a:t>trường</a:t>
            </a:r>
            <a:r>
              <a:rPr lang="en-US" altLang="en-US" sz="2400" dirty="0">
                <a:cs typeface="Times New Roman" panose="02020603050405020304" pitchFamily="18" charset="0"/>
              </a:rPr>
              <a:t> </a:t>
            </a:r>
            <a:r>
              <a:rPr lang="en-US" altLang="en-US" sz="2400" dirty="0" err="1">
                <a:cs typeface="Times New Roman" panose="02020603050405020304" pitchFamily="18" charset="0"/>
              </a:rPr>
              <a:t>hợp</a:t>
            </a:r>
            <a:r>
              <a:rPr lang="en-US" altLang="en-US" sz="2400" dirty="0">
                <a:cs typeface="Times New Roman" panose="02020603050405020304" pitchFamily="18" charset="0"/>
              </a:rPr>
              <a:t> </a:t>
            </a:r>
            <a:r>
              <a:rPr lang="en-US" altLang="en-US" sz="2400" dirty="0" err="1">
                <a:cs typeface="Times New Roman" panose="02020603050405020304" pitchFamily="18" charset="0"/>
              </a:rPr>
              <a:t>này</a:t>
            </a:r>
            <a:r>
              <a:rPr lang="en-US" altLang="en-US" sz="2400" dirty="0">
                <a:cs typeface="Times New Roman" panose="02020603050405020304" pitchFamily="18" charset="0"/>
              </a:rPr>
              <a:t> </a:t>
            </a:r>
            <a:r>
              <a:rPr lang="en-US" altLang="en-US" sz="2400" dirty="0" err="1">
                <a:cs typeface="Times New Roman" panose="02020603050405020304" pitchFamily="18" charset="0"/>
              </a:rPr>
              <a:t>sẽ</a:t>
            </a:r>
            <a:r>
              <a:rPr lang="en-US" altLang="en-US" sz="2400" dirty="0">
                <a:cs typeface="Times New Roman" panose="02020603050405020304" pitchFamily="18" charset="0"/>
              </a:rPr>
              <a:t> </a:t>
            </a:r>
            <a:r>
              <a:rPr lang="en-US" altLang="en-US" sz="2400" dirty="0" err="1">
                <a:cs typeface="Times New Roman" panose="02020603050405020304" pitchFamily="18" charset="0"/>
              </a:rPr>
              <a:t>chứa</a:t>
            </a:r>
            <a:r>
              <a:rPr lang="en-US" altLang="en-US" sz="2400" dirty="0">
                <a:cs typeface="Times New Roman" panose="02020603050405020304" pitchFamily="18" charset="0"/>
              </a:rPr>
              <a:t> </a:t>
            </a:r>
            <a:r>
              <a:rPr lang="en-US" altLang="en-US" sz="2400" dirty="0" err="1">
                <a:cs typeface="Times New Roman" panose="02020603050405020304" pitchFamily="18" charset="0"/>
              </a:rPr>
              <a:t>các</a:t>
            </a:r>
            <a:r>
              <a:rPr lang="en-US" altLang="en-US" sz="2400" dirty="0">
                <a:cs typeface="Times New Roman" panose="02020603050405020304" pitchFamily="18" charset="0"/>
              </a:rPr>
              <a:t> </a:t>
            </a:r>
            <a:r>
              <a:rPr lang="en-US" altLang="en-US" sz="2400" dirty="0" err="1">
                <a:cs typeface="Times New Roman" panose="02020603050405020304" pitchFamily="18" charset="0"/>
              </a:rPr>
              <a:t>lệnh</a:t>
            </a:r>
            <a:r>
              <a:rPr lang="en-US" altLang="en-US" sz="2400" dirty="0">
                <a:cs typeface="Times New Roman" panose="02020603050405020304" pitchFamily="18" charset="0"/>
              </a:rPr>
              <a:t> </a:t>
            </a:r>
            <a:r>
              <a:rPr lang="en-US" altLang="en-US" sz="2400" dirty="0" err="1">
                <a:cs typeface="Times New Roman" panose="02020603050405020304" pitchFamily="18" charset="0"/>
              </a:rPr>
              <a:t>thi</a:t>
            </a:r>
            <a:r>
              <a:rPr lang="en-US" altLang="en-US" sz="2400" dirty="0">
                <a:cs typeface="Times New Roman" panose="02020603050405020304" pitchFamily="18" charset="0"/>
              </a:rPr>
              <a:t> </a:t>
            </a:r>
            <a:r>
              <a:rPr lang="en-US" altLang="en-US" sz="2400" dirty="0" err="1">
                <a:cs typeface="Times New Roman" panose="02020603050405020304" pitchFamily="18" charset="0"/>
              </a:rPr>
              <a:t>hành</a:t>
            </a:r>
            <a:r>
              <a:rPr lang="en-US" altLang="en-US" sz="2400" dirty="0">
                <a:cs typeface="Times New Roman" panose="02020603050405020304" pitchFamily="18" charset="0"/>
              </a:rPr>
              <a:t> </a:t>
            </a:r>
            <a:r>
              <a:rPr lang="en-US" altLang="en-US" sz="2400" dirty="0" err="1">
                <a:cs typeface="Times New Roman" panose="02020603050405020304" pitchFamily="18" charset="0"/>
              </a:rPr>
              <a:t>việc</a:t>
            </a:r>
            <a:r>
              <a:rPr lang="en-US" altLang="en-US" sz="2400" dirty="0">
                <a:cs typeface="Times New Roman" panose="02020603050405020304" pitchFamily="18" charset="0"/>
              </a:rPr>
              <a:t> </a:t>
            </a:r>
            <a:r>
              <a:rPr lang="en-US" altLang="en-US" sz="2400" dirty="0" err="1">
                <a:cs typeface="Times New Roman" panose="02020603050405020304" pitchFamily="18" charset="0"/>
              </a:rPr>
              <a:t>giải</a:t>
            </a:r>
            <a:r>
              <a:rPr lang="en-US" altLang="en-US" sz="2400" dirty="0">
                <a:cs typeface="Times New Roman" panose="02020603050405020304" pitchFamily="18" charset="0"/>
              </a:rPr>
              <a:t> </a:t>
            </a:r>
            <a:r>
              <a:rPr lang="en-US" altLang="en-US" sz="2400" dirty="0" err="1">
                <a:cs typeface="Times New Roman" panose="02020603050405020304" pitchFamily="18" charset="0"/>
              </a:rPr>
              <a:t>trực</a:t>
            </a:r>
            <a:r>
              <a:rPr lang="en-US" altLang="en-US" sz="2400" dirty="0">
                <a:cs typeface="Times New Roman" panose="02020603050405020304" pitchFamily="18" charset="0"/>
              </a:rPr>
              <a:t> </a:t>
            </a:r>
            <a:r>
              <a:rPr lang="en-US" altLang="en-US" sz="2400" dirty="0" err="1">
                <a:cs typeface="Times New Roman" panose="02020603050405020304" pitchFamily="18" charset="0"/>
              </a:rPr>
              <a:t>tiếp</a:t>
            </a:r>
            <a:r>
              <a:rPr lang="en-US" altLang="en-US" sz="2400" dirty="0">
                <a:cs typeface="Times New Roman" panose="02020603050405020304" pitchFamily="18" charset="0"/>
              </a:rPr>
              <a:t> </a:t>
            </a:r>
            <a:r>
              <a:rPr lang="en-US" altLang="en-US" sz="2400" dirty="0" err="1">
                <a:cs typeface="Times New Roman" panose="02020603050405020304" pitchFamily="18" charset="0"/>
              </a:rPr>
              <a:t>này</a:t>
            </a:r>
            <a:r>
              <a:rPr lang="en-US" altLang="en-US" sz="2400" dirty="0">
                <a:cs typeface="Times New Roman" panose="02020603050405020304" pitchFamily="18" charset="0"/>
              </a:rPr>
              <a:t>.</a:t>
            </a:r>
          </a:p>
          <a:p>
            <a:r>
              <a:rPr lang="en-US" altLang="en-US" sz="2400" dirty="0" err="1">
                <a:cs typeface="Times New Roman" panose="02020603050405020304" pitchFamily="18" charset="0"/>
              </a:rPr>
              <a:t>Trường</a:t>
            </a:r>
            <a:r>
              <a:rPr lang="en-US" altLang="en-US" sz="2400" dirty="0">
                <a:cs typeface="Times New Roman" panose="02020603050405020304" pitchFamily="18" charset="0"/>
              </a:rPr>
              <a:t> </a:t>
            </a:r>
            <a:r>
              <a:rPr lang="en-US" altLang="en-US" sz="2400" dirty="0" err="1">
                <a:cs typeface="Times New Roman" panose="02020603050405020304" pitchFamily="18" charset="0"/>
              </a:rPr>
              <a:t>hợp</a:t>
            </a:r>
            <a:r>
              <a:rPr lang="en-US" altLang="en-US" sz="2400" dirty="0">
                <a:cs typeface="Times New Roman" panose="02020603050405020304" pitchFamily="18" charset="0"/>
              </a:rPr>
              <a:t> </a:t>
            </a:r>
            <a:r>
              <a:rPr lang="en-US" altLang="en-US" sz="2400" dirty="0" err="1">
                <a:cs typeface="Times New Roman" panose="02020603050405020304" pitchFamily="18" charset="0"/>
              </a:rPr>
              <a:t>đệ</a:t>
            </a:r>
            <a:r>
              <a:rPr lang="en-US" altLang="en-US" sz="2400" dirty="0">
                <a:cs typeface="Times New Roman" panose="02020603050405020304" pitchFamily="18" charset="0"/>
              </a:rPr>
              <a:t> </a:t>
            </a:r>
            <a:r>
              <a:rPr lang="en-US" altLang="en-US" sz="2400" dirty="0" err="1">
                <a:cs typeface="Times New Roman" panose="02020603050405020304" pitchFamily="18" charset="0"/>
              </a:rPr>
              <a:t>quy</a:t>
            </a:r>
            <a:r>
              <a:rPr lang="en-US" altLang="en-US" sz="2400" dirty="0">
                <a:cs typeface="Times New Roman" panose="02020603050405020304" pitchFamily="18" charset="0"/>
              </a:rPr>
              <a:t>: </a:t>
            </a:r>
            <a:r>
              <a:rPr lang="en-US" altLang="en-US" sz="2400" dirty="0" err="1">
                <a:cs typeface="Times New Roman" panose="02020603050405020304" pitchFamily="18" charset="0"/>
              </a:rPr>
              <a:t>Chứa</a:t>
            </a:r>
            <a:r>
              <a:rPr lang="en-US" altLang="en-US" sz="2400" dirty="0">
                <a:cs typeface="Times New Roman" panose="02020603050405020304" pitchFamily="18" charset="0"/>
              </a:rPr>
              <a:t>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hay </a:t>
            </a:r>
            <a:r>
              <a:rPr lang="en-US" altLang="en-US" sz="2400" dirty="0" err="1">
                <a:cs typeface="Times New Roman" panose="02020603050405020304" pitchFamily="18" charset="0"/>
              </a:rPr>
              <a:t>nhiều</a:t>
            </a:r>
            <a:r>
              <a:rPr lang="en-US" altLang="en-US" sz="2400" dirty="0">
                <a:cs typeface="Times New Roman" panose="02020603050405020304" pitchFamily="18" charset="0"/>
              </a:rPr>
              <a:t> </a:t>
            </a:r>
            <a:r>
              <a:rPr lang="en-US" altLang="en-US" sz="2400" dirty="0" err="1">
                <a:cs typeface="Times New Roman" panose="02020603050405020304" pitchFamily="18" charset="0"/>
              </a:rPr>
              <a:t>lời</a:t>
            </a:r>
            <a:r>
              <a:rPr lang="en-US" altLang="en-US" sz="2400" dirty="0">
                <a:cs typeface="Times New Roman" panose="02020603050405020304" pitchFamily="18" charset="0"/>
              </a:rPr>
              <a:t> </a:t>
            </a:r>
            <a:r>
              <a:rPr lang="en-US" altLang="en-US" sz="2400" dirty="0" err="1">
                <a:cs typeface="Times New Roman" panose="02020603050405020304" pitchFamily="18" charset="0"/>
              </a:rPr>
              <a:t>gọi</a:t>
            </a:r>
            <a:r>
              <a:rPr lang="en-US" altLang="en-US" sz="2400" dirty="0">
                <a:cs typeface="Times New Roman" panose="02020603050405020304" pitchFamily="18" charset="0"/>
              </a:rPr>
              <a:t> </a:t>
            </a:r>
            <a:r>
              <a:rPr lang="en-US" altLang="en-US" sz="2400" dirty="0" err="1">
                <a:cs typeface="Times New Roman" panose="02020603050405020304" pitchFamily="18" charset="0"/>
              </a:rPr>
              <a:t>đệ</a:t>
            </a:r>
            <a:r>
              <a:rPr lang="en-US" altLang="en-US" sz="2400" dirty="0">
                <a:cs typeface="Times New Roman" panose="02020603050405020304" pitchFamily="18" charset="0"/>
              </a:rPr>
              <a:t> </a:t>
            </a:r>
            <a:r>
              <a:rPr lang="en-US" altLang="en-US" sz="2400" dirty="0" err="1">
                <a:cs typeface="Times New Roman" panose="02020603050405020304" pitchFamily="18" charset="0"/>
              </a:rPr>
              <a:t>quy</a:t>
            </a:r>
            <a:r>
              <a:rPr lang="en-US" altLang="en-US" sz="2400" dirty="0">
                <a:cs typeface="Times New Roman" panose="02020603050405020304" pitchFamily="18" charset="0"/>
              </a:rPr>
              <a:t>, </a:t>
            </a:r>
            <a:r>
              <a:rPr lang="en-US" altLang="en-US" sz="2400" dirty="0" err="1">
                <a:cs typeface="Times New Roman" panose="02020603050405020304" pitchFamily="18" charset="0"/>
              </a:rPr>
              <a:t>là</a:t>
            </a:r>
            <a:r>
              <a:rPr lang="en-US" altLang="en-US" sz="2400" dirty="0">
                <a:cs typeface="Times New Roman" panose="02020603050405020304" pitchFamily="18" charset="0"/>
              </a:rPr>
              <a:t> </a:t>
            </a:r>
            <a:r>
              <a:rPr lang="en-US" altLang="en-US" sz="2400" dirty="0" err="1">
                <a:cs typeface="Times New Roman" panose="02020603050405020304" pitchFamily="18" charset="0"/>
              </a:rPr>
              <a:t>lời</a:t>
            </a:r>
            <a:r>
              <a:rPr lang="en-US" altLang="en-US" sz="2400" dirty="0">
                <a:cs typeface="Times New Roman" panose="02020603050405020304" pitchFamily="18" charset="0"/>
              </a:rPr>
              <a:t> </a:t>
            </a:r>
            <a:r>
              <a:rPr lang="en-US" altLang="en-US" sz="2400" dirty="0" err="1">
                <a:cs typeface="Times New Roman" panose="02020603050405020304" pitchFamily="18" charset="0"/>
              </a:rPr>
              <a:t>gọi</a:t>
            </a:r>
            <a:r>
              <a:rPr lang="en-US" altLang="en-US" sz="2400" dirty="0">
                <a:cs typeface="Times New Roman" panose="02020603050405020304" pitchFamily="18" charset="0"/>
              </a:rPr>
              <a:t> </a:t>
            </a:r>
            <a:r>
              <a:rPr lang="en-US" altLang="en-US" sz="2400" dirty="0" err="1">
                <a:cs typeface="Times New Roman" panose="02020603050405020304" pitchFamily="18" charset="0"/>
              </a:rPr>
              <a:t>đến</a:t>
            </a:r>
            <a:r>
              <a:rPr lang="en-US" altLang="en-US" sz="2400" dirty="0">
                <a:cs typeface="Times New Roman" panose="02020603050405020304" pitchFamily="18" charset="0"/>
              </a:rPr>
              <a:t> </a:t>
            </a:r>
            <a:r>
              <a:rPr lang="en-US" altLang="en-US" sz="2400" dirty="0" err="1">
                <a:cs typeface="Times New Roman" panose="02020603050405020304" pitchFamily="18" charset="0"/>
              </a:rPr>
              <a:t>chính</a:t>
            </a:r>
            <a:r>
              <a:rPr lang="en-US" altLang="en-US" sz="2400" dirty="0">
                <a:cs typeface="Times New Roman" panose="02020603050405020304" pitchFamily="18" charset="0"/>
              </a:rPr>
              <a:t> </a:t>
            </a:r>
            <a:r>
              <a:rPr lang="en-US" altLang="en-US" sz="2400" dirty="0" err="1">
                <a:cs typeface="Times New Roman" panose="02020603050405020304" pitchFamily="18" charset="0"/>
              </a:rPr>
              <a:t>thủ</a:t>
            </a:r>
            <a:r>
              <a:rPr lang="en-US" altLang="en-US" sz="2400" dirty="0">
                <a:cs typeface="Times New Roman" panose="02020603050405020304" pitchFamily="18" charset="0"/>
              </a:rPr>
              <a:t> </a:t>
            </a:r>
            <a:r>
              <a:rPr lang="en-US" altLang="en-US" sz="2400" dirty="0" err="1">
                <a:cs typeface="Times New Roman" panose="02020603050405020304" pitchFamily="18" charset="0"/>
              </a:rPr>
              <a:t>tục</a:t>
            </a:r>
            <a:r>
              <a:rPr lang="en-US" altLang="en-US" sz="2400" dirty="0">
                <a:cs typeface="Times New Roman" panose="02020603050405020304" pitchFamily="18" charset="0"/>
              </a:rPr>
              <a:t> </a:t>
            </a:r>
            <a:r>
              <a:rPr lang="en-US" altLang="en-US" sz="2400" dirty="0" err="1">
                <a:cs typeface="Times New Roman" panose="02020603050405020304" pitchFamily="18" charset="0"/>
              </a:rPr>
              <a:t>đang</a:t>
            </a:r>
            <a:r>
              <a:rPr lang="en-US" altLang="en-US" sz="2400" dirty="0">
                <a:cs typeface="Times New Roman" panose="02020603050405020304" pitchFamily="18" charset="0"/>
              </a:rPr>
              <a:t> </a:t>
            </a:r>
            <a:r>
              <a:rPr lang="en-US" altLang="en-US" sz="2400" dirty="0" err="1">
                <a:cs typeface="Times New Roman" panose="02020603050405020304" pitchFamily="18" charset="0"/>
              </a:rPr>
              <a:t>xây</a:t>
            </a:r>
            <a:r>
              <a:rPr lang="en-US" altLang="en-US" sz="2400" dirty="0">
                <a:cs typeface="Times New Roman" panose="02020603050405020304" pitchFamily="18" charset="0"/>
              </a:rPr>
              <a:t> </a:t>
            </a:r>
            <a:r>
              <a:rPr lang="en-US" altLang="en-US" sz="2400" dirty="0" err="1">
                <a:cs typeface="Times New Roman" panose="02020603050405020304" pitchFamily="18" charset="0"/>
              </a:rPr>
              <a:t>dựng</a:t>
            </a:r>
            <a:r>
              <a:rPr lang="en-US" altLang="en-US" sz="2400" dirty="0">
                <a:cs typeface="Times New Roman" panose="02020603050405020304" pitchFamily="18" charset="0"/>
              </a:rPr>
              <a:t>, </a:t>
            </a:r>
            <a:r>
              <a:rPr lang="en-US" altLang="en-US" sz="2400" dirty="0" err="1">
                <a:cs typeface="Times New Roman" panose="02020603050405020304" pitchFamily="18" charset="0"/>
              </a:rPr>
              <a:t>nhưng</a:t>
            </a:r>
            <a:r>
              <a:rPr lang="en-US" altLang="en-US" sz="2400" dirty="0">
                <a:cs typeface="Times New Roman" panose="02020603050405020304" pitchFamily="18" charset="0"/>
              </a:rPr>
              <a:t> </a:t>
            </a:r>
            <a:r>
              <a:rPr lang="en-US" altLang="en-US" sz="2400" dirty="0" err="1">
                <a:cs typeface="Times New Roman" panose="02020603050405020304" pitchFamily="18" charset="0"/>
              </a:rPr>
              <a:t>có</a:t>
            </a:r>
            <a:r>
              <a:rPr lang="en-US" altLang="en-US" sz="2400" dirty="0">
                <a:cs typeface="Times New Roman" panose="02020603050405020304" pitchFamily="18" charset="0"/>
              </a:rPr>
              <a:t> </a:t>
            </a:r>
            <a:r>
              <a:rPr lang="en-US" altLang="en-US" sz="2400" dirty="0" err="1">
                <a:cs typeface="Times New Roman" panose="02020603050405020304" pitchFamily="18" charset="0"/>
              </a:rPr>
              <a:t>các</a:t>
            </a:r>
            <a:r>
              <a:rPr lang="en-US" altLang="en-US" sz="2400" dirty="0">
                <a:cs typeface="Times New Roman" panose="02020603050405020304" pitchFamily="18" charset="0"/>
              </a:rPr>
              <a:t> </a:t>
            </a:r>
            <a:r>
              <a:rPr lang="en-US" altLang="en-US" sz="2400" dirty="0" err="1">
                <a:cs typeface="Times New Roman" panose="02020603050405020304" pitchFamily="18" charset="0"/>
              </a:rPr>
              <a:t>tham</a:t>
            </a:r>
            <a:r>
              <a:rPr lang="en-US" altLang="en-US" sz="2400" dirty="0">
                <a:cs typeface="Times New Roman" panose="02020603050405020304" pitchFamily="18" charset="0"/>
              </a:rPr>
              <a:t> </a:t>
            </a:r>
            <a:r>
              <a:rPr lang="en-US" altLang="en-US" sz="2400" dirty="0" err="1">
                <a:cs typeface="Times New Roman" panose="02020603050405020304" pitchFamily="18" charset="0"/>
              </a:rPr>
              <a:t>số</a:t>
            </a:r>
            <a:r>
              <a:rPr lang="en-US" altLang="en-US" sz="2400" dirty="0">
                <a:cs typeface="Times New Roman" panose="02020603050405020304" pitchFamily="18" charset="0"/>
              </a:rPr>
              <a:t> </a:t>
            </a:r>
            <a:r>
              <a:rPr lang="en-US" altLang="en-US" sz="2400" dirty="0" err="1">
                <a:cs typeface="Times New Roman" panose="02020603050405020304" pitchFamily="18" charset="0"/>
              </a:rPr>
              <a:t>khác</a:t>
            </a:r>
            <a:r>
              <a:rPr lang="en-US" altLang="en-US" sz="2400" dirty="0">
                <a:cs typeface="Times New Roman" panose="02020603050405020304" pitchFamily="18" charset="0"/>
              </a:rPr>
              <a:t> </a:t>
            </a:r>
            <a:r>
              <a:rPr lang="en-US" altLang="en-US" sz="2400" dirty="0" err="1">
                <a:cs typeface="Times New Roman" panose="02020603050405020304" pitchFamily="18" charset="0"/>
              </a:rPr>
              <a:t>với</a:t>
            </a:r>
            <a:r>
              <a:rPr lang="en-US" altLang="en-US" sz="2400" dirty="0">
                <a:cs typeface="Times New Roman" panose="02020603050405020304" pitchFamily="18" charset="0"/>
              </a:rPr>
              <a:t> (</a:t>
            </a:r>
            <a:r>
              <a:rPr lang="en-US" altLang="en-US" sz="2400" dirty="0" err="1">
                <a:cs typeface="Times New Roman" panose="02020603050405020304" pitchFamily="18" charset="0"/>
              </a:rPr>
              <a:t>mà</a:t>
            </a:r>
            <a:r>
              <a:rPr lang="en-US" altLang="en-US" sz="2400" dirty="0">
                <a:cs typeface="Times New Roman" panose="02020603050405020304" pitchFamily="18" charset="0"/>
              </a:rPr>
              <a:t> </a:t>
            </a:r>
            <a:r>
              <a:rPr lang="en-US" altLang="en-US" sz="2400" dirty="0" err="1">
                <a:cs typeface="Times New Roman" panose="02020603050405020304" pitchFamily="18" charset="0"/>
              </a:rPr>
              <a:t>thường</a:t>
            </a:r>
            <a:r>
              <a:rPr lang="en-US" altLang="en-US" sz="2400" dirty="0">
                <a:cs typeface="Times New Roman" panose="02020603050405020304" pitchFamily="18" charset="0"/>
              </a:rPr>
              <a:t> </a:t>
            </a:r>
            <a:r>
              <a:rPr lang="en-US" altLang="en-US" sz="2400" dirty="0" err="1">
                <a:cs typeface="Times New Roman" panose="02020603050405020304" pitchFamily="18" charset="0"/>
              </a:rPr>
              <a:t>là</a:t>
            </a:r>
            <a:r>
              <a:rPr lang="en-US" altLang="en-US" sz="2400" dirty="0">
                <a:cs typeface="Times New Roman" panose="02020603050405020304" pitchFamily="18" charset="0"/>
              </a:rPr>
              <a:t> </a:t>
            </a:r>
            <a:r>
              <a:rPr lang="en-US" altLang="en-US" sz="2400" dirty="0" err="1">
                <a:cs typeface="Times New Roman" panose="02020603050405020304" pitchFamily="18" charset="0"/>
              </a:rPr>
              <a:t>nhỏ</a:t>
            </a:r>
            <a:r>
              <a:rPr lang="en-US" altLang="en-US" sz="2400" dirty="0">
                <a:cs typeface="Times New Roman" panose="02020603050405020304" pitchFamily="18" charset="0"/>
              </a:rPr>
              <a:t> </a:t>
            </a:r>
            <a:r>
              <a:rPr lang="en-US" altLang="en-US" sz="2400" dirty="0" err="1">
                <a:cs typeface="Times New Roman" panose="02020603050405020304" pitchFamily="18" charset="0"/>
              </a:rPr>
              <a:t>hơn</a:t>
            </a:r>
            <a:r>
              <a:rPr lang="en-US" altLang="en-US" sz="2400" dirty="0">
                <a:cs typeface="Times New Roman" panose="02020603050405020304" pitchFamily="18" charset="0"/>
              </a:rPr>
              <a:t>) </a:t>
            </a:r>
            <a:r>
              <a:rPr lang="en-US" altLang="en-US" sz="2400" dirty="0" err="1">
                <a:cs typeface="Times New Roman" panose="02020603050405020304" pitchFamily="18" charset="0"/>
              </a:rPr>
              <a:t>tham</a:t>
            </a:r>
            <a:r>
              <a:rPr lang="en-US" altLang="en-US" sz="2400" dirty="0">
                <a:cs typeface="Times New Roman" panose="02020603050405020304" pitchFamily="18" charset="0"/>
              </a:rPr>
              <a:t> </a:t>
            </a:r>
            <a:r>
              <a:rPr lang="en-US" altLang="en-US" sz="2400" dirty="0" err="1">
                <a:cs typeface="Times New Roman" panose="02020603050405020304" pitchFamily="18" charset="0"/>
              </a:rPr>
              <a:t>số</a:t>
            </a:r>
            <a:r>
              <a:rPr lang="en-US" altLang="en-US" sz="2400" dirty="0">
                <a:cs typeface="Times New Roman" panose="02020603050405020304" pitchFamily="18" charset="0"/>
              </a:rPr>
              <a:t> ban </a:t>
            </a:r>
            <a:r>
              <a:rPr lang="en-US" altLang="en-US" sz="2400" dirty="0" err="1">
                <a:cs typeface="Times New Roman" panose="02020603050405020304" pitchFamily="18" charset="0"/>
              </a:rPr>
              <a:t>đầu</a:t>
            </a:r>
            <a:endParaRPr lang="en-US" sz="2400" dirty="0"/>
          </a:p>
        </p:txBody>
      </p:sp>
      <p:sp>
        <p:nvSpPr>
          <p:cNvPr id="7" name="Rectangle 8">
            <a:extLst>
              <a:ext uri="{FF2B5EF4-FFF2-40B4-BE49-F238E27FC236}">
                <a16:creationId xmlns:a16="http://schemas.microsoft.com/office/drawing/2014/main" id="{8C782230-70D9-9540-BE24-87469DFD4D8B}"/>
              </a:ext>
            </a:extLst>
          </p:cNvPr>
          <p:cNvSpPr>
            <a:spLocks noChangeArrowheads="1"/>
          </p:cNvSpPr>
          <p:nvPr/>
        </p:nvSpPr>
        <p:spPr bwMode="auto">
          <a:xfrm>
            <a:off x="3852367" y="3194164"/>
            <a:ext cx="4075782" cy="317009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dirty="0">
                <a:cs typeface="Times New Roman" panose="02020603050405020304" pitchFamily="18" charset="0"/>
              </a:rPr>
              <a:t>void  P (A) {</a:t>
            </a:r>
          </a:p>
          <a:p>
            <a:pPr>
              <a:spcBef>
                <a:spcPct val="0"/>
              </a:spcBef>
              <a:buFontTx/>
              <a:buNone/>
            </a:pPr>
            <a:r>
              <a:rPr lang="en-US" altLang="en-US" sz="2000" dirty="0">
                <a:cs typeface="Times New Roman" panose="02020603050405020304" pitchFamily="18" charset="0"/>
              </a:rPr>
              <a:t>    if A==A</a:t>
            </a:r>
            <a:r>
              <a:rPr lang="en-US" altLang="en-US" sz="2000" baseline="-30000" dirty="0">
                <a:cs typeface="Times New Roman" panose="02020603050405020304" pitchFamily="18" charset="0"/>
              </a:rPr>
              <a:t>0</a:t>
            </a:r>
            <a:r>
              <a:rPr lang="en-US" altLang="en-US" sz="2000" dirty="0">
                <a:cs typeface="Times New Roman" panose="02020603050405020304" pitchFamily="18" charset="0"/>
              </a:rPr>
              <a:t> then</a:t>
            </a:r>
          </a:p>
          <a:p>
            <a:pPr>
              <a:spcBef>
                <a:spcPct val="0"/>
              </a:spcBef>
              <a:buFontTx/>
              <a:buNone/>
            </a:pPr>
            <a:r>
              <a:rPr lang="en-US" altLang="en-US" sz="2000" dirty="0">
                <a:cs typeface="Times New Roman" panose="02020603050405020304" pitchFamily="18" charset="0"/>
              </a:rPr>
              <a:t>         </a:t>
            </a:r>
            <a:r>
              <a:rPr lang="en-US" altLang="en-US" sz="2000" dirty="0" err="1">
                <a:cs typeface="Times New Roman" panose="02020603050405020304" pitchFamily="18" charset="0"/>
              </a:rPr>
              <a:t>Trường</a:t>
            </a:r>
            <a:r>
              <a:rPr lang="en-US" altLang="en-US" sz="2000" dirty="0">
                <a:cs typeface="Times New Roman" panose="02020603050405020304" pitchFamily="18" charset="0"/>
              </a:rPr>
              <a:t> </a:t>
            </a:r>
            <a:r>
              <a:rPr lang="en-US" altLang="en-US" sz="2000" dirty="0" err="1">
                <a:cs typeface="Times New Roman" panose="02020603050405020304" pitchFamily="18" charset="0"/>
              </a:rPr>
              <a:t>hợp</a:t>
            </a:r>
            <a:r>
              <a:rPr lang="en-US" altLang="en-US" sz="2000" dirty="0">
                <a:cs typeface="Times New Roman" panose="02020603050405020304" pitchFamily="18" charset="0"/>
              </a:rPr>
              <a:t> </a:t>
            </a:r>
            <a:r>
              <a:rPr lang="en-US" altLang="en-US" sz="2000" dirty="0" err="1">
                <a:cs typeface="Times New Roman" panose="02020603050405020304" pitchFamily="18" charset="0"/>
              </a:rPr>
              <a:t>cơ</a:t>
            </a:r>
            <a:r>
              <a:rPr lang="en-US" altLang="en-US" sz="2000" dirty="0">
                <a:cs typeface="Times New Roman" panose="02020603050405020304" pitchFamily="18" charset="0"/>
              </a:rPr>
              <a:t> </a:t>
            </a:r>
            <a:r>
              <a:rPr lang="en-US" altLang="en-US" sz="2000" dirty="0" err="1">
                <a:cs typeface="Times New Roman" panose="02020603050405020304" pitchFamily="18" charset="0"/>
              </a:rPr>
              <a:t>sở</a:t>
            </a:r>
            <a:endParaRPr lang="en-US" altLang="en-US" sz="2000" dirty="0">
              <a:cs typeface="Times New Roman" panose="02020603050405020304" pitchFamily="18" charset="0"/>
            </a:endParaRPr>
          </a:p>
          <a:p>
            <a:pPr>
              <a:spcBef>
                <a:spcPct val="0"/>
              </a:spcBef>
              <a:buFontTx/>
              <a:buNone/>
            </a:pPr>
            <a:r>
              <a:rPr lang="en-US" altLang="en-US" sz="2000" dirty="0">
                <a:cs typeface="Times New Roman" panose="02020603050405020304" pitchFamily="18" charset="0"/>
              </a:rPr>
              <a:t>    else {		//</a:t>
            </a:r>
            <a:r>
              <a:rPr lang="en-US" altLang="en-US" sz="2000" dirty="0" err="1">
                <a:cs typeface="Times New Roman" panose="02020603050405020304" pitchFamily="18" charset="0"/>
              </a:rPr>
              <a:t>Trường</a:t>
            </a:r>
            <a:r>
              <a:rPr lang="en-US" altLang="en-US" sz="2000" dirty="0">
                <a:cs typeface="Times New Roman" panose="02020603050405020304" pitchFamily="18" charset="0"/>
              </a:rPr>
              <a:t> </a:t>
            </a:r>
            <a:r>
              <a:rPr lang="en-US" altLang="en-US" sz="2000" dirty="0" err="1">
                <a:cs typeface="Times New Roman" panose="02020603050405020304" pitchFamily="18" charset="0"/>
              </a:rPr>
              <a:t>hợp</a:t>
            </a:r>
            <a:r>
              <a:rPr lang="en-US" altLang="en-US" sz="2000" dirty="0">
                <a:cs typeface="Times New Roman" panose="02020603050405020304" pitchFamily="18" charset="0"/>
              </a:rPr>
              <a:t> </a:t>
            </a:r>
            <a:r>
              <a:rPr lang="en-US" altLang="en-US" sz="2000" dirty="0" err="1">
                <a:cs typeface="Times New Roman" panose="02020603050405020304" pitchFamily="18" charset="0"/>
              </a:rPr>
              <a:t>đệ</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endParaRPr lang="en-US" altLang="en-US" sz="2000" dirty="0">
              <a:cs typeface="Times New Roman" panose="02020603050405020304" pitchFamily="18" charset="0"/>
            </a:endParaRPr>
          </a:p>
          <a:p>
            <a:pPr>
              <a:spcBef>
                <a:spcPct val="0"/>
              </a:spcBef>
              <a:buFontTx/>
              <a:buNone/>
            </a:pPr>
            <a:r>
              <a:rPr lang="en-US" altLang="en-US" sz="2000" dirty="0">
                <a:cs typeface="Times New Roman" panose="02020603050405020304" pitchFamily="18" charset="0"/>
              </a:rPr>
              <a:t>        Q1();</a:t>
            </a:r>
          </a:p>
          <a:p>
            <a:pPr>
              <a:spcBef>
                <a:spcPct val="0"/>
              </a:spcBef>
              <a:buFontTx/>
              <a:buNone/>
            </a:pPr>
            <a:r>
              <a:rPr lang="en-US" altLang="en-US" sz="2000" dirty="0">
                <a:cs typeface="Times New Roman" panose="02020603050405020304" pitchFamily="18" charset="0"/>
              </a:rPr>
              <a:t>        P(A</a:t>
            </a:r>
            <a:r>
              <a:rPr lang="en-US" altLang="en-US" sz="2000" baseline="-30000" dirty="0">
                <a:cs typeface="Times New Roman" panose="02020603050405020304" pitchFamily="18" charset="0"/>
              </a:rPr>
              <a:t>1</a:t>
            </a:r>
            <a:r>
              <a:rPr lang="en-US" altLang="en-US" sz="2000" dirty="0">
                <a:cs typeface="Times New Roman" panose="02020603050405020304" pitchFamily="18" charset="0"/>
              </a:rPr>
              <a:t>);	//</a:t>
            </a:r>
            <a:r>
              <a:rPr lang="en-US" altLang="en-US" sz="2000" dirty="0" err="1">
                <a:cs typeface="Times New Roman" panose="02020603050405020304" pitchFamily="18" charset="0"/>
              </a:rPr>
              <a:t>Lời</a:t>
            </a:r>
            <a:r>
              <a:rPr lang="en-US" altLang="en-US" sz="2000" dirty="0">
                <a:cs typeface="Times New Roman" panose="02020603050405020304" pitchFamily="18" charset="0"/>
              </a:rPr>
              <a:t> </a:t>
            </a:r>
            <a:r>
              <a:rPr lang="en-US" altLang="en-US" sz="2000" dirty="0" err="1">
                <a:cs typeface="Times New Roman" panose="02020603050405020304" pitchFamily="18" charset="0"/>
              </a:rPr>
              <a:t>gọi</a:t>
            </a:r>
            <a:r>
              <a:rPr lang="en-US" altLang="en-US" sz="2000" dirty="0">
                <a:cs typeface="Times New Roman" panose="02020603050405020304" pitchFamily="18" charset="0"/>
              </a:rPr>
              <a:t> </a:t>
            </a:r>
            <a:r>
              <a:rPr lang="en-US" altLang="en-US" sz="2000" dirty="0" err="1">
                <a:cs typeface="Times New Roman" panose="02020603050405020304" pitchFamily="18" charset="0"/>
              </a:rPr>
              <a:t>đệ</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endParaRPr lang="en-US" altLang="en-US" sz="2000" dirty="0">
              <a:cs typeface="Times New Roman" panose="02020603050405020304" pitchFamily="18" charset="0"/>
            </a:endParaRPr>
          </a:p>
          <a:p>
            <a:pPr>
              <a:spcBef>
                <a:spcPct val="0"/>
              </a:spcBef>
              <a:buFontTx/>
              <a:buNone/>
            </a:pPr>
            <a:r>
              <a:rPr lang="en-US" altLang="en-US" sz="2000" dirty="0">
                <a:cs typeface="Times New Roman" panose="02020603050405020304" pitchFamily="18" charset="0"/>
              </a:rPr>
              <a:t>        Q2();</a:t>
            </a:r>
          </a:p>
          <a:p>
            <a:pPr>
              <a:spcBef>
                <a:spcPct val="0"/>
              </a:spcBef>
              <a:buFontTx/>
              <a:buNone/>
            </a:pPr>
            <a:r>
              <a:rPr lang="en-US" altLang="en-US" sz="2000" dirty="0">
                <a:cs typeface="Times New Roman" panose="02020603050405020304" pitchFamily="18" charset="0"/>
              </a:rPr>
              <a:t>        P(A</a:t>
            </a:r>
            <a:r>
              <a:rPr lang="en-US" altLang="en-US" sz="2000" baseline="-30000" dirty="0">
                <a:cs typeface="Times New Roman" panose="02020603050405020304" pitchFamily="18" charset="0"/>
              </a:rPr>
              <a:t>2</a:t>
            </a:r>
            <a:r>
              <a:rPr lang="en-US" altLang="en-US" sz="2000" dirty="0">
                <a:cs typeface="Times New Roman" panose="02020603050405020304" pitchFamily="18" charset="0"/>
              </a:rPr>
              <a:t>);	//</a:t>
            </a:r>
            <a:r>
              <a:rPr lang="en-US" altLang="en-US" sz="2000" dirty="0" err="1">
                <a:cs typeface="Times New Roman" panose="02020603050405020304" pitchFamily="18" charset="0"/>
              </a:rPr>
              <a:t>Lời</a:t>
            </a:r>
            <a:r>
              <a:rPr lang="en-US" altLang="en-US" sz="2000" dirty="0">
                <a:cs typeface="Times New Roman" panose="02020603050405020304" pitchFamily="18" charset="0"/>
              </a:rPr>
              <a:t> </a:t>
            </a:r>
            <a:r>
              <a:rPr lang="en-US" altLang="en-US" sz="2000" dirty="0" err="1">
                <a:cs typeface="Times New Roman" panose="02020603050405020304" pitchFamily="18" charset="0"/>
              </a:rPr>
              <a:t>gọi</a:t>
            </a:r>
            <a:r>
              <a:rPr lang="en-US" altLang="en-US" sz="2000" dirty="0">
                <a:cs typeface="Times New Roman" panose="02020603050405020304" pitchFamily="18" charset="0"/>
              </a:rPr>
              <a:t> </a:t>
            </a:r>
            <a:r>
              <a:rPr lang="en-US" altLang="en-US" sz="2000" dirty="0" err="1">
                <a:cs typeface="Times New Roman" panose="02020603050405020304" pitchFamily="18" charset="0"/>
              </a:rPr>
              <a:t>đệ</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endParaRPr lang="en-US" altLang="en-US" sz="2000" dirty="0">
              <a:cs typeface="Times New Roman" panose="02020603050405020304" pitchFamily="18" charset="0"/>
            </a:endParaRPr>
          </a:p>
          <a:p>
            <a:pPr>
              <a:spcBef>
                <a:spcPct val="0"/>
              </a:spcBef>
              <a:buFontTx/>
              <a:buNone/>
            </a:pPr>
            <a:r>
              <a:rPr lang="en-US" altLang="en-US" sz="2000" dirty="0">
                <a:cs typeface="Times New Roman" panose="02020603050405020304" pitchFamily="18" charset="0"/>
              </a:rPr>
              <a:t>    }</a:t>
            </a:r>
          </a:p>
          <a:p>
            <a:pPr>
              <a:spcBef>
                <a:spcPct val="0"/>
              </a:spcBef>
              <a:buFontTx/>
              <a:buNone/>
            </a:pPr>
            <a:r>
              <a:rPr lang="en-US" altLang="en-US" sz="2000">
                <a:cs typeface="Times New Roman" panose="02020603050405020304" pitchFamily="18" charset="0"/>
              </a:rPr>
              <a:t>}</a:t>
            </a:r>
            <a:endParaRPr lang="en-US" altLang="en-US" sz="2000" dirty="0">
              <a:cs typeface="Times New Roman" panose="02020603050405020304" pitchFamily="18" charset="0"/>
            </a:endParaRPr>
          </a:p>
        </p:txBody>
      </p:sp>
    </p:spTree>
    <p:extLst>
      <p:ext uri="{BB962C8B-B14F-4D97-AF65-F5344CB8AC3E}">
        <p14:creationId xmlns:p14="http://schemas.microsoft.com/office/powerpoint/2010/main" val="13347522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9BD0AAA-CFA1-2E43-9B5A-42C735842652}"/>
              </a:ext>
            </a:extLst>
          </p:cNvPr>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a:extLst>
              <a:ext uri="{FF2B5EF4-FFF2-40B4-BE49-F238E27FC236}">
                <a16:creationId xmlns:a16="http://schemas.microsoft.com/office/drawing/2014/main" id="{944BF1F9-1080-7049-95B2-44AA6F6E37B9}"/>
              </a:ext>
            </a:extLst>
          </p:cNvPr>
          <p:cNvSpPr>
            <a:spLocks noGrp="1"/>
          </p:cNvSpPr>
          <p:nvPr>
            <p:ph type="ftr" sz="quarter" idx="11"/>
          </p:nvPr>
        </p:nvSpPr>
        <p:spPr/>
        <p:txBody>
          <a:bodyPr/>
          <a:lstStyle/>
          <a:p>
            <a:r>
              <a:rPr lang="is-IS" dirty="0"/>
              <a:t>Cấu trúc dữ liệu và giải thuật</a:t>
            </a:r>
            <a:endParaRPr lang="en-US" dirty="0"/>
          </a:p>
        </p:txBody>
      </p:sp>
      <p:sp>
        <p:nvSpPr>
          <p:cNvPr id="6" name="Slide Number Placeholder 5">
            <a:extLst>
              <a:ext uri="{FF2B5EF4-FFF2-40B4-BE49-F238E27FC236}">
                <a16:creationId xmlns:a16="http://schemas.microsoft.com/office/drawing/2014/main" id="{744B92F4-0C76-6B41-AF1B-83437372AFFD}"/>
              </a:ext>
            </a:extLst>
          </p:cNvPr>
          <p:cNvSpPr>
            <a:spLocks noGrp="1"/>
          </p:cNvSpPr>
          <p:nvPr>
            <p:ph type="sldNum" sz="quarter" idx="12"/>
          </p:nvPr>
        </p:nvSpPr>
        <p:spPr/>
        <p:txBody>
          <a:bodyPr/>
          <a:lstStyle/>
          <a:p>
            <a:fld id="{BA7BC09B-FE30-A349-B1D2-5A364F511F98}" type="slidenum">
              <a:rPr lang="en-US" smtClean="0"/>
              <a:t>80</a:t>
            </a:fld>
            <a:endParaRPr lang="en-US"/>
          </a:p>
        </p:txBody>
      </p:sp>
      <p:sp>
        <p:nvSpPr>
          <p:cNvPr id="2" name="Title 1">
            <a:extLst>
              <a:ext uri="{FF2B5EF4-FFF2-40B4-BE49-F238E27FC236}">
                <a16:creationId xmlns:a16="http://schemas.microsoft.com/office/drawing/2014/main" id="{BC082518-341D-0544-AC95-C627F301E8AF}"/>
              </a:ext>
            </a:extLst>
          </p:cNvPr>
          <p:cNvSpPr>
            <a:spLocks noGrp="1"/>
          </p:cNvSpPr>
          <p:nvPr>
            <p:ph type="title"/>
          </p:nvPr>
        </p:nvSpPr>
        <p:spPr/>
        <p:txBody>
          <a:bodyPr>
            <a:normAutofit fontScale="90000"/>
          </a:bodyPr>
          <a:lstStyle/>
          <a:p>
            <a:r>
              <a:rPr lang="en-US" altLang="en-US" dirty="0" err="1">
                <a:cs typeface="Times New Roman" panose="02020603050405020304" pitchFamily="18" charset="0"/>
              </a:rPr>
              <a:t>Cài</a:t>
            </a:r>
            <a:r>
              <a:rPr lang="en-US" altLang="en-US" dirty="0">
                <a:cs typeface="Times New Roman" panose="02020603050405020304" pitchFamily="18" charset="0"/>
              </a:rPr>
              <a:t> </a:t>
            </a:r>
            <a:r>
              <a:rPr lang="en-US" altLang="en-US" dirty="0" err="1">
                <a:cs typeface="Times New Roman" panose="02020603050405020304" pitchFamily="18" charset="0"/>
              </a:rPr>
              <a:t>đặt</a:t>
            </a:r>
            <a:r>
              <a:rPr lang="en-US" altLang="en-US" dirty="0">
                <a:cs typeface="Times New Roman" panose="02020603050405020304" pitchFamily="18" charset="0"/>
              </a:rPr>
              <a:t> </a:t>
            </a:r>
            <a:r>
              <a:rPr lang="en-US" altLang="en-US" dirty="0" err="1">
                <a:cs typeface="Times New Roman" panose="02020603050405020304" pitchFamily="18" charset="0"/>
              </a:rPr>
              <a:t>thủ</a:t>
            </a:r>
            <a:r>
              <a:rPr lang="en-US" altLang="en-US" dirty="0">
                <a:cs typeface="Times New Roman" panose="02020603050405020304" pitchFamily="18" charset="0"/>
              </a:rPr>
              <a:t> </a:t>
            </a:r>
            <a:r>
              <a:rPr lang="en-US" altLang="en-US" dirty="0" err="1">
                <a:cs typeface="Times New Roman" panose="02020603050405020304" pitchFamily="18" charset="0"/>
              </a:rPr>
              <a:t>tục</a:t>
            </a:r>
            <a:r>
              <a:rPr lang="en-US" altLang="en-US" dirty="0">
                <a:cs typeface="Times New Roman" panose="02020603050405020304" pitchFamily="18" charset="0"/>
              </a:rPr>
              <a:t> </a:t>
            </a:r>
            <a:r>
              <a:rPr lang="en-US" altLang="en-US" dirty="0" err="1">
                <a:cs typeface="Times New Roman" panose="02020603050405020304" pitchFamily="18" charset="0"/>
              </a:rPr>
              <a:t>đệ</a:t>
            </a:r>
            <a:r>
              <a:rPr lang="en-US" altLang="en-US" dirty="0">
                <a:cs typeface="Times New Roman" panose="02020603050405020304" pitchFamily="18" charset="0"/>
              </a:rPr>
              <a:t> </a:t>
            </a:r>
            <a:r>
              <a:rPr lang="en-US" altLang="en-US" dirty="0" err="1">
                <a:cs typeface="Times New Roman" panose="02020603050405020304" pitchFamily="18" charset="0"/>
              </a:rPr>
              <a:t>quy</a:t>
            </a:r>
            <a:br>
              <a:rPr lang="en-US" altLang="en-US" dirty="0">
                <a:cs typeface="Times New Roman" panose="02020603050405020304" pitchFamily="18" charset="0"/>
              </a:rPr>
            </a:br>
            <a:endParaRPr lang="en-US" dirty="0"/>
          </a:p>
        </p:txBody>
      </p:sp>
      <p:sp>
        <p:nvSpPr>
          <p:cNvPr id="3" name="Chỗ dành sẵn cho Nội dung 2">
            <a:extLst>
              <a:ext uri="{FF2B5EF4-FFF2-40B4-BE49-F238E27FC236}">
                <a16:creationId xmlns:a16="http://schemas.microsoft.com/office/drawing/2014/main" id="{C12C356D-E619-A45E-4F0D-A19CAA801541}"/>
              </a:ext>
            </a:extLst>
          </p:cNvPr>
          <p:cNvSpPr>
            <a:spLocks noGrp="1"/>
          </p:cNvSpPr>
          <p:nvPr>
            <p:ph sz="quarter" idx="13"/>
          </p:nvPr>
        </p:nvSpPr>
        <p:spPr/>
        <p:txBody>
          <a:bodyPr/>
          <a:lstStyle/>
          <a:p>
            <a:r>
              <a:rPr lang="en-US"/>
              <a:t>Khởi tạo ngăn xếp</a:t>
            </a:r>
          </a:p>
          <a:p>
            <a:r>
              <a:rPr lang="en-US"/>
              <a:t>Giai đoạn gọi đệ quy</a:t>
            </a:r>
          </a:p>
          <a:p>
            <a:r>
              <a:rPr lang="en-US"/>
              <a:t>Giai đoạn quay lui</a:t>
            </a:r>
            <a:endParaRPr lang="vi-VN"/>
          </a:p>
        </p:txBody>
      </p:sp>
      <p:grpSp>
        <p:nvGrpSpPr>
          <p:cNvPr id="8" name="Group 13">
            <a:extLst>
              <a:ext uri="{FF2B5EF4-FFF2-40B4-BE49-F238E27FC236}">
                <a16:creationId xmlns:a16="http://schemas.microsoft.com/office/drawing/2014/main" id="{0B7933A3-E341-0C48-8C6F-E7C9F2C398F1}"/>
              </a:ext>
            </a:extLst>
          </p:cNvPr>
          <p:cNvGrpSpPr>
            <a:grpSpLocks/>
          </p:cNvGrpSpPr>
          <p:nvPr/>
        </p:nvGrpSpPr>
        <p:grpSpPr bwMode="auto">
          <a:xfrm>
            <a:off x="3486150" y="2468562"/>
            <a:ext cx="4724400" cy="1028700"/>
            <a:chOff x="1680" y="2976"/>
            <a:chExt cx="2976" cy="648"/>
          </a:xfrm>
        </p:grpSpPr>
        <p:sp>
          <p:nvSpPr>
            <p:cNvPr id="9" name="Text Box 4">
              <a:extLst>
                <a:ext uri="{FF2B5EF4-FFF2-40B4-BE49-F238E27FC236}">
                  <a16:creationId xmlns:a16="http://schemas.microsoft.com/office/drawing/2014/main" id="{323D3CA8-84B3-CF46-A6AD-FB9274EB048B}"/>
                </a:ext>
              </a:extLst>
            </p:cNvPr>
            <p:cNvSpPr txBox="1">
              <a:spLocks noChangeArrowheads="1"/>
            </p:cNvSpPr>
            <p:nvPr/>
          </p:nvSpPr>
          <p:spPr bwMode="auto">
            <a:xfrm>
              <a:off x="2592" y="2976"/>
              <a:ext cx="1200" cy="64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t>3! = 3 x 2!</a:t>
              </a:r>
            </a:p>
            <a:p>
              <a:pPr>
                <a:spcBef>
                  <a:spcPct val="0"/>
                </a:spcBef>
                <a:buFontTx/>
                <a:buNone/>
              </a:pPr>
              <a:r>
                <a:rPr lang="en-US" altLang="en-US" sz="2000"/>
                <a:t>2! = 2 x 1!</a:t>
              </a:r>
            </a:p>
            <a:p>
              <a:pPr>
                <a:spcBef>
                  <a:spcPct val="0"/>
                </a:spcBef>
                <a:buFontTx/>
                <a:buNone/>
              </a:pPr>
              <a:r>
                <a:rPr lang="en-US" altLang="en-US" sz="2000"/>
                <a:t>1! = 1 x 0!</a:t>
              </a:r>
            </a:p>
            <a:p>
              <a:pPr>
                <a:spcBef>
                  <a:spcPct val="0"/>
                </a:spcBef>
                <a:buFontTx/>
                <a:buNone/>
              </a:pPr>
              <a:r>
                <a:rPr lang="en-US" altLang="en-US" sz="2000"/>
                <a:t>0! = 1: TH cơ sở</a:t>
              </a:r>
            </a:p>
          </p:txBody>
        </p:sp>
        <p:sp>
          <p:nvSpPr>
            <p:cNvPr id="10" name="Text Box 5">
              <a:extLst>
                <a:ext uri="{FF2B5EF4-FFF2-40B4-BE49-F238E27FC236}">
                  <a16:creationId xmlns:a16="http://schemas.microsoft.com/office/drawing/2014/main" id="{062621C2-0256-A543-9DB7-DA5C5A297E4E}"/>
                </a:ext>
              </a:extLst>
            </p:cNvPr>
            <p:cNvSpPr txBox="1">
              <a:spLocks noChangeArrowheads="1"/>
            </p:cNvSpPr>
            <p:nvPr/>
          </p:nvSpPr>
          <p:spPr bwMode="auto">
            <a:xfrm>
              <a:off x="3792" y="3120"/>
              <a:ext cx="864" cy="21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t>quay lui</a:t>
              </a:r>
            </a:p>
          </p:txBody>
        </p:sp>
        <p:sp>
          <p:nvSpPr>
            <p:cNvPr id="11" name="Line 6">
              <a:extLst>
                <a:ext uri="{FF2B5EF4-FFF2-40B4-BE49-F238E27FC236}">
                  <a16:creationId xmlns:a16="http://schemas.microsoft.com/office/drawing/2014/main" id="{3ACF9279-7BB9-E343-9177-0F2471AA0E91}"/>
                </a:ext>
              </a:extLst>
            </p:cNvPr>
            <p:cNvSpPr>
              <a:spLocks noChangeShapeType="1"/>
            </p:cNvSpPr>
            <p:nvPr/>
          </p:nvSpPr>
          <p:spPr bwMode="auto">
            <a:xfrm flipV="1">
              <a:off x="3792" y="2976"/>
              <a:ext cx="0" cy="50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 name="Text Box 7">
              <a:extLst>
                <a:ext uri="{FF2B5EF4-FFF2-40B4-BE49-F238E27FC236}">
                  <a16:creationId xmlns:a16="http://schemas.microsoft.com/office/drawing/2014/main" id="{DF00B525-CBEB-CB48-9DDA-1D702F779CDB}"/>
                </a:ext>
              </a:extLst>
            </p:cNvPr>
            <p:cNvSpPr txBox="1">
              <a:spLocks noChangeArrowheads="1"/>
            </p:cNvSpPr>
            <p:nvPr/>
          </p:nvSpPr>
          <p:spPr bwMode="auto">
            <a:xfrm>
              <a:off x="1680" y="3120"/>
              <a:ext cx="863" cy="21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t>Suy diễn đệ quy</a:t>
              </a:r>
            </a:p>
          </p:txBody>
        </p:sp>
        <p:sp>
          <p:nvSpPr>
            <p:cNvPr id="13" name="Line 8">
              <a:extLst>
                <a:ext uri="{FF2B5EF4-FFF2-40B4-BE49-F238E27FC236}">
                  <a16:creationId xmlns:a16="http://schemas.microsoft.com/office/drawing/2014/main" id="{2EF66632-927B-3E4C-8E2B-51A443631A97}"/>
                </a:ext>
              </a:extLst>
            </p:cNvPr>
            <p:cNvSpPr>
              <a:spLocks noChangeShapeType="1"/>
            </p:cNvSpPr>
            <p:nvPr/>
          </p:nvSpPr>
          <p:spPr bwMode="auto">
            <a:xfrm flipH="1">
              <a:off x="2448" y="2976"/>
              <a:ext cx="0"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14" name="Text Box 14">
            <a:extLst>
              <a:ext uri="{FF2B5EF4-FFF2-40B4-BE49-F238E27FC236}">
                <a16:creationId xmlns:a16="http://schemas.microsoft.com/office/drawing/2014/main" id="{540E1CAF-2293-E74C-BBDD-26617EE072F2}"/>
              </a:ext>
            </a:extLst>
          </p:cNvPr>
          <p:cNvSpPr txBox="1">
            <a:spLocks noChangeArrowheads="1"/>
          </p:cNvSpPr>
          <p:nvPr/>
        </p:nvSpPr>
        <p:spPr bwMode="auto">
          <a:xfrm>
            <a:off x="7296150" y="5364162"/>
            <a:ext cx="533400" cy="457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t>(3)</a:t>
            </a:r>
          </a:p>
        </p:txBody>
      </p:sp>
      <p:sp>
        <p:nvSpPr>
          <p:cNvPr id="15" name="Text Box 15">
            <a:extLst>
              <a:ext uri="{FF2B5EF4-FFF2-40B4-BE49-F238E27FC236}">
                <a16:creationId xmlns:a16="http://schemas.microsoft.com/office/drawing/2014/main" id="{090B07FC-45FA-E54E-91C6-2F770DA173ED}"/>
              </a:ext>
            </a:extLst>
          </p:cNvPr>
          <p:cNvSpPr txBox="1">
            <a:spLocks noChangeArrowheads="1"/>
          </p:cNvSpPr>
          <p:nvPr/>
        </p:nvSpPr>
        <p:spPr bwMode="auto">
          <a:xfrm>
            <a:off x="2495550" y="5021262"/>
            <a:ext cx="12573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000"/>
              <a:t>(1)</a:t>
            </a:r>
          </a:p>
        </p:txBody>
      </p:sp>
      <p:sp>
        <p:nvSpPr>
          <p:cNvPr id="16" name="Text Box 17">
            <a:extLst>
              <a:ext uri="{FF2B5EF4-FFF2-40B4-BE49-F238E27FC236}">
                <a16:creationId xmlns:a16="http://schemas.microsoft.com/office/drawing/2014/main" id="{B1CC096E-1729-C647-80D1-91EBA82B13F1}"/>
              </a:ext>
            </a:extLst>
          </p:cNvPr>
          <p:cNvSpPr txBox="1">
            <a:spLocks noChangeArrowheads="1"/>
          </p:cNvSpPr>
          <p:nvPr/>
        </p:nvSpPr>
        <p:spPr bwMode="auto">
          <a:xfrm>
            <a:off x="2114550" y="4602162"/>
            <a:ext cx="1981200" cy="419100"/>
          </a:xfrm>
          <a:prstGeom prst="rect">
            <a:avLst/>
          </a:prstGeom>
          <a:solidFill>
            <a:srgbClr val="FFFFFF"/>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000"/>
              <a:t>Gọi 3!: GT(3);</a:t>
            </a:r>
          </a:p>
        </p:txBody>
      </p:sp>
      <p:sp>
        <p:nvSpPr>
          <p:cNvPr id="17" name="Text Box 16">
            <a:extLst>
              <a:ext uri="{FF2B5EF4-FFF2-40B4-BE49-F238E27FC236}">
                <a16:creationId xmlns:a16="http://schemas.microsoft.com/office/drawing/2014/main" id="{5053D45F-3FE1-4E4D-840F-254C441610A0}"/>
              </a:ext>
            </a:extLst>
          </p:cNvPr>
          <p:cNvSpPr txBox="1">
            <a:spLocks noChangeArrowheads="1"/>
          </p:cNvSpPr>
          <p:nvPr/>
        </p:nvSpPr>
        <p:spPr bwMode="auto">
          <a:xfrm>
            <a:off x="4856163" y="4508570"/>
            <a:ext cx="1981200" cy="2508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000"/>
              <a:t>ngăn xếp</a:t>
            </a:r>
          </a:p>
        </p:txBody>
      </p:sp>
      <p:sp>
        <p:nvSpPr>
          <p:cNvPr id="18" name="Text Box 18">
            <a:extLst>
              <a:ext uri="{FF2B5EF4-FFF2-40B4-BE49-F238E27FC236}">
                <a16:creationId xmlns:a16="http://schemas.microsoft.com/office/drawing/2014/main" id="{07854F68-EA2D-7A46-BF58-90D1A8B8F231}"/>
              </a:ext>
            </a:extLst>
          </p:cNvPr>
          <p:cNvSpPr txBox="1">
            <a:spLocks noChangeArrowheads="1"/>
          </p:cNvSpPr>
          <p:nvPr/>
        </p:nvSpPr>
        <p:spPr bwMode="auto">
          <a:xfrm>
            <a:off x="4933950" y="5805487"/>
            <a:ext cx="1981200" cy="374650"/>
          </a:xfrm>
          <a:prstGeom prst="rect">
            <a:avLst/>
          </a:prstGeom>
          <a:solidFill>
            <a:srgbClr val="FFFFFF"/>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000"/>
              <a:t>GT3=3*GT(2);</a:t>
            </a:r>
          </a:p>
        </p:txBody>
      </p:sp>
      <p:sp>
        <p:nvSpPr>
          <p:cNvPr id="19" name="Text Box 19">
            <a:extLst>
              <a:ext uri="{FF2B5EF4-FFF2-40B4-BE49-F238E27FC236}">
                <a16:creationId xmlns:a16="http://schemas.microsoft.com/office/drawing/2014/main" id="{9B780F36-3DE1-E445-B8D3-22D72B7C4D74}"/>
              </a:ext>
            </a:extLst>
          </p:cNvPr>
          <p:cNvSpPr txBox="1">
            <a:spLocks noChangeArrowheads="1"/>
          </p:cNvSpPr>
          <p:nvPr/>
        </p:nvSpPr>
        <p:spPr bwMode="auto">
          <a:xfrm>
            <a:off x="4933950" y="5429250"/>
            <a:ext cx="1981200" cy="376237"/>
          </a:xfrm>
          <a:prstGeom prst="rect">
            <a:avLst/>
          </a:prstGeom>
          <a:solidFill>
            <a:srgbClr val="FFFFFF"/>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000"/>
              <a:t>GT2=2*GT(1);</a:t>
            </a:r>
          </a:p>
        </p:txBody>
      </p:sp>
      <p:sp>
        <p:nvSpPr>
          <p:cNvPr id="20" name="Text Box 20">
            <a:extLst>
              <a:ext uri="{FF2B5EF4-FFF2-40B4-BE49-F238E27FC236}">
                <a16:creationId xmlns:a16="http://schemas.microsoft.com/office/drawing/2014/main" id="{B62B5E1C-B3D8-2C44-BB56-74B687F21317}"/>
              </a:ext>
            </a:extLst>
          </p:cNvPr>
          <p:cNvSpPr txBox="1">
            <a:spLocks noChangeArrowheads="1"/>
          </p:cNvSpPr>
          <p:nvPr/>
        </p:nvSpPr>
        <p:spPr bwMode="auto">
          <a:xfrm>
            <a:off x="4933950" y="5054600"/>
            <a:ext cx="1981200" cy="374650"/>
          </a:xfrm>
          <a:prstGeom prst="rect">
            <a:avLst/>
          </a:prstGeom>
          <a:solidFill>
            <a:srgbClr val="FFFFFF"/>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000"/>
              <a:t>GT1=1*GT(0);</a:t>
            </a:r>
          </a:p>
        </p:txBody>
      </p:sp>
      <p:sp>
        <p:nvSpPr>
          <p:cNvPr id="21" name="Line 21">
            <a:extLst>
              <a:ext uri="{FF2B5EF4-FFF2-40B4-BE49-F238E27FC236}">
                <a16:creationId xmlns:a16="http://schemas.microsoft.com/office/drawing/2014/main" id="{8028CDC9-884D-7240-998A-06965841790B}"/>
              </a:ext>
            </a:extLst>
          </p:cNvPr>
          <p:cNvSpPr>
            <a:spLocks noChangeShapeType="1"/>
          </p:cNvSpPr>
          <p:nvPr/>
        </p:nvSpPr>
        <p:spPr bwMode="auto">
          <a:xfrm>
            <a:off x="4933950" y="4678362"/>
            <a:ext cx="0" cy="1501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Line 22">
            <a:extLst>
              <a:ext uri="{FF2B5EF4-FFF2-40B4-BE49-F238E27FC236}">
                <a16:creationId xmlns:a16="http://schemas.microsoft.com/office/drawing/2014/main" id="{463F6852-EABE-494F-99FB-D2F370751B9B}"/>
              </a:ext>
            </a:extLst>
          </p:cNvPr>
          <p:cNvSpPr>
            <a:spLocks noChangeShapeType="1"/>
          </p:cNvSpPr>
          <p:nvPr/>
        </p:nvSpPr>
        <p:spPr bwMode="auto">
          <a:xfrm>
            <a:off x="6915150" y="4678362"/>
            <a:ext cx="0" cy="1501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Line 23">
            <a:extLst>
              <a:ext uri="{FF2B5EF4-FFF2-40B4-BE49-F238E27FC236}">
                <a16:creationId xmlns:a16="http://schemas.microsoft.com/office/drawing/2014/main" id="{38435940-443D-214F-9538-7862551C1215}"/>
              </a:ext>
            </a:extLst>
          </p:cNvPr>
          <p:cNvSpPr>
            <a:spLocks noChangeShapeType="1"/>
          </p:cNvSpPr>
          <p:nvPr/>
        </p:nvSpPr>
        <p:spPr bwMode="auto">
          <a:xfrm flipV="1">
            <a:off x="4705350" y="5021262"/>
            <a:ext cx="0" cy="10287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 name="Line 24">
            <a:extLst>
              <a:ext uri="{FF2B5EF4-FFF2-40B4-BE49-F238E27FC236}">
                <a16:creationId xmlns:a16="http://schemas.microsoft.com/office/drawing/2014/main" id="{F0E7C902-3E49-A94C-ADC0-88B2D8438733}"/>
              </a:ext>
            </a:extLst>
          </p:cNvPr>
          <p:cNvSpPr>
            <a:spLocks noChangeShapeType="1"/>
          </p:cNvSpPr>
          <p:nvPr/>
        </p:nvSpPr>
        <p:spPr bwMode="auto">
          <a:xfrm flipV="1">
            <a:off x="7143750" y="5021262"/>
            <a:ext cx="0" cy="102870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25" name="Text Box 25">
            <a:extLst>
              <a:ext uri="{FF2B5EF4-FFF2-40B4-BE49-F238E27FC236}">
                <a16:creationId xmlns:a16="http://schemas.microsoft.com/office/drawing/2014/main" id="{836B6BF2-9F2E-0549-814A-2B8411A606D8}"/>
              </a:ext>
            </a:extLst>
          </p:cNvPr>
          <p:cNvSpPr txBox="1">
            <a:spLocks noChangeArrowheads="1"/>
          </p:cNvSpPr>
          <p:nvPr/>
        </p:nvSpPr>
        <p:spPr bwMode="auto">
          <a:xfrm>
            <a:off x="4095750" y="5364162"/>
            <a:ext cx="6096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000"/>
              <a:t>(2)</a:t>
            </a:r>
          </a:p>
        </p:txBody>
      </p:sp>
      <p:sp>
        <p:nvSpPr>
          <p:cNvPr id="26" name="Text Box 27">
            <a:extLst>
              <a:ext uri="{FF2B5EF4-FFF2-40B4-BE49-F238E27FC236}">
                <a16:creationId xmlns:a16="http://schemas.microsoft.com/office/drawing/2014/main" id="{59EC4850-7945-4943-ACB7-3907A8D210E8}"/>
              </a:ext>
            </a:extLst>
          </p:cNvPr>
          <p:cNvSpPr txBox="1">
            <a:spLocks noChangeArrowheads="1"/>
          </p:cNvSpPr>
          <p:nvPr/>
        </p:nvSpPr>
        <p:spPr bwMode="auto">
          <a:xfrm>
            <a:off x="971550" y="2392362"/>
            <a:ext cx="2209800" cy="381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b="1" dirty="0" err="1"/>
              <a:t>Giải</a:t>
            </a:r>
            <a:r>
              <a:rPr lang="en-US" altLang="en-US" sz="2000" b="1" dirty="0"/>
              <a:t> </a:t>
            </a:r>
            <a:r>
              <a:rPr lang="en-US" altLang="en-US" sz="2000" b="1" dirty="0" err="1"/>
              <a:t>thuật</a:t>
            </a:r>
            <a:r>
              <a:rPr lang="en-US" altLang="en-US" sz="2000" b="1" dirty="0"/>
              <a:t> </a:t>
            </a:r>
            <a:r>
              <a:rPr lang="en-US" altLang="en-US" sz="2000" b="1" dirty="0" err="1"/>
              <a:t>đệ</a:t>
            </a:r>
            <a:r>
              <a:rPr lang="en-US" altLang="en-US" sz="2000" b="1" dirty="0"/>
              <a:t> </a:t>
            </a:r>
            <a:r>
              <a:rPr lang="en-US" altLang="en-US" sz="2000" b="1" dirty="0" err="1"/>
              <a:t>quy</a:t>
            </a:r>
            <a:endParaRPr lang="en-US" altLang="en-US" sz="2000" b="1" dirty="0"/>
          </a:p>
        </p:txBody>
      </p:sp>
      <p:sp>
        <p:nvSpPr>
          <p:cNvPr id="27" name="Text Box 28">
            <a:extLst>
              <a:ext uri="{FF2B5EF4-FFF2-40B4-BE49-F238E27FC236}">
                <a16:creationId xmlns:a16="http://schemas.microsoft.com/office/drawing/2014/main" id="{29196C0A-6812-8447-90D0-CB5F4CAA6A74}"/>
              </a:ext>
            </a:extLst>
          </p:cNvPr>
          <p:cNvSpPr txBox="1">
            <a:spLocks noChangeArrowheads="1"/>
          </p:cNvSpPr>
          <p:nvPr/>
        </p:nvSpPr>
        <p:spPr bwMode="auto">
          <a:xfrm>
            <a:off x="971550" y="4068762"/>
            <a:ext cx="3581400" cy="381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b="1"/>
              <a:t>Hoạt động của thủ tục đệ quy</a:t>
            </a:r>
          </a:p>
        </p:txBody>
      </p:sp>
    </p:spTree>
    <p:extLst>
      <p:ext uri="{BB962C8B-B14F-4D97-AF65-F5344CB8AC3E}">
        <p14:creationId xmlns:p14="http://schemas.microsoft.com/office/powerpoint/2010/main" val="581889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873BAFE-3FA0-49EE-83EC-141E7B620C33}"/>
              </a:ext>
            </a:extLst>
          </p:cNvPr>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a:extLst>
              <a:ext uri="{FF2B5EF4-FFF2-40B4-BE49-F238E27FC236}">
                <a16:creationId xmlns:a16="http://schemas.microsoft.com/office/drawing/2014/main" id="{842495A9-0617-420D-B70E-BC535F42D055}"/>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43B36069-1D2C-48F6-816D-3CA6C1AD96F7}"/>
              </a:ext>
            </a:extLst>
          </p:cNvPr>
          <p:cNvSpPr>
            <a:spLocks noGrp="1"/>
          </p:cNvSpPr>
          <p:nvPr>
            <p:ph type="sldNum" sz="quarter" idx="12"/>
          </p:nvPr>
        </p:nvSpPr>
        <p:spPr/>
        <p:txBody>
          <a:bodyPr/>
          <a:lstStyle/>
          <a:p>
            <a:fld id="{BA7BC09B-FE30-A349-B1D2-5A364F511F98}" type="slidenum">
              <a:rPr lang="en-US" smtClean="0"/>
              <a:t>81</a:t>
            </a:fld>
            <a:endParaRPr lang="en-US"/>
          </a:p>
        </p:txBody>
      </p:sp>
      <p:sp>
        <p:nvSpPr>
          <p:cNvPr id="2" name="Title 1">
            <a:extLst>
              <a:ext uri="{FF2B5EF4-FFF2-40B4-BE49-F238E27FC236}">
                <a16:creationId xmlns:a16="http://schemas.microsoft.com/office/drawing/2014/main" id="{11ED5746-74CB-4DFF-A9CC-EDE2986603C1}"/>
              </a:ext>
            </a:extLst>
          </p:cNvPr>
          <p:cNvSpPr>
            <a:spLocks noGrp="1"/>
          </p:cNvSpPr>
          <p:nvPr>
            <p:ph type="title"/>
          </p:nvPr>
        </p:nvSpPr>
        <p:spPr/>
        <p:txBody>
          <a:bodyPr/>
          <a:lstStyle/>
          <a:p>
            <a:r>
              <a:rPr lang="en-US" dirty="0" err="1"/>
              <a:t>Thực</a:t>
            </a:r>
            <a:r>
              <a:rPr lang="en-US" dirty="0"/>
              <a:t> </a:t>
            </a:r>
            <a:r>
              <a:rPr lang="en-US" dirty="0" err="1"/>
              <a:t>hiện</a:t>
            </a:r>
            <a:r>
              <a:rPr lang="en-US" dirty="0"/>
              <a:t> </a:t>
            </a:r>
            <a:r>
              <a:rPr lang="en-US" dirty="0" err="1"/>
              <a:t>tính</a:t>
            </a:r>
            <a:r>
              <a:rPr lang="en-US" dirty="0"/>
              <a:t> </a:t>
            </a:r>
            <a:r>
              <a:rPr lang="en-US" dirty="0" err="1"/>
              <a:t>giai</a:t>
            </a:r>
            <a:r>
              <a:rPr lang="en-US" dirty="0"/>
              <a:t> </a:t>
            </a:r>
            <a:r>
              <a:rPr lang="en-US" dirty="0" err="1"/>
              <a:t>thừa</a:t>
            </a:r>
            <a:endParaRPr lang="en-US" dirty="0"/>
          </a:p>
        </p:txBody>
      </p:sp>
      <p:pic>
        <p:nvPicPr>
          <p:cNvPr id="8" name="Content Placeholder 7">
            <a:extLst>
              <a:ext uri="{FF2B5EF4-FFF2-40B4-BE49-F238E27FC236}">
                <a16:creationId xmlns:a16="http://schemas.microsoft.com/office/drawing/2014/main" id="{EDB772BD-8630-4490-BF1B-16C05D075A79}"/>
              </a:ext>
            </a:extLst>
          </p:cNvPr>
          <p:cNvPicPr>
            <a:picLocks noGrp="1" noChangeAspect="1"/>
          </p:cNvPicPr>
          <p:nvPr>
            <p:ph sz="quarter" idx="13"/>
          </p:nvPr>
        </p:nvPicPr>
        <p:blipFill>
          <a:blip r:embed="rId2"/>
          <a:stretch>
            <a:fillRect/>
          </a:stretch>
        </p:blipFill>
        <p:spPr>
          <a:xfrm>
            <a:off x="234950" y="1295301"/>
            <a:ext cx="8674100" cy="4395986"/>
          </a:xfrm>
        </p:spPr>
      </p:pic>
    </p:spTree>
    <p:extLst>
      <p:ext uri="{BB962C8B-B14F-4D97-AF65-F5344CB8AC3E}">
        <p14:creationId xmlns:p14="http://schemas.microsoft.com/office/powerpoint/2010/main" val="42688091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C8B1517-F4AC-4B21-AE86-61BC5747C8A1}"/>
              </a:ext>
            </a:extLst>
          </p:cNvPr>
          <p:cNvSpPr>
            <a:spLocks noGrp="1"/>
          </p:cNvSpPr>
          <p:nvPr>
            <p:ph type="dt" sz="half" idx="10"/>
          </p:nvPr>
        </p:nvSpPr>
        <p:spPr/>
        <p:txBody>
          <a:bodyPr/>
          <a:lstStyle/>
          <a:p>
            <a:fld id="{02ECE5C5-CD7A-324E-8253-59FE8125D6E4}" type="datetime1">
              <a:rPr lang="en-US" smtClean="0"/>
              <a:t>10/31/2025</a:t>
            </a:fld>
            <a:endParaRPr lang="en-US" dirty="0"/>
          </a:p>
        </p:txBody>
      </p:sp>
      <p:sp>
        <p:nvSpPr>
          <p:cNvPr id="5" name="Footer Placeholder 4">
            <a:extLst>
              <a:ext uri="{FF2B5EF4-FFF2-40B4-BE49-F238E27FC236}">
                <a16:creationId xmlns:a16="http://schemas.microsoft.com/office/drawing/2014/main" id="{B6FDA913-8A40-4EC3-BDCA-2F5E75E79803}"/>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BECBAA9E-A6E9-42E9-8F6E-9B1ECC48BB71}"/>
              </a:ext>
            </a:extLst>
          </p:cNvPr>
          <p:cNvSpPr>
            <a:spLocks noGrp="1"/>
          </p:cNvSpPr>
          <p:nvPr>
            <p:ph type="sldNum" sz="quarter" idx="12"/>
          </p:nvPr>
        </p:nvSpPr>
        <p:spPr/>
        <p:txBody>
          <a:bodyPr/>
          <a:lstStyle/>
          <a:p>
            <a:fld id="{BA7BC09B-FE30-A349-B1D2-5A364F511F98}" type="slidenum">
              <a:rPr lang="en-US" smtClean="0"/>
              <a:t>82</a:t>
            </a:fld>
            <a:endParaRPr lang="en-US"/>
          </a:p>
        </p:txBody>
      </p:sp>
      <p:sp>
        <p:nvSpPr>
          <p:cNvPr id="2" name="Title 1">
            <a:extLst>
              <a:ext uri="{FF2B5EF4-FFF2-40B4-BE49-F238E27FC236}">
                <a16:creationId xmlns:a16="http://schemas.microsoft.com/office/drawing/2014/main" id="{254D8262-10C8-41BD-941B-8B210F8ECA9B}"/>
              </a:ext>
            </a:extLst>
          </p:cNvPr>
          <p:cNvSpPr>
            <a:spLocks noGrp="1"/>
          </p:cNvSpPr>
          <p:nvPr>
            <p:ph type="title"/>
          </p:nvPr>
        </p:nvSpPr>
        <p:spPr/>
        <p:txBody>
          <a:bodyPr>
            <a:normAutofit fontScale="90000"/>
          </a:bodyPr>
          <a:lstStyle/>
          <a:p>
            <a:r>
              <a:rPr lang="en-US" dirty="0" err="1"/>
              <a:t>Trạng</a:t>
            </a:r>
            <a:r>
              <a:rPr lang="en-US" dirty="0"/>
              <a:t> </a:t>
            </a:r>
            <a:r>
              <a:rPr lang="en-US" dirty="0" err="1"/>
              <a:t>thái</a:t>
            </a:r>
            <a:r>
              <a:rPr lang="en-US" dirty="0"/>
              <a:t> </a:t>
            </a:r>
            <a:r>
              <a:rPr lang="en-US" dirty="0" err="1"/>
              <a:t>hệ</a:t>
            </a:r>
            <a:r>
              <a:rPr lang="en-US" dirty="0"/>
              <a:t> </a:t>
            </a:r>
            <a:r>
              <a:rPr lang="en-US" dirty="0" err="1"/>
              <a:t>thống</a:t>
            </a:r>
            <a:r>
              <a:rPr lang="en-US" dirty="0"/>
              <a:t> </a:t>
            </a:r>
            <a:r>
              <a:rPr lang="en-US" dirty="0" err="1"/>
              <a:t>khi</a:t>
            </a:r>
            <a:r>
              <a:rPr lang="en-US" dirty="0"/>
              <a:t> </a:t>
            </a:r>
            <a:r>
              <a:rPr lang="en-US" dirty="0" err="1"/>
              <a:t>tính</a:t>
            </a:r>
            <a:r>
              <a:rPr lang="en-US" dirty="0"/>
              <a:t> </a:t>
            </a:r>
            <a:r>
              <a:rPr lang="en-US" dirty="0" err="1"/>
              <a:t>giai</a:t>
            </a:r>
            <a:r>
              <a:rPr lang="en-US" dirty="0"/>
              <a:t> </a:t>
            </a:r>
            <a:r>
              <a:rPr lang="en-US" dirty="0" err="1"/>
              <a:t>thừa</a:t>
            </a:r>
            <a:endParaRPr lang="en-US" dirty="0"/>
          </a:p>
        </p:txBody>
      </p:sp>
      <p:sp>
        <p:nvSpPr>
          <p:cNvPr id="7" name="Chỗ dành sẵn cho Nội dung 6">
            <a:extLst>
              <a:ext uri="{FF2B5EF4-FFF2-40B4-BE49-F238E27FC236}">
                <a16:creationId xmlns:a16="http://schemas.microsoft.com/office/drawing/2014/main" id="{4D73187D-361C-109D-7FB2-2594409B0CD0}"/>
              </a:ext>
            </a:extLst>
          </p:cNvPr>
          <p:cNvSpPr>
            <a:spLocks noGrp="1"/>
          </p:cNvSpPr>
          <p:nvPr>
            <p:ph sz="quarter" idx="13"/>
          </p:nvPr>
        </p:nvSpPr>
        <p:spPr/>
        <p:txBody>
          <a:bodyPr/>
          <a:lstStyle/>
          <a:p>
            <a:endParaRPr lang="vi-VN"/>
          </a:p>
        </p:txBody>
      </p:sp>
      <p:pic>
        <p:nvPicPr>
          <p:cNvPr id="8" name="Picture 7">
            <a:extLst>
              <a:ext uri="{FF2B5EF4-FFF2-40B4-BE49-F238E27FC236}">
                <a16:creationId xmlns:a16="http://schemas.microsoft.com/office/drawing/2014/main" id="{4C4C5D9E-DF80-4C44-825F-5250BD33E393}"/>
              </a:ext>
            </a:extLst>
          </p:cNvPr>
          <p:cNvPicPr>
            <a:picLocks noChangeAspect="1"/>
          </p:cNvPicPr>
          <p:nvPr/>
        </p:nvPicPr>
        <p:blipFill>
          <a:blip r:embed="rId2"/>
          <a:stretch>
            <a:fillRect/>
          </a:stretch>
        </p:blipFill>
        <p:spPr>
          <a:xfrm>
            <a:off x="45436" y="1497423"/>
            <a:ext cx="9007692" cy="4309104"/>
          </a:xfrm>
          <a:prstGeom prst="rect">
            <a:avLst/>
          </a:prstGeom>
        </p:spPr>
      </p:pic>
    </p:spTree>
    <p:extLst>
      <p:ext uri="{BB962C8B-B14F-4D97-AF65-F5344CB8AC3E}">
        <p14:creationId xmlns:p14="http://schemas.microsoft.com/office/powerpoint/2010/main" val="137243013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BD8F71-8924-42AE-8B02-C0ABB2680066}"/>
              </a:ext>
            </a:extLst>
          </p:cNvPr>
          <p:cNvSpPr>
            <a:spLocks noGrp="1"/>
          </p:cNvSpPr>
          <p:nvPr>
            <p:ph type="dt" sz="half" idx="10"/>
          </p:nvPr>
        </p:nvSpPr>
        <p:spPr/>
        <p:txBody>
          <a:bodyPr/>
          <a:lstStyle/>
          <a:p>
            <a:fld id="{02ECE5C5-CD7A-324E-8253-59FE8125D6E4}" type="datetime1">
              <a:rPr lang="en-US" smtClean="0"/>
              <a:t>10/31/2025</a:t>
            </a:fld>
            <a:endParaRPr lang="en-US" dirty="0"/>
          </a:p>
        </p:txBody>
      </p:sp>
      <p:sp>
        <p:nvSpPr>
          <p:cNvPr id="5" name="Footer Placeholder 4">
            <a:extLst>
              <a:ext uri="{FF2B5EF4-FFF2-40B4-BE49-F238E27FC236}">
                <a16:creationId xmlns:a16="http://schemas.microsoft.com/office/drawing/2014/main" id="{A119CA05-9823-44A3-8CC0-CC4F93A82760}"/>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BA61BB47-43A9-483A-94CC-186B295957DC}"/>
              </a:ext>
            </a:extLst>
          </p:cNvPr>
          <p:cNvSpPr>
            <a:spLocks noGrp="1"/>
          </p:cNvSpPr>
          <p:nvPr>
            <p:ph type="sldNum" sz="quarter" idx="12"/>
          </p:nvPr>
        </p:nvSpPr>
        <p:spPr/>
        <p:txBody>
          <a:bodyPr/>
          <a:lstStyle/>
          <a:p>
            <a:fld id="{BA7BC09B-FE30-A349-B1D2-5A364F511F98}" type="slidenum">
              <a:rPr lang="en-US" smtClean="0"/>
              <a:t>83</a:t>
            </a:fld>
            <a:endParaRPr lang="en-US" dirty="0"/>
          </a:p>
        </p:txBody>
      </p:sp>
      <p:sp>
        <p:nvSpPr>
          <p:cNvPr id="2" name="Title 1">
            <a:extLst>
              <a:ext uri="{FF2B5EF4-FFF2-40B4-BE49-F238E27FC236}">
                <a16:creationId xmlns:a16="http://schemas.microsoft.com/office/drawing/2014/main" id="{4D68D3C2-C32F-4CB0-BC45-793C197789C9}"/>
              </a:ext>
            </a:extLst>
          </p:cNvPr>
          <p:cNvSpPr>
            <a:spLocks noGrp="1"/>
          </p:cNvSpPr>
          <p:nvPr>
            <p:ph type="title"/>
          </p:nvPr>
        </p:nvSpPr>
        <p:spPr/>
        <p:txBody>
          <a:bodyPr>
            <a:normAutofit fontScale="90000"/>
          </a:bodyPr>
          <a:lstStyle/>
          <a:p>
            <a:r>
              <a:rPr lang="en-US" dirty="0" err="1"/>
              <a:t>Đệ</a:t>
            </a:r>
            <a:r>
              <a:rPr lang="en-US" dirty="0"/>
              <a:t> </a:t>
            </a:r>
            <a:r>
              <a:rPr lang="en-US" dirty="0" err="1"/>
              <a:t>quy</a:t>
            </a:r>
            <a:r>
              <a:rPr lang="en-US" dirty="0"/>
              <a:t> </a:t>
            </a:r>
            <a:r>
              <a:rPr lang="en-US" dirty="0" err="1"/>
              <a:t>tuyến</a:t>
            </a:r>
            <a:r>
              <a:rPr lang="en-US" dirty="0"/>
              <a:t> </a:t>
            </a:r>
            <a:r>
              <a:rPr lang="en-US" dirty="0" err="1"/>
              <a:t>tính</a:t>
            </a:r>
            <a:r>
              <a:rPr lang="en-US" dirty="0"/>
              <a:t> </a:t>
            </a:r>
          </a:p>
        </p:txBody>
      </p:sp>
      <p:sp>
        <p:nvSpPr>
          <p:cNvPr id="3" name="Content Placeholder 2">
            <a:extLst>
              <a:ext uri="{FF2B5EF4-FFF2-40B4-BE49-F238E27FC236}">
                <a16:creationId xmlns:a16="http://schemas.microsoft.com/office/drawing/2014/main" id="{1AFF2108-12E3-4683-AE06-0A450F792B48}"/>
              </a:ext>
            </a:extLst>
          </p:cNvPr>
          <p:cNvSpPr>
            <a:spLocks noGrp="1"/>
          </p:cNvSpPr>
          <p:nvPr>
            <p:ph sz="quarter" idx="13"/>
          </p:nvPr>
        </p:nvSpPr>
        <p:spPr/>
        <p:txBody>
          <a:bodyPr>
            <a:normAutofit/>
          </a:bodyPr>
          <a:lstStyle/>
          <a:p>
            <a:r>
              <a:rPr lang="en-US" sz="2400" dirty="0" err="1"/>
              <a:t>Là</a:t>
            </a:r>
            <a:r>
              <a:rPr lang="en-US" sz="2400" dirty="0"/>
              <a:t> </a:t>
            </a:r>
            <a:r>
              <a:rPr lang="en-US" sz="2400" dirty="0" err="1"/>
              <a:t>đệ</a:t>
            </a:r>
            <a:r>
              <a:rPr lang="en-US" sz="2400" dirty="0"/>
              <a:t> </a:t>
            </a:r>
            <a:r>
              <a:rPr lang="en-US" sz="2400" dirty="0" err="1"/>
              <a:t>quy</a:t>
            </a:r>
            <a:r>
              <a:rPr lang="en-US" sz="2400" dirty="0"/>
              <a:t> </a:t>
            </a:r>
            <a:r>
              <a:rPr lang="en-US" sz="2400" dirty="0" err="1"/>
              <a:t>có</a:t>
            </a:r>
            <a:r>
              <a:rPr lang="en-US" sz="2400" dirty="0"/>
              <a:t> </a:t>
            </a:r>
            <a:r>
              <a:rPr lang="en-US" sz="2400" dirty="0" err="1"/>
              <a:t>dạng</a:t>
            </a:r>
            <a:endParaRPr lang="en-US" sz="2400" dirty="0"/>
          </a:p>
          <a:p>
            <a:pPr marL="0" indent="0">
              <a:buNone/>
            </a:pPr>
            <a:r>
              <a:rPr lang="en-US" sz="2400" dirty="0">
                <a:solidFill>
                  <a:srgbClr val="FF0000"/>
                </a:solidFill>
              </a:rPr>
              <a:t>P( ) </a:t>
            </a:r>
          </a:p>
          <a:p>
            <a:pPr marL="0" indent="0">
              <a:buNone/>
            </a:pPr>
            <a:r>
              <a:rPr lang="en-US" sz="2400" dirty="0">
                <a:solidFill>
                  <a:srgbClr val="FF0000"/>
                </a:solidFill>
              </a:rPr>
              <a:t>{ </a:t>
            </a:r>
          </a:p>
          <a:p>
            <a:pPr marL="0" indent="0">
              <a:buNone/>
            </a:pPr>
            <a:r>
              <a:rPr lang="en-US" sz="2400" dirty="0">
                <a:solidFill>
                  <a:srgbClr val="FF0000"/>
                </a:solidFill>
              </a:rPr>
              <a:t>	If (B) </a:t>
            </a:r>
            <a:r>
              <a:rPr lang="en-US" sz="2400" dirty="0" err="1">
                <a:solidFill>
                  <a:srgbClr val="FF0000"/>
                </a:solidFill>
              </a:rPr>
              <a:t>thực</a:t>
            </a:r>
            <a:r>
              <a:rPr lang="en-US" sz="2400" dirty="0">
                <a:solidFill>
                  <a:srgbClr val="FF0000"/>
                </a:solidFill>
              </a:rPr>
              <a:t> </a:t>
            </a:r>
            <a:r>
              <a:rPr lang="en-US" sz="2400" dirty="0" err="1">
                <a:solidFill>
                  <a:srgbClr val="FF0000"/>
                </a:solidFill>
              </a:rPr>
              <a:t>hiện</a:t>
            </a:r>
            <a:r>
              <a:rPr lang="en-US" sz="2400" dirty="0">
                <a:solidFill>
                  <a:srgbClr val="FF0000"/>
                </a:solidFill>
              </a:rPr>
              <a:t> S; </a:t>
            </a:r>
          </a:p>
          <a:p>
            <a:pPr marL="0" indent="0">
              <a:buNone/>
            </a:pPr>
            <a:r>
              <a:rPr lang="en-US" sz="2400" dirty="0">
                <a:solidFill>
                  <a:srgbClr val="FF0000"/>
                </a:solidFill>
              </a:rPr>
              <a:t>	else { </a:t>
            </a:r>
            <a:r>
              <a:rPr lang="en-US" sz="2400" dirty="0" err="1">
                <a:solidFill>
                  <a:srgbClr val="FF0000"/>
                </a:solidFill>
              </a:rPr>
              <a:t>thực</a:t>
            </a:r>
            <a:r>
              <a:rPr lang="en-US" sz="2400" dirty="0">
                <a:solidFill>
                  <a:srgbClr val="FF0000"/>
                </a:solidFill>
              </a:rPr>
              <a:t> </a:t>
            </a:r>
            <a:r>
              <a:rPr lang="en-US" sz="2400" dirty="0" err="1">
                <a:solidFill>
                  <a:srgbClr val="FF0000"/>
                </a:solidFill>
              </a:rPr>
              <a:t>hiện</a:t>
            </a:r>
            <a:r>
              <a:rPr lang="en-US" sz="2400" dirty="0">
                <a:solidFill>
                  <a:srgbClr val="FF0000"/>
                </a:solidFill>
              </a:rPr>
              <a:t> S* ; </a:t>
            </a:r>
            <a:r>
              <a:rPr lang="en-US" sz="2400" dirty="0" err="1">
                <a:solidFill>
                  <a:srgbClr val="FF0000"/>
                </a:solidFill>
              </a:rPr>
              <a:t>gọi</a:t>
            </a:r>
            <a:r>
              <a:rPr lang="en-US" sz="2400" dirty="0">
                <a:solidFill>
                  <a:srgbClr val="FF0000"/>
                </a:solidFill>
              </a:rPr>
              <a:t> P } </a:t>
            </a:r>
          </a:p>
          <a:p>
            <a:pPr marL="0" indent="0">
              <a:buNone/>
            </a:pPr>
            <a:r>
              <a:rPr lang="en-US" sz="2400" dirty="0">
                <a:solidFill>
                  <a:srgbClr val="FF0000"/>
                </a:solidFill>
              </a:rPr>
              <a:t>} </a:t>
            </a:r>
          </a:p>
          <a:p>
            <a:pPr marL="0" indent="0">
              <a:buNone/>
            </a:pPr>
            <a:r>
              <a:rPr lang="en-US" sz="2400" dirty="0" err="1"/>
              <a:t>Với</a:t>
            </a:r>
            <a:r>
              <a:rPr lang="en-US" sz="2400" dirty="0"/>
              <a:t> S , S* </a:t>
            </a:r>
            <a:r>
              <a:rPr lang="en-US" sz="2400" dirty="0" err="1"/>
              <a:t>là</a:t>
            </a:r>
            <a:r>
              <a:rPr lang="en-US" sz="2400" dirty="0"/>
              <a:t> </a:t>
            </a:r>
            <a:r>
              <a:rPr lang="en-US" sz="2400" dirty="0" err="1"/>
              <a:t>các</a:t>
            </a:r>
            <a:r>
              <a:rPr lang="en-US" sz="2400" dirty="0"/>
              <a:t> </a:t>
            </a:r>
            <a:r>
              <a:rPr lang="en-US" sz="2400" dirty="0" err="1"/>
              <a:t>thao</a:t>
            </a:r>
            <a:r>
              <a:rPr lang="en-US" sz="2400" dirty="0"/>
              <a:t> </a:t>
            </a:r>
            <a:r>
              <a:rPr lang="en-US" sz="2400" dirty="0" err="1"/>
              <a:t>tác</a:t>
            </a:r>
            <a:r>
              <a:rPr lang="en-US" sz="2400" dirty="0"/>
              <a:t> </a:t>
            </a:r>
            <a:r>
              <a:rPr lang="en-US" sz="2400" dirty="0" err="1"/>
              <a:t>không</a:t>
            </a:r>
            <a:r>
              <a:rPr lang="en-US" sz="2400" dirty="0"/>
              <a:t> </a:t>
            </a:r>
            <a:r>
              <a:rPr lang="en-US" sz="2400" dirty="0" err="1"/>
              <a:t>đệ</a:t>
            </a:r>
            <a:r>
              <a:rPr lang="en-US" sz="2400" dirty="0"/>
              <a:t> </a:t>
            </a:r>
            <a:r>
              <a:rPr lang="en-US" sz="2400" dirty="0" err="1"/>
              <a:t>quy</a:t>
            </a:r>
            <a:r>
              <a:rPr lang="en-US" sz="2400" dirty="0"/>
              <a:t>.</a:t>
            </a:r>
          </a:p>
          <a:p>
            <a:r>
              <a:rPr lang="pt-BR" sz="2400" b="1" i="0" dirty="0">
                <a:solidFill>
                  <a:srgbClr val="000000"/>
                </a:solidFill>
                <a:effectLst/>
              </a:rPr>
              <a:t>Tính</a:t>
            </a:r>
            <a:br>
              <a:rPr lang="pt-BR" sz="2400" b="1" i="0" dirty="0">
                <a:solidFill>
                  <a:srgbClr val="000000"/>
                </a:solidFill>
                <a:effectLst/>
              </a:rPr>
            </a:br>
            <a:r>
              <a:rPr lang="pt-BR" sz="2400" b="1" i="0" dirty="0">
                <a:solidFill>
                  <a:srgbClr val="000000"/>
                </a:solidFill>
                <a:effectLst/>
              </a:rPr>
              <a:t>S(n) = 1/(1*2) + 1/(2*3) + ... + 1/( n*(n+1) )</a:t>
            </a:r>
            <a:br>
              <a:rPr lang="pt-BR" sz="2400" b="1" i="0" dirty="0">
                <a:solidFill>
                  <a:srgbClr val="000000"/>
                </a:solidFill>
                <a:effectLst/>
              </a:rPr>
            </a:br>
            <a:r>
              <a:rPr lang="pt-BR" sz="2400" b="0" i="0" dirty="0">
                <a:solidFill>
                  <a:srgbClr val="000000"/>
                </a:solidFill>
                <a:effectLst/>
              </a:rPr>
              <a:t>S(n) 	= 1/2 khi n==1</a:t>
            </a:r>
            <a:br>
              <a:rPr lang="pt-BR" sz="2400" b="0" i="0" dirty="0">
                <a:solidFill>
                  <a:srgbClr val="000000"/>
                </a:solidFill>
                <a:effectLst/>
              </a:rPr>
            </a:br>
            <a:r>
              <a:rPr lang="pt-BR" sz="2400" b="0" i="0" dirty="0">
                <a:solidFill>
                  <a:srgbClr val="000000"/>
                </a:solidFill>
                <a:effectLst/>
              </a:rPr>
              <a:t>		= S(n-1)+1/(n*(n+1))</a:t>
            </a:r>
          </a:p>
        </p:txBody>
      </p:sp>
      <p:pic>
        <p:nvPicPr>
          <p:cNvPr id="8" name="Picture 7">
            <a:extLst>
              <a:ext uri="{FF2B5EF4-FFF2-40B4-BE49-F238E27FC236}">
                <a16:creationId xmlns:a16="http://schemas.microsoft.com/office/drawing/2014/main" id="{3B1D183F-31E2-42A2-9C93-264892A17933}"/>
              </a:ext>
            </a:extLst>
          </p:cNvPr>
          <p:cNvPicPr>
            <a:picLocks noChangeAspect="1"/>
          </p:cNvPicPr>
          <p:nvPr/>
        </p:nvPicPr>
        <p:blipFill>
          <a:blip r:embed="rId2"/>
          <a:stretch>
            <a:fillRect/>
          </a:stretch>
        </p:blipFill>
        <p:spPr>
          <a:xfrm>
            <a:off x="5050500" y="835014"/>
            <a:ext cx="3974230" cy="2293903"/>
          </a:xfrm>
          <a:prstGeom prst="rect">
            <a:avLst/>
          </a:prstGeom>
        </p:spPr>
      </p:pic>
      <p:sp>
        <p:nvSpPr>
          <p:cNvPr id="10" name="TextBox 9">
            <a:extLst>
              <a:ext uri="{FF2B5EF4-FFF2-40B4-BE49-F238E27FC236}">
                <a16:creationId xmlns:a16="http://schemas.microsoft.com/office/drawing/2014/main" id="{7C840157-3DC5-4473-84DB-28DC2AC7BDA0}"/>
              </a:ext>
            </a:extLst>
          </p:cNvPr>
          <p:cNvSpPr txBox="1"/>
          <p:nvPr/>
        </p:nvSpPr>
        <p:spPr>
          <a:xfrm>
            <a:off x="5509118" y="4940453"/>
            <a:ext cx="3264294" cy="1200329"/>
          </a:xfrm>
          <a:prstGeom prst="rect">
            <a:avLst/>
          </a:prstGeom>
          <a:noFill/>
          <a:ln>
            <a:solidFill>
              <a:schemeClr val="accent1"/>
            </a:solidFill>
          </a:ln>
        </p:spPr>
        <p:txBody>
          <a:bodyPr wrap="square">
            <a:spAutoFit/>
          </a:bodyPr>
          <a:lstStyle/>
          <a:p>
            <a:pPr marL="0" indent="0">
              <a:buNone/>
            </a:pPr>
            <a:r>
              <a:rPr lang="pt-BR" sz="1800" b="0" i="0" dirty="0">
                <a:solidFill>
                  <a:srgbClr val="E42426"/>
                </a:solidFill>
                <a:effectLst/>
              </a:rPr>
              <a:t>float S(int n) {</a:t>
            </a:r>
            <a:br>
              <a:rPr lang="pt-BR" sz="1800" b="0" i="0" dirty="0">
                <a:solidFill>
                  <a:srgbClr val="E42426"/>
                </a:solidFill>
                <a:effectLst/>
              </a:rPr>
            </a:br>
            <a:r>
              <a:rPr lang="pt-BR" sz="1800" b="0" i="0" dirty="0">
                <a:solidFill>
                  <a:srgbClr val="E42426"/>
                </a:solidFill>
                <a:effectLst/>
              </a:rPr>
              <a:t>if ( n==1) return 0.5;</a:t>
            </a:r>
            <a:br>
              <a:rPr lang="pt-BR" sz="1800" b="0" i="0" dirty="0">
                <a:solidFill>
                  <a:srgbClr val="E42426"/>
                </a:solidFill>
                <a:effectLst/>
              </a:rPr>
            </a:br>
            <a:r>
              <a:rPr lang="pt-BR" sz="1800" b="0" i="0" dirty="0">
                <a:solidFill>
                  <a:srgbClr val="E42426"/>
                </a:solidFill>
                <a:effectLst/>
              </a:rPr>
              <a:t>else return S(n-1)+1.0/(n*(n+1));</a:t>
            </a:r>
            <a:br>
              <a:rPr lang="pt-BR" sz="1800" b="0" i="0" dirty="0">
                <a:solidFill>
                  <a:srgbClr val="E42426"/>
                </a:solidFill>
                <a:effectLst/>
              </a:rPr>
            </a:br>
            <a:r>
              <a:rPr lang="pt-BR" sz="1800" b="0" i="0" dirty="0">
                <a:solidFill>
                  <a:srgbClr val="E42426"/>
                </a:solidFill>
                <a:effectLst/>
              </a:rPr>
              <a:t>}</a:t>
            </a:r>
            <a:endParaRPr lang="en-US" sz="1800" dirty="0"/>
          </a:p>
        </p:txBody>
      </p:sp>
    </p:spTree>
    <p:extLst>
      <p:ext uri="{BB962C8B-B14F-4D97-AF65-F5344CB8AC3E}">
        <p14:creationId xmlns:p14="http://schemas.microsoft.com/office/powerpoint/2010/main" val="412858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2AC1FDA-38C0-45EE-B7B5-56EE1FC086DF}"/>
              </a:ext>
            </a:extLst>
          </p:cNvPr>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a:extLst>
              <a:ext uri="{FF2B5EF4-FFF2-40B4-BE49-F238E27FC236}">
                <a16:creationId xmlns:a16="http://schemas.microsoft.com/office/drawing/2014/main" id="{F8493948-4C73-4DB4-B770-1C429E2EEA5C}"/>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312394F7-2ADF-49CF-9274-BA926F2AC45C}"/>
              </a:ext>
            </a:extLst>
          </p:cNvPr>
          <p:cNvSpPr>
            <a:spLocks noGrp="1"/>
          </p:cNvSpPr>
          <p:nvPr>
            <p:ph type="sldNum" sz="quarter" idx="12"/>
          </p:nvPr>
        </p:nvSpPr>
        <p:spPr/>
        <p:txBody>
          <a:bodyPr/>
          <a:lstStyle/>
          <a:p>
            <a:fld id="{BA7BC09B-FE30-A349-B1D2-5A364F511F98}" type="slidenum">
              <a:rPr lang="en-US" smtClean="0"/>
              <a:t>84</a:t>
            </a:fld>
            <a:endParaRPr lang="en-US"/>
          </a:p>
        </p:txBody>
      </p:sp>
      <p:sp>
        <p:nvSpPr>
          <p:cNvPr id="2" name="Title 1">
            <a:extLst>
              <a:ext uri="{FF2B5EF4-FFF2-40B4-BE49-F238E27FC236}">
                <a16:creationId xmlns:a16="http://schemas.microsoft.com/office/drawing/2014/main" id="{D855E358-3690-4049-A35D-52CB88C217A2}"/>
              </a:ext>
            </a:extLst>
          </p:cNvPr>
          <p:cNvSpPr>
            <a:spLocks noGrp="1"/>
          </p:cNvSpPr>
          <p:nvPr>
            <p:ph type="title"/>
          </p:nvPr>
        </p:nvSpPr>
        <p:spPr/>
        <p:txBody>
          <a:bodyPr>
            <a:normAutofit fontScale="90000"/>
          </a:bodyPr>
          <a:lstStyle/>
          <a:p>
            <a:r>
              <a:rPr lang="en-US" dirty="0" err="1"/>
              <a:t>Đệ</a:t>
            </a:r>
            <a:r>
              <a:rPr lang="en-US" dirty="0"/>
              <a:t> </a:t>
            </a:r>
            <a:r>
              <a:rPr lang="en-US" dirty="0" err="1"/>
              <a:t>quy</a:t>
            </a:r>
            <a:r>
              <a:rPr lang="en-US" dirty="0"/>
              <a:t> </a:t>
            </a:r>
            <a:r>
              <a:rPr lang="en-US" dirty="0" err="1"/>
              <a:t>nhị</a:t>
            </a:r>
            <a:r>
              <a:rPr lang="en-US" dirty="0"/>
              <a:t> </a:t>
            </a:r>
            <a:r>
              <a:rPr lang="en-US" dirty="0" err="1"/>
              <a:t>phân</a:t>
            </a:r>
            <a:endParaRPr lang="en-US" dirty="0"/>
          </a:p>
        </p:txBody>
      </p:sp>
      <p:sp>
        <p:nvSpPr>
          <p:cNvPr id="3" name="Content Placeholder 2">
            <a:extLst>
              <a:ext uri="{FF2B5EF4-FFF2-40B4-BE49-F238E27FC236}">
                <a16:creationId xmlns:a16="http://schemas.microsoft.com/office/drawing/2014/main" id="{56A0E6F1-A624-49F1-995A-9D61DA6A4F22}"/>
              </a:ext>
            </a:extLst>
          </p:cNvPr>
          <p:cNvSpPr>
            <a:spLocks noGrp="1"/>
          </p:cNvSpPr>
          <p:nvPr>
            <p:ph sz="quarter" idx="13"/>
          </p:nvPr>
        </p:nvSpPr>
        <p:spPr/>
        <p:txBody>
          <a:bodyPr>
            <a:normAutofit/>
          </a:bodyPr>
          <a:lstStyle/>
          <a:p>
            <a:r>
              <a:rPr lang="en-US" sz="1800" b="0" i="0" dirty="0" err="1">
                <a:solidFill>
                  <a:srgbClr val="000000"/>
                </a:solidFill>
                <a:effectLst/>
                <a:latin typeface="Cambria" panose="02040503050406030204" pitchFamily="18" charset="0"/>
              </a:rPr>
              <a:t>Là</a:t>
            </a:r>
            <a:r>
              <a:rPr lang="en-US" sz="1800" b="0" i="0" dirty="0">
                <a:solidFill>
                  <a:srgbClr val="000000"/>
                </a:solidFill>
                <a:effectLst/>
                <a:latin typeface="Cambria" panose="02040503050406030204" pitchFamily="18" charset="0"/>
              </a:rPr>
              <a:t> </a:t>
            </a:r>
            <a:r>
              <a:rPr lang="en-US" sz="1800" b="0" i="0" dirty="0" err="1">
                <a:solidFill>
                  <a:srgbClr val="000000"/>
                </a:solidFill>
                <a:effectLst/>
                <a:latin typeface="Cambria" panose="02040503050406030204" pitchFamily="18" charset="0"/>
              </a:rPr>
              <a:t>đệ</a:t>
            </a:r>
            <a:r>
              <a:rPr lang="en-US" sz="1800" b="0" i="0" dirty="0">
                <a:solidFill>
                  <a:srgbClr val="000000"/>
                </a:solidFill>
                <a:effectLst/>
                <a:latin typeface="Cambria" panose="02040503050406030204" pitchFamily="18" charset="0"/>
              </a:rPr>
              <a:t> </a:t>
            </a:r>
            <a:r>
              <a:rPr lang="en-US" sz="1800" b="0" i="0" dirty="0" err="1">
                <a:solidFill>
                  <a:srgbClr val="000000"/>
                </a:solidFill>
                <a:effectLst/>
                <a:latin typeface="Cambria" panose="02040503050406030204" pitchFamily="18" charset="0"/>
              </a:rPr>
              <a:t>quy</a:t>
            </a:r>
            <a:r>
              <a:rPr lang="en-US" sz="1800" b="0" i="0" dirty="0">
                <a:solidFill>
                  <a:srgbClr val="000000"/>
                </a:solidFill>
                <a:effectLst/>
                <a:latin typeface="Cambria" panose="02040503050406030204" pitchFamily="18" charset="0"/>
              </a:rPr>
              <a:t> </a:t>
            </a:r>
            <a:r>
              <a:rPr lang="en-US" sz="1800" b="0" i="0" dirty="0" err="1">
                <a:solidFill>
                  <a:srgbClr val="000000"/>
                </a:solidFill>
                <a:effectLst/>
                <a:latin typeface="Cambria" panose="02040503050406030204" pitchFamily="18" charset="0"/>
              </a:rPr>
              <a:t>có</a:t>
            </a:r>
            <a:r>
              <a:rPr lang="en-US" sz="1800" b="0" i="0" dirty="0">
                <a:solidFill>
                  <a:srgbClr val="000000"/>
                </a:solidFill>
                <a:effectLst/>
                <a:latin typeface="Cambria" panose="02040503050406030204" pitchFamily="18" charset="0"/>
              </a:rPr>
              <a:t> </a:t>
            </a:r>
            <a:r>
              <a:rPr lang="en-US" sz="1800" b="0" i="0" dirty="0" err="1">
                <a:solidFill>
                  <a:srgbClr val="000000"/>
                </a:solidFill>
                <a:effectLst/>
                <a:latin typeface="Cambria" panose="02040503050406030204" pitchFamily="18" charset="0"/>
              </a:rPr>
              <a:t>dạng</a:t>
            </a:r>
            <a:br>
              <a:rPr lang="en-US" sz="1800" b="0" i="0" dirty="0">
                <a:solidFill>
                  <a:srgbClr val="000000"/>
                </a:solidFill>
                <a:effectLst/>
                <a:latin typeface="Cambria" panose="02040503050406030204" pitchFamily="18" charset="0"/>
              </a:rPr>
            </a:br>
            <a:r>
              <a:rPr lang="en-US" sz="1800" b="0" i="0" dirty="0">
                <a:solidFill>
                  <a:srgbClr val="E42426"/>
                </a:solidFill>
                <a:effectLst/>
                <a:latin typeface="Consolas" panose="020B0609020204030204" pitchFamily="49" charset="0"/>
              </a:rPr>
              <a:t>P ( ) {</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If (B) </a:t>
            </a:r>
            <a:r>
              <a:rPr lang="en-US" sz="1800" b="0" i="0" dirty="0" err="1">
                <a:solidFill>
                  <a:srgbClr val="E42426"/>
                </a:solidFill>
                <a:effectLst/>
                <a:latin typeface="Consolas" panose="020B0609020204030204" pitchFamily="49" charset="0"/>
              </a:rPr>
              <a:t>thực</a:t>
            </a:r>
            <a:r>
              <a:rPr lang="en-US" sz="1800" b="0" i="0" dirty="0">
                <a:solidFill>
                  <a:srgbClr val="E42426"/>
                </a:solidFill>
                <a:effectLst/>
                <a:latin typeface="Consolas" panose="020B0609020204030204" pitchFamily="49" charset="0"/>
              </a:rPr>
              <a:t> </a:t>
            </a:r>
            <a:r>
              <a:rPr lang="en-US" sz="1800" b="0" i="0" dirty="0" err="1">
                <a:solidFill>
                  <a:srgbClr val="E42426"/>
                </a:solidFill>
                <a:effectLst/>
                <a:latin typeface="Consolas" panose="020B0609020204030204" pitchFamily="49" charset="0"/>
              </a:rPr>
              <a:t>hiện</a:t>
            </a:r>
            <a:r>
              <a:rPr lang="en-US" sz="1800" b="0" i="0" dirty="0">
                <a:solidFill>
                  <a:srgbClr val="E42426"/>
                </a:solidFill>
                <a:effectLst/>
                <a:latin typeface="Consolas" panose="020B0609020204030204" pitchFamily="49" charset="0"/>
              </a:rPr>
              <a:t> S;</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else {</a:t>
            </a:r>
            <a:br>
              <a:rPr lang="en-US" sz="1800" b="0" i="0" dirty="0">
                <a:solidFill>
                  <a:srgbClr val="E42426"/>
                </a:solidFill>
                <a:effectLst/>
                <a:latin typeface="Consolas" panose="020B0609020204030204" pitchFamily="49" charset="0"/>
              </a:rPr>
            </a:br>
            <a:r>
              <a:rPr lang="en-US" sz="1800" b="0" i="0" dirty="0" err="1">
                <a:solidFill>
                  <a:srgbClr val="E42426"/>
                </a:solidFill>
                <a:effectLst/>
                <a:latin typeface="Consolas" panose="020B0609020204030204" pitchFamily="49" charset="0"/>
              </a:rPr>
              <a:t>thực</a:t>
            </a:r>
            <a:r>
              <a:rPr lang="en-US" sz="1800" b="0" i="0" dirty="0">
                <a:solidFill>
                  <a:srgbClr val="E42426"/>
                </a:solidFill>
                <a:effectLst/>
                <a:latin typeface="Consolas" panose="020B0609020204030204" pitchFamily="49" charset="0"/>
              </a:rPr>
              <a:t> </a:t>
            </a:r>
            <a:r>
              <a:rPr lang="en-US" sz="1800" b="0" i="0" dirty="0" err="1">
                <a:solidFill>
                  <a:srgbClr val="E42426"/>
                </a:solidFill>
                <a:effectLst/>
                <a:latin typeface="Consolas" panose="020B0609020204030204" pitchFamily="49" charset="0"/>
              </a:rPr>
              <a:t>hiện</a:t>
            </a:r>
            <a:r>
              <a:rPr lang="en-US" sz="1800" b="0" i="0" dirty="0">
                <a:solidFill>
                  <a:srgbClr val="E42426"/>
                </a:solidFill>
                <a:effectLst/>
                <a:latin typeface="Consolas" panose="020B0609020204030204" pitchFamily="49" charset="0"/>
              </a:rPr>
              <a:t> S*;</a:t>
            </a:r>
            <a:br>
              <a:rPr lang="en-US" sz="1800" b="0" i="0" dirty="0">
                <a:solidFill>
                  <a:srgbClr val="E42426"/>
                </a:solidFill>
                <a:effectLst/>
                <a:latin typeface="Consolas" panose="020B0609020204030204" pitchFamily="49" charset="0"/>
              </a:rPr>
            </a:br>
            <a:r>
              <a:rPr lang="en-US" sz="1800" b="0" i="0" dirty="0" err="1">
                <a:solidFill>
                  <a:srgbClr val="E42426"/>
                </a:solidFill>
                <a:effectLst/>
                <a:latin typeface="Consolas" panose="020B0609020204030204" pitchFamily="49" charset="0"/>
              </a:rPr>
              <a:t>gọi</a:t>
            </a:r>
            <a:r>
              <a:rPr lang="en-US" sz="1800" b="0" i="0" dirty="0">
                <a:solidFill>
                  <a:srgbClr val="E42426"/>
                </a:solidFill>
                <a:effectLst/>
                <a:latin typeface="Consolas" panose="020B0609020204030204" pitchFamily="49" charset="0"/>
              </a:rPr>
              <a:t> P ; </a:t>
            </a:r>
            <a:r>
              <a:rPr lang="en-US" sz="1800" b="0" i="0" dirty="0" err="1">
                <a:solidFill>
                  <a:srgbClr val="E42426"/>
                </a:solidFill>
                <a:effectLst/>
                <a:latin typeface="Consolas" panose="020B0609020204030204" pitchFamily="49" charset="0"/>
              </a:rPr>
              <a:t>gọi</a:t>
            </a:r>
            <a:r>
              <a:rPr lang="en-US" sz="1800" b="0" i="0" dirty="0">
                <a:solidFill>
                  <a:srgbClr val="E42426"/>
                </a:solidFill>
                <a:effectLst/>
                <a:latin typeface="Consolas" panose="020B0609020204030204" pitchFamily="49" charset="0"/>
              </a:rPr>
              <a:t> P;</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a:t>
            </a:r>
            <a:br>
              <a:rPr lang="en-US" sz="1800" b="0" i="0" dirty="0">
                <a:solidFill>
                  <a:srgbClr val="E42426"/>
                </a:solidFill>
                <a:effectLst/>
                <a:latin typeface="Consolas" panose="020B0609020204030204" pitchFamily="49" charset="0"/>
              </a:rPr>
            </a:br>
            <a:r>
              <a:rPr lang="en-US" sz="1800" b="0" i="1" dirty="0" err="1">
                <a:solidFill>
                  <a:srgbClr val="000000"/>
                </a:solidFill>
                <a:effectLst/>
                <a:latin typeface="Cambria" panose="02040503050406030204" pitchFamily="18" charset="0"/>
              </a:rPr>
              <a:t>Với</a:t>
            </a:r>
            <a:r>
              <a:rPr lang="en-US" sz="1800" b="0" i="1" dirty="0">
                <a:solidFill>
                  <a:srgbClr val="000000"/>
                </a:solidFill>
                <a:effectLst/>
                <a:latin typeface="Cambria" panose="02040503050406030204" pitchFamily="18" charset="0"/>
              </a:rPr>
              <a:t> S , S* </a:t>
            </a:r>
            <a:r>
              <a:rPr lang="en-US" sz="1800" b="0" i="1" dirty="0" err="1">
                <a:solidFill>
                  <a:srgbClr val="000000"/>
                </a:solidFill>
                <a:effectLst/>
                <a:latin typeface="Cambria" panose="02040503050406030204" pitchFamily="18" charset="0"/>
              </a:rPr>
              <a:t>là</a:t>
            </a:r>
            <a:r>
              <a:rPr lang="en-US" sz="1800" b="0" i="1" dirty="0">
                <a:solidFill>
                  <a:srgbClr val="000000"/>
                </a:solidFill>
                <a:effectLst/>
                <a:latin typeface="Cambria" panose="02040503050406030204" pitchFamily="18" charset="0"/>
              </a:rPr>
              <a:t> </a:t>
            </a:r>
            <a:r>
              <a:rPr lang="en-US" sz="1800" b="0" i="1" dirty="0" err="1">
                <a:solidFill>
                  <a:srgbClr val="000000"/>
                </a:solidFill>
                <a:effectLst/>
                <a:latin typeface="Cambria" panose="02040503050406030204" pitchFamily="18" charset="0"/>
              </a:rPr>
              <a:t>các</a:t>
            </a:r>
            <a:r>
              <a:rPr lang="en-US" sz="1800" b="0" i="1" dirty="0">
                <a:solidFill>
                  <a:srgbClr val="000000"/>
                </a:solidFill>
                <a:effectLst/>
                <a:latin typeface="Cambria" panose="02040503050406030204" pitchFamily="18" charset="0"/>
              </a:rPr>
              <a:t> </a:t>
            </a:r>
            <a:r>
              <a:rPr lang="en-US" sz="1800" b="0" i="1" dirty="0" err="1">
                <a:solidFill>
                  <a:srgbClr val="000000"/>
                </a:solidFill>
                <a:effectLst/>
                <a:latin typeface="Cambria" panose="02040503050406030204" pitchFamily="18" charset="0"/>
              </a:rPr>
              <a:t>thao</a:t>
            </a:r>
            <a:r>
              <a:rPr lang="en-US" sz="1800" b="0" i="1" dirty="0">
                <a:solidFill>
                  <a:srgbClr val="000000"/>
                </a:solidFill>
                <a:effectLst/>
                <a:latin typeface="Cambria" panose="02040503050406030204" pitchFamily="18" charset="0"/>
              </a:rPr>
              <a:t> </a:t>
            </a:r>
            <a:r>
              <a:rPr lang="en-US" sz="1800" b="0" i="1" dirty="0" err="1">
                <a:solidFill>
                  <a:srgbClr val="000000"/>
                </a:solidFill>
                <a:effectLst/>
                <a:latin typeface="Cambria" panose="02040503050406030204" pitchFamily="18" charset="0"/>
              </a:rPr>
              <a:t>tác</a:t>
            </a:r>
            <a:r>
              <a:rPr lang="en-US" sz="1800" b="0" i="1" dirty="0">
                <a:solidFill>
                  <a:srgbClr val="000000"/>
                </a:solidFill>
                <a:effectLst/>
                <a:latin typeface="Cambria" panose="02040503050406030204" pitchFamily="18" charset="0"/>
              </a:rPr>
              <a:t> </a:t>
            </a:r>
            <a:r>
              <a:rPr lang="en-US" sz="1800" b="0" i="1" dirty="0" err="1">
                <a:solidFill>
                  <a:srgbClr val="000000"/>
                </a:solidFill>
                <a:effectLst/>
                <a:latin typeface="Cambria" panose="02040503050406030204" pitchFamily="18" charset="0"/>
              </a:rPr>
              <a:t>không</a:t>
            </a:r>
            <a:r>
              <a:rPr lang="en-US" sz="1800" b="0" i="1" dirty="0">
                <a:solidFill>
                  <a:srgbClr val="000000"/>
                </a:solidFill>
                <a:effectLst/>
                <a:latin typeface="Cambria" panose="02040503050406030204" pitchFamily="18" charset="0"/>
              </a:rPr>
              <a:t> </a:t>
            </a:r>
            <a:r>
              <a:rPr lang="en-US" sz="1800" b="0" i="1" dirty="0" err="1">
                <a:solidFill>
                  <a:srgbClr val="000000"/>
                </a:solidFill>
                <a:effectLst/>
                <a:latin typeface="Cambria" panose="02040503050406030204" pitchFamily="18" charset="0"/>
              </a:rPr>
              <a:t>đệ</a:t>
            </a:r>
            <a:r>
              <a:rPr lang="en-US" sz="1800" b="0" i="1" dirty="0">
                <a:solidFill>
                  <a:srgbClr val="000000"/>
                </a:solidFill>
                <a:effectLst/>
                <a:latin typeface="Cambria" panose="02040503050406030204" pitchFamily="18" charset="0"/>
              </a:rPr>
              <a:t> </a:t>
            </a:r>
            <a:r>
              <a:rPr lang="en-US" sz="1800" b="0" i="1" dirty="0" err="1">
                <a:solidFill>
                  <a:srgbClr val="000000"/>
                </a:solidFill>
                <a:effectLst/>
                <a:latin typeface="Cambria" panose="02040503050406030204" pitchFamily="18" charset="0"/>
              </a:rPr>
              <a:t>quy</a:t>
            </a:r>
            <a:r>
              <a:rPr lang="en-US" sz="1800" b="0" i="1" dirty="0">
                <a:solidFill>
                  <a:srgbClr val="000000"/>
                </a:solidFill>
                <a:effectLst/>
                <a:latin typeface="Cambria" panose="02040503050406030204" pitchFamily="18" charset="0"/>
              </a:rPr>
              <a:t>.</a:t>
            </a:r>
            <a:endParaRPr lang="en-US" sz="1800" i="1" dirty="0">
              <a:solidFill>
                <a:srgbClr val="000000"/>
              </a:solidFill>
              <a:latin typeface="Cambria" panose="02040503050406030204" pitchFamily="18" charset="0"/>
            </a:endParaRPr>
          </a:p>
          <a:p>
            <a:r>
              <a:rPr lang="en-US" sz="1800" b="0" dirty="0" err="1">
                <a:solidFill>
                  <a:srgbClr val="000000"/>
                </a:solidFill>
                <a:effectLst/>
                <a:latin typeface="Cambria" panose="02040503050406030204" pitchFamily="18" charset="0"/>
              </a:rPr>
              <a:t>Ví</a:t>
            </a:r>
            <a:r>
              <a:rPr lang="en-US" sz="1800" b="0" dirty="0">
                <a:solidFill>
                  <a:srgbClr val="000000"/>
                </a:solidFill>
                <a:effectLst/>
                <a:latin typeface="Cambria" panose="02040503050406030204" pitchFamily="18" charset="0"/>
              </a:rPr>
              <a:t> </a:t>
            </a:r>
            <a:r>
              <a:rPr lang="en-US" sz="1800" b="0" dirty="0" err="1">
                <a:solidFill>
                  <a:srgbClr val="000000"/>
                </a:solidFill>
                <a:effectLst/>
                <a:latin typeface="Cambria" panose="02040503050406030204" pitchFamily="18" charset="0"/>
              </a:rPr>
              <a:t>dụ</a:t>
            </a:r>
            <a:r>
              <a:rPr lang="en-US" sz="1800" b="0" dirty="0">
                <a:solidFill>
                  <a:srgbClr val="000000"/>
                </a:solidFill>
                <a:effectLst/>
                <a:latin typeface="Cambria" panose="02040503050406030204" pitchFamily="18" charset="0"/>
              </a:rPr>
              <a:t>: </a:t>
            </a:r>
            <a:r>
              <a:rPr lang="en-US" sz="1800" b="0" dirty="0" err="1">
                <a:solidFill>
                  <a:srgbClr val="000000"/>
                </a:solidFill>
                <a:effectLst/>
                <a:latin typeface="Cambria" panose="02040503050406030204" pitchFamily="18" charset="0"/>
              </a:rPr>
              <a:t>Hàm</a:t>
            </a:r>
            <a:r>
              <a:rPr lang="en-US" sz="1800" b="0" dirty="0">
                <a:solidFill>
                  <a:srgbClr val="000000"/>
                </a:solidFill>
                <a:effectLst/>
                <a:latin typeface="Cambria" panose="02040503050406030204" pitchFamily="18" charset="0"/>
              </a:rPr>
              <a:t> FIBO(n) </a:t>
            </a:r>
            <a:r>
              <a:rPr lang="en-US" sz="1800" b="0" dirty="0" err="1">
                <a:solidFill>
                  <a:srgbClr val="000000"/>
                </a:solidFill>
                <a:effectLst/>
                <a:latin typeface="Cambria" panose="02040503050406030204" pitchFamily="18" charset="0"/>
              </a:rPr>
              <a:t>tính</a:t>
            </a:r>
            <a:r>
              <a:rPr lang="en-US" sz="1800" b="0" dirty="0">
                <a:solidFill>
                  <a:srgbClr val="000000"/>
                </a:solidFill>
                <a:effectLst/>
                <a:latin typeface="Cambria" panose="02040503050406030204" pitchFamily="18" charset="0"/>
              </a:rPr>
              <a:t> </a:t>
            </a:r>
            <a:r>
              <a:rPr lang="en-US" sz="1800" b="0" dirty="0" err="1">
                <a:solidFill>
                  <a:srgbClr val="000000"/>
                </a:solidFill>
                <a:effectLst/>
                <a:latin typeface="Cambria" panose="02040503050406030204" pitchFamily="18" charset="0"/>
              </a:rPr>
              <a:t>số</a:t>
            </a:r>
            <a:r>
              <a:rPr lang="en-US" sz="1800" b="0" dirty="0">
                <a:solidFill>
                  <a:srgbClr val="000000"/>
                </a:solidFill>
                <a:effectLst/>
                <a:latin typeface="Cambria" panose="02040503050406030204" pitchFamily="18" charset="0"/>
              </a:rPr>
              <a:t> </a:t>
            </a:r>
            <a:r>
              <a:rPr lang="en-US" sz="1800" b="0" dirty="0" err="1">
                <a:solidFill>
                  <a:srgbClr val="000000"/>
                </a:solidFill>
                <a:effectLst/>
                <a:latin typeface="Cambria" panose="02040503050406030204" pitchFamily="18" charset="0"/>
              </a:rPr>
              <a:t>hạng</a:t>
            </a:r>
            <a:r>
              <a:rPr lang="en-US" sz="1800" b="0" dirty="0">
                <a:solidFill>
                  <a:srgbClr val="000000"/>
                </a:solidFill>
                <a:effectLst/>
                <a:latin typeface="Cambria" panose="02040503050406030204" pitchFamily="18" charset="0"/>
              </a:rPr>
              <a:t> n </a:t>
            </a:r>
            <a:r>
              <a:rPr lang="en-US" sz="1800" b="0" dirty="0" err="1">
                <a:solidFill>
                  <a:srgbClr val="000000"/>
                </a:solidFill>
                <a:effectLst/>
                <a:latin typeface="Cambria" panose="02040503050406030204" pitchFamily="18" charset="0"/>
              </a:rPr>
              <a:t>của</a:t>
            </a:r>
            <a:r>
              <a:rPr lang="en-US" sz="1800" b="0" dirty="0">
                <a:solidFill>
                  <a:srgbClr val="000000"/>
                </a:solidFill>
                <a:effectLst/>
                <a:latin typeface="Cambria" panose="02040503050406030204" pitchFamily="18" charset="0"/>
              </a:rPr>
              <a:t> </a:t>
            </a:r>
            <a:r>
              <a:rPr lang="en-US" sz="1800" b="0" dirty="0" err="1">
                <a:solidFill>
                  <a:srgbClr val="000000"/>
                </a:solidFill>
                <a:effectLst/>
                <a:latin typeface="Cambria" panose="02040503050406030204" pitchFamily="18" charset="0"/>
              </a:rPr>
              <a:t>dãy</a:t>
            </a:r>
            <a:r>
              <a:rPr lang="en-US" sz="1800" b="0" dirty="0">
                <a:solidFill>
                  <a:srgbClr val="000000"/>
                </a:solidFill>
                <a:effectLst/>
                <a:latin typeface="Cambria" panose="02040503050406030204" pitchFamily="18" charset="0"/>
              </a:rPr>
              <a:t> FIBONACCI</a:t>
            </a:r>
            <a:br>
              <a:rPr lang="en-US" sz="1800" b="0" i="1" dirty="0">
                <a:solidFill>
                  <a:srgbClr val="000000"/>
                </a:solidFill>
                <a:effectLst/>
                <a:latin typeface="Cambria" panose="02040503050406030204" pitchFamily="18" charset="0"/>
              </a:rPr>
            </a:br>
            <a:r>
              <a:rPr lang="en-US" sz="1800" b="0" i="0" dirty="0">
                <a:solidFill>
                  <a:srgbClr val="E42426"/>
                </a:solidFill>
                <a:effectLst/>
                <a:latin typeface="Consolas" panose="020B0609020204030204" pitchFamily="49" charset="0"/>
              </a:rPr>
              <a:t>int F(int n) {</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if ( n &lt; 2 ) return 1;</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else</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return (F(n -1) + F(n -2));</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a:t>
            </a:r>
            <a:r>
              <a:rPr lang="en-US" dirty="0"/>
              <a:t> </a:t>
            </a:r>
          </a:p>
        </p:txBody>
      </p:sp>
      <p:pic>
        <p:nvPicPr>
          <p:cNvPr id="8" name="Picture 7">
            <a:extLst>
              <a:ext uri="{FF2B5EF4-FFF2-40B4-BE49-F238E27FC236}">
                <a16:creationId xmlns:a16="http://schemas.microsoft.com/office/drawing/2014/main" id="{DFCAAA94-EA35-464C-ADAE-5780A53D5F74}"/>
              </a:ext>
            </a:extLst>
          </p:cNvPr>
          <p:cNvPicPr>
            <a:picLocks noChangeAspect="1"/>
          </p:cNvPicPr>
          <p:nvPr/>
        </p:nvPicPr>
        <p:blipFill>
          <a:blip r:embed="rId3"/>
          <a:stretch>
            <a:fillRect/>
          </a:stretch>
        </p:blipFill>
        <p:spPr>
          <a:xfrm>
            <a:off x="5707137" y="32508"/>
            <a:ext cx="3369472" cy="2303537"/>
          </a:xfrm>
          <a:prstGeom prst="rect">
            <a:avLst/>
          </a:prstGeom>
        </p:spPr>
      </p:pic>
      <p:sp>
        <p:nvSpPr>
          <p:cNvPr id="10" name="TextBox 9">
            <a:extLst>
              <a:ext uri="{FF2B5EF4-FFF2-40B4-BE49-F238E27FC236}">
                <a16:creationId xmlns:a16="http://schemas.microsoft.com/office/drawing/2014/main" id="{BDD3161B-1DB2-49D4-9154-6D12B4D92EA9}"/>
              </a:ext>
            </a:extLst>
          </p:cNvPr>
          <p:cNvSpPr txBox="1"/>
          <p:nvPr/>
        </p:nvSpPr>
        <p:spPr>
          <a:xfrm>
            <a:off x="4921290" y="2500035"/>
            <a:ext cx="4155320" cy="1200329"/>
          </a:xfrm>
          <a:prstGeom prst="rect">
            <a:avLst/>
          </a:prstGeom>
          <a:noFill/>
          <a:ln>
            <a:solidFill>
              <a:schemeClr val="accent1"/>
            </a:solidFill>
          </a:ln>
        </p:spPr>
        <p:txBody>
          <a:bodyPr wrap="square">
            <a:spAutoFit/>
          </a:bodyPr>
          <a:lstStyle/>
          <a:p>
            <a:r>
              <a:rPr lang="en-US" sz="1800" b="1" i="0" dirty="0" err="1">
                <a:solidFill>
                  <a:srgbClr val="000000"/>
                </a:solidFill>
                <a:effectLst/>
                <a:latin typeface="Cambria" panose="02040503050406030204" pitchFamily="18" charset="0"/>
              </a:rPr>
              <a:t>Tính</a:t>
            </a:r>
            <a:r>
              <a:rPr lang="en-US" sz="1800" b="1" i="0" dirty="0">
                <a:solidFill>
                  <a:srgbClr val="000000"/>
                </a:solidFill>
                <a:effectLst/>
                <a:latin typeface="Cambria" panose="02040503050406030204" pitchFamily="18" charset="0"/>
              </a:rPr>
              <a:t> </a:t>
            </a:r>
            <a:r>
              <a:rPr lang="en-US" sz="1800" b="1" i="0" dirty="0" err="1">
                <a:solidFill>
                  <a:srgbClr val="000000"/>
                </a:solidFill>
                <a:effectLst/>
                <a:latin typeface="Cambria" panose="02040503050406030204" pitchFamily="18" charset="0"/>
              </a:rPr>
              <a:t>tổng</a:t>
            </a:r>
            <a:r>
              <a:rPr lang="en-US" sz="1800" b="1" i="0" dirty="0">
                <a:solidFill>
                  <a:srgbClr val="000000"/>
                </a:solidFill>
                <a:effectLst/>
                <a:latin typeface="Cambria" panose="02040503050406030204" pitchFamily="18" charset="0"/>
              </a:rPr>
              <a:t> </a:t>
            </a:r>
            <a:r>
              <a:rPr lang="en-US" sz="1800" b="1" i="0" dirty="0" err="1">
                <a:solidFill>
                  <a:srgbClr val="000000"/>
                </a:solidFill>
                <a:effectLst/>
                <a:latin typeface="Cambria" panose="02040503050406030204" pitchFamily="18" charset="0"/>
              </a:rPr>
              <a:t>các</a:t>
            </a:r>
            <a:r>
              <a:rPr lang="en-US" sz="1800" b="1" i="0" dirty="0">
                <a:solidFill>
                  <a:srgbClr val="000000"/>
                </a:solidFill>
                <a:effectLst/>
                <a:latin typeface="Cambria" panose="02040503050406030204" pitchFamily="18" charset="0"/>
              </a:rPr>
              <a:t> </a:t>
            </a:r>
            <a:r>
              <a:rPr lang="en-US" sz="1800" b="1" i="0" dirty="0" err="1">
                <a:solidFill>
                  <a:srgbClr val="000000"/>
                </a:solidFill>
                <a:effectLst/>
                <a:latin typeface="Cambria" panose="02040503050406030204" pitchFamily="18" charset="0"/>
              </a:rPr>
              <a:t>giá</a:t>
            </a:r>
            <a:r>
              <a:rPr lang="en-US" sz="1800" b="1" i="0" dirty="0">
                <a:solidFill>
                  <a:srgbClr val="000000"/>
                </a:solidFill>
                <a:effectLst/>
                <a:latin typeface="Cambria" panose="02040503050406030204" pitchFamily="18" charset="0"/>
              </a:rPr>
              <a:t> </a:t>
            </a:r>
            <a:r>
              <a:rPr lang="en-US" sz="1800" b="1" i="0" dirty="0" err="1">
                <a:solidFill>
                  <a:srgbClr val="000000"/>
                </a:solidFill>
                <a:effectLst/>
                <a:latin typeface="Cambria" panose="02040503050406030204" pitchFamily="18" charset="0"/>
              </a:rPr>
              <a:t>trị</a:t>
            </a:r>
            <a:r>
              <a:rPr lang="en-US" sz="1800" b="1" i="0" dirty="0">
                <a:solidFill>
                  <a:srgbClr val="000000"/>
                </a:solidFill>
                <a:effectLst/>
                <a:latin typeface="Cambria" panose="02040503050406030204" pitchFamily="18" charset="0"/>
              </a:rPr>
              <a:t> </a:t>
            </a:r>
            <a:r>
              <a:rPr lang="en-US" sz="1800" b="1" i="0" dirty="0" err="1">
                <a:solidFill>
                  <a:srgbClr val="000000"/>
                </a:solidFill>
                <a:effectLst/>
                <a:latin typeface="Cambria" panose="02040503050406030204" pitchFamily="18" charset="0"/>
              </a:rPr>
              <a:t>của</a:t>
            </a:r>
            <a:r>
              <a:rPr lang="en-US" sz="1800" b="1" i="0" dirty="0">
                <a:solidFill>
                  <a:srgbClr val="000000"/>
                </a:solidFill>
                <a:effectLst/>
                <a:latin typeface="Cambria" panose="02040503050406030204" pitchFamily="18" charset="0"/>
              </a:rPr>
              <a:t> </a:t>
            </a:r>
            <a:r>
              <a:rPr lang="en-US" sz="1800" b="1" i="0" dirty="0" err="1">
                <a:solidFill>
                  <a:srgbClr val="000000"/>
                </a:solidFill>
                <a:effectLst/>
                <a:latin typeface="Cambria" panose="02040503050406030204" pitchFamily="18" charset="0"/>
              </a:rPr>
              <a:t>dãy</a:t>
            </a:r>
            <a:r>
              <a:rPr lang="en-US" sz="1800" b="1" i="0" dirty="0">
                <a:solidFill>
                  <a:srgbClr val="000000"/>
                </a:solidFill>
                <a:effectLst/>
                <a:latin typeface="Cambria" panose="02040503050406030204" pitchFamily="18" charset="0"/>
              </a:rPr>
              <a:t> </a:t>
            </a:r>
            <a:r>
              <a:rPr lang="en-US" sz="1800" b="1" i="0" dirty="0" err="1">
                <a:solidFill>
                  <a:srgbClr val="000000"/>
                </a:solidFill>
                <a:effectLst/>
                <a:latin typeface="Cambria" panose="02040503050406030204" pitchFamily="18" charset="0"/>
              </a:rPr>
              <a:t>số</a:t>
            </a:r>
            <a:r>
              <a:rPr lang="en-US" sz="1800" b="1" i="0" dirty="0">
                <a:solidFill>
                  <a:srgbClr val="000000"/>
                </a:solidFill>
                <a:effectLst/>
                <a:latin typeface="Cambria" panose="02040503050406030204" pitchFamily="18" charset="0"/>
              </a:rPr>
              <a:t> H(n), </a:t>
            </a:r>
            <a:r>
              <a:rPr lang="en-US" sz="1800" b="1" i="0" dirty="0" err="1">
                <a:solidFill>
                  <a:srgbClr val="000000"/>
                </a:solidFill>
                <a:effectLst/>
                <a:latin typeface="Cambria" panose="02040503050406030204" pitchFamily="18" charset="0"/>
              </a:rPr>
              <a:t>biết</a:t>
            </a:r>
            <a:br>
              <a:rPr lang="en-US" sz="1800" b="1" i="0" dirty="0">
                <a:solidFill>
                  <a:srgbClr val="000000"/>
                </a:solidFill>
                <a:effectLst/>
                <a:latin typeface="Cambria" panose="02040503050406030204" pitchFamily="18" charset="0"/>
              </a:rPr>
            </a:br>
            <a:r>
              <a:rPr lang="en-US" sz="1800" b="1" i="0" dirty="0">
                <a:solidFill>
                  <a:srgbClr val="000000"/>
                </a:solidFill>
                <a:effectLst/>
                <a:latin typeface="Cambria" panose="02040503050406030204" pitchFamily="18" charset="0"/>
              </a:rPr>
              <a:t>H(n) 	= n </a:t>
            </a:r>
            <a:r>
              <a:rPr lang="en-US" sz="1800" b="1" i="0" dirty="0" err="1">
                <a:solidFill>
                  <a:srgbClr val="000000"/>
                </a:solidFill>
                <a:effectLst/>
                <a:latin typeface="Cambria" panose="02040503050406030204" pitchFamily="18" charset="0"/>
              </a:rPr>
              <a:t>khi</a:t>
            </a:r>
            <a:r>
              <a:rPr lang="en-US" sz="1800" b="1" i="0" dirty="0">
                <a:solidFill>
                  <a:srgbClr val="000000"/>
                </a:solidFill>
                <a:effectLst/>
                <a:latin typeface="Cambria" panose="02040503050406030204" pitchFamily="18" charset="0"/>
              </a:rPr>
              <a:t> n&lt;3</a:t>
            </a:r>
            <a:br>
              <a:rPr lang="en-US" sz="1800" b="1" i="0" dirty="0">
                <a:solidFill>
                  <a:srgbClr val="000000"/>
                </a:solidFill>
                <a:effectLst/>
                <a:latin typeface="Cambria" panose="02040503050406030204" pitchFamily="18" charset="0"/>
              </a:rPr>
            </a:br>
            <a:r>
              <a:rPr lang="en-US" sz="1800" b="1" i="0" dirty="0">
                <a:solidFill>
                  <a:srgbClr val="000000"/>
                </a:solidFill>
                <a:effectLst/>
                <a:latin typeface="Cambria" panose="02040503050406030204" pitchFamily="18" charset="0"/>
              </a:rPr>
              <a:t>		= 2*H(n-1)*H(n-2) </a:t>
            </a:r>
            <a:r>
              <a:rPr lang="en-US" sz="1800" b="1" i="0" dirty="0" err="1">
                <a:solidFill>
                  <a:srgbClr val="000000"/>
                </a:solidFill>
                <a:effectLst/>
                <a:latin typeface="Cambria" panose="02040503050406030204" pitchFamily="18" charset="0"/>
              </a:rPr>
              <a:t>khi</a:t>
            </a:r>
            <a:r>
              <a:rPr lang="en-US" sz="1800" b="1" i="0" dirty="0">
                <a:solidFill>
                  <a:srgbClr val="000000"/>
                </a:solidFill>
                <a:effectLst/>
                <a:latin typeface="Cambria" panose="02040503050406030204" pitchFamily="18" charset="0"/>
              </a:rPr>
              <a:t> n&gt;2</a:t>
            </a:r>
            <a:endParaRPr lang="en-US" dirty="0"/>
          </a:p>
        </p:txBody>
      </p:sp>
      <p:sp>
        <p:nvSpPr>
          <p:cNvPr id="12" name="TextBox 11">
            <a:extLst>
              <a:ext uri="{FF2B5EF4-FFF2-40B4-BE49-F238E27FC236}">
                <a16:creationId xmlns:a16="http://schemas.microsoft.com/office/drawing/2014/main" id="{4923B0F5-4A34-46B6-A597-75A46685262F}"/>
              </a:ext>
            </a:extLst>
          </p:cNvPr>
          <p:cNvSpPr txBox="1"/>
          <p:nvPr/>
        </p:nvSpPr>
        <p:spPr>
          <a:xfrm>
            <a:off x="4935489" y="3859153"/>
            <a:ext cx="3995530" cy="2862322"/>
          </a:xfrm>
          <a:prstGeom prst="rect">
            <a:avLst/>
          </a:prstGeom>
          <a:noFill/>
          <a:ln>
            <a:solidFill>
              <a:schemeClr val="accent1"/>
            </a:solidFill>
          </a:ln>
        </p:spPr>
        <p:txBody>
          <a:bodyPr wrap="square">
            <a:spAutoFit/>
          </a:bodyPr>
          <a:lstStyle/>
          <a:p>
            <a:r>
              <a:rPr lang="en-US" sz="1800" b="0" i="0" dirty="0">
                <a:solidFill>
                  <a:srgbClr val="E42426"/>
                </a:solidFill>
                <a:effectLst/>
                <a:latin typeface="Consolas" panose="020B0609020204030204" pitchFamily="49" charset="0"/>
              </a:rPr>
              <a:t>long H(int n) {</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if (n&lt;3) return n;</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else return 2*H(n-1)*H(n-2);</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long Tong(int n) {</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long </a:t>
            </a:r>
            <a:r>
              <a:rPr lang="en-US" sz="1800" b="0" i="0" dirty="0" err="1">
                <a:solidFill>
                  <a:srgbClr val="E42426"/>
                </a:solidFill>
                <a:effectLst/>
                <a:latin typeface="Consolas" panose="020B0609020204030204" pitchFamily="49" charset="0"/>
              </a:rPr>
              <a:t>tg</a:t>
            </a:r>
            <a:r>
              <a:rPr lang="en-US" sz="1800" b="0" i="0" dirty="0">
                <a:solidFill>
                  <a:srgbClr val="E42426"/>
                </a:solidFill>
                <a:effectLst/>
                <a:latin typeface="Consolas" panose="020B0609020204030204" pitchFamily="49" charset="0"/>
              </a:rPr>
              <a:t>=0;</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for( int </a:t>
            </a:r>
            <a:r>
              <a:rPr lang="en-US" sz="1800" b="0" i="0" dirty="0" err="1">
                <a:solidFill>
                  <a:srgbClr val="E42426"/>
                </a:solidFill>
                <a:effectLst/>
                <a:latin typeface="Consolas" panose="020B0609020204030204" pitchFamily="49" charset="0"/>
              </a:rPr>
              <a:t>i</a:t>
            </a:r>
            <a:r>
              <a:rPr lang="en-US" sz="1800" b="0" i="0" dirty="0">
                <a:solidFill>
                  <a:srgbClr val="E42426"/>
                </a:solidFill>
                <a:effectLst/>
                <a:latin typeface="Consolas" panose="020B0609020204030204" pitchFamily="49" charset="0"/>
              </a:rPr>
              <a:t>=1; </a:t>
            </a:r>
            <a:r>
              <a:rPr lang="en-US" sz="1800" b="0" i="0" dirty="0" err="1">
                <a:solidFill>
                  <a:srgbClr val="E42426"/>
                </a:solidFill>
                <a:effectLst/>
                <a:latin typeface="Consolas" panose="020B0609020204030204" pitchFamily="49" charset="0"/>
              </a:rPr>
              <a:t>i</a:t>
            </a:r>
            <a:r>
              <a:rPr lang="en-US" sz="1800" b="0" i="0" dirty="0">
                <a:solidFill>
                  <a:srgbClr val="E42426"/>
                </a:solidFill>
                <a:effectLst/>
                <a:latin typeface="Consolas" panose="020B0609020204030204" pitchFamily="49" charset="0"/>
              </a:rPr>
              <a:t>&lt;=</a:t>
            </a:r>
            <a:r>
              <a:rPr lang="en-US" sz="1800" b="0" i="0" dirty="0" err="1">
                <a:solidFill>
                  <a:srgbClr val="E42426"/>
                </a:solidFill>
                <a:effectLst/>
                <a:latin typeface="Consolas" panose="020B0609020204030204" pitchFamily="49" charset="0"/>
              </a:rPr>
              <a:t>n;i</a:t>
            </a:r>
            <a:r>
              <a:rPr lang="en-US" sz="1800" b="0" i="0" dirty="0">
                <a:solidFill>
                  <a:srgbClr val="E42426"/>
                </a:solidFill>
                <a:effectLst/>
                <a:latin typeface="Consolas" panose="020B0609020204030204" pitchFamily="49" charset="0"/>
              </a:rPr>
              <a:t>++)</a:t>
            </a:r>
            <a:br>
              <a:rPr lang="en-US" sz="1800" b="0" i="0" dirty="0">
                <a:solidFill>
                  <a:srgbClr val="E42426"/>
                </a:solidFill>
                <a:effectLst/>
                <a:latin typeface="Consolas" panose="020B0609020204030204" pitchFamily="49" charset="0"/>
              </a:rPr>
            </a:br>
            <a:r>
              <a:rPr lang="en-US" sz="1800" b="0" i="0" dirty="0" err="1">
                <a:solidFill>
                  <a:srgbClr val="E42426"/>
                </a:solidFill>
                <a:effectLst/>
                <a:latin typeface="Consolas" panose="020B0609020204030204" pitchFamily="49" charset="0"/>
              </a:rPr>
              <a:t>tg</a:t>
            </a:r>
            <a:r>
              <a:rPr lang="en-US" sz="1800" b="0" i="0" dirty="0">
                <a:solidFill>
                  <a:srgbClr val="E42426"/>
                </a:solidFill>
                <a:effectLst/>
                <a:latin typeface="Consolas" panose="020B0609020204030204" pitchFamily="49" charset="0"/>
              </a:rPr>
              <a:t>+=H(</a:t>
            </a:r>
            <a:r>
              <a:rPr lang="en-US" sz="1800" b="0" i="0" dirty="0" err="1">
                <a:solidFill>
                  <a:srgbClr val="E42426"/>
                </a:solidFill>
                <a:effectLst/>
                <a:latin typeface="Consolas" panose="020B0609020204030204" pitchFamily="49" charset="0"/>
              </a:rPr>
              <a:t>i</a:t>
            </a:r>
            <a:r>
              <a:rPr lang="en-US" sz="1800" b="0" i="0" dirty="0">
                <a:solidFill>
                  <a:srgbClr val="E42426"/>
                </a:solidFill>
                <a:effectLst/>
                <a:latin typeface="Consolas" panose="020B0609020204030204" pitchFamily="49" charset="0"/>
              </a:rPr>
              <a:t>);</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return </a:t>
            </a:r>
            <a:r>
              <a:rPr lang="en-US" sz="1800" b="0" i="0" dirty="0" err="1">
                <a:solidFill>
                  <a:srgbClr val="E42426"/>
                </a:solidFill>
                <a:effectLst/>
                <a:latin typeface="Consolas" panose="020B0609020204030204" pitchFamily="49" charset="0"/>
              </a:rPr>
              <a:t>tg</a:t>
            </a:r>
            <a:r>
              <a:rPr lang="en-US" sz="1800" b="0" i="0" dirty="0">
                <a:solidFill>
                  <a:srgbClr val="E42426"/>
                </a:solidFill>
                <a:effectLst/>
                <a:latin typeface="Consolas" panose="020B0609020204030204" pitchFamily="49" charset="0"/>
              </a:rPr>
              <a:t>;</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a:t>
            </a:r>
            <a:r>
              <a:rPr lang="en-US" dirty="0"/>
              <a:t> </a:t>
            </a:r>
          </a:p>
        </p:txBody>
      </p:sp>
      <mc:AlternateContent xmlns:mc="http://schemas.openxmlformats.org/markup-compatibility/2006" xmlns:p14="http://schemas.microsoft.com/office/powerpoint/2010/main">
        <mc:Choice Requires="p14">
          <p:contentPart p14:bwMode="auto" r:id="rId4">
            <p14:nvContentPartPr>
              <p14:cNvPr id="18" name="Ink 17">
                <a:extLst>
                  <a:ext uri="{FF2B5EF4-FFF2-40B4-BE49-F238E27FC236}">
                    <a16:creationId xmlns:a16="http://schemas.microsoft.com/office/drawing/2014/main" id="{8C01573F-63D6-49D3-9FCE-0724137035AA}"/>
                  </a:ext>
                </a:extLst>
              </p14:cNvPr>
              <p14:cNvContentPartPr/>
              <p14:nvPr/>
            </p14:nvContentPartPr>
            <p14:xfrm>
              <a:off x="6486154" y="3519407"/>
              <a:ext cx="3240" cy="6840"/>
            </p14:xfrm>
          </p:contentPart>
        </mc:Choice>
        <mc:Fallback xmlns="">
          <p:pic>
            <p:nvPicPr>
              <p:cNvPr id="18" name="Ink 17">
                <a:extLst>
                  <a:ext uri="{FF2B5EF4-FFF2-40B4-BE49-F238E27FC236}">
                    <a16:creationId xmlns:a16="http://schemas.microsoft.com/office/drawing/2014/main" id="{8C01573F-63D6-49D3-9FCE-0724137035AA}"/>
                  </a:ext>
                </a:extLst>
              </p:cNvPr>
              <p:cNvPicPr/>
              <p:nvPr/>
            </p:nvPicPr>
            <p:blipFill>
              <a:blip r:embed="rId19"/>
              <a:stretch>
                <a:fillRect/>
              </a:stretch>
            </p:blipFill>
            <p:spPr>
              <a:xfrm>
                <a:off x="6477514" y="3510767"/>
                <a:ext cx="2088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9" name="Ink 18">
                <a:extLst>
                  <a:ext uri="{FF2B5EF4-FFF2-40B4-BE49-F238E27FC236}">
                    <a16:creationId xmlns:a16="http://schemas.microsoft.com/office/drawing/2014/main" id="{2E4F3E56-2836-4110-A067-3B6EF3C4EB3E}"/>
                  </a:ext>
                </a:extLst>
              </p14:cNvPr>
              <p14:cNvContentPartPr/>
              <p14:nvPr/>
            </p14:nvContentPartPr>
            <p14:xfrm>
              <a:off x="7035874" y="3502847"/>
              <a:ext cx="15480" cy="5040"/>
            </p14:xfrm>
          </p:contentPart>
        </mc:Choice>
        <mc:Fallback xmlns="">
          <p:pic>
            <p:nvPicPr>
              <p:cNvPr id="19" name="Ink 18">
                <a:extLst>
                  <a:ext uri="{FF2B5EF4-FFF2-40B4-BE49-F238E27FC236}">
                    <a16:creationId xmlns:a16="http://schemas.microsoft.com/office/drawing/2014/main" id="{2E4F3E56-2836-4110-A067-3B6EF3C4EB3E}"/>
                  </a:ext>
                </a:extLst>
              </p:cNvPr>
              <p:cNvPicPr/>
              <p:nvPr/>
            </p:nvPicPr>
            <p:blipFill>
              <a:blip r:embed="rId21"/>
              <a:stretch>
                <a:fillRect/>
              </a:stretch>
            </p:blipFill>
            <p:spPr>
              <a:xfrm>
                <a:off x="7027234" y="3493847"/>
                <a:ext cx="3312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Ink 19">
                <a:extLst>
                  <a:ext uri="{FF2B5EF4-FFF2-40B4-BE49-F238E27FC236}">
                    <a16:creationId xmlns:a16="http://schemas.microsoft.com/office/drawing/2014/main" id="{EC5E132B-6871-47BB-A92F-44796FC5F3AB}"/>
                  </a:ext>
                </a:extLst>
              </p14:cNvPr>
              <p14:cNvContentPartPr/>
              <p14:nvPr/>
            </p14:nvContentPartPr>
            <p14:xfrm>
              <a:off x="6677314" y="3567287"/>
              <a:ext cx="4680" cy="10440"/>
            </p14:xfrm>
          </p:contentPart>
        </mc:Choice>
        <mc:Fallback xmlns="">
          <p:pic>
            <p:nvPicPr>
              <p:cNvPr id="20" name="Ink 19">
                <a:extLst>
                  <a:ext uri="{FF2B5EF4-FFF2-40B4-BE49-F238E27FC236}">
                    <a16:creationId xmlns:a16="http://schemas.microsoft.com/office/drawing/2014/main" id="{EC5E132B-6871-47BB-A92F-44796FC5F3AB}"/>
                  </a:ext>
                </a:extLst>
              </p:cNvPr>
              <p:cNvPicPr/>
              <p:nvPr/>
            </p:nvPicPr>
            <p:blipFill>
              <a:blip r:embed="rId23"/>
              <a:stretch>
                <a:fillRect/>
              </a:stretch>
            </p:blipFill>
            <p:spPr>
              <a:xfrm>
                <a:off x="6668314" y="3558647"/>
                <a:ext cx="22320" cy="28080"/>
              </a:xfrm>
              <a:prstGeom prst="rect">
                <a:avLst/>
              </a:prstGeom>
            </p:spPr>
          </p:pic>
        </mc:Fallback>
      </mc:AlternateContent>
    </p:spTree>
    <p:extLst>
      <p:ext uri="{BB962C8B-B14F-4D97-AF65-F5344CB8AC3E}">
        <p14:creationId xmlns:p14="http://schemas.microsoft.com/office/powerpoint/2010/main" val="1045642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CE0BF7F-4352-40ED-80A5-0B62BE8857E0}"/>
              </a:ext>
            </a:extLst>
          </p:cNvPr>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a:extLst>
              <a:ext uri="{FF2B5EF4-FFF2-40B4-BE49-F238E27FC236}">
                <a16:creationId xmlns:a16="http://schemas.microsoft.com/office/drawing/2014/main" id="{86EC5C5A-A148-4D83-9916-A39A196E502F}"/>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886523B6-4DEA-4A06-BF5F-5277BBD95C90}"/>
              </a:ext>
            </a:extLst>
          </p:cNvPr>
          <p:cNvSpPr>
            <a:spLocks noGrp="1"/>
          </p:cNvSpPr>
          <p:nvPr>
            <p:ph type="sldNum" sz="quarter" idx="12"/>
          </p:nvPr>
        </p:nvSpPr>
        <p:spPr/>
        <p:txBody>
          <a:bodyPr/>
          <a:lstStyle/>
          <a:p>
            <a:fld id="{BA7BC09B-FE30-A349-B1D2-5A364F511F98}" type="slidenum">
              <a:rPr lang="en-US" smtClean="0"/>
              <a:t>85</a:t>
            </a:fld>
            <a:endParaRPr lang="en-US"/>
          </a:p>
        </p:txBody>
      </p:sp>
      <p:sp>
        <p:nvSpPr>
          <p:cNvPr id="2" name="Title 1">
            <a:extLst>
              <a:ext uri="{FF2B5EF4-FFF2-40B4-BE49-F238E27FC236}">
                <a16:creationId xmlns:a16="http://schemas.microsoft.com/office/drawing/2014/main" id="{B420F6EE-BB81-4181-AC27-80D0A42D7721}"/>
              </a:ext>
            </a:extLst>
          </p:cNvPr>
          <p:cNvSpPr>
            <a:spLocks noGrp="1"/>
          </p:cNvSpPr>
          <p:nvPr>
            <p:ph type="title"/>
          </p:nvPr>
        </p:nvSpPr>
        <p:spPr/>
        <p:txBody>
          <a:bodyPr>
            <a:normAutofit fontScale="90000"/>
          </a:bodyPr>
          <a:lstStyle/>
          <a:p>
            <a:r>
              <a:rPr lang="en-US" dirty="0" err="1"/>
              <a:t>Đệ</a:t>
            </a:r>
            <a:r>
              <a:rPr lang="en-US" dirty="0"/>
              <a:t> </a:t>
            </a:r>
            <a:r>
              <a:rPr lang="en-US" dirty="0" err="1"/>
              <a:t>quy</a:t>
            </a:r>
            <a:r>
              <a:rPr lang="en-US" dirty="0"/>
              <a:t> phi </a:t>
            </a:r>
            <a:r>
              <a:rPr lang="en-US" dirty="0" err="1"/>
              <a:t>tuyến</a:t>
            </a:r>
            <a:endParaRPr lang="en-US" dirty="0"/>
          </a:p>
        </p:txBody>
      </p:sp>
      <p:sp>
        <p:nvSpPr>
          <p:cNvPr id="3" name="Content Placeholder 2">
            <a:extLst>
              <a:ext uri="{FF2B5EF4-FFF2-40B4-BE49-F238E27FC236}">
                <a16:creationId xmlns:a16="http://schemas.microsoft.com/office/drawing/2014/main" id="{FC1A5432-0885-4AC4-8BD9-3D7DCE2E2B74}"/>
              </a:ext>
            </a:extLst>
          </p:cNvPr>
          <p:cNvSpPr>
            <a:spLocks noGrp="1"/>
          </p:cNvSpPr>
          <p:nvPr>
            <p:ph sz="quarter" idx="13"/>
          </p:nvPr>
        </p:nvSpPr>
        <p:spPr/>
        <p:txBody>
          <a:bodyPr>
            <a:normAutofit/>
          </a:bodyPr>
          <a:lstStyle/>
          <a:p>
            <a:r>
              <a:rPr lang="vi-VN" sz="1800" b="0" i="0" dirty="0">
                <a:solidFill>
                  <a:srgbClr val="000000"/>
                </a:solidFill>
                <a:effectLst/>
                <a:latin typeface="Cambria" panose="02040503050406030204" pitchFamily="18" charset="0"/>
              </a:rPr>
              <a:t>Là đệ quy mà lời gọi đệ quy được thực hiện bên trong vòng</a:t>
            </a:r>
            <a:r>
              <a:rPr lang="en-US" sz="1800" b="0" i="0" dirty="0">
                <a:solidFill>
                  <a:srgbClr val="000000"/>
                </a:solidFill>
                <a:effectLst/>
                <a:latin typeface="Cambria" panose="02040503050406030204" pitchFamily="18" charset="0"/>
              </a:rPr>
              <a:t> </a:t>
            </a:r>
            <a:r>
              <a:rPr lang="vi-VN" sz="1800" b="0" i="0" dirty="0">
                <a:solidFill>
                  <a:srgbClr val="000000"/>
                </a:solidFill>
                <a:effectLst/>
                <a:latin typeface="Cambria" panose="02040503050406030204" pitchFamily="18" charset="0"/>
              </a:rPr>
              <a:t>lặp.</a:t>
            </a:r>
            <a:br>
              <a:rPr lang="vi-VN" sz="1800" b="0" i="0" dirty="0">
                <a:solidFill>
                  <a:srgbClr val="000000"/>
                </a:solidFill>
                <a:effectLst/>
                <a:latin typeface="Cambria" panose="02040503050406030204" pitchFamily="18" charset="0"/>
              </a:rPr>
            </a:br>
            <a:r>
              <a:rPr lang="vi-VN" sz="1800" b="0" i="0" dirty="0">
                <a:solidFill>
                  <a:srgbClr val="E42426"/>
                </a:solidFill>
                <a:effectLst/>
                <a:latin typeface="Consolas" panose="020B0609020204030204" pitchFamily="49" charset="0"/>
              </a:rPr>
              <a:t>P ( ) {</a:t>
            </a:r>
            <a:br>
              <a:rPr lang="vi-VN" sz="1800" b="0" i="0" dirty="0">
                <a:solidFill>
                  <a:srgbClr val="E42426"/>
                </a:solidFill>
                <a:effectLst/>
                <a:latin typeface="Consolas" panose="020B0609020204030204" pitchFamily="49" charset="0"/>
              </a:rPr>
            </a:br>
            <a:r>
              <a:rPr lang="vi-VN" sz="1800" b="0" i="0" dirty="0">
                <a:solidFill>
                  <a:srgbClr val="E42426"/>
                </a:solidFill>
                <a:effectLst/>
                <a:latin typeface="Consolas" panose="020B0609020204030204" pitchFamily="49" charset="0"/>
              </a:rPr>
              <a:t>for (&lt;giá tri đầu&gt; to &lt;giátrịcuối&gt;) {</a:t>
            </a:r>
            <a:br>
              <a:rPr lang="vi-VN" sz="1800" b="0" i="0" dirty="0">
                <a:solidFill>
                  <a:srgbClr val="E42426"/>
                </a:solidFill>
                <a:effectLst/>
                <a:latin typeface="Consolas" panose="020B0609020204030204" pitchFamily="49" charset="0"/>
              </a:rPr>
            </a:br>
            <a:r>
              <a:rPr lang="vi-VN" sz="1800" b="0" i="0" dirty="0">
                <a:solidFill>
                  <a:srgbClr val="E42426"/>
                </a:solidFill>
                <a:effectLst/>
                <a:latin typeface="Consolas" panose="020B0609020204030204" pitchFamily="49" charset="0"/>
              </a:rPr>
              <a:t>thực hiện S ;</a:t>
            </a:r>
            <a:br>
              <a:rPr lang="vi-VN" sz="1800" b="0" i="0" dirty="0">
                <a:solidFill>
                  <a:srgbClr val="E42426"/>
                </a:solidFill>
                <a:effectLst/>
                <a:latin typeface="Consolas" panose="020B0609020204030204" pitchFamily="49" charset="0"/>
              </a:rPr>
            </a:br>
            <a:r>
              <a:rPr lang="vi-VN" sz="1800" b="0" i="0" dirty="0">
                <a:solidFill>
                  <a:srgbClr val="E42426"/>
                </a:solidFill>
                <a:effectLst/>
                <a:latin typeface="Consolas" panose="020B0609020204030204" pitchFamily="49" charset="0"/>
              </a:rPr>
              <a:t>if (điều kiện dừng) then thực hiện S*;</a:t>
            </a:r>
            <a:br>
              <a:rPr lang="vi-VN" sz="1800" b="0" i="0" dirty="0">
                <a:solidFill>
                  <a:srgbClr val="E42426"/>
                </a:solidFill>
                <a:effectLst/>
                <a:latin typeface="Consolas" panose="020B0609020204030204" pitchFamily="49" charset="0"/>
              </a:rPr>
            </a:br>
            <a:r>
              <a:rPr lang="vi-VN" sz="1800" b="0" i="0" dirty="0">
                <a:solidFill>
                  <a:srgbClr val="E42426"/>
                </a:solidFill>
                <a:effectLst/>
                <a:latin typeface="Consolas" panose="020B0609020204030204" pitchFamily="49" charset="0"/>
              </a:rPr>
              <a:t>else gọi P;</a:t>
            </a:r>
            <a:br>
              <a:rPr lang="vi-VN" sz="1800" b="0" i="0" dirty="0">
                <a:solidFill>
                  <a:srgbClr val="E42426"/>
                </a:solidFill>
                <a:effectLst/>
                <a:latin typeface="Consolas" panose="020B0609020204030204" pitchFamily="49" charset="0"/>
              </a:rPr>
            </a:br>
            <a:r>
              <a:rPr lang="vi-VN" sz="1800" b="0" i="0" dirty="0">
                <a:solidFill>
                  <a:srgbClr val="E42426"/>
                </a:solidFill>
                <a:effectLst/>
                <a:latin typeface="Consolas" panose="020B0609020204030204" pitchFamily="49" charset="0"/>
              </a:rPr>
              <a:t>}</a:t>
            </a:r>
            <a:br>
              <a:rPr lang="vi-VN" sz="1800" b="0" i="0" dirty="0">
                <a:solidFill>
                  <a:srgbClr val="E42426"/>
                </a:solidFill>
                <a:effectLst/>
                <a:latin typeface="Consolas" panose="020B0609020204030204" pitchFamily="49" charset="0"/>
              </a:rPr>
            </a:br>
            <a:r>
              <a:rPr lang="vi-VN" sz="1800" b="0" i="0" dirty="0">
                <a:solidFill>
                  <a:srgbClr val="E42426"/>
                </a:solidFill>
                <a:effectLst/>
                <a:latin typeface="Consolas" panose="020B0609020204030204" pitchFamily="49" charset="0"/>
              </a:rPr>
              <a:t>}</a:t>
            </a:r>
            <a:br>
              <a:rPr lang="vi-VN" sz="1800" b="0" i="0" dirty="0">
                <a:solidFill>
                  <a:srgbClr val="E42426"/>
                </a:solidFill>
                <a:effectLst/>
                <a:latin typeface="Consolas" panose="020B0609020204030204" pitchFamily="49" charset="0"/>
              </a:rPr>
            </a:br>
            <a:r>
              <a:rPr lang="vi-VN" sz="1800" b="0" i="1" dirty="0">
                <a:solidFill>
                  <a:srgbClr val="000000"/>
                </a:solidFill>
                <a:effectLst/>
                <a:latin typeface="Cambria" panose="02040503050406030204" pitchFamily="18" charset="0"/>
              </a:rPr>
              <a:t>Với S , S* là các thao tác không đệ quy.</a:t>
            </a:r>
            <a:r>
              <a:rPr lang="vi-VN" dirty="0"/>
              <a:t> </a:t>
            </a:r>
            <a:endParaRPr lang="en-US" dirty="0"/>
          </a:p>
          <a:p>
            <a:r>
              <a:rPr lang="en-US" sz="1800" b="0" i="0" dirty="0" err="1">
                <a:solidFill>
                  <a:srgbClr val="000000"/>
                </a:solidFill>
                <a:effectLst/>
                <a:latin typeface="Cambria" panose="02040503050406030204" pitchFamily="18" charset="0"/>
              </a:rPr>
              <a:t>Ví</a:t>
            </a:r>
            <a:r>
              <a:rPr lang="en-US" sz="1800" b="0" i="0" dirty="0">
                <a:solidFill>
                  <a:srgbClr val="000000"/>
                </a:solidFill>
                <a:effectLst/>
                <a:latin typeface="Cambria" panose="02040503050406030204" pitchFamily="18" charset="0"/>
              </a:rPr>
              <a:t> </a:t>
            </a:r>
            <a:r>
              <a:rPr lang="en-US" sz="1800" b="0" i="0" dirty="0" err="1">
                <a:solidFill>
                  <a:srgbClr val="000000"/>
                </a:solidFill>
                <a:effectLst/>
                <a:latin typeface="Cambria" panose="02040503050406030204" pitchFamily="18" charset="0"/>
              </a:rPr>
              <a:t>dụ</a:t>
            </a:r>
            <a:r>
              <a:rPr lang="en-US" sz="1800" b="0" i="0" dirty="0">
                <a:solidFill>
                  <a:srgbClr val="000000"/>
                </a:solidFill>
                <a:effectLst/>
                <a:latin typeface="Cambria" panose="02040503050406030204" pitchFamily="18" charset="0"/>
              </a:rPr>
              <a:t>: Cho </a:t>
            </a:r>
            <a:r>
              <a:rPr lang="en-US" sz="1800" b="0" i="0" dirty="0" err="1">
                <a:solidFill>
                  <a:srgbClr val="000000"/>
                </a:solidFill>
                <a:effectLst/>
                <a:latin typeface="Cambria" panose="02040503050406030204" pitchFamily="18" charset="0"/>
              </a:rPr>
              <a:t>dãy</a:t>
            </a:r>
            <a:r>
              <a:rPr lang="en-US" sz="1800" b="0" i="0" dirty="0">
                <a:solidFill>
                  <a:srgbClr val="000000"/>
                </a:solidFill>
                <a:effectLst/>
                <a:latin typeface="Cambria" panose="02040503050406030204" pitchFamily="18" charset="0"/>
              </a:rPr>
              <a:t> {A</a:t>
            </a:r>
            <a:r>
              <a:rPr lang="en-US" sz="1800" b="0" i="0" baseline="-25000" dirty="0">
                <a:solidFill>
                  <a:srgbClr val="000000"/>
                </a:solidFill>
                <a:effectLst/>
                <a:latin typeface="Cambria" panose="02040503050406030204" pitchFamily="18" charset="0"/>
              </a:rPr>
              <a:t>n</a:t>
            </a:r>
            <a:r>
              <a:rPr lang="en-US" sz="1800" b="0" i="0" dirty="0">
                <a:solidFill>
                  <a:srgbClr val="000000"/>
                </a:solidFill>
                <a:effectLst/>
                <a:latin typeface="Cambria" panose="02040503050406030204" pitchFamily="18" charset="0"/>
              </a:rPr>
              <a:t>} </a:t>
            </a:r>
            <a:r>
              <a:rPr lang="en-US" sz="1800" b="0" i="0" dirty="0" err="1">
                <a:solidFill>
                  <a:srgbClr val="000000"/>
                </a:solidFill>
                <a:effectLst/>
                <a:latin typeface="Cambria" panose="02040503050406030204" pitchFamily="18" charset="0"/>
              </a:rPr>
              <a:t>xác</a:t>
            </a:r>
            <a:r>
              <a:rPr lang="en-US" sz="1800" b="0" i="0" dirty="0">
                <a:solidFill>
                  <a:srgbClr val="000000"/>
                </a:solidFill>
                <a:effectLst/>
                <a:latin typeface="Cambria" panose="02040503050406030204" pitchFamily="18" charset="0"/>
              </a:rPr>
              <a:t> </a:t>
            </a:r>
            <a:r>
              <a:rPr lang="en-US" sz="1800" b="0" i="0" dirty="0" err="1">
                <a:solidFill>
                  <a:srgbClr val="000000"/>
                </a:solidFill>
                <a:effectLst/>
                <a:latin typeface="Cambria" panose="02040503050406030204" pitchFamily="18" charset="0"/>
              </a:rPr>
              <a:t>định</a:t>
            </a:r>
            <a:r>
              <a:rPr lang="en-US" sz="1800" b="0" i="0" dirty="0">
                <a:solidFill>
                  <a:srgbClr val="000000"/>
                </a:solidFill>
                <a:effectLst/>
                <a:latin typeface="Cambria" panose="02040503050406030204" pitchFamily="18" charset="0"/>
              </a:rPr>
              <a:t> </a:t>
            </a:r>
            <a:r>
              <a:rPr lang="en-US" sz="1800" b="0" i="0" dirty="0" err="1">
                <a:solidFill>
                  <a:srgbClr val="000000"/>
                </a:solidFill>
                <a:effectLst/>
                <a:latin typeface="Cambria" panose="02040503050406030204" pitchFamily="18" charset="0"/>
              </a:rPr>
              <a:t>theo</a:t>
            </a:r>
            <a:r>
              <a:rPr lang="en-US" sz="1800" b="0" i="0" dirty="0">
                <a:solidFill>
                  <a:srgbClr val="000000"/>
                </a:solidFill>
                <a:effectLst/>
                <a:latin typeface="Cambria" panose="02040503050406030204" pitchFamily="18" charset="0"/>
              </a:rPr>
              <a:t> </a:t>
            </a:r>
            <a:r>
              <a:rPr lang="en-US" sz="1800" b="0" i="0" dirty="0" err="1">
                <a:solidFill>
                  <a:srgbClr val="000000"/>
                </a:solidFill>
                <a:effectLst/>
                <a:latin typeface="Cambria" panose="02040503050406030204" pitchFamily="18" charset="0"/>
              </a:rPr>
              <a:t>công</a:t>
            </a:r>
            <a:r>
              <a:rPr lang="en-US" sz="1800" b="0" i="0" dirty="0">
                <a:solidFill>
                  <a:srgbClr val="000000"/>
                </a:solidFill>
                <a:effectLst/>
                <a:latin typeface="Cambria" panose="02040503050406030204" pitchFamily="18" charset="0"/>
              </a:rPr>
              <a:t> </a:t>
            </a:r>
            <a:r>
              <a:rPr lang="en-US" sz="1800" b="0" i="0" dirty="0" err="1">
                <a:solidFill>
                  <a:srgbClr val="000000"/>
                </a:solidFill>
                <a:effectLst/>
                <a:latin typeface="Cambria" panose="02040503050406030204" pitchFamily="18" charset="0"/>
              </a:rPr>
              <a:t>thức</a:t>
            </a:r>
            <a:r>
              <a:rPr lang="en-US" sz="1800" b="0" i="0" dirty="0">
                <a:solidFill>
                  <a:srgbClr val="000000"/>
                </a:solidFill>
                <a:effectLst/>
                <a:latin typeface="Cambria" panose="02040503050406030204" pitchFamily="18" charset="0"/>
              </a:rPr>
              <a:t> </a:t>
            </a:r>
            <a:r>
              <a:rPr lang="en-US" sz="1800" b="0" i="0" dirty="0" err="1">
                <a:solidFill>
                  <a:srgbClr val="000000"/>
                </a:solidFill>
                <a:effectLst/>
                <a:latin typeface="Cambria" panose="02040503050406030204" pitchFamily="18" charset="0"/>
              </a:rPr>
              <a:t>truy</a:t>
            </a:r>
            <a:r>
              <a:rPr lang="en-US" sz="1800" b="0" i="0" dirty="0">
                <a:solidFill>
                  <a:srgbClr val="000000"/>
                </a:solidFill>
                <a:effectLst/>
                <a:latin typeface="Cambria" panose="02040503050406030204" pitchFamily="18" charset="0"/>
              </a:rPr>
              <a:t> </a:t>
            </a:r>
            <a:r>
              <a:rPr lang="en-US" sz="1800" b="0" i="0" dirty="0" err="1">
                <a:solidFill>
                  <a:srgbClr val="000000"/>
                </a:solidFill>
                <a:effectLst/>
                <a:latin typeface="Cambria" panose="02040503050406030204" pitchFamily="18" charset="0"/>
              </a:rPr>
              <a:t>hồi</a:t>
            </a:r>
            <a:r>
              <a:rPr lang="en-US" sz="1800" b="0" i="0" dirty="0">
                <a:solidFill>
                  <a:srgbClr val="000000"/>
                </a:solidFill>
                <a:effectLst/>
                <a:latin typeface="Cambria" panose="02040503050406030204" pitchFamily="18" charset="0"/>
              </a:rPr>
              <a:t> :</a:t>
            </a:r>
            <a:br>
              <a:rPr lang="en-US" sz="1800" b="0" i="0" dirty="0">
                <a:solidFill>
                  <a:srgbClr val="000000"/>
                </a:solidFill>
                <a:effectLst/>
                <a:latin typeface="Cambria" panose="02040503050406030204" pitchFamily="18" charset="0"/>
              </a:rPr>
            </a:br>
            <a:r>
              <a:rPr lang="en-US" sz="1800" b="1" i="1" dirty="0">
                <a:solidFill>
                  <a:srgbClr val="000000"/>
                </a:solidFill>
                <a:effectLst/>
                <a:latin typeface="Cambria" panose="02040503050406030204" pitchFamily="18" charset="0"/>
              </a:rPr>
              <a:t>A</a:t>
            </a:r>
            <a:r>
              <a:rPr lang="en-US" sz="1800" b="1" i="1" baseline="-25000" dirty="0">
                <a:solidFill>
                  <a:srgbClr val="000000"/>
                </a:solidFill>
                <a:effectLst/>
                <a:latin typeface="Cambria" panose="02040503050406030204" pitchFamily="18" charset="0"/>
              </a:rPr>
              <a:t>0</a:t>
            </a:r>
            <a:r>
              <a:rPr lang="en-US" sz="1800" b="1" i="1" dirty="0">
                <a:solidFill>
                  <a:srgbClr val="000000"/>
                </a:solidFill>
                <a:effectLst/>
                <a:latin typeface="Cambria" panose="02040503050406030204" pitchFamily="18" charset="0"/>
              </a:rPr>
              <a:t>= 1 ;</a:t>
            </a:r>
            <a:br>
              <a:rPr lang="en-US" sz="1800" b="1" i="1" dirty="0">
                <a:solidFill>
                  <a:srgbClr val="000000"/>
                </a:solidFill>
                <a:effectLst/>
                <a:latin typeface="Cambria" panose="02040503050406030204" pitchFamily="18" charset="0"/>
              </a:rPr>
            </a:br>
            <a:r>
              <a:rPr lang="en-US" sz="1800" b="1" i="1" dirty="0">
                <a:solidFill>
                  <a:srgbClr val="000000"/>
                </a:solidFill>
                <a:effectLst/>
                <a:latin typeface="Cambria" panose="02040503050406030204" pitchFamily="18" charset="0"/>
              </a:rPr>
              <a:t>A</a:t>
            </a:r>
            <a:r>
              <a:rPr lang="en-US" sz="1800" b="1" i="1" baseline="-25000" dirty="0">
                <a:solidFill>
                  <a:srgbClr val="000000"/>
                </a:solidFill>
                <a:effectLst/>
                <a:latin typeface="Cambria" panose="02040503050406030204" pitchFamily="18" charset="0"/>
              </a:rPr>
              <a:t>n</a:t>
            </a:r>
            <a:r>
              <a:rPr lang="en-US" sz="1800" b="1" i="1" dirty="0">
                <a:solidFill>
                  <a:srgbClr val="000000"/>
                </a:solidFill>
                <a:effectLst/>
                <a:latin typeface="Cambria" panose="02040503050406030204" pitchFamily="18" charset="0"/>
              </a:rPr>
              <a:t> = n</a:t>
            </a:r>
            <a:r>
              <a:rPr lang="en-US" sz="1800" b="1" i="1" baseline="30000" dirty="0">
                <a:solidFill>
                  <a:srgbClr val="000000"/>
                </a:solidFill>
                <a:effectLst/>
                <a:latin typeface="Cambria" panose="02040503050406030204" pitchFamily="18" charset="0"/>
              </a:rPr>
              <a:t>2</a:t>
            </a:r>
            <a:r>
              <a:rPr lang="en-US" sz="1800" b="1" i="1" dirty="0">
                <a:solidFill>
                  <a:srgbClr val="000000"/>
                </a:solidFill>
                <a:effectLst/>
                <a:latin typeface="Cambria" panose="02040503050406030204" pitchFamily="18" charset="0"/>
              </a:rPr>
              <a:t>A</a:t>
            </a:r>
            <a:r>
              <a:rPr lang="en-US" sz="1800" b="1" i="1" baseline="-25000" dirty="0">
                <a:solidFill>
                  <a:srgbClr val="000000"/>
                </a:solidFill>
                <a:effectLst/>
                <a:latin typeface="Cambria" panose="02040503050406030204" pitchFamily="18" charset="0"/>
              </a:rPr>
              <a:t>0</a:t>
            </a:r>
            <a:r>
              <a:rPr lang="en-US" sz="1800" b="1" i="1" dirty="0">
                <a:solidFill>
                  <a:srgbClr val="000000"/>
                </a:solidFill>
                <a:effectLst/>
                <a:latin typeface="Cambria" panose="02040503050406030204" pitchFamily="18" charset="0"/>
              </a:rPr>
              <a:t>+(n-1)</a:t>
            </a:r>
            <a:r>
              <a:rPr lang="en-US" sz="1800" b="1" i="1" baseline="30000" dirty="0">
                <a:solidFill>
                  <a:srgbClr val="000000"/>
                </a:solidFill>
                <a:effectLst/>
                <a:latin typeface="Cambria" panose="02040503050406030204" pitchFamily="18" charset="0"/>
              </a:rPr>
              <a:t>2</a:t>
            </a:r>
            <a:r>
              <a:rPr lang="en-US" sz="1800" b="1" i="1" dirty="0">
                <a:solidFill>
                  <a:srgbClr val="000000"/>
                </a:solidFill>
                <a:effectLst/>
                <a:latin typeface="Cambria" panose="02040503050406030204" pitchFamily="18" charset="0"/>
              </a:rPr>
              <a:t>A</a:t>
            </a:r>
            <a:r>
              <a:rPr lang="en-US" sz="1800" b="1" i="1" baseline="-25000" dirty="0">
                <a:solidFill>
                  <a:srgbClr val="000000"/>
                </a:solidFill>
                <a:effectLst/>
                <a:latin typeface="Cambria" panose="02040503050406030204" pitchFamily="18" charset="0"/>
              </a:rPr>
              <a:t>1</a:t>
            </a:r>
            <a:r>
              <a:rPr lang="en-US" sz="1800" b="1" i="1" dirty="0">
                <a:solidFill>
                  <a:srgbClr val="000000"/>
                </a:solidFill>
                <a:effectLst/>
                <a:latin typeface="Cambria" panose="02040503050406030204" pitchFamily="18" charset="0"/>
              </a:rPr>
              <a:t>+ . . . + 2</a:t>
            </a:r>
            <a:r>
              <a:rPr lang="en-US" sz="1800" b="1" i="1" baseline="30000" dirty="0">
                <a:solidFill>
                  <a:srgbClr val="000000"/>
                </a:solidFill>
                <a:effectLst/>
                <a:latin typeface="Cambria" panose="02040503050406030204" pitchFamily="18" charset="0"/>
              </a:rPr>
              <a:t>2</a:t>
            </a:r>
            <a:r>
              <a:rPr lang="en-US" sz="1800" b="1" i="1" dirty="0">
                <a:solidFill>
                  <a:srgbClr val="000000"/>
                </a:solidFill>
                <a:effectLst/>
                <a:latin typeface="Cambria" panose="02040503050406030204" pitchFamily="18" charset="0"/>
              </a:rPr>
              <a:t>A</a:t>
            </a:r>
            <a:r>
              <a:rPr lang="en-US" sz="1800" b="1" i="1" baseline="-25000" dirty="0">
                <a:solidFill>
                  <a:srgbClr val="000000"/>
                </a:solidFill>
                <a:effectLst/>
                <a:latin typeface="Cambria" panose="02040503050406030204" pitchFamily="18" charset="0"/>
              </a:rPr>
              <a:t>n-2</a:t>
            </a:r>
            <a:r>
              <a:rPr lang="en-US" sz="1800" b="1" i="1" dirty="0">
                <a:solidFill>
                  <a:srgbClr val="000000"/>
                </a:solidFill>
                <a:effectLst/>
                <a:latin typeface="Cambria" panose="02040503050406030204" pitchFamily="18" charset="0"/>
              </a:rPr>
              <a:t>+ 1</a:t>
            </a:r>
            <a:r>
              <a:rPr lang="en-US" sz="1800" b="1" i="1" baseline="30000" dirty="0">
                <a:solidFill>
                  <a:srgbClr val="000000"/>
                </a:solidFill>
                <a:effectLst/>
                <a:latin typeface="Cambria" panose="02040503050406030204" pitchFamily="18" charset="0"/>
              </a:rPr>
              <a:t>2</a:t>
            </a:r>
            <a:r>
              <a:rPr lang="en-US" sz="1800" b="1" i="1" dirty="0">
                <a:solidFill>
                  <a:srgbClr val="000000"/>
                </a:solidFill>
                <a:effectLst/>
                <a:latin typeface="Cambria" panose="02040503050406030204" pitchFamily="18" charset="0"/>
              </a:rPr>
              <a:t>A</a:t>
            </a:r>
            <a:r>
              <a:rPr lang="en-US" sz="1800" b="1" i="1" baseline="-25000" dirty="0">
                <a:solidFill>
                  <a:srgbClr val="000000"/>
                </a:solidFill>
                <a:effectLst/>
                <a:latin typeface="Cambria" panose="02040503050406030204" pitchFamily="18" charset="0"/>
              </a:rPr>
              <a:t>n-1</a:t>
            </a:r>
            <a:endParaRPr lang="en-US" dirty="0"/>
          </a:p>
        </p:txBody>
      </p:sp>
      <p:pic>
        <p:nvPicPr>
          <p:cNvPr id="8" name="Picture 7">
            <a:extLst>
              <a:ext uri="{FF2B5EF4-FFF2-40B4-BE49-F238E27FC236}">
                <a16:creationId xmlns:a16="http://schemas.microsoft.com/office/drawing/2014/main" id="{D6EB36DD-78B6-4539-BF07-CCC1E9C1892D}"/>
              </a:ext>
            </a:extLst>
          </p:cNvPr>
          <p:cNvPicPr>
            <a:picLocks noChangeAspect="1"/>
          </p:cNvPicPr>
          <p:nvPr/>
        </p:nvPicPr>
        <p:blipFill>
          <a:blip r:embed="rId2"/>
          <a:stretch>
            <a:fillRect/>
          </a:stretch>
        </p:blipFill>
        <p:spPr>
          <a:xfrm>
            <a:off x="5834774" y="1431017"/>
            <a:ext cx="3092214" cy="2328596"/>
          </a:xfrm>
          <a:prstGeom prst="rect">
            <a:avLst/>
          </a:prstGeom>
        </p:spPr>
      </p:pic>
      <p:sp>
        <p:nvSpPr>
          <p:cNvPr id="10" name="TextBox 9">
            <a:extLst>
              <a:ext uri="{FF2B5EF4-FFF2-40B4-BE49-F238E27FC236}">
                <a16:creationId xmlns:a16="http://schemas.microsoft.com/office/drawing/2014/main" id="{E6E97012-65DE-497C-AA7A-B6828C2E365A}"/>
              </a:ext>
            </a:extLst>
          </p:cNvPr>
          <p:cNvSpPr txBox="1"/>
          <p:nvPr/>
        </p:nvSpPr>
        <p:spPr>
          <a:xfrm>
            <a:off x="5597517" y="4151281"/>
            <a:ext cx="3410176" cy="2585323"/>
          </a:xfrm>
          <a:prstGeom prst="rect">
            <a:avLst/>
          </a:prstGeom>
          <a:noFill/>
          <a:ln>
            <a:solidFill>
              <a:schemeClr val="accent1"/>
            </a:solidFill>
          </a:ln>
        </p:spPr>
        <p:txBody>
          <a:bodyPr wrap="square">
            <a:spAutoFit/>
          </a:bodyPr>
          <a:lstStyle/>
          <a:p>
            <a:r>
              <a:rPr lang="en-US" sz="1800" b="0" i="0" dirty="0">
                <a:solidFill>
                  <a:srgbClr val="E42426"/>
                </a:solidFill>
                <a:effectLst/>
                <a:latin typeface="Consolas" panose="020B0609020204030204" pitchFamily="49" charset="0"/>
              </a:rPr>
              <a:t>int A( int n ) {</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if (n==0) return 1 ;</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else {</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int </a:t>
            </a:r>
            <a:r>
              <a:rPr lang="en-US" sz="1800" b="0" i="0" dirty="0" err="1">
                <a:solidFill>
                  <a:srgbClr val="E42426"/>
                </a:solidFill>
                <a:effectLst/>
                <a:latin typeface="Consolas" panose="020B0609020204030204" pitchFamily="49" charset="0"/>
              </a:rPr>
              <a:t>tg</a:t>
            </a:r>
            <a:r>
              <a:rPr lang="en-US" sz="1800" b="0" i="0" dirty="0">
                <a:solidFill>
                  <a:srgbClr val="E42426"/>
                </a:solidFill>
                <a:effectLst/>
                <a:latin typeface="Consolas" panose="020B0609020204030204" pitchFamily="49" charset="0"/>
              </a:rPr>
              <a:t> = 0 ;</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for (int </a:t>
            </a:r>
            <a:r>
              <a:rPr lang="en-US" sz="1800" b="0" i="0" dirty="0" err="1">
                <a:solidFill>
                  <a:srgbClr val="E42426"/>
                </a:solidFill>
                <a:effectLst/>
                <a:latin typeface="Consolas" panose="020B0609020204030204" pitchFamily="49" charset="0"/>
              </a:rPr>
              <a:t>i</a:t>
            </a:r>
            <a:r>
              <a:rPr lang="en-US" sz="1800" b="0" i="0" dirty="0">
                <a:solidFill>
                  <a:srgbClr val="E42426"/>
                </a:solidFill>
                <a:effectLst/>
                <a:latin typeface="Consolas" panose="020B0609020204030204" pitchFamily="49" charset="0"/>
              </a:rPr>
              <a:t>=0; </a:t>
            </a:r>
            <a:r>
              <a:rPr lang="en-US" sz="1800" b="0" i="0" dirty="0" err="1">
                <a:solidFill>
                  <a:srgbClr val="E42426"/>
                </a:solidFill>
                <a:effectLst/>
                <a:latin typeface="Consolas" panose="020B0609020204030204" pitchFamily="49" charset="0"/>
              </a:rPr>
              <a:t>i</a:t>
            </a:r>
            <a:r>
              <a:rPr lang="en-US" sz="1800" b="0" i="0" dirty="0">
                <a:solidFill>
                  <a:srgbClr val="E42426"/>
                </a:solidFill>
                <a:effectLst/>
                <a:latin typeface="Consolas" panose="020B0609020204030204" pitchFamily="49" charset="0"/>
              </a:rPr>
              <a:t>&lt;n; </a:t>
            </a:r>
            <a:r>
              <a:rPr lang="en-US" sz="1800" b="0" i="0" dirty="0" err="1">
                <a:solidFill>
                  <a:srgbClr val="E42426"/>
                </a:solidFill>
                <a:effectLst/>
                <a:latin typeface="Consolas" panose="020B0609020204030204" pitchFamily="49" charset="0"/>
              </a:rPr>
              <a:t>i</a:t>
            </a:r>
            <a:r>
              <a:rPr lang="en-US" sz="1800" b="0" i="0" dirty="0">
                <a:solidFill>
                  <a:srgbClr val="E42426"/>
                </a:solidFill>
                <a:effectLst/>
                <a:latin typeface="Consolas" panose="020B0609020204030204" pitchFamily="49" charset="0"/>
              </a:rPr>
              <a:t>++)</a:t>
            </a:r>
            <a:br>
              <a:rPr lang="en-US" sz="1800" b="0" i="0" dirty="0">
                <a:solidFill>
                  <a:srgbClr val="E42426"/>
                </a:solidFill>
                <a:effectLst/>
                <a:latin typeface="Consolas" panose="020B0609020204030204" pitchFamily="49" charset="0"/>
              </a:rPr>
            </a:br>
            <a:r>
              <a:rPr lang="en-US" sz="1800" b="0" i="0" dirty="0" err="1">
                <a:solidFill>
                  <a:srgbClr val="E42426"/>
                </a:solidFill>
                <a:effectLst/>
                <a:latin typeface="Consolas" panose="020B0609020204030204" pitchFamily="49" charset="0"/>
              </a:rPr>
              <a:t>tg</a:t>
            </a:r>
            <a:r>
              <a:rPr lang="en-US" sz="1800" b="0" i="0" dirty="0">
                <a:solidFill>
                  <a:srgbClr val="E42426"/>
                </a:solidFill>
                <a:effectLst/>
                <a:latin typeface="Consolas" panose="020B0609020204030204" pitchFamily="49" charset="0"/>
              </a:rPr>
              <a:t> = </a:t>
            </a:r>
            <a:r>
              <a:rPr lang="en-US" sz="1800" b="0" i="0" dirty="0" err="1">
                <a:solidFill>
                  <a:srgbClr val="E42426"/>
                </a:solidFill>
                <a:effectLst/>
                <a:latin typeface="Consolas" panose="020B0609020204030204" pitchFamily="49" charset="0"/>
              </a:rPr>
              <a:t>tg</a:t>
            </a:r>
            <a:r>
              <a:rPr lang="en-US" sz="1800" b="0" i="0" dirty="0">
                <a:solidFill>
                  <a:srgbClr val="E42426"/>
                </a:solidFill>
                <a:effectLst/>
                <a:latin typeface="Consolas" panose="020B0609020204030204" pitchFamily="49" charset="0"/>
              </a:rPr>
              <a:t> + </a:t>
            </a:r>
            <a:r>
              <a:rPr lang="en-US" sz="1800" b="0" i="0" dirty="0" err="1">
                <a:solidFill>
                  <a:srgbClr val="E42426"/>
                </a:solidFill>
                <a:effectLst/>
                <a:latin typeface="Consolas" panose="020B0609020204030204" pitchFamily="49" charset="0"/>
              </a:rPr>
              <a:t>sqr</a:t>
            </a:r>
            <a:r>
              <a:rPr lang="en-US" sz="1800" b="0" i="0" dirty="0">
                <a:solidFill>
                  <a:srgbClr val="E42426"/>
                </a:solidFill>
                <a:effectLst/>
                <a:latin typeface="Consolas" panose="020B0609020204030204" pitchFamily="49" charset="0"/>
              </a:rPr>
              <a:t>(n-</a:t>
            </a:r>
            <a:r>
              <a:rPr lang="en-US" sz="1800" b="0" i="0" dirty="0" err="1">
                <a:solidFill>
                  <a:srgbClr val="E42426"/>
                </a:solidFill>
                <a:effectLst/>
                <a:latin typeface="Consolas" panose="020B0609020204030204" pitchFamily="49" charset="0"/>
              </a:rPr>
              <a:t>i</a:t>
            </a:r>
            <a:r>
              <a:rPr lang="en-US" sz="1800" b="0" i="0" dirty="0">
                <a:solidFill>
                  <a:srgbClr val="E42426"/>
                </a:solidFill>
                <a:effectLst/>
                <a:latin typeface="Consolas" panose="020B0609020204030204" pitchFamily="49" charset="0"/>
              </a:rPr>
              <a:t>) *A(</a:t>
            </a:r>
            <a:r>
              <a:rPr lang="en-US" sz="1800" b="0" i="0" dirty="0" err="1">
                <a:solidFill>
                  <a:srgbClr val="E42426"/>
                </a:solidFill>
                <a:effectLst/>
                <a:latin typeface="Consolas" panose="020B0609020204030204" pitchFamily="49" charset="0"/>
              </a:rPr>
              <a:t>i</a:t>
            </a:r>
            <a:r>
              <a:rPr lang="en-US" sz="1800" b="0" i="0" dirty="0">
                <a:solidFill>
                  <a:srgbClr val="E42426"/>
                </a:solidFill>
                <a:effectLst/>
                <a:latin typeface="Consolas" panose="020B0609020204030204" pitchFamily="49" charset="0"/>
              </a:rPr>
              <a:t>);</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return </a:t>
            </a:r>
            <a:r>
              <a:rPr lang="en-US" sz="1800" b="0" i="0" dirty="0" err="1">
                <a:solidFill>
                  <a:srgbClr val="E42426"/>
                </a:solidFill>
                <a:effectLst/>
                <a:latin typeface="Consolas" panose="020B0609020204030204" pitchFamily="49" charset="0"/>
              </a:rPr>
              <a:t>tg</a:t>
            </a:r>
            <a:r>
              <a:rPr lang="en-US" sz="1800" b="0" i="0" dirty="0">
                <a:solidFill>
                  <a:srgbClr val="E42426"/>
                </a:solidFill>
                <a:effectLst/>
                <a:latin typeface="Consolas" panose="020B0609020204030204" pitchFamily="49" charset="0"/>
              </a:rPr>
              <a:t>;</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a:t>
            </a:r>
            <a:r>
              <a:rPr lang="en-US" dirty="0"/>
              <a:t> </a:t>
            </a:r>
          </a:p>
        </p:txBody>
      </p:sp>
    </p:spTree>
    <p:extLst>
      <p:ext uri="{BB962C8B-B14F-4D97-AF65-F5344CB8AC3E}">
        <p14:creationId xmlns:p14="http://schemas.microsoft.com/office/powerpoint/2010/main" val="374480408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A2BC67-9D26-486C-BCF6-3E8B59168EBF}"/>
              </a:ext>
            </a:extLst>
          </p:cNvPr>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a:extLst>
              <a:ext uri="{FF2B5EF4-FFF2-40B4-BE49-F238E27FC236}">
                <a16:creationId xmlns:a16="http://schemas.microsoft.com/office/drawing/2014/main" id="{5757C70D-691E-4669-AF5B-6F408068AAAA}"/>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37974167-677B-4CEF-B265-CFADD68305A9}"/>
              </a:ext>
            </a:extLst>
          </p:cNvPr>
          <p:cNvSpPr>
            <a:spLocks noGrp="1"/>
          </p:cNvSpPr>
          <p:nvPr>
            <p:ph type="sldNum" sz="quarter" idx="12"/>
          </p:nvPr>
        </p:nvSpPr>
        <p:spPr/>
        <p:txBody>
          <a:bodyPr/>
          <a:lstStyle/>
          <a:p>
            <a:fld id="{BA7BC09B-FE30-A349-B1D2-5A364F511F98}" type="slidenum">
              <a:rPr lang="en-US" smtClean="0"/>
              <a:t>86</a:t>
            </a:fld>
            <a:endParaRPr lang="en-US"/>
          </a:p>
        </p:txBody>
      </p:sp>
      <p:sp>
        <p:nvSpPr>
          <p:cNvPr id="2" name="Title 1">
            <a:extLst>
              <a:ext uri="{FF2B5EF4-FFF2-40B4-BE49-F238E27FC236}">
                <a16:creationId xmlns:a16="http://schemas.microsoft.com/office/drawing/2014/main" id="{B31A0DD0-D9C4-4833-AFC1-4566865889AD}"/>
              </a:ext>
            </a:extLst>
          </p:cNvPr>
          <p:cNvSpPr>
            <a:spLocks noGrp="1"/>
          </p:cNvSpPr>
          <p:nvPr>
            <p:ph type="title"/>
          </p:nvPr>
        </p:nvSpPr>
        <p:spPr/>
        <p:txBody>
          <a:bodyPr>
            <a:normAutofit fontScale="90000"/>
          </a:bodyPr>
          <a:lstStyle/>
          <a:p>
            <a:r>
              <a:rPr lang="en-US" dirty="0" err="1"/>
              <a:t>Đệ</a:t>
            </a:r>
            <a:r>
              <a:rPr lang="en-US" dirty="0"/>
              <a:t> </a:t>
            </a:r>
            <a:r>
              <a:rPr lang="en-US" dirty="0" err="1"/>
              <a:t>quy</a:t>
            </a:r>
            <a:r>
              <a:rPr lang="en-US" dirty="0"/>
              <a:t> </a:t>
            </a:r>
            <a:r>
              <a:rPr lang="en-US" dirty="0" err="1"/>
              <a:t>tương</a:t>
            </a:r>
            <a:r>
              <a:rPr lang="en-US" dirty="0"/>
              <a:t> </a:t>
            </a:r>
            <a:r>
              <a:rPr lang="en-US" dirty="0" err="1"/>
              <a:t>hỗ</a:t>
            </a:r>
            <a:r>
              <a:rPr lang="en-US" dirty="0"/>
              <a:t> </a:t>
            </a:r>
          </a:p>
        </p:txBody>
      </p:sp>
      <p:sp>
        <p:nvSpPr>
          <p:cNvPr id="3" name="Content Placeholder 2">
            <a:extLst>
              <a:ext uri="{FF2B5EF4-FFF2-40B4-BE49-F238E27FC236}">
                <a16:creationId xmlns:a16="http://schemas.microsoft.com/office/drawing/2014/main" id="{953B4E03-A5B4-497F-9826-B697F62916EF}"/>
              </a:ext>
            </a:extLst>
          </p:cNvPr>
          <p:cNvSpPr>
            <a:spLocks noGrp="1"/>
          </p:cNvSpPr>
          <p:nvPr>
            <p:ph sz="quarter" idx="13"/>
          </p:nvPr>
        </p:nvSpPr>
        <p:spPr/>
        <p:txBody>
          <a:bodyPr>
            <a:noAutofit/>
          </a:bodyPr>
          <a:lstStyle/>
          <a:p>
            <a:pPr>
              <a:spcBef>
                <a:spcPts val="0"/>
              </a:spcBef>
            </a:pPr>
            <a:r>
              <a:rPr lang="vi-VN" sz="1800" b="0" i="0" dirty="0">
                <a:solidFill>
                  <a:srgbClr val="000000"/>
                </a:solidFill>
                <a:effectLst/>
                <a:latin typeface="Calibri" panose="020F0502020204030204" pitchFamily="34" charset="0"/>
                <a:cs typeface="Calibri" panose="020F0502020204030204" pitchFamily="34" charset="0"/>
              </a:rPr>
              <a:t>Là một loại đệ quy gián</a:t>
            </a:r>
            <a:r>
              <a:rPr lang="en-US" sz="1800" b="0" i="0" dirty="0">
                <a:solidFill>
                  <a:srgbClr val="000000"/>
                </a:solidFill>
                <a:effectLst/>
                <a:latin typeface="Calibri" panose="020F0502020204030204" pitchFamily="34" charset="0"/>
                <a:cs typeface="Calibri" panose="020F0502020204030204" pitchFamily="34" charset="0"/>
              </a:rPr>
              <a:t> </a:t>
            </a:r>
            <a:r>
              <a:rPr lang="vi-VN" sz="1800" b="0" i="0" dirty="0">
                <a:solidFill>
                  <a:srgbClr val="000000"/>
                </a:solidFill>
                <a:effectLst/>
                <a:latin typeface="Calibri" panose="020F0502020204030204" pitchFamily="34" charset="0"/>
                <a:cs typeface="Calibri" panose="020F0502020204030204" pitchFamily="34" charset="0"/>
              </a:rPr>
              <a:t>tiếp</a:t>
            </a:r>
            <a:endParaRPr lang="en-US" sz="1800" b="0" i="0" dirty="0">
              <a:solidFill>
                <a:srgbClr val="000000"/>
              </a:solidFill>
              <a:effectLst/>
              <a:latin typeface="Calibri" panose="020F0502020204030204" pitchFamily="34" charset="0"/>
              <a:cs typeface="Calibri" panose="020F0502020204030204" pitchFamily="34" charset="0"/>
            </a:endParaRPr>
          </a:p>
          <a:p>
            <a:pPr>
              <a:spcBef>
                <a:spcPts val="0"/>
              </a:spcBef>
            </a:pPr>
            <a:r>
              <a:rPr lang="en-US" sz="1800" dirty="0">
                <a:solidFill>
                  <a:srgbClr val="000000"/>
                </a:solidFill>
                <a:latin typeface="Calibri" panose="020F0502020204030204" pitchFamily="34" charset="0"/>
                <a:cs typeface="Calibri" panose="020F0502020204030204" pitchFamily="34" charset="0"/>
              </a:rPr>
              <a:t>Trong </a:t>
            </a:r>
            <a:r>
              <a:rPr lang="en-US" sz="1800" dirty="0" err="1">
                <a:solidFill>
                  <a:srgbClr val="000000"/>
                </a:solidFill>
                <a:latin typeface="Calibri" panose="020F0502020204030204" pitchFamily="34" charset="0"/>
                <a:cs typeface="Calibri" panose="020F0502020204030204" pitchFamily="34" charset="0"/>
              </a:rPr>
              <a:t>đệ</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quy</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tương</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hỗ</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có</a:t>
            </a:r>
            <a:r>
              <a:rPr lang="en-US" sz="1800" dirty="0">
                <a:solidFill>
                  <a:srgbClr val="000000"/>
                </a:solidFill>
                <a:latin typeface="Calibri" panose="020F0502020204030204" pitchFamily="34" charset="0"/>
                <a:cs typeface="Calibri" panose="020F0502020204030204" pitchFamily="34" charset="0"/>
              </a:rPr>
              <a:t> 2 </a:t>
            </a:r>
            <a:r>
              <a:rPr lang="en-US" sz="1800" dirty="0" err="1">
                <a:solidFill>
                  <a:srgbClr val="000000"/>
                </a:solidFill>
                <a:latin typeface="Calibri" panose="020F0502020204030204" pitchFamily="34" charset="0"/>
                <a:cs typeface="Calibri" panose="020F0502020204030204" pitchFamily="34" charset="0"/>
              </a:rPr>
              <a:t>hàm</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và</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trong</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thân</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hàm</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này</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có</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lời</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gọi</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của</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hàm</a:t>
            </a:r>
            <a:r>
              <a:rPr lang="en-US" sz="1800" dirty="0">
                <a:solidFill>
                  <a:srgbClr val="000000"/>
                </a:solidFill>
                <a:latin typeface="Calibri" panose="020F0502020204030204" pitchFamily="34" charset="0"/>
                <a:cs typeface="Calibri" panose="020F0502020204030204" pitchFamily="34" charset="0"/>
              </a:rPr>
              <a:t> kia, </a:t>
            </a:r>
            <a:r>
              <a:rPr lang="en-US" sz="1800" dirty="0" err="1">
                <a:solidFill>
                  <a:srgbClr val="000000"/>
                </a:solidFill>
                <a:latin typeface="Calibri" panose="020F0502020204030204" pitchFamily="34" charset="0"/>
                <a:cs typeface="Calibri" panose="020F0502020204030204" pitchFamily="34" charset="0"/>
              </a:rPr>
              <a:t>điều</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kiện</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dừng</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và</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giá</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trị</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trả</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về</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của</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cả</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hai</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hàm</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có</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thể</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giống</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nhau</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hoặc</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khác</a:t>
            </a:r>
            <a:r>
              <a:rPr lang="en-US" sz="1800" dirty="0">
                <a:solidFill>
                  <a:srgbClr val="000000"/>
                </a:solidFill>
                <a:latin typeface="Calibri" panose="020F0502020204030204" pitchFamily="34" charset="0"/>
                <a:cs typeface="Calibri" panose="020F0502020204030204" pitchFamily="34" charset="0"/>
              </a:rPr>
              <a:t> </a:t>
            </a:r>
            <a:r>
              <a:rPr lang="en-US" sz="1800" dirty="0" err="1">
                <a:solidFill>
                  <a:srgbClr val="000000"/>
                </a:solidFill>
                <a:latin typeface="Calibri" panose="020F0502020204030204" pitchFamily="34" charset="0"/>
                <a:cs typeface="Calibri" panose="020F0502020204030204" pitchFamily="34" charset="0"/>
              </a:rPr>
              <a:t>nhau</a:t>
            </a:r>
            <a:r>
              <a:rPr lang="en-US" sz="1800" dirty="0">
                <a:solidFill>
                  <a:srgbClr val="000000"/>
                </a:solidFill>
                <a:latin typeface="Calibri" panose="020F0502020204030204" pitchFamily="34" charset="0"/>
                <a:cs typeface="Calibri" panose="020F0502020204030204" pitchFamily="34" charset="0"/>
              </a:rPr>
              <a:t> </a:t>
            </a:r>
          </a:p>
          <a:p>
            <a:r>
              <a:rPr lang="en-US" sz="1800" b="1" i="0" dirty="0">
                <a:solidFill>
                  <a:srgbClr val="000000"/>
                </a:solidFill>
                <a:effectLst/>
                <a:latin typeface="Calibri" panose="020F0502020204030204" pitchFamily="34" charset="0"/>
                <a:cs typeface="Calibri" panose="020F0502020204030204" pitchFamily="34" charset="0"/>
              </a:rPr>
              <a:t>X(n) = 1,2,3,5,11,41……</a:t>
            </a:r>
          </a:p>
          <a:p>
            <a:r>
              <a:rPr lang="en-US" sz="1800" b="1" i="0" dirty="0">
                <a:solidFill>
                  <a:srgbClr val="000000"/>
                </a:solidFill>
                <a:effectLst/>
                <a:latin typeface="Calibri" panose="020F0502020204030204" pitchFamily="34" charset="0"/>
                <a:cs typeface="Calibri" panose="020F0502020204030204" pitchFamily="34" charset="0"/>
              </a:rPr>
              <a:t>Y(n) = 1,1,2,6,30,330 …..</a:t>
            </a:r>
            <a:endParaRPr lang="en-US" sz="1800" dirty="0">
              <a:latin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D9B9C4AA-E685-403E-A923-1F76BCCF86B4}"/>
              </a:ext>
            </a:extLst>
          </p:cNvPr>
          <p:cNvPicPr>
            <a:picLocks noChangeAspect="1"/>
          </p:cNvPicPr>
          <p:nvPr/>
        </p:nvPicPr>
        <p:blipFill>
          <a:blip r:embed="rId2"/>
          <a:stretch>
            <a:fillRect/>
          </a:stretch>
        </p:blipFill>
        <p:spPr>
          <a:xfrm>
            <a:off x="9618809" y="436284"/>
            <a:ext cx="3796393" cy="4344820"/>
          </a:xfrm>
          <a:prstGeom prst="rect">
            <a:avLst/>
          </a:prstGeom>
        </p:spPr>
      </p:pic>
      <p:sp>
        <p:nvSpPr>
          <p:cNvPr id="10" name="TextBox 9">
            <a:extLst>
              <a:ext uri="{FF2B5EF4-FFF2-40B4-BE49-F238E27FC236}">
                <a16:creationId xmlns:a16="http://schemas.microsoft.com/office/drawing/2014/main" id="{29DD70C8-A261-4C8C-8060-12A555F75D5A}"/>
              </a:ext>
            </a:extLst>
          </p:cNvPr>
          <p:cNvSpPr txBox="1"/>
          <p:nvPr/>
        </p:nvSpPr>
        <p:spPr>
          <a:xfrm>
            <a:off x="316571" y="2904682"/>
            <a:ext cx="4548457" cy="2308324"/>
          </a:xfrm>
          <a:prstGeom prst="rect">
            <a:avLst/>
          </a:prstGeom>
          <a:noFill/>
        </p:spPr>
        <p:txBody>
          <a:bodyPr wrap="square">
            <a:spAutoFit/>
          </a:bodyPr>
          <a:lstStyle/>
          <a:p>
            <a:r>
              <a:rPr lang="en-US" sz="1800" b="0" i="0" dirty="0">
                <a:solidFill>
                  <a:srgbClr val="E42426"/>
                </a:solidFill>
                <a:effectLst/>
                <a:latin typeface="Consolas" panose="020B0609020204030204" pitchFamily="49" charset="0"/>
              </a:rPr>
              <a:t>void main() {</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int n;</a:t>
            </a:r>
            <a:br>
              <a:rPr lang="en-US" sz="1800" b="0" i="0" dirty="0">
                <a:solidFill>
                  <a:srgbClr val="E42426"/>
                </a:solidFill>
                <a:effectLst/>
                <a:latin typeface="Consolas" panose="020B0609020204030204" pitchFamily="49" charset="0"/>
              </a:rPr>
            </a:br>
            <a:r>
              <a:rPr lang="en-US" sz="1800" b="0" i="0" dirty="0" err="1">
                <a:solidFill>
                  <a:srgbClr val="E42426"/>
                </a:solidFill>
                <a:effectLst/>
                <a:latin typeface="Consolas" panose="020B0609020204030204" pitchFamily="49" charset="0"/>
              </a:rPr>
              <a:t>printf</a:t>
            </a:r>
            <a:r>
              <a:rPr lang="en-US" sz="1800" b="0" i="0" dirty="0">
                <a:solidFill>
                  <a:srgbClr val="E42426"/>
                </a:solidFill>
                <a:effectLst/>
                <a:latin typeface="Consolas" panose="020B0609020204030204" pitchFamily="49" charset="0"/>
              </a:rPr>
              <a:t>("\n </a:t>
            </a:r>
            <a:r>
              <a:rPr lang="en-US" sz="1800" b="0" i="0" dirty="0" err="1">
                <a:solidFill>
                  <a:srgbClr val="E42426"/>
                </a:solidFill>
                <a:effectLst/>
                <a:latin typeface="Consolas" panose="020B0609020204030204" pitchFamily="49" charset="0"/>
              </a:rPr>
              <a:t>Nhap</a:t>
            </a:r>
            <a:r>
              <a:rPr lang="en-US" sz="1800" b="0" i="0" dirty="0">
                <a:solidFill>
                  <a:srgbClr val="E42426"/>
                </a:solidFill>
                <a:effectLst/>
                <a:latin typeface="Consolas" panose="020B0609020204030204" pitchFamily="49" charset="0"/>
              </a:rPr>
              <a:t> n = ");</a:t>
            </a:r>
            <a:br>
              <a:rPr lang="en-US" sz="1800" b="0" i="0" dirty="0">
                <a:solidFill>
                  <a:srgbClr val="E42426"/>
                </a:solidFill>
                <a:effectLst/>
                <a:latin typeface="Consolas" panose="020B0609020204030204" pitchFamily="49" charset="0"/>
              </a:rPr>
            </a:br>
            <a:r>
              <a:rPr lang="en-US" sz="1800" b="0" i="0" dirty="0" err="1">
                <a:solidFill>
                  <a:srgbClr val="E42426"/>
                </a:solidFill>
                <a:effectLst/>
                <a:latin typeface="Consolas" panose="020B0609020204030204" pitchFamily="49" charset="0"/>
              </a:rPr>
              <a:t>scanf</a:t>
            </a:r>
            <a:r>
              <a:rPr lang="en-US" sz="1800" b="0" i="0" dirty="0">
                <a:solidFill>
                  <a:srgbClr val="E42426"/>
                </a:solidFill>
                <a:effectLst/>
                <a:latin typeface="Consolas" panose="020B0609020204030204" pitchFamily="49" charset="0"/>
              </a:rPr>
              <a:t>("%</a:t>
            </a:r>
            <a:r>
              <a:rPr lang="en-US" sz="1800" b="0" i="0" dirty="0" err="1">
                <a:solidFill>
                  <a:srgbClr val="E42426"/>
                </a:solidFill>
                <a:effectLst/>
                <a:latin typeface="Consolas" panose="020B0609020204030204" pitchFamily="49" charset="0"/>
              </a:rPr>
              <a:t>d",&amp;n</a:t>
            </a:r>
            <a:r>
              <a:rPr lang="en-US" sz="1800" b="0" i="0" dirty="0">
                <a:solidFill>
                  <a:srgbClr val="E42426"/>
                </a:solidFill>
                <a:effectLst/>
                <a:latin typeface="Consolas" panose="020B0609020204030204" pitchFamily="49" charset="0"/>
              </a:rPr>
              <a:t>);</a:t>
            </a:r>
            <a:br>
              <a:rPr lang="en-US" sz="1800" b="0" i="0" dirty="0">
                <a:solidFill>
                  <a:srgbClr val="E42426"/>
                </a:solidFill>
                <a:effectLst/>
                <a:latin typeface="Consolas" panose="020B0609020204030204" pitchFamily="49" charset="0"/>
              </a:rPr>
            </a:br>
            <a:r>
              <a:rPr lang="en-US" sz="1800" b="0" i="0" dirty="0" err="1">
                <a:solidFill>
                  <a:srgbClr val="E42426"/>
                </a:solidFill>
                <a:effectLst/>
                <a:latin typeface="Consolas" panose="020B0609020204030204" pitchFamily="49" charset="0"/>
              </a:rPr>
              <a:t>printf</a:t>
            </a:r>
            <a:r>
              <a:rPr lang="en-US" sz="1800" b="0" i="0" dirty="0">
                <a:solidFill>
                  <a:srgbClr val="E42426"/>
                </a:solidFill>
                <a:effectLst/>
                <a:latin typeface="Consolas" panose="020B0609020204030204" pitchFamily="49" charset="0"/>
              </a:rPr>
              <a:t>( "\n X = %d " ,X(n));</a:t>
            </a:r>
            <a:br>
              <a:rPr lang="en-US" sz="1800" b="0" i="0" dirty="0">
                <a:solidFill>
                  <a:srgbClr val="E42426"/>
                </a:solidFill>
                <a:effectLst/>
                <a:latin typeface="Consolas" panose="020B0609020204030204" pitchFamily="49" charset="0"/>
              </a:rPr>
            </a:br>
            <a:r>
              <a:rPr lang="en-US" sz="1800" b="0" i="0" dirty="0" err="1">
                <a:solidFill>
                  <a:srgbClr val="E42426"/>
                </a:solidFill>
                <a:effectLst/>
                <a:latin typeface="Consolas" panose="020B0609020204030204" pitchFamily="49" charset="0"/>
              </a:rPr>
              <a:t>printf</a:t>
            </a:r>
            <a:r>
              <a:rPr lang="en-US" sz="1800" b="0" i="0" dirty="0">
                <a:solidFill>
                  <a:srgbClr val="E42426"/>
                </a:solidFill>
                <a:effectLst/>
                <a:latin typeface="Consolas" panose="020B0609020204030204" pitchFamily="49" charset="0"/>
              </a:rPr>
              <a:t>( "\n Y = %d " , Y(n));</a:t>
            </a:r>
            <a:br>
              <a:rPr lang="en-US" sz="1800" b="0" i="0" dirty="0">
                <a:solidFill>
                  <a:srgbClr val="E42426"/>
                </a:solidFill>
                <a:effectLst/>
                <a:latin typeface="Consolas" panose="020B0609020204030204" pitchFamily="49" charset="0"/>
              </a:rPr>
            </a:br>
            <a:r>
              <a:rPr lang="en-US" sz="1800" b="0" i="0" dirty="0" err="1">
                <a:solidFill>
                  <a:srgbClr val="E42426"/>
                </a:solidFill>
                <a:effectLst/>
                <a:latin typeface="Consolas" panose="020B0609020204030204" pitchFamily="49" charset="0"/>
              </a:rPr>
              <a:t>getch</a:t>
            </a:r>
            <a:r>
              <a:rPr lang="en-US" sz="1800" b="0" i="0" dirty="0">
                <a:solidFill>
                  <a:srgbClr val="E42426"/>
                </a:solidFill>
                <a:effectLst/>
                <a:latin typeface="Consolas" panose="020B0609020204030204" pitchFamily="49" charset="0"/>
              </a:rPr>
              <a:t>();</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a:t>
            </a:r>
            <a:endParaRPr lang="en-US" dirty="0"/>
          </a:p>
        </p:txBody>
      </p:sp>
      <p:sp>
        <p:nvSpPr>
          <p:cNvPr id="12" name="TextBox 11">
            <a:extLst>
              <a:ext uri="{FF2B5EF4-FFF2-40B4-BE49-F238E27FC236}">
                <a16:creationId xmlns:a16="http://schemas.microsoft.com/office/drawing/2014/main" id="{E2148EB5-185B-4694-8C0A-58E4F058E313}"/>
              </a:ext>
            </a:extLst>
          </p:cNvPr>
          <p:cNvSpPr txBox="1"/>
          <p:nvPr/>
        </p:nvSpPr>
        <p:spPr>
          <a:xfrm>
            <a:off x="6139186" y="4602024"/>
            <a:ext cx="2961627" cy="1754326"/>
          </a:xfrm>
          <a:prstGeom prst="rect">
            <a:avLst/>
          </a:prstGeom>
          <a:noFill/>
        </p:spPr>
        <p:txBody>
          <a:bodyPr wrap="square">
            <a:spAutoFit/>
          </a:bodyPr>
          <a:lstStyle/>
          <a:p>
            <a:r>
              <a:rPr lang="en-US" sz="1800" b="0" i="0" dirty="0">
                <a:solidFill>
                  <a:srgbClr val="E42426"/>
                </a:solidFill>
                <a:effectLst/>
                <a:latin typeface="Consolas" panose="020B0609020204030204" pitchFamily="49" charset="0"/>
              </a:rPr>
              <a:t>long Y(int n) {</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if(n==0)</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return 1;</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else</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return X(n-1)*Y(n-1);</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a:t>
            </a:r>
            <a:r>
              <a:rPr lang="en-US" dirty="0"/>
              <a:t> </a:t>
            </a:r>
          </a:p>
        </p:txBody>
      </p:sp>
      <p:sp>
        <p:nvSpPr>
          <p:cNvPr id="14" name="TextBox 13">
            <a:extLst>
              <a:ext uri="{FF2B5EF4-FFF2-40B4-BE49-F238E27FC236}">
                <a16:creationId xmlns:a16="http://schemas.microsoft.com/office/drawing/2014/main" id="{785AA564-B034-48A1-B4C2-FC0BCB5E313A}"/>
              </a:ext>
            </a:extLst>
          </p:cNvPr>
          <p:cNvSpPr txBox="1"/>
          <p:nvPr/>
        </p:nvSpPr>
        <p:spPr>
          <a:xfrm>
            <a:off x="1385090" y="4796210"/>
            <a:ext cx="4901410" cy="2031325"/>
          </a:xfrm>
          <a:prstGeom prst="rect">
            <a:avLst/>
          </a:prstGeom>
          <a:noFill/>
        </p:spPr>
        <p:txBody>
          <a:bodyPr wrap="square">
            <a:spAutoFit/>
          </a:bodyPr>
          <a:lstStyle/>
          <a:p>
            <a:r>
              <a:rPr lang="en-US" sz="1800" b="0" i="0" dirty="0">
                <a:solidFill>
                  <a:srgbClr val="E42426"/>
                </a:solidFill>
                <a:effectLst/>
                <a:latin typeface="Consolas" panose="020B0609020204030204" pitchFamily="49" charset="0"/>
              </a:rPr>
              <a:t>long Y(int n); //prototype </a:t>
            </a:r>
            <a:r>
              <a:rPr lang="en-US" sz="1800" b="0" i="0" dirty="0" err="1">
                <a:solidFill>
                  <a:srgbClr val="E42426"/>
                </a:solidFill>
                <a:effectLst/>
                <a:latin typeface="Consolas" panose="020B0609020204030204" pitchFamily="49" charset="0"/>
              </a:rPr>
              <a:t>cua</a:t>
            </a:r>
            <a:r>
              <a:rPr lang="en-US" sz="1800" b="0" i="0" dirty="0">
                <a:solidFill>
                  <a:srgbClr val="E42426"/>
                </a:solidFill>
                <a:effectLst/>
                <a:latin typeface="Consolas" panose="020B0609020204030204" pitchFamily="49" charset="0"/>
              </a:rPr>
              <a:t> ham y</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long X(int n) {</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if(n==0)</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return 1;</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else</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return X(n-1) + Y(n-1);</a:t>
            </a:r>
            <a:br>
              <a:rPr lang="en-US" sz="1800" b="0" i="0" dirty="0">
                <a:solidFill>
                  <a:srgbClr val="E42426"/>
                </a:solidFill>
                <a:effectLst/>
                <a:latin typeface="Consolas" panose="020B0609020204030204" pitchFamily="49" charset="0"/>
              </a:rPr>
            </a:br>
            <a:r>
              <a:rPr lang="en-US" sz="1800" b="0" i="0" dirty="0">
                <a:solidFill>
                  <a:srgbClr val="E42426"/>
                </a:solidFill>
                <a:effectLst/>
                <a:latin typeface="Consolas" panose="020B0609020204030204" pitchFamily="49" charset="0"/>
              </a:rPr>
              <a:t>}</a:t>
            </a:r>
            <a:endParaRPr lang="en-US" dirty="0"/>
          </a:p>
        </p:txBody>
      </p:sp>
    </p:spTree>
    <p:extLst>
      <p:ext uri="{BB962C8B-B14F-4D97-AF65-F5344CB8AC3E}">
        <p14:creationId xmlns:p14="http://schemas.microsoft.com/office/powerpoint/2010/main" val="333734128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9DE6321-0F7A-DB45-B68B-425BA276E1B6}"/>
              </a:ext>
            </a:extLst>
          </p:cNvPr>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a:extLst>
              <a:ext uri="{FF2B5EF4-FFF2-40B4-BE49-F238E27FC236}">
                <a16:creationId xmlns:a16="http://schemas.microsoft.com/office/drawing/2014/main" id="{52B51E0D-0AB0-144D-96B0-7D48706DBA88}"/>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C38AFDDD-4265-EE46-858F-07D0267A5DBA}"/>
              </a:ext>
            </a:extLst>
          </p:cNvPr>
          <p:cNvSpPr>
            <a:spLocks noGrp="1"/>
          </p:cNvSpPr>
          <p:nvPr>
            <p:ph type="sldNum" sz="quarter" idx="12"/>
          </p:nvPr>
        </p:nvSpPr>
        <p:spPr/>
        <p:txBody>
          <a:bodyPr/>
          <a:lstStyle/>
          <a:p>
            <a:fld id="{BA7BC09B-FE30-A349-B1D2-5A364F511F98}" type="slidenum">
              <a:rPr lang="en-US" smtClean="0"/>
              <a:t>87</a:t>
            </a:fld>
            <a:endParaRPr lang="en-US"/>
          </a:p>
        </p:txBody>
      </p:sp>
      <p:sp>
        <p:nvSpPr>
          <p:cNvPr id="2" name="Title 1">
            <a:extLst>
              <a:ext uri="{FF2B5EF4-FFF2-40B4-BE49-F238E27FC236}">
                <a16:creationId xmlns:a16="http://schemas.microsoft.com/office/drawing/2014/main" id="{F100B083-A1B8-FC45-AE1C-BC284F5BF6B8}"/>
              </a:ext>
            </a:extLst>
          </p:cNvPr>
          <p:cNvSpPr>
            <a:spLocks noGrp="1"/>
          </p:cNvSpPr>
          <p:nvPr>
            <p:ph type="title"/>
          </p:nvPr>
        </p:nvSpPr>
        <p:spPr/>
        <p:txBody>
          <a:bodyPr>
            <a:normAutofit fontScale="90000"/>
          </a:bodyPr>
          <a:lstStyle/>
          <a:p>
            <a:r>
              <a:rPr lang="en-US" altLang="en-US" dirty="0" err="1">
                <a:cs typeface="Times New Roman" panose="02020603050405020304" pitchFamily="18" charset="0"/>
              </a:rPr>
              <a:t>Thủ</a:t>
            </a:r>
            <a:r>
              <a:rPr lang="en-US" altLang="en-US" dirty="0">
                <a:cs typeface="Times New Roman" panose="02020603050405020304" pitchFamily="18" charset="0"/>
              </a:rPr>
              <a:t> </a:t>
            </a:r>
            <a:r>
              <a:rPr lang="en-US" altLang="en-US" dirty="0" err="1">
                <a:cs typeface="Times New Roman" panose="02020603050405020304" pitchFamily="18" charset="0"/>
              </a:rPr>
              <a:t>tục</a:t>
            </a:r>
            <a:r>
              <a:rPr lang="en-US" altLang="en-US" dirty="0">
                <a:cs typeface="Times New Roman" panose="02020603050405020304" pitchFamily="18" charset="0"/>
              </a:rPr>
              <a:t> </a:t>
            </a:r>
            <a:r>
              <a:rPr lang="en-US" altLang="en-US" dirty="0" err="1">
                <a:cs typeface="Times New Roman" panose="02020603050405020304" pitchFamily="18" charset="0"/>
              </a:rPr>
              <a:t>đệ</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 </a:t>
            </a:r>
            <a:r>
              <a:rPr lang="en-US" altLang="en-US" dirty="0" err="1">
                <a:cs typeface="Times New Roman" panose="02020603050405020304" pitchFamily="18" charset="0"/>
              </a:rPr>
              <a:t>Ưu</a:t>
            </a:r>
            <a:r>
              <a:rPr lang="en-US" altLang="en-US" dirty="0">
                <a:cs typeface="Times New Roman" panose="02020603050405020304" pitchFamily="18" charset="0"/>
              </a:rPr>
              <a:t> </a:t>
            </a:r>
            <a:r>
              <a:rPr lang="en-US" altLang="en-US" dirty="0" err="1">
                <a:cs typeface="Times New Roman" panose="02020603050405020304" pitchFamily="18" charset="0"/>
              </a:rPr>
              <a:t>nhược</a:t>
            </a:r>
            <a:r>
              <a:rPr lang="en-US" altLang="en-US" dirty="0">
                <a:cs typeface="Times New Roman" panose="02020603050405020304" pitchFamily="18" charset="0"/>
              </a:rPr>
              <a:t> </a:t>
            </a:r>
            <a:r>
              <a:rPr lang="en-US" altLang="en-US" dirty="0" err="1">
                <a:cs typeface="Times New Roman" panose="02020603050405020304" pitchFamily="18" charset="0"/>
              </a:rPr>
              <a:t>điểm</a:t>
            </a:r>
            <a:r>
              <a:rPr lang="en-US" altLang="en-US" dirty="0">
                <a:cs typeface="Times New Roman" panose="02020603050405020304" pitchFamily="18" charset="0"/>
              </a:rPr>
              <a:t> </a:t>
            </a:r>
            <a:br>
              <a:rPr lang="en-US" altLang="en-US" dirty="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EE53840-96CE-DA4E-A405-D478310F371B}"/>
              </a:ext>
            </a:extLst>
          </p:cNvPr>
          <p:cNvSpPr>
            <a:spLocks noGrp="1"/>
          </p:cNvSpPr>
          <p:nvPr>
            <p:ph sz="quarter" idx="13"/>
          </p:nvPr>
        </p:nvSpPr>
        <p:spPr/>
        <p:txBody>
          <a:bodyPr>
            <a:noAutofit/>
          </a:bodyPr>
          <a:lstStyle/>
          <a:p>
            <a:pPr>
              <a:spcBef>
                <a:spcPct val="10000"/>
              </a:spcBef>
            </a:pPr>
            <a:r>
              <a:rPr lang="en-US" altLang="en-US" sz="2400" dirty="0" err="1">
                <a:cs typeface="Times New Roman" panose="02020603050405020304" pitchFamily="18" charset="0"/>
              </a:rPr>
              <a:t>Ưu</a:t>
            </a:r>
            <a:r>
              <a:rPr lang="en-US" altLang="en-US" sz="2400" dirty="0">
                <a:cs typeface="Times New Roman" panose="02020603050405020304" pitchFamily="18" charset="0"/>
              </a:rPr>
              <a:t> </a:t>
            </a:r>
            <a:r>
              <a:rPr lang="en-US" altLang="en-US" sz="2400" dirty="0" err="1">
                <a:cs typeface="Times New Roman" panose="02020603050405020304" pitchFamily="18" charset="0"/>
              </a:rPr>
              <a:t>điểm</a:t>
            </a:r>
            <a:r>
              <a:rPr lang="en-US" altLang="en-US" sz="2400" dirty="0">
                <a:cs typeface="Times New Roman" panose="02020603050405020304" pitchFamily="18" charset="0"/>
              </a:rPr>
              <a:t>: </a:t>
            </a:r>
            <a:r>
              <a:rPr lang="en-US" altLang="en-US" sz="2400" dirty="0" err="1">
                <a:cs typeface="Times New Roman" panose="02020603050405020304" pitchFamily="18" charset="0"/>
              </a:rPr>
              <a:t>viết</a:t>
            </a:r>
            <a:r>
              <a:rPr lang="en-US" altLang="en-US" sz="2400" dirty="0">
                <a:cs typeface="Times New Roman" panose="02020603050405020304" pitchFamily="18" charset="0"/>
              </a:rPr>
              <a:t> </a:t>
            </a:r>
            <a:r>
              <a:rPr lang="en-US" altLang="en-US" sz="2400" dirty="0" err="1">
                <a:cs typeface="Times New Roman" panose="02020603050405020304" pitchFamily="18" charset="0"/>
              </a:rPr>
              <a:t>chương</a:t>
            </a:r>
            <a:r>
              <a:rPr lang="en-US" altLang="en-US" sz="2400" dirty="0">
                <a:cs typeface="Times New Roman" panose="02020603050405020304" pitchFamily="18" charset="0"/>
              </a:rPr>
              <a:t> </a:t>
            </a:r>
            <a:r>
              <a:rPr lang="en-US" altLang="en-US" sz="2400" dirty="0" err="1">
                <a:cs typeface="Times New Roman" panose="02020603050405020304" pitchFamily="18" charset="0"/>
              </a:rPr>
              <a:t>trình</a:t>
            </a:r>
            <a:r>
              <a:rPr lang="en-US" altLang="en-US" sz="2400" dirty="0">
                <a:cs typeface="Times New Roman" panose="02020603050405020304" pitchFamily="18" charset="0"/>
              </a:rPr>
              <a:t> </a:t>
            </a:r>
            <a:r>
              <a:rPr lang="en-US" altLang="en-US" sz="2400" dirty="0" err="1">
                <a:cs typeface="Times New Roman" panose="02020603050405020304" pitchFamily="18" charset="0"/>
              </a:rPr>
              <a:t>dễ</a:t>
            </a:r>
            <a:r>
              <a:rPr lang="en-US" altLang="en-US" sz="2400" dirty="0">
                <a:cs typeface="Times New Roman" panose="02020603050405020304" pitchFamily="18" charset="0"/>
              </a:rPr>
              <a:t> </a:t>
            </a:r>
            <a:r>
              <a:rPr lang="en-US" altLang="en-US" sz="2400" dirty="0" err="1">
                <a:cs typeface="Times New Roman" panose="02020603050405020304" pitchFamily="18" charset="0"/>
              </a:rPr>
              <a:t>dàng</a:t>
            </a:r>
            <a:r>
              <a:rPr lang="en-US" altLang="en-US" sz="2400" dirty="0">
                <a:cs typeface="Times New Roman" panose="02020603050405020304" pitchFamily="18" charset="0"/>
              </a:rPr>
              <a:t>, </a:t>
            </a:r>
            <a:r>
              <a:rPr lang="en-US" altLang="en-US" sz="2400" dirty="0" err="1">
                <a:cs typeface="Times New Roman" panose="02020603050405020304" pitchFamily="18" charset="0"/>
              </a:rPr>
              <a:t>dễ</a:t>
            </a:r>
            <a:r>
              <a:rPr lang="en-US" altLang="en-US" sz="2400" dirty="0">
                <a:cs typeface="Times New Roman" panose="02020603050405020304" pitchFamily="18" charset="0"/>
              </a:rPr>
              <a:t> </a:t>
            </a:r>
            <a:r>
              <a:rPr lang="en-US" altLang="en-US" sz="2400" dirty="0" err="1">
                <a:cs typeface="Times New Roman" panose="02020603050405020304" pitchFamily="18" charset="0"/>
              </a:rPr>
              <a:t>hiểu</a:t>
            </a:r>
            <a:r>
              <a:rPr lang="en-US" altLang="en-US" sz="2400" dirty="0">
                <a:cs typeface="Times New Roman" panose="02020603050405020304" pitchFamily="18" charset="0"/>
              </a:rPr>
              <a:t>, </a:t>
            </a:r>
            <a:r>
              <a:rPr lang="en-US" altLang="en-US" sz="2400" dirty="0" err="1">
                <a:cs typeface="Times New Roman" panose="02020603050405020304" pitchFamily="18" charset="0"/>
              </a:rPr>
              <a:t>ngắn</a:t>
            </a:r>
            <a:r>
              <a:rPr lang="en-US" altLang="en-US" sz="2400" dirty="0">
                <a:cs typeface="Times New Roman" panose="02020603050405020304" pitchFamily="18" charset="0"/>
              </a:rPr>
              <a:t> </a:t>
            </a:r>
            <a:r>
              <a:rPr lang="en-US" altLang="en-US" sz="2400" dirty="0" err="1">
                <a:cs typeface="Times New Roman" panose="02020603050405020304" pitchFamily="18" charset="0"/>
              </a:rPr>
              <a:t>gọn</a:t>
            </a:r>
            <a:endParaRPr lang="en-US" altLang="en-US" sz="2400" dirty="0">
              <a:cs typeface="Times New Roman" panose="02020603050405020304" pitchFamily="18" charset="0"/>
            </a:endParaRPr>
          </a:p>
          <a:p>
            <a:pPr>
              <a:spcBef>
                <a:spcPct val="10000"/>
              </a:spcBef>
            </a:pPr>
            <a:r>
              <a:rPr lang="en-US" altLang="en-US" sz="2400" dirty="0" err="1">
                <a:cs typeface="Times New Roman" panose="02020603050405020304" pitchFamily="18" charset="0"/>
              </a:rPr>
              <a:t>Nhược</a:t>
            </a:r>
            <a:r>
              <a:rPr lang="en-US" altLang="en-US" sz="2400" dirty="0">
                <a:cs typeface="Times New Roman" panose="02020603050405020304" pitchFamily="18" charset="0"/>
              </a:rPr>
              <a:t> </a:t>
            </a:r>
            <a:r>
              <a:rPr lang="en-US" altLang="en-US" sz="2400" dirty="0" err="1">
                <a:cs typeface="Times New Roman" panose="02020603050405020304" pitchFamily="18" charset="0"/>
              </a:rPr>
              <a:t>điểm</a:t>
            </a:r>
            <a:r>
              <a:rPr lang="en-US" altLang="en-US" sz="2400" dirty="0">
                <a:cs typeface="Times New Roman" panose="02020603050405020304" pitchFamily="18" charset="0"/>
              </a:rPr>
              <a:t>: </a:t>
            </a:r>
            <a:r>
              <a:rPr lang="en-US" altLang="en-US" sz="2400" dirty="0" err="1">
                <a:cs typeface="Times New Roman" panose="02020603050405020304" pitchFamily="18" charset="0"/>
              </a:rPr>
              <a:t>theo</a:t>
            </a:r>
            <a:r>
              <a:rPr lang="en-US" altLang="en-US" sz="2400" dirty="0">
                <a:cs typeface="Times New Roman" panose="02020603050405020304" pitchFamily="18" charset="0"/>
              </a:rPr>
              <a:t> </a:t>
            </a:r>
            <a:r>
              <a:rPr lang="en-US" altLang="en-US" sz="2400" dirty="0" err="1">
                <a:cs typeface="Times New Roman" panose="02020603050405020304" pitchFamily="18" charset="0"/>
              </a:rPr>
              <a:t>nguyên</a:t>
            </a:r>
            <a:r>
              <a:rPr lang="en-US" altLang="en-US" sz="2400" dirty="0">
                <a:cs typeface="Times New Roman" panose="02020603050405020304" pitchFamily="18" charset="0"/>
              </a:rPr>
              <a:t> </a:t>
            </a:r>
            <a:r>
              <a:rPr lang="en-US" altLang="en-US" sz="2400" dirty="0" err="1">
                <a:cs typeface="Times New Roman" panose="02020603050405020304" pitchFamily="18" charset="0"/>
              </a:rPr>
              <a:t>tắc</a:t>
            </a:r>
            <a:r>
              <a:rPr lang="en-US" altLang="en-US" sz="2400" dirty="0">
                <a:cs typeface="Times New Roman" panose="02020603050405020304" pitchFamily="18" charset="0"/>
              </a:rPr>
              <a:t> </a:t>
            </a:r>
            <a:r>
              <a:rPr lang="en-US" altLang="en-US" sz="2400" dirty="0" err="1">
                <a:cs typeface="Times New Roman" panose="02020603050405020304" pitchFamily="18" charset="0"/>
              </a:rPr>
              <a:t>cài</a:t>
            </a:r>
            <a:r>
              <a:rPr lang="en-US" altLang="en-US" sz="2400" dirty="0">
                <a:cs typeface="Times New Roman" panose="02020603050405020304" pitchFamily="18" charset="0"/>
              </a:rPr>
              <a:t> </a:t>
            </a:r>
            <a:r>
              <a:rPr lang="en-US" altLang="en-US" sz="2400" dirty="0" err="1">
                <a:cs typeface="Times New Roman" panose="02020603050405020304" pitchFamily="18" charset="0"/>
              </a:rPr>
              <a:t>đặt</a:t>
            </a:r>
            <a:r>
              <a:rPr lang="en-US" altLang="en-US" sz="2400" dirty="0">
                <a:cs typeface="Times New Roman" panose="02020603050405020304" pitchFamily="18" charset="0"/>
              </a:rPr>
              <a:t> </a:t>
            </a:r>
            <a:r>
              <a:rPr lang="en-US" altLang="en-US" sz="2400" dirty="0" err="1">
                <a:cs typeface="Times New Roman" panose="02020603050405020304" pitchFamily="18" charset="0"/>
              </a:rPr>
              <a:t>của</a:t>
            </a:r>
            <a:r>
              <a:rPr lang="en-US" altLang="en-US" sz="2400" dirty="0">
                <a:cs typeface="Times New Roman" panose="02020603050405020304" pitchFamily="18" charset="0"/>
              </a:rPr>
              <a:t> </a:t>
            </a:r>
            <a:r>
              <a:rPr lang="en-US" altLang="en-US" sz="2400" dirty="0" err="1">
                <a:cs typeface="Times New Roman" panose="02020603050405020304" pitchFamily="18" charset="0"/>
              </a:rPr>
              <a:t>thủ</a:t>
            </a:r>
            <a:r>
              <a:rPr lang="en-US" altLang="en-US" sz="2400" dirty="0">
                <a:cs typeface="Times New Roman" panose="02020603050405020304" pitchFamily="18" charset="0"/>
              </a:rPr>
              <a:t> </a:t>
            </a:r>
            <a:r>
              <a:rPr lang="en-US" altLang="en-US" sz="2400" dirty="0" err="1">
                <a:cs typeface="Times New Roman" panose="02020603050405020304" pitchFamily="18" charset="0"/>
              </a:rPr>
              <a:t>tục</a:t>
            </a:r>
            <a:r>
              <a:rPr lang="en-US" altLang="en-US" sz="2400" dirty="0">
                <a:cs typeface="Times New Roman" panose="02020603050405020304" pitchFamily="18" charset="0"/>
              </a:rPr>
              <a:t> </a:t>
            </a:r>
            <a:r>
              <a:rPr lang="en-US" altLang="en-US" sz="2400" dirty="0" err="1">
                <a:cs typeface="Times New Roman" panose="02020603050405020304" pitchFamily="18" charset="0"/>
              </a:rPr>
              <a:t>đệ</a:t>
            </a:r>
            <a:r>
              <a:rPr lang="en-US" altLang="en-US" sz="2400" dirty="0">
                <a:cs typeface="Times New Roman" panose="02020603050405020304" pitchFamily="18" charset="0"/>
              </a:rPr>
              <a:t> </a:t>
            </a:r>
            <a:r>
              <a:rPr lang="en-US" altLang="en-US" sz="2400" dirty="0" err="1">
                <a:cs typeface="Times New Roman" panose="02020603050405020304" pitchFamily="18" charset="0"/>
              </a:rPr>
              <a:t>quy</a:t>
            </a:r>
            <a:r>
              <a:rPr lang="en-US" altLang="en-US" sz="2400" dirty="0">
                <a:cs typeface="Times New Roman" panose="02020603050405020304" pitchFamily="18" charset="0"/>
              </a:rPr>
              <a:t>, </a:t>
            </a:r>
            <a:r>
              <a:rPr lang="en-US" altLang="en-US" sz="2400" dirty="0" err="1">
                <a:cs typeface="Times New Roman" panose="02020603050405020304" pitchFamily="18" charset="0"/>
              </a:rPr>
              <a:t>có</a:t>
            </a:r>
            <a:r>
              <a:rPr lang="en-US" altLang="en-US" sz="2400" dirty="0">
                <a:cs typeface="Times New Roman" panose="02020603050405020304" pitchFamily="18" charset="0"/>
              </a:rPr>
              <a:t> </a:t>
            </a:r>
            <a:r>
              <a:rPr lang="en-US" altLang="en-US" sz="2400" dirty="0" err="1">
                <a:cs typeface="Times New Roman" panose="02020603050405020304" pitchFamily="18" charset="0"/>
              </a:rPr>
              <a:t>thể</a:t>
            </a:r>
            <a:r>
              <a:rPr lang="en-US" altLang="en-US" sz="2400" dirty="0">
                <a:cs typeface="Times New Roman" panose="02020603050405020304" pitchFamily="18" charset="0"/>
              </a:rPr>
              <a:t> </a:t>
            </a:r>
            <a:r>
              <a:rPr lang="en-US" altLang="en-US" sz="2400" dirty="0" err="1">
                <a:cs typeface="Times New Roman" panose="02020603050405020304" pitchFamily="18" charset="0"/>
              </a:rPr>
              <a:t>thấy</a:t>
            </a:r>
            <a:r>
              <a:rPr lang="en-US" altLang="en-US" sz="2400" dirty="0">
                <a:cs typeface="Times New Roman" panose="02020603050405020304" pitchFamily="18" charset="0"/>
              </a:rPr>
              <a:t> </a:t>
            </a:r>
            <a:r>
              <a:rPr lang="en-US" altLang="en-US" sz="2400" dirty="0" err="1">
                <a:cs typeface="Times New Roman" panose="02020603050405020304" pitchFamily="18" charset="0"/>
              </a:rPr>
              <a:t>các</a:t>
            </a:r>
            <a:r>
              <a:rPr lang="en-US" altLang="en-US" sz="2400" dirty="0">
                <a:cs typeface="Times New Roman" panose="02020603050405020304" pitchFamily="18" charset="0"/>
              </a:rPr>
              <a:t> </a:t>
            </a:r>
            <a:r>
              <a:rPr lang="en-US" altLang="en-US" sz="2400" dirty="0" err="1">
                <a:cs typeface="Times New Roman" panose="02020603050405020304" pitchFamily="18" charset="0"/>
              </a:rPr>
              <a:t>nhược</a:t>
            </a:r>
            <a:r>
              <a:rPr lang="en-US" altLang="en-US" sz="2400" dirty="0">
                <a:cs typeface="Times New Roman" panose="02020603050405020304" pitchFamily="18" charset="0"/>
              </a:rPr>
              <a:t> </a:t>
            </a:r>
            <a:r>
              <a:rPr lang="en-US" altLang="en-US" sz="2400" dirty="0" err="1">
                <a:cs typeface="Times New Roman" panose="02020603050405020304" pitchFamily="18" charset="0"/>
              </a:rPr>
              <a:t>điểm</a:t>
            </a:r>
            <a:r>
              <a:rPr lang="en-US" altLang="en-US" sz="2400" dirty="0">
                <a:cs typeface="Times New Roman" panose="02020603050405020304" pitchFamily="18" charset="0"/>
              </a:rPr>
              <a:t> </a:t>
            </a:r>
            <a:r>
              <a:rPr lang="en-US" altLang="en-US" sz="2400" dirty="0" err="1">
                <a:cs typeface="Times New Roman" panose="02020603050405020304" pitchFamily="18" charset="0"/>
              </a:rPr>
              <a:t>sau</a:t>
            </a:r>
            <a:r>
              <a:rPr lang="en-US" altLang="en-US" sz="2400" dirty="0">
                <a:cs typeface="Times New Roman" panose="02020603050405020304" pitchFamily="18" charset="0"/>
              </a:rPr>
              <a:t>:</a:t>
            </a:r>
          </a:p>
          <a:p>
            <a:pPr lvl="1">
              <a:spcBef>
                <a:spcPct val="10000"/>
              </a:spcBef>
            </a:pPr>
            <a:r>
              <a:rPr lang="en-US" altLang="en-US" sz="2400" dirty="0" err="1">
                <a:cs typeface="Times New Roman" panose="02020603050405020304" pitchFamily="18" charset="0"/>
              </a:rPr>
              <a:t>Thời</a:t>
            </a:r>
            <a:r>
              <a:rPr lang="en-US" altLang="en-US" sz="2400" dirty="0">
                <a:cs typeface="Times New Roman" panose="02020603050405020304" pitchFamily="18" charset="0"/>
              </a:rPr>
              <a:t> </a:t>
            </a:r>
            <a:r>
              <a:rPr lang="en-US" altLang="en-US" sz="2400" dirty="0" err="1">
                <a:cs typeface="Times New Roman" panose="02020603050405020304" pitchFamily="18" charset="0"/>
              </a:rPr>
              <a:t>gian</a:t>
            </a:r>
            <a:r>
              <a:rPr lang="en-US" altLang="en-US" sz="2400" dirty="0">
                <a:cs typeface="Times New Roman" panose="02020603050405020304" pitchFamily="18" charset="0"/>
              </a:rPr>
              <a:t> </a:t>
            </a:r>
            <a:r>
              <a:rPr lang="en-US" altLang="en-US" sz="2400" dirty="0" err="1">
                <a:cs typeface="Times New Roman" panose="02020603050405020304" pitchFamily="18" charset="0"/>
              </a:rPr>
              <a:t>thực</a:t>
            </a:r>
            <a:r>
              <a:rPr lang="en-US" altLang="en-US" sz="2400" dirty="0">
                <a:cs typeface="Times New Roman" panose="02020603050405020304" pitchFamily="18" charset="0"/>
              </a:rPr>
              <a:t> </a:t>
            </a:r>
            <a:r>
              <a:rPr lang="en-US" altLang="en-US" sz="2400" dirty="0" err="1">
                <a:cs typeface="Times New Roman" panose="02020603050405020304" pitchFamily="18" charset="0"/>
              </a:rPr>
              <a:t>hiện</a:t>
            </a:r>
            <a:r>
              <a:rPr lang="en-US" altLang="en-US" sz="2400" dirty="0">
                <a:cs typeface="Times New Roman" panose="02020603050405020304" pitchFamily="18" charset="0"/>
              </a:rPr>
              <a:t>: </a:t>
            </a:r>
            <a:r>
              <a:rPr lang="en-US" altLang="en-US" sz="2400" dirty="0" err="1">
                <a:cs typeface="Times New Roman" panose="02020603050405020304" pitchFamily="18" charset="0"/>
              </a:rPr>
              <a:t>tốn</a:t>
            </a:r>
            <a:r>
              <a:rPr lang="en-US" altLang="en-US" sz="2400" dirty="0">
                <a:cs typeface="Times New Roman" panose="02020603050405020304" pitchFamily="18" charset="0"/>
              </a:rPr>
              <a:t> </a:t>
            </a:r>
            <a:r>
              <a:rPr lang="en-US" altLang="en-US" sz="2400" dirty="0" err="1">
                <a:cs typeface="Times New Roman" panose="02020603050405020304" pitchFamily="18" charset="0"/>
              </a:rPr>
              <a:t>thời</a:t>
            </a:r>
            <a:r>
              <a:rPr lang="en-US" altLang="en-US" sz="2400" dirty="0">
                <a:cs typeface="Times New Roman" panose="02020603050405020304" pitchFamily="18" charset="0"/>
              </a:rPr>
              <a:t> </a:t>
            </a:r>
            <a:r>
              <a:rPr lang="en-US" altLang="en-US" sz="2400" dirty="0" err="1">
                <a:cs typeface="Times New Roman" panose="02020603050405020304" pitchFamily="18" charset="0"/>
              </a:rPr>
              <a:t>gian</a:t>
            </a:r>
            <a:endParaRPr lang="en-US" altLang="en-US" sz="2400" dirty="0">
              <a:cs typeface="Times New Roman" panose="02020603050405020304" pitchFamily="18" charset="0"/>
            </a:endParaRPr>
          </a:p>
          <a:p>
            <a:pPr lvl="1">
              <a:spcBef>
                <a:spcPct val="10000"/>
              </a:spcBef>
            </a:pPr>
            <a:r>
              <a:rPr lang="en-US" altLang="en-US" sz="2400" dirty="0" err="1">
                <a:cs typeface="Times New Roman" panose="02020603050405020304" pitchFamily="18" charset="0"/>
              </a:rPr>
              <a:t>Bộ</a:t>
            </a:r>
            <a:r>
              <a:rPr lang="en-US" altLang="en-US" sz="2400" dirty="0">
                <a:cs typeface="Times New Roman" panose="02020603050405020304" pitchFamily="18" charset="0"/>
              </a:rPr>
              <a:t> </a:t>
            </a:r>
            <a:r>
              <a:rPr lang="en-US" altLang="en-US" sz="2400" dirty="0" err="1">
                <a:cs typeface="Times New Roman" panose="02020603050405020304" pitchFamily="18" charset="0"/>
              </a:rPr>
              <a:t>nhớ</a:t>
            </a:r>
            <a:r>
              <a:rPr lang="en-US" altLang="en-US" sz="2400" dirty="0">
                <a:cs typeface="Times New Roman" panose="02020603050405020304" pitchFamily="18" charset="0"/>
              </a:rPr>
              <a:t>: </a:t>
            </a:r>
            <a:r>
              <a:rPr lang="en-US" altLang="en-US" sz="2400" dirty="0" err="1">
                <a:cs typeface="Times New Roman" panose="02020603050405020304" pitchFamily="18" charset="0"/>
              </a:rPr>
              <a:t>tốn</a:t>
            </a:r>
            <a:r>
              <a:rPr lang="en-US" altLang="en-US" sz="2400" dirty="0">
                <a:cs typeface="Times New Roman" panose="02020603050405020304" pitchFamily="18" charset="0"/>
              </a:rPr>
              <a:t> </a:t>
            </a:r>
            <a:r>
              <a:rPr lang="en-US" altLang="en-US" sz="2400" dirty="0" err="1">
                <a:cs typeface="Times New Roman" panose="02020603050405020304" pitchFamily="18" charset="0"/>
              </a:rPr>
              <a:t>bộ</a:t>
            </a:r>
            <a:r>
              <a:rPr lang="en-US" altLang="en-US" sz="2400" dirty="0">
                <a:cs typeface="Times New Roman" panose="02020603050405020304" pitchFamily="18" charset="0"/>
              </a:rPr>
              <a:t> </a:t>
            </a:r>
            <a:r>
              <a:rPr lang="en-US" altLang="en-US" sz="2400" dirty="0" err="1">
                <a:cs typeface="Times New Roman" panose="02020603050405020304" pitchFamily="18" charset="0"/>
              </a:rPr>
              <a:t>nhớ</a:t>
            </a:r>
            <a:endParaRPr lang="en-US" altLang="en-US" sz="2400" dirty="0">
              <a:cs typeface="Times New Roman" panose="02020603050405020304" pitchFamily="18" charset="0"/>
            </a:endParaRPr>
          </a:p>
          <a:p>
            <a:pPr>
              <a:spcBef>
                <a:spcPct val="10000"/>
              </a:spcBef>
            </a:pPr>
            <a:r>
              <a:rPr lang="en-US" altLang="en-US" sz="2400" dirty="0" err="1">
                <a:cs typeface="Times New Roman" panose="02020603050405020304" pitchFamily="18" charset="0"/>
              </a:rPr>
              <a:t>Các</a:t>
            </a:r>
            <a:r>
              <a:rPr lang="en-US" altLang="en-US" sz="2400" dirty="0">
                <a:cs typeface="Times New Roman" panose="02020603050405020304" pitchFamily="18" charset="0"/>
              </a:rPr>
              <a:t> </a:t>
            </a:r>
            <a:r>
              <a:rPr lang="en-US" altLang="en-US" sz="2400" dirty="0" err="1">
                <a:cs typeface="Times New Roman" panose="02020603050405020304" pitchFamily="18" charset="0"/>
              </a:rPr>
              <a:t>vấn</a:t>
            </a:r>
            <a:r>
              <a:rPr lang="en-US" altLang="en-US" sz="2400" dirty="0">
                <a:cs typeface="Times New Roman" panose="02020603050405020304" pitchFamily="18" charset="0"/>
              </a:rPr>
              <a:t> </a:t>
            </a:r>
            <a:r>
              <a:rPr lang="en-US" altLang="en-US" sz="2400" dirty="0" err="1">
                <a:cs typeface="Times New Roman" panose="02020603050405020304" pitchFamily="18" charset="0"/>
              </a:rPr>
              <a:t>đề</a:t>
            </a:r>
            <a:r>
              <a:rPr lang="en-US" altLang="en-US" sz="2400" dirty="0">
                <a:cs typeface="Times New Roman" panose="02020603050405020304" pitchFamily="18" charset="0"/>
              </a:rPr>
              <a:t> </a:t>
            </a:r>
            <a:r>
              <a:rPr lang="en-US" altLang="en-US" sz="2400" dirty="0" err="1">
                <a:cs typeface="Times New Roman" panose="02020603050405020304" pitchFamily="18" charset="0"/>
              </a:rPr>
              <a:t>khác</a:t>
            </a:r>
            <a:r>
              <a:rPr lang="en-US" altLang="en-US" sz="2400" dirty="0">
                <a:cs typeface="Times New Roman" panose="02020603050405020304" pitchFamily="18" charset="0"/>
              </a:rPr>
              <a:t>: </a:t>
            </a:r>
            <a:r>
              <a:rPr lang="en-US" altLang="en-US" sz="2400" dirty="0" err="1">
                <a:cs typeface="Times New Roman" panose="02020603050405020304" pitchFamily="18" charset="0"/>
              </a:rPr>
              <a:t>không</a:t>
            </a:r>
            <a:r>
              <a:rPr lang="en-US" altLang="en-US" sz="2400" dirty="0">
                <a:cs typeface="Times New Roman" panose="02020603050405020304" pitchFamily="18" charset="0"/>
              </a:rPr>
              <a:t> </a:t>
            </a:r>
            <a:r>
              <a:rPr lang="en-US" altLang="en-US" sz="2400" dirty="0" err="1">
                <a:cs typeface="Times New Roman" panose="02020603050405020304" pitchFamily="18" charset="0"/>
              </a:rPr>
              <a:t>phải</a:t>
            </a:r>
            <a:r>
              <a:rPr lang="en-US" altLang="en-US" sz="2400" dirty="0">
                <a:cs typeface="Times New Roman" panose="02020603050405020304" pitchFamily="18" charset="0"/>
              </a:rPr>
              <a:t> </a:t>
            </a:r>
            <a:r>
              <a:rPr lang="en-US" altLang="en-US" sz="2400" dirty="0" err="1">
                <a:cs typeface="Times New Roman" panose="02020603050405020304" pitchFamily="18" charset="0"/>
              </a:rPr>
              <a:t>lúc</a:t>
            </a:r>
            <a:r>
              <a:rPr lang="en-US" altLang="en-US" sz="2400" dirty="0">
                <a:cs typeface="Times New Roman" panose="02020603050405020304" pitchFamily="18" charset="0"/>
              </a:rPr>
              <a:t> </a:t>
            </a:r>
            <a:r>
              <a:rPr lang="en-US" altLang="en-US" sz="2400" dirty="0" err="1">
                <a:cs typeface="Times New Roman" panose="02020603050405020304" pitchFamily="18" charset="0"/>
              </a:rPr>
              <a:t>nào</a:t>
            </a:r>
            <a:r>
              <a:rPr lang="en-US" altLang="en-US" sz="2400" dirty="0">
                <a:cs typeface="Times New Roman" panose="02020603050405020304" pitchFamily="18" charset="0"/>
              </a:rPr>
              <a:t> </a:t>
            </a:r>
            <a:r>
              <a:rPr lang="en-US" altLang="en-US" sz="2400" dirty="0" err="1">
                <a:cs typeface="Times New Roman" panose="02020603050405020304" pitchFamily="18" charset="0"/>
              </a:rPr>
              <a:t>cũng</a:t>
            </a:r>
            <a:r>
              <a:rPr lang="en-US" altLang="en-US" sz="2400" dirty="0">
                <a:cs typeface="Times New Roman" panose="02020603050405020304" pitchFamily="18" charset="0"/>
              </a:rPr>
              <a:t> </a:t>
            </a:r>
            <a:r>
              <a:rPr lang="en-US" altLang="en-US" sz="2400" dirty="0" err="1">
                <a:cs typeface="Times New Roman" panose="02020603050405020304" pitchFamily="18" charset="0"/>
              </a:rPr>
              <a:t>có</a:t>
            </a:r>
            <a:r>
              <a:rPr lang="en-US" altLang="en-US" sz="2400" dirty="0">
                <a:cs typeface="Times New Roman" panose="02020603050405020304" pitchFamily="18" charset="0"/>
              </a:rPr>
              <a:t> </a:t>
            </a:r>
            <a:r>
              <a:rPr lang="en-US" altLang="en-US" sz="2400" dirty="0" err="1">
                <a:cs typeface="Times New Roman" panose="02020603050405020304" pitchFamily="18" charset="0"/>
              </a:rPr>
              <a:t>thể</a:t>
            </a:r>
            <a:r>
              <a:rPr lang="en-US" altLang="en-US" sz="2400" dirty="0">
                <a:cs typeface="Times New Roman" panose="02020603050405020304" pitchFamily="18" charset="0"/>
              </a:rPr>
              <a:t> </a:t>
            </a:r>
            <a:r>
              <a:rPr lang="en-US" altLang="en-US" sz="2400" dirty="0" err="1">
                <a:cs typeface="Times New Roman" panose="02020603050405020304" pitchFamily="18" charset="0"/>
              </a:rPr>
              <a:t>xây</a:t>
            </a:r>
            <a:r>
              <a:rPr lang="en-US" altLang="en-US" sz="2400" dirty="0">
                <a:cs typeface="Times New Roman" panose="02020603050405020304" pitchFamily="18" charset="0"/>
              </a:rPr>
              <a:t> </a:t>
            </a:r>
            <a:r>
              <a:rPr lang="en-US" altLang="en-US" sz="2400" dirty="0" err="1">
                <a:cs typeface="Times New Roman" panose="02020603050405020304" pitchFamily="18" charset="0"/>
              </a:rPr>
              <a:t>dựng</a:t>
            </a:r>
            <a:r>
              <a:rPr lang="en-US" altLang="en-US" sz="2400" dirty="0">
                <a:cs typeface="Times New Roman" panose="02020603050405020304" pitchFamily="18" charset="0"/>
              </a:rPr>
              <a:t> </a:t>
            </a:r>
            <a:r>
              <a:rPr lang="en-US" altLang="en-US" sz="2400" dirty="0" err="1">
                <a:cs typeface="Times New Roman" panose="02020603050405020304" pitchFamily="18" charset="0"/>
              </a:rPr>
              <a:t>bài</a:t>
            </a:r>
            <a:r>
              <a:rPr lang="en-US" altLang="en-US" sz="2400" dirty="0">
                <a:cs typeface="Times New Roman" panose="02020603050405020304" pitchFamily="18" charset="0"/>
              </a:rPr>
              <a:t> </a:t>
            </a:r>
            <a:r>
              <a:rPr lang="en-US" altLang="en-US" sz="2400" dirty="0" err="1">
                <a:cs typeface="Times New Roman" panose="02020603050405020304" pitchFamily="18" charset="0"/>
              </a:rPr>
              <a:t>toán</a:t>
            </a:r>
            <a:r>
              <a:rPr lang="en-US" altLang="en-US" sz="2400" dirty="0">
                <a:cs typeface="Times New Roman" panose="02020603050405020304" pitchFamily="18" charset="0"/>
              </a:rPr>
              <a:t> </a:t>
            </a:r>
            <a:r>
              <a:rPr lang="en-US" altLang="en-US" sz="2400" dirty="0" err="1">
                <a:cs typeface="Times New Roman" panose="02020603050405020304" pitchFamily="18" charset="0"/>
              </a:rPr>
              <a:t>theo</a:t>
            </a:r>
            <a:r>
              <a:rPr lang="en-US" altLang="en-US" sz="2400" dirty="0">
                <a:cs typeface="Times New Roman" panose="02020603050405020304" pitchFamily="18" charset="0"/>
              </a:rPr>
              <a:t> </a:t>
            </a:r>
            <a:r>
              <a:rPr lang="en-US" altLang="en-US" sz="2400" dirty="0" err="1">
                <a:cs typeface="Times New Roman" panose="02020603050405020304" pitchFamily="18" charset="0"/>
              </a:rPr>
              <a:t>giải</a:t>
            </a:r>
            <a:r>
              <a:rPr lang="en-US" altLang="en-US" sz="2400" dirty="0">
                <a:cs typeface="Times New Roman" panose="02020603050405020304" pitchFamily="18" charset="0"/>
              </a:rPr>
              <a:t> </a:t>
            </a:r>
            <a:r>
              <a:rPr lang="en-US" altLang="en-US" sz="2400" dirty="0" err="1">
                <a:cs typeface="Times New Roman" panose="02020603050405020304" pitchFamily="18" charset="0"/>
              </a:rPr>
              <a:t>thuật</a:t>
            </a:r>
            <a:r>
              <a:rPr lang="en-US" altLang="en-US" sz="2400" dirty="0">
                <a:cs typeface="Times New Roman" panose="02020603050405020304" pitchFamily="18" charset="0"/>
              </a:rPr>
              <a:t> </a:t>
            </a:r>
            <a:r>
              <a:rPr lang="en-US" altLang="en-US" sz="2400" dirty="0" err="1">
                <a:cs typeface="Times New Roman" panose="02020603050405020304" pitchFamily="18" charset="0"/>
              </a:rPr>
              <a:t>và</a:t>
            </a:r>
            <a:r>
              <a:rPr lang="en-US" altLang="en-US" sz="2400" dirty="0">
                <a:cs typeface="Times New Roman" panose="02020603050405020304" pitchFamily="18" charset="0"/>
              </a:rPr>
              <a:t> </a:t>
            </a:r>
            <a:r>
              <a:rPr lang="en-US" altLang="en-US" sz="2400" dirty="0" err="1">
                <a:cs typeface="Times New Roman" panose="02020603050405020304" pitchFamily="18" charset="0"/>
              </a:rPr>
              <a:t>thủ</a:t>
            </a:r>
            <a:r>
              <a:rPr lang="en-US" altLang="en-US" sz="2400" dirty="0">
                <a:cs typeface="Times New Roman" panose="02020603050405020304" pitchFamily="18" charset="0"/>
              </a:rPr>
              <a:t> </a:t>
            </a:r>
            <a:r>
              <a:rPr lang="en-US" altLang="en-US" sz="2400" dirty="0" err="1">
                <a:cs typeface="Times New Roman" panose="02020603050405020304" pitchFamily="18" charset="0"/>
              </a:rPr>
              <a:t>tục</a:t>
            </a:r>
            <a:r>
              <a:rPr lang="en-US" altLang="en-US" sz="2400" dirty="0">
                <a:cs typeface="Times New Roman" panose="02020603050405020304" pitchFamily="18" charset="0"/>
              </a:rPr>
              <a:t> </a:t>
            </a:r>
            <a:r>
              <a:rPr lang="en-US" altLang="en-US" sz="2400" dirty="0" err="1">
                <a:cs typeface="Times New Roman" panose="02020603050405020304" pitchFamily="18" charset="0"/>
              </a:rPr>
              <a:t>đệ</a:t>
            </a:r>
            <a:r>
              <a:rPr lang="en-US" altLang="en-US" sz="2400" dirty="0">
                <a:cs typeface="Times New Roman" panose="02020603050405020304" pitchFamily="18" charset="0"/>
              </a:rPr>
              <a:t> </a:t>
            </a:r>
            <a:r>
              <a:rPr lang="en-US" altLang="en-US" sz="2400" dirty="0" err="1">
                <a:cs typeface="Times New Roman" panose="02020603050405020304" pitchFamily="18" charset="0"/>
              </a:rPr>
              <a:t>quy</a:t>
            </a:r>
            <a:r>
              <a:rPr lang="en-US" altLang="en-US" sz="2400" dirty="0">
                <a:cs typeface="Times New Roman" panose="02020603050405020304" pitchFamily="18" charset="0"/>
              </a:rPr>
              <a:t>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cách</a:t>
            </a:r>
            <a:r>
              <a:rPr lang="en-US" altLang="en-US" sz="2400" dirty="0">
                <a:cs typeface="Times New Roman" panose="02020603050405020304" pitchFamily="18" charset="0"/>
              </a:rPr>
              <a:t> </a:t>
            </a:r>
            <a:r>
              <a:rPr lang="en-US" altLang="en-US" sz="2400" dirty="0" err="1">
                <a:cs typeface="Times New Roman" panose="02020603050405020304" pitchFamily="18" charset="0"/>
              </a:rPr>
              <a:t>dễ</a:t>
            </a:r>
            <a:r>
              <a:rPr lang="en-US" altLang="en-US" sz="2400" dirty="0">
                <a:cs typeface="Times New Roman" panose="02020603050405020304" pitchFamily="18" charset="0"/>
              </a:rPr>
              <a:t> </a:t>
            </a:r>
            <a:r>
              <a:rPr lang="en-US" altLang="en-US" sz="2400" dirty="0" err="1">
                <a:cs typeface="Times New Roman" panose="02020603050405020304" pitchFamily="18" charset="0"/>
              </a:rPr>
              <a:t>dàng</a:t>
            </a:r>
            <a:r>
              <a:rPr lang="en-US" altLang="en-US" sz="2400" dirty="0">
                <a:cs typeface="Times New Roman" panose="02020603050405020304" pitchFamily="18" charset="0"/>
              </a:rPr>
              <a:t>, </a:t>
            </a:r>
            <a:r>
              <a:rPr lang="en-US" altLang="en-US" sz="2400" dirty="0" err="1">
                <a:cs typeface="Times New Roman" panose="02020603050405020304" pitchFamily="18" charset="0"/>
              </a:rPr>
              <a:t>các</a:t>
            </a:r>
            <a:r>
              <a:rPr lang="en-US" altLang="en-US" sz="2400" dirty="0">
                <a:cs typeface="Times New Roman" panose="02020603050405020304" pitchFamily="18" charset="0"/>
              </a:rPr>
              <a:t> </a:t>
            </a:r>
            <a:r>
              <a:rPr lang="en-US" altLang="en-US" sz="2400" dirty="0" err="1">
                <a:cs typeface="Times New Roman" panose="02020603050405020304" pitchFamily="18" charset="0"/>
              </a:rPr>
              <a:t>vấn</a:t>
            </a:r>
            <a:r>
              <a:rPr lang="en-US" altLang="en-US" sz="2400" dirty="0">
                <a:cs typeface="Times New Roman" panose="02020603050405020304" pitchFamily="18" charset="0"/>
              </a:rPr>
              <a:t> </a:t>
            </a:r>
            <a:r>
              <a:rPr lang="en-US" altLang="en-US" sz="2400" dirty="0" err="1">
                <a:cs typeface="Times New Roman" panose="02020603050405020304" pitchFamily="18" charset="0"/>
              </a:rPr>
              <a:t>đề</a:t>
            </a:r>
            <a:r>
              <a:rPr lang="en-US" altLang="en-US" sz="2400" dirty="0">
                <a:cs typeface="Times New Roman" panose="02020603050405020304" pitchFamily="18" charset="0"/>
              </a:rPr>
              <a:t> </a:t>
            </a:r>
            <a:r>
              <a:rPr lang="en-US" altLang="en-US" sz="2400" dirty="0" err="1">
                <a:cs typeface="Times New Roman" panose="02020603050405020304" pitchFamily="18" charset="0"/>
              </a:rPr>
              <a:t>có</a:t>
            </a:r>
            <a:r>
              <a:rPr lang="en-US" altLang="en-US" sz="2400" dirty="0">
                <a:cs typeface="Times New Roman" panose="02020603050405020304" pitchFamily="18" charset="0"/>
              </a:rPr>
              <a:t> </a:t>
            </a:r>
            <a:r>
              <a:rPr lang="en-US" altLang="en-US" sz="2400" dirty="0" err="1">
                <a:cs typeface="Times New Roman" panose="02020603050405020304" pitchFamily="18" charset="0"/>
              </a:rPr>
              <a:t>thể</a:t>
            </a:r>
            <a:r>
              <a:rPr lang="en-US" altLang="en-US" sz="2400" dirty="0">
                <a:cs typeface="Times New Roman" panose="02020603050405020304" pitchFamily="18" charset="0"/>
              </a:rPr>
              <a:t> </a:t>
            </a:r>
            <a:r>
              <a:rPr lang="en-US" altLang="en-US" sz="2400" dirty="0" err="1">
                <a:cs typeface="Times New Roman" panose="02020603050405020304" pitchFamily="18" charset="0"/>
              </a:rPr>
              <a:t>là</a:t>
            </a:r>
            <a:r>
              <a:rPr lang="en-US" altLang="en-US" sz="2400" dirty="0">
                <a:cs typeface="Times New Roman" panose="02020603050405020304" pitchFamily="18" charset="0"/>
              </a:rPr>
              <a:t>:</a:t>
            </a:r>
          </a:p>
          <a:p>
            <a:pPr lvl="1">
              <a:spcBef>
                <a:spcPct val="10000"/>
              </a:spcBef>
            </a:pPr>
            <a:r>
              <a:rPr lang="en-US" altLang="en-US" sz="2400" dirty="0" err="1">
                <a:cs typeface="Times New Roman" panose="02020603050405020304" pitchFamily="18" charset="0"/>
              </a:rPr>
              <a:t>Có</a:t>
            </a:r>
            <a:r>
              <a:rPr lang="en-US" altLang="en-US" sz="2400" dirty="0">
                <a:cs typeface="Times New Roman" panose="02020603050405020304" pitchFamily="18" charset="0"/>
              </a:rPr>
              <a:t> </a:t>
            </a:r>
            <a:r>
              <a:rPr lang="en-US" altLang="en-US" sz="2400" dirty="0" err="1">
                <a:cs typeface="Times New Roman" panose="02020603050405020304" pitchFamily="18" charset="0"/>
              </a:rPr>
              <a:t>thể</a:t>
            </a:r>
            <a:r>
              <a:rPr lang="en-US" altLang="en-US" sz="2400" dirty="0">
                <a:cs typeface="Times New Roman" panose="02020603050405020304" pitchFamily="18" charset="0"/>
              </a:rPr>
              <a:t> </a:t>
            </a:r>
            <a:r>
              <a:rPr lang="en-US" altLang="en-US" sz="2400" dirty="0" err="1">
                <a:cs typeface="Times New Roman" panose="02020603050405020304" pitchFamily="18" charset="0"/>
              </a:rPr>
              <a:t>định</a:t>
            </a:r>
            <a:r>
              <a:rPr lang="en-US" altLang="en-US" sz="2400" dirty="0">
                <a:cs typeface="Times New Roman" panose="02020603050405020304" pitchFamily="18" charset="0"/>
              </a:rPr>
              <a:t> </a:t>
            </a:r>
            <a:r>
              <a:rPr lang="en-US" altLang="en-US" sz="2400" dirty="0" err="1">
                <a:cs typeface="Times New Roman" panose="02020603050405020304" pitchFamily="18" charset="0"/>
              </a:rPr>
              <a:t>nghĩa</a:t>
            </a:r>
            <a:r>
              <a:rPr lang="en-US" altLang="en-US" sz="2400" dirty="0">
                <a:cs typeface="Times New Roman" panose="02020603050405020304" pitchFamily="18" charset="0"/>
              </a:rPr>
              <a:t> </a:t>
            </a:r>
            <a:r>
              <a:rPr lang="en-US" altLang="en-US" sz="2400" dirty="0" err="1">
                <a:cs typeface="Times New Roman" panose="02020603050405020304" pitchFamily="18" charset="0"/>
              </a:rPr>
              <a:t>bài</a:t>
            </a:r>
            <a:r>
              <a:rPr lang="en-US" altLang="en-US" sz="2400" dirty="0">
                <a:cs typeface="Times New Roman" panose="02020603050405020304" pitchFamily="18" charset="0"/>
              </a:rPr>
              <a:t> </a:t>
            </a:r>
            <a:r>
              <a:rPr lang="en-US" altLang="en-US" sz="2400" dirty="0" err="1">
                <a:cs typeface="Times New Roman" panose="02020603050405020304" pitchFamily="18" charset="0"/>
              </a:rPr>
              <a:t>toán</a:t>
            </a:r>
            <a:r>
              <a:rPr lang="en-US" altLang="en-US" sz="2400" dirty="0">
                <a:cs typeface="Times New Roman" panose="02020603050405020304" pitchFamily="18" charset="0"/>
              </a:rPr>
              <a:t> </a:t>
            </a:r>
            <a:r>
              <a:rPr lang="en-US" altLang="en-US" sz="2400" dirty="0" err="1">
                <a:cs typeface="Times New Roman" panose="02020603050405020304" pitchFamily="18" charset="0"/>
              </a:rPr>
              <a:t>dưới</a:t>
            </a:r>
            <a:r>
              <a:rPr lang="en-US" altLang="en-US" sz="2400" dirty="0">
                <a:cs typeface="Times New Roman" panose="02020603050405020304" pitchFamily="18" charset="0"/>
              </a:rPr>
              <a:t> </a:t>
            </a:r>
            <a:r>
              <a:rPr lang="en-US" altLang="en-US" sz="2400" dirty="0" err="1">
                <a:cs typeface="Times New Roman" panose="02020603050405020304" pitchFamily="18" charset="0"/>
              </a:rPr>
              <a:t>dạng</a:t>
            </a:r>
            <a:r>
              <a:rPr lang="en-US" altLang="en-US" sz="2400" dirty="0">
                <a:cs typeface="Times New Roman" panose="02020603050405020304" pitchFamily="18" charset="0"/>
              </a:rPr>
              <a:t> </a:t>
            </a:r>
            <a:r>
              <a:rPr lang="en-US" altLang="en-US" sz="2400" dirty="0" err="1">
                <a:cs typeface="Times New Roman" panose="02020603050405020304" pitchFamily="18" charset="0"/>
              </a:rPr>
              <a:t>bài</a:t>
            </a:r>
            <a:r>
              <a:rPr lang="en-US" altLang="en-US" sz="2400" dirty="0">
                <a:cs typeface="Times New Roman" panose="02020603050405020304" pitchFamily="18" charset="0"/>
              </a:rPr>
              <a:t> </a:t>
            </a:r>
            <a:r>
              <a:rPr lang="en-US" altLang="en-US" sz="2400" dirty="0" err="1">
                <a:cs typeface="Times New Roman" panose="02020603050405020304" pitchFamily="18" charset="0"/>
              </a:rPr>
              <a:t>toán</a:t>
            </a:r>
            <a:r>
              <a:rPr lang="en-US" altLang="en-US" sz="2400" dirty="0">
                <a:cs typeface="Times New Roman" panose="02020603050405020304" pitchFamily="18" charset="0"/>
              </a:rPr>
              <a:t> </a:t>
            </a:r>
            <a:r>
              <a:rPr lang="en-US" altLang="en-US" sz="2400" dirty="0" err="1">
                <a:cs typeface="Times New Roman" panose="02020603050405020304" pitchFamily="18" charset="0"/>
              </a:rPr>
              <a:t>cùng</a:t>
            </a:r>
            <a:r>
              <a:rPr lang="en-US" altLang="en-US" sz="2400" dirty="0">
                <a:cs typeface="Times New Roman" panose="02020603050405020304" pitchFamily="18" charset="0"/>
              </a:rPr>
              <a:t> </a:t>
            </a:r>
            <a:r>
              <a:rPr lang="en-US" altLang="en-US" sz="2400" dirty="0" err="1">
                <a:cs typeface="Times New Roman" panose="02020603050405020304" pitchFamily="18" charset="0"/>
              </a:rPr>
              <a:t>loại</a:t>
            </a:r>
            <a:r>
              <a:rPr lang="en-US" altLang="en-US" sz="2400" dirty="0">
                <a:cs typeface="Times New Roman" panose="02020603050405020304" pitchFamily="18" charset="0"/>
              </a:rPr>
              <a:t> </a:t>
            </a:r>
            <a:r>
              <a:rPr lang="en-US" altLang="en-US" sz="2400" dirty="0" err="1">
                <a:cs typeface="Times New Roman" panose="02020603050405020304" pitchFamily="18" charset="0"/>
              </a:rPr>
              <a:t>nhưng</a:t>
            </a:r>
            <a:r>
              <a:rPr lang="en-US" altLang="en-US" sz="2400" dirty="0">
                <a:cs typeface="Times New Roman" panose="02020603050405020304" pitchFamily="18" charset="0"/>
              </a:rPr>
              <a:t> </a:t>
            </a:r>
            <a:r>
              <a:rPr lang="en-US" altLang="en-US" sz="2400" dirty="0" err="1">
                <a:cs typeface="Times New Roman" panose="02020603050405020304" pitchFamily="18" charset="0"/>
              </a:rPr>
              <a:t>nhỏ</a:t>
            </a:r>
            <a:r>
              <a:rPr lang="en-US" altLang="en-US" sz="2400" dirty="0">
                <a:cs typeface="Times New Roman" panose="02020603050405020304" pitchFamily="18" charset="0"/>
              </a:rPr>
              <a:t> </a:t>
            </a:r>
            <a:r>
              <a:rPr lang="en-US" altLang="en-US" sz="2400" dirty="0" err="1">
                <a:cs typeface="Times New Roman" panose="02020603050405020304" pitchFamily="18" charset="0"/>
              </a:rPr>
              <a:t>hơn</a:t>
            </a:r>
            <a:r>
              <a:rPr lang="en-US" altLang="en-US" sz="2400" dirty="0">
                <a:cs typeface="Times New Roman" panose="02020603050405020304" pitchFamily="18" charset="0"/>
              </a:rPr>
              <a:t> </a:t>
            </a:r>
            <a:r>
              <a:rPr lang="en-US" altLang="en-US" sz="2400" dirty="0" err="1">
                <a:cs typeface="Times New Roman" panose="02020603050405020304" pitchFamily="18" charset="0"/>
              </a:rPr>
              <a:t>như</a:t>
            </a:r>
            <a:r>
              <a:rPr lang="en-US" altLang="en-US" sz="2400" dirty="0">
                <a:cs typeface="Times New Roman" panose="02020603050405020304" pitchFamily="18" charset="0"/>
              </a:rPr>
              <a:t> </a:t>
            </a:r>
            <a:r>
              <a:rPr lang="en-US" altLang="en-US" sz="2400" dirty="0" err="1">
                <a:cs typeface="Times New Roman" panose="02020603050405020304" pitchFamily="18" charset="0"/>
              </a:rPr>
              <a:t>thế</a:t>
            </a:r>
            <a:r>
              <a:rPr lang="en-US" altLang="en-US" sz="2400" dirty="0">
                <a:cs typeface="Times New Roman" panose="02020603050405020304" pitchFamily="18" charset="0"/>
              </a:rPr>
              <a:t> </a:t>
            </a:r>
            <a:r>
              <a:rPr lang="en-US" altLang="en-US" sz="2400" dirty="0" err="1">
                <a:cs typeface="Times New Roman" panose="02020603050405020304" pitchFamily="18" charset="0"/>
              </a:rPr>
              <a:t>nào</a:t>
            </a:r>
            <a:r>
              <a:rPr lang="en-US" altLang="en-US" sz="2400" dirty="0">
                <a:cs typeface="Times New Roman" panose="02020603050405020304" pitchFamily="18" charset="0"/>
              </a:rPr>
              <a:t>?</a:t>
            </a:r>
          </a:p>
          <a:p>
            <a:pPr lvl="1">
              <a:spcBef>
                <a:spcPct val="10000"/>
              </a:spcBef>
            </a:pPr>
            <a:r>
              <a:rPr lang="en-US" altLang="en-US" sz="2400" dirty="0" err="1">
                <a:cs typeface="Times New Roman" panose="02020603050405020304" pitchFamily="18" charset="0"/>
              </a:rPr>
              <a:t>Làm</a:t>
            </a:r>
            <a:r>
              <a:rPr lang="en-US" altLang="en-US" sz="2400" dirty="0">
                <a:cs typeface="Times New Roman" panose="02020603050405020304" pitchFamily="18" charset="0"/>
              </a:rPr>
              <a:t> </a:t>
            </a:r>
            <a:r>
              <a:rPr lang="en-US" altLang="en-US" sz="2400" dirty="0" err="1">
                <a:cs typeface="Times New Roman" panose="02020603050405020304" pitchFamily="18" charset="0"/>
              </a:rPr>
              <a:t>thế</a:t>
            </a:r>
            <a:r>
              <a:rPr lang="en-US" altLang="en-US" sz="2400" dirty="0">
                <a:cs typeface="Times New Roman" panose="02020603050405020304" pitchFamily="18" charset="0"/>
              </a:rPr>
              <a:t> </a:t>
            </a:r>
            <a:r>
              <a:rPr lang="en-US" altLang="en-US" sz="2400" dirty="0" err="1">
                <a:cs typeface="Times New Roman" panose="02020603050405020304" pitchFamily="18" charset="0"/>
              </a:rPr>
              <a:t>nào</a:t>
            </a:r>
            <a:r>
              <a:rPr lang="en-US" altLang="en-US" sz="2400" dirty="0">
                <a:cs typeface="Times New Roman" panose="02020603050405020304" pitchFamily="18" charset="0"/>
              </a:rPr>
              <a:t> </a:t>
            </a:r>
            <a:r>
              <a:rPr lang="en-US" altLang="en-US" sz="2400" dirty="0" err="1">
                <a:cs typeface="Times New Roman" panose="02020603050405020304" pitchFamily="18" charset="0"/>
              </a:rPr>
              <a:t>để</a:t>
            </a:r>
            <a:r>
              <a:rPr lang="en-US" altLang="en-US" sz="2400" dirty="0">
                <a:cs typeface="Times New Roman" panose="02020603050405020304" pitchFamily="18" charset="0"/>
              </a:rPr>
              <a:t> </a:t>
            </a:r>
            <a:r>
              <a:rPr lang="en-US" altLang="en-US" sz="2400" dirty="0" err="1">
                <a:cs typeface="Times New Roman" panose="02020603050405020304" pitchFamily="18" charset="0"/>
              </a:rPr>
              <a:t>đảm</a:t>
            </a:r>
            <a:r>
              <a:rPr lang="en-US" altLang="en-US" sz="2400" dirty="0">
                <a:cs typeface="Times New Roman" panose="02020603050405020304" pitchFamily="18" charset="0"/>
              </a:rPr>
              <a:t> </a:t>
            </a:r>
            <a:r>
              <a:rPr lang="en-US" altLang="en-US" sz="2400" dirty="0" err="1">
                <a:cs typeface="Times New Roman" panose="02020603050405020304" pitchFamily="18" charset="0"/>
              </a:rPr>
              <a:t>bảo</a:t>
            </a:r>
            <a:r>
              <a:rPr lang="en-US" altLang="en-US" sz="2400" dirty="0">
                <a:cs typeface="Times New Roman" panose="02020603050405020304" pitchFamily="18" charset="0"/>
              </a:rPr>
              <a:t> </a:t>
            </a:r>
            <a:r>
              <a:rPr lang="en-US" altLang="en-US" sz="2400" dirty="0" err="1">
                <a:cs typeface="Times New Roman" panose="02020603050405020304" pitchFamily="18" charset="0"/>
              </a:rPr>
              <a:t>kích</a:t>
            </a:r>
            <a:r>
              <a:rPr lang="en-US" altLang="en-US" sz="2400" dirty="0">
                <a:cs typeface="Times New Roman" panose="02020603050405020304" pitchFamily="18" charset="0"/>
              </a:rPr>
              <a:t> </a:t>
            </a:r>
            <a:r>
              <a:rPr lang="en-US" altLang="en-US" sz="2400" dirty="0" err="1">
                <a:cs typeface="Times New Roman" panose="02020603050405020304" pitchFamily="18" charset="0"/>
              </a:rPr>
              <a:t>thước</a:t>
            </a:r>
            <a:r>
              <a:rPr lang="en-US" altLang="en-US" sz="2400" dirty="0">
                <a:cs typeface="Times New Roman" panose="02020603050405020304" pitchFamily="18" charset="0"/>
              </a:rPr>
              <a:t> </a:t>
            </a:r>
            <a:r>
              <a:rPr lang="en-US" altLang="en-US" sz="2400" dirty="0" err="1">
                <a:cs typeface="Times New Roman" panose="02020603050405020304" pitchFamily="18" charset="0"/>
              </a:rPr>
              <a:t>bài</a:t>
            </a:r>
            <a:r>
              <a:rPr lang="en-US" altLang="en-US" sz="2400" dirty="0">
                <a:cs typeface="Times New Roman" panose="02020603050405020304" pitchFamily="18" charset="0"/>
              </a:rPr>
              <a:t> </a:t>
            </a:r>
            <a:r>
              <a:rPr lang="en-US" altLang="en-US" sz="2400" dirty="0" err="1">
                <a:cs typeface="Times New Roman" panose="02020603050405020304" pitchFamily="18" charset="0"/>
              </a:rPr>
              <a:t>toán</a:t>
            </a:r>
            <a:r>
              <a:rPr lang="en-US" altLang="en-US" sz="2400" dirty="0">
                <a:cs typeface="Times New Roman" panose="02020603050405020304" pitchFamily="18" charset="0"/>
              </a:rPr>
              <a:t> </a:t>
            </a:r>
            <a:r>
              <a:rPr lang="en-US" altLang="en-US" sz="2400" dirty="0" err="1">
                <a:cs typeface="Times New Roman" panose="02020603050405020304" pitchFamily="18" charset="0"/>
              </a:rPr>
              <a:t>giảm</a:t>
            </a:r>
            <a:r>
              <a:rPr lang="en-US" altLang="en-US" sz="2400" dirty="0">
                <a:cs typeface="Times New Roman" panose="02020603050405020304" pitchFamily="18" charset="0"/>
              </a:rPr>
              <a:t> </a:t>
            </a:r>
            <a:r>
              <a:rPr lang="en-US" altLang="en-US" sz="2400" dirty="0" err="1">
                <a:cs typeface="Times New Roman" panose="02020603050405020304" pitchFamily="18" charset="0"/>
              </a:rPr>
              <a:t>đi</a:t>
            </a:r>
            <a:r>
              <a:rPr lang="en-US" altLang="en-US" sz="2400" dirty="0">
                <a:cs typeface="Times New Roman" panose="02020603050405020304" pitchFamily="18" charset="0"/>
              </a:rPr>
              <a:t> </a:t>
            </a:r>
            <a:r>
              <a:rPr lang="en-US" altLang="en-US" sz="2400" dirty="0" err="1">
                <a:cs typeface="Times New Roman" panose="02020603050405020304" pitchFamily="18" charset="0"/>
              </a:rPr>
              <a:t>sau</a:t>
            </a:r>
            <a:r>
              <a:rPr lang="en-US" altLang="en-US" sz="2400" dirty="0">
                <a:cs typeface="Times New Roman" panose="02020603050405020304" pitchFamily="18" charset="0"/>
              </a:rPr>
              <a:t> </a:t>
            </a:r>
            <a:r>
              <a:rPr lang="en-US" altLang="en-US" sz="2400" dirty="0" err="1">
                <a:cs typeface="Times New Roman" panose="02020603050405020304" pitchFamily="18" charset="0"/>
              </a:rPr>
              <a:t>mỗi</a:t>
            </a:r>
            <a:r>
              <a:rPr lang="en-US" altLang="en-US" sz="2400" dirty="0">
                <a:cs typeface="Times New Roman" panose="02020603050405020304" pitchFamily="18" charset="0"/>
              </a:rPr>
              <a:t> </a:t>
            </a:r>
            <a:r>
              <a:rPr lang="en-US" altLang="en-US" sz="2400" dirty="0" err="1">
                <a:cs typeface="Times New Roman" panose="02020603050405020304" pitchFamily="18" charset="0"/>
              </a:rPr>
              <a:t>lần</a:t>
            </a:r>
            <a:r>
              <a:rPr lang="en-US" altLang="en-US" sz="2400" dirty="0">
                <a:cs typeface="Times New Roman" panose="02020603050405020304" pitchFamily="18" charset="0"/>
              </a:rPr>
              <a:t> </a:t>
            </a:r>
            <a:r>
              <a:rPr lang="en-US" altLang="en-US" sz="2400" dirty="0" err="1">
                <a:cs typeface="Times New Roman" panose="02020603050405020304" pitchFamily="18" charset="0"/>
              </a:rPr>
              <a:t>gọi</a:t>
            </a:r>
            <a:r>
              <a:rPr lang="en-US" altLang="en-US" sz="2400" dirty="0">
                <a:cs typeface="Times New Roman" panose="02020603050405020304" pitchFamily="18" charset="0"/>
              </a:rPr>
              <a:t>?</a:t>
            </a:r>
          </a:p>
          <a:p>
            <a:pPr lvl="1">
              <a:spcBef>
                <a:spcPct val="10000"/>
              </a:spcBef>
            </a:pPr>
            <a:r>
              <a:rPr lang="en-US" altLang="en-US" sz="2400" dirty="0" err="1">
                <a:cs typeface="Times New Roman" panose="02020603050405020304" pitchFamily="18" charset="0"/>
              </a:rPr>
              <a:t>Xem</a:t>
            </a:r>
            <a:r>
              <a:rPr lang="en-US" altLang="en-US" sz="2400" dirty="0">
                <a:cs typeface="Times New Roman" panose="02020603050405020304" pitchFamily="18" charset="0"/>
              </a:rPr>
              <a:t> </a:t>
            </a:r>
            <a:r>
              <a:rPr lang="en-US" altLang="en-US" sz="2400" dirty="0" err="1">
                <a:cs typeface="Times New Roman" panose="02020603050405020304" pitchFamily="18" charset="0"/>
              </a:rPr>
              <a:t>xét</a:t>
            </a:r>
            <a:r>
              <a:rPr lang="en-US" altLang="en-US" sz="2400" dirty="0">
                <a:cs typeface="Times New Roman" panose="02020603050405020304" pitchFamily="18" charset="0"/>
              </a:rPr>
              <a:t> </a:t>
            </a:r>
            <a:r>
              <a:rPr lang="en-US" altLang="en-US" sz="2400" dirty="0" err="1">
                <a:cs typeface="Times New Roman" panose="02020603050405020304" pitchFamily="18" charset="0"/>
              </a:rPr>
              <a:t>và</a:t>
            </a:r>
            <a:r>
              <a:rPr lang="en-US" altLang="en-US" sz="2400" dirty="0">
                <a:cs typeface="Times New Roman" panose="02020603050405020304" pitchFamily="18" charset="0"/>
              </a:rPr>
              <a:t> </a:t>
            </a:r>
            <a:r>
              <a:rPr lang="en-US" altLang="en-US" sz="2400" dirty="0" err="1">
                <a:cs typeface="Times New Roman" panose="02020603050405020304" pitchFamily="18" charset="0"/>
              </a:rPr>
              <a:t>định</a:t>
            </a:r>
            <a:r>
              <a:rPr lang="en-US" altLang="en-US" sz="2400" dirty="0">
                <a:cs typeface="Times New Roman" panose="02020603050405020304" pitchFamily="18" charset="0"/>
              </a:rPr>
              <a:t> </a:t>
            </a:r>
            <a:r>
              <a:rPr lang="en-US" altLang="en-US" sz="2400" dirty="0" err="1">
                <a:cs typeface="Times New Roman" panose="02020603050405020304" pitchFamily="18" charset="0"/>
              </a:rPr>
              <a:t>nghĩa</a:t>
            </a:r>
            <a:r>
              <a:rPr lang="en-US" altLang="en-US" sz="2400" dirty="0">
                <a:cs typeface="Times New Roman" panose="02020603050405020304" pitchFamily="18" charset="0"/>
              </a:rPr>
              <a:t> </a:t>
            </a:r>
            <a:r>
              <a:rPr lang="en-US" altLang="en-US" sz="2400" dirty="0" err="1">
                <a:cs typeface="Times New Roman" panose="02020603050405020304" pitchFamily="18" charset="0"/>
              </a:rPr>
              <a:t>các</a:t>
            </a:r>
            <a:r>
              <a:rPr lang="en-US" altLang="en-US" sz="2400" dirty="0">
                <a:cs typeface="Times New Roman" panose="02020603050405020304" pitchFamily="18" charset="0"/>
              </a:rPr>
              <a:t> </a:t>
            </a:r>
            <a:r>
              <a:rPr lang="en-US" altLang="en-US" sz="2400" dirty="0" err="1">
                <a:cs typeface="Times New Roman" panose="02020603050405020304" pitchFamily="18" charset="0"/>
              </a:rPr>
              <a:t>trường</a:t>
            </a:r>
            <a:r>
              <a:rPr lang="en-US" altLang="en-US" sz="2400" dirty="0">
                <a:cs typeface="Times New Roman" panose="02020603050405020304" pitchFamily="18" charset="0"/>
              </a:rPr>
              <a:t> </a:t>
            </a:r>
            <a:r>
              <a:rPr lang="en-US" altLang="en-US" sz="2400" dirty="0" err="1">
                <a:cs typeface="Times New Roman" panose="02020603050405020304" pitchFamily="18" charset="0"/>
              </a:rPr>
              <a:t>hợp</a:t>
            </a:r>
            <a:r>
              <a:rPr lang="en-US" altLang="en-US" sz="2400" dirty="0">
                <a:cs typeface="Times New Roman" panose="02020603050405020304" pitchFamily="18" charset="0"/>
              </a:rPr>
              <a:t> </a:t>
            </a:r>
            <a:r>
              <a:rPr lang="en-US" altLang="en-US" sz="2400" dirty="0" err="1">
                <a:cs typeface="Times New Roman" panose="02020603050405020304" pitchFamily="18" charset="0"/>
              </a:rPr>
              <a:t>đặc</a:t>
            </a:r>
            <a:r>
              <a:rPr lang="en-US" altLang="en-US" sz="2400" dirty="0">
                <a:cs typeface="Times New Roman" panose="02020603050405020304" pitchFamily="18" charset="0"/>
              </a:rPr>
              <a:t> </a:t>
            </a:r>
            <a:r>
              <a:rPr lang="en-US" altLang="en-US" sz="2400" dirty="0" err="1">
                <a:cs typeface="Times New Roman" panose="02020603050405020304" pitchFamily="18" charset="0"/>
              </a:rPr>
              <a:t>biệt</a:t>
            </a:r>
            <a:r>
              <a:rPr lang="en-US" altLang="en-US" sz="2400" dirty="0">
                <a:cs typeface="Times New Roman" panose="02020603050405020304" pitchFamily="18" charset="0"/>
              </a:rPr>
              <a:t> (</a:t>
            </a:r>
            <a:r>
              <a:rPr lang="en-US" altLang="en-US" sz="2400" dirty="0" err="1">
                <a:cs typeface="Times New Roman" panose="02020603050405020304" pitchFamily="18" charset="0"/>
              </a:rPr>
              <a:t>trường</a:t>
            </a:r>
            <a:r>
              <a:rPr lang="en-US" altLang="en-US" sz="2400" dirty="0">
                <a:cs typeface="Times New Roman" panose="02020603050405020304" pitchFamily="18" charset="0"/>
              </a:rPr>
              <a:t> </a:t>
            </a:r>
            <a:r>
              <a:rPr lang="en-US" altLang="en-US" sz="2400" dirty="0" err="1">
                <a:cs typeface="Times New Roman" panose="02020603050405020304" pitchFamily="18" charset="0"/>
              </a:rPr>
              <a:t>hợp</a:t>
            </a:r>
            <a:r>
              <a:rPr lang="en-US" altLang="en-US" sz="2400" dirty="0">
                <a:cs typeface="Times New Roman" panose="02020603050405020304" pitchFamily="18" charset="0"/>
              </a:rPr>
              <a:t> </a:t>
            </a:r>
            <a:r>
              <a:rPr lang="en-US" altLang="en-US" sz="2400" dirty="0" err="1">
                <a:cs typeface="Times New Roman" panose="02020603050405020304" pitchFamily="18" charset="0"/>
              </a:rPr>
              <a:t>suy</a:t>
            </a:r>
            <a:r>
              <a:rPr lang="en-US" altLang="en-US" sz="2400" dirty="0">
                <a:cs typeface="Times New Roman" panose="02020603050405020304" pitchFamily="18" charset="0"/>
              </a:rPr>
              <a:t> </a:t>
            </a:r>
            <a:r>
              <a:rPr lang="en-US" altLang="en-US" sz="2400" dirty="0" err="1">
                <a:cs typeface="Times New Roman" panose="02020603050405020304" pitchFamily="18" charset="0"/>
              </a:rPr>
              <a:t>biến</a:t>
            </a:r>
            <a:r>
              <a:rPr lang="en-US" altLang="en-US" sz="2400" dirty="0">
                <a:cs typeface="Times New Roman" panose="02020603050405020304" pitchFamily="18" charset="0"/>
              </a:rPr>
              <a:t>) </a:t>
            </a:r>
            <a:r>
              <a:rPr lang="en-US" altLang="en-US" sz="2400" dirty="0" err="1">
                <a:cs typeface="Times New Roman" panose="02020603050405020304" pitchFamily="18" charset="0"/>
              </a:rPr>
              <a:t>như</a:t>
            </a:r>
            <a:r>
              <a:rPr lang="en-US" altLang="en-US" sz="2400" dirty="0">
                <a:cs typeface="Times New Roman" panose="02020603050405020304" pitchFamily="18" charset="0"/>
              </a:rPr>
              <a:t> </a:t>
            </a:r>
            <a:r>
              <a:rPr lang="en-US" altLang="en-US" sz="2400" dirty="0" err="1">
                <a:cs typeface="Times New Roman" panose="02020603050405020304" pitchFamily="18" charset="0"/>
              </a:rPr>
              <a:t>thế</a:t>
            </a:r>
            <a:r>
              <a:rPr lang="en-US" altLang="en-US" sz="2400" dirty="0">
                <a:cs typeface="Times New Roman" panose="02020603050405020304" pitchFamily="18" charset="0"/>
              </a:rPr>
              <a:t> </a:t>
            </a:r>
            <a:r>
              <a:rPr lang="en-US" altLang="en-US" sz="2400" dirty="0" err="1">
                <a:cs typeface="Times New Roman" panose="02020603050405020304" pitchFamily="18" charset="0"/>
              </a:rPr>
              <a:t>nào</a:t>
            </a:r>
            <a:r>
              <a:rPr lang="en-US" altLang="en-US" sz="2400" dirty="0">
                <a:cs typeface="Times New Roman" panose="02020603050405020304" pitchFamily="18" charset="0"/>
              </a:rPr>
              <a:t>?</a:t>
            </a:r>
          </a:p>
          <a:p>
            <a:pPr marL="0" indent="0">
              <a:buNone/>
            </a:pPr>
            <a:endParaRPr lang="en-US" sz="2400" dirty="0"/>
          </a:p>
        </p:txBody>
      </p:sp>
    </p:spTree>
    <p:extLst>
      <p:ext uri="{BB962C8B-B14F-4D97-AF65-F5344CB8AC3E}">
        <p14:creationId xmlns:p14="http://schemas.microsoft.com/office/powerpoint/2010/main" val="144391763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Slide Number Placeholder 4">
            <a:extLst>
              <a:ext uri="{FF2B5EF4-FFF2-40B4-BE49-F238E27FC236}">
                <a16:creationId xmlns:a16="http://schemas.microsoft.com/office/drawing/2014/main" id="{F414D527-783B-454F-9B5C-5DAF2C48E3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569B34A-ABC0-5D42-BFDE-C7EFA3A1A294}" type="slidenum">
              <a:rPr lang="en-US" altLang="en-US" sz="1400" smtClean="0"/>
              <a:pPr>
                <a:spcBef>
                  <a:spcPct val="0"/>
                </a:spcBef>
                <a:buFontTx/>
                <a:buNone/>
              </a:pPr>
              <a:t>88</a:t>
            </a:fld>
            <a:endParaRPr lang="en-US" altLang="en-US" sz="1400"/>
          </a:p>
        </p:txBody>
      </p:sp>
      <p:sp>
        <p:nvSpPr>
          <p:cNvPr id="25605" name="Rectangle 3">
            <a:extLst>
              <a:ext uri="{FF2B5EF4-FFF2-40B4-BE49-F238E27FC236}">
                <a16:creationId xmlns:a16="http://schemas.microsoft.com/office/drawing/2014/main" id="{B642B962-D730-5C41-9E29-2134D84EC23D}"/>
              </a:ext>
            </a:extLst>
          </p:cNvPr>
          <p:cNvSpPr>
            <a:spLocks noGrp="1" noChangeArrowheads="1"/>
          </p:cNvSpPr>
          <p:nvPr>
            <p:ph type="title"/>
          </p:nvPr>
        </p:nvSpPr>
        <p:spPr>
          <a:noFill/>
        </p:spPr>
        <p:txBody>
          <a:bodyPr>
            <a:normAutofit fontScale="90000"/>
          </a:bodyPr>
          <a:lstStyle/>
          <a:p>
            <a:pPr eaLnBrk="1" hangingPunct="1"/>
            <a:r>
              <a:rPr lang="en-US" altLang="en-US">
                <a:cs typeface="Times New Roman" panose="02020603050405020304" pitchFamily="18" charset="0"/>
              </a:rPr>
              <a:t>Sự khử đệ quy</a:t>
            </a:r>
          </a:p>
        </p:txBody>
      </p:sp>
      <p:sp>
        <p:nvSpPr>
          <p:cNvPr id="25604" name="Rectangle 2">
            <a:extLst>
              <a:ext uri="{FF2B5EF4-FFF2-40B4-BE49-F238E27FC236}">
                <a16:creationId xmlns:a16="http://schemas.microsoft.com/office/drawing/2014/main" id="{3B04D2F0-F34E-804D-B029-E597CFF7C44A}"/>
              </a:ext>
            </a:extLst>
          </p:cNvPr>
          <p:cNvSpPr>
            <a:spLocks noGrp="1" noChangeArrowheads="1"/>
          </p:cNvSpPr>
          <p:nvPr>
            <p:ph sz="quarter" idx="13"/>
          </p:nvPr>
        </p:nvSpPr>
        <p:spPr>
          <a:noFill/>
        </p:spPr>
        <p:txBody>
          <a:bodyPr>
            <a:normAutofit/>
          </a:bodyPr>
          <a:lstStyle/>
          <a:p>
            <a:pPr eaLnBrk="1" hangingPunct="1">
              <a:lnSpc>
                <a:spcPct val="90000"/>
              </a:lnSpc>
              <a:spcBef>
                <a:spcPct val="10000"/>
              </a:spcBef>
            </a:pPr>
            <a:r>
              <a:rPr lang="en-US" altLang="en-US">
                <a:cs typeface="Times New Roman" panose="02020603050405020304" pitchFamily="18" charset="0"/>
              </a:rPr>
              <a:t>Khái niệm</a:t>
            </a:r>
          </a:p>
          <a:p>
            <a:pPr lvl="1" eaLnBrk="1" hangingPunct="1">
              <a:lnSpc>
                <a:spcPct val="90000"/>
              </a:lnSpc>
              <a:spcBef>
                <a:spcPct val="10000"/>
              </a:spcBef>
            </a:pPr>
            <a:r>
              <a:rPr lang="en-US" altLang="en-US">
                <a:cs typeface="Times New Roman" panose="02020603050405020304" pitchFamily="18" charset="0"/>
              </a:rPr>
              <a:t>Khi thay các giải thuật đệ quy bằng các giải thuật không tự gọi chúng, ta gọi đó là </a:t>
            </a:r>
            <a:r>
              <a:rPr lang="en-US" altLang="en-US" b="1" i="1">
                <a:cs typeface="Times New Roman" panose="02020603050405020304" pitchFamily="18" charset="0"/>
              </a:rPr>
              <a:t>sự khử đệ quy</a:t>
            </a:r>
          </a:p>
          <a:p>
            <a:pPr lvl="1" eaLnBrk="1" hangingPunct="1">
              <a:lnSpc>
                <a:spcPct val="90000"/>
              </a:lnSpc>
              <a:spcBef>
                <a:spcPct val="10000"/>
              </a:spcBef>
            </a:pPr>
            <a:r>
              <a:rPr lang="en-US" altLang="en-US">
                <a:cs typeface="Times New Roman" panose="02020603050405020304" pitchFamily="18" charset="0"/>
              </a:rPr>
              <a:t>Sự khử đệ quy thông qua các vòng lặp (for, while) và phân nhánh (if...then...else)</a:t>
            </a:r>
          </a:p>
          <a:p>
            <a:pPr lvl="1" eaLnBrk="1" hangingPunct="1">
              <a:lnSpc>
                <a:spcPct val="90000"/>
              </a:lnSpc>
              <a:spcBef>
                <a:spcPct val="10000"/>
              </a:spcBef>
            </a:pPr>
            <a:r>
              <a:rPr lang="en-US" altLang="en-US">
                <a:cs typeface="Times New Roman" panose="02020603050405020304" pitchFamily="18" charset="0"/>
              </a:rPr>
              <a:t>Ví dụ 1: </a:t>
            </a:r>
          </a:p>
        </p:txBody>
      </p:sp>
      <p:sp>
        <p:nvSpPr>
          <p:cNvPr id="25606" name="Text Box 4">
            <a:extLst>
              <a:ext uri="{FF2B5EF4-FFF2-40B4-BE49-F238E27FC236}">
                <a16:creationId xmlns:a16="http://schemas.microsoft.com/office/drawing/2014/main" id="{9E1D8C76-73EF-254D-B86E-1A5F7DC9FFF7}"/>
              </a:ext>
            </a:extLst>
          </p:cNvPr>
          <p:cNvSpPr txBox="1">
            <a:spLocks noChangeArrowheads="1"/>
          </p:cNvSpPr>
          <p:nvPr/>
        </p:nvSpPr>
        <p:spPr bwMode="auto">
          <a:xfrm>
            <a:off x="762000" y="3175000"/>
            <a:ext cx="3886200" cy="1320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i="1"/>
              <a:t>int Fact</a:t>
            </a:r>
            <a:r>
              <a:rPr lang="en-US" altLang="en-US" sz="2000" i="1"/>
              <a:t> </a:t>
            </a:r>
            <a:r>
              <a:rPr lang="en-US" altLang="en-US" sz="2000" b="1" i="1"/>
              <a:t>(int n)</a:t>
            </a:r>
            <a:r>
              <a:rPr lang="en-US" altLang="en-US" sz="2000" i="1"/>
              <a:t>{</a:t>
            </a:r>
          </a:p>
          <a:p>
            <a:pPr eaLnBrk="1" hangingPunct="1">
              <a:spcBef>
                <a:spcPct val="0"/>
              </a:spcBef>
              <a:buFontTx/>
              <a:buNone/>
            </a:pPr>
            <a:r>
              <a:rPr lang="en-US" altLang="en-US" sz="2000" i="1"/>
              <a:t>	if  (n &lt;= 1) return 1;</a:t>
            </a:r>
          </a:p>
          <a:p>
            <a:pPr eaLnBrk="1" hangingPunct="1">
              <a:spcBef>
                <a:spcPct val="0"/>
              </a:spcBef>
              <a:buFontTx/>
              <a:buNone/>
            </a:pPr>
            <a:r>
              <a:rPr lang="en-US" altLang="en-US" sz="2000" i="1"/>
              <a:t>	else return n * Fact (n-1);</a:t>
            </a:r>
          </a:p>
          <a:p>
            <a:pPr eaLnBrk="1" hangingPunct="1">
              <a:spcBef>
                <a:spcPct val="0"/>
              </a:spcBef>
              <a:buFontTx/>
              <a:buNone/>
            </a:pPr>
            <a:r>
              <a:rPr lang="en-US" altLang="en-US" sz="2000" i="1"/>
              <a:t>}</a:t>
            </a:r>
          </a:p>
        </p:txBody>
      </p:sp>
      <p:sp>
        <p:nvSpPr>
          <p:cNvPr id="25607" name="Text Box 6">
            <a:extLst>
              <a:ext uri="{FF2B5EF4-FFF2-40B4-BE49-F238E27FC236}">
                <a16:creationId xmlns:a16="http://schemas.microsoft.com/office/drawing/2014/main" id="{E60F81BD-25BE-D141-9FC2-D4E585F4CD69}"/>
              </a:ext>
            </a:extLst>
          </p:cNvPr>
          <p:cNvSpPr txBox="1">
            <a:spLocks noChangeArrowheads="1"/>
          </p:cNvSpPr>
          <p:nvPr/>
        </p:nvSpPr>
        <p:spPr bwMode="auto">
          <a:xfrm>
            <a:off x="4800600" y="3175000"/>
            <a:ext cx="3962400" cy="2540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i="1"/>
              <a:t>int Fact</a:t>
            </a:r>
            <a:r>
              <a:rPr lang="en-US" altLang="en-US" sz="2000" i="1"/>
              <a:t> </a:t>
            </a:r>
            <a:r>
              <a:rPr lang="en-US" altLang="en-US" sz="2000" b="1" i="1"/>
              <a:t>(int n)</a:t>
            </a:r>
            <a:r>
              <a:rPr lang="en-US" altLang="en-US" sz="2000" i="1"/>
              <a:t>{</a:t>
            </a:r>
          </a:p>
          <a:p>
            <a:pPr eaLnBrk="1" hangingPunct="1">
              <a:spcBef>
                <a:spcPct val="0"/>
              </a:spcBef>
              <a:buFontTx/>
              <a:buNone/>
            </a:pPr>
            <a:r>
              <a:rPr lang="en-US" altLang="en-US" sz="2000" i="1"/>
              <a:t>    if  (n &lt;= 1) return 1;</a:t>
            </a:r>
          </a:p>
          <a:p>
            <a:pPr eaLnBrk="1" hangingPunct="1">
              <a:spcBef>
                <a:spcPct val="0"/>
              </a:spcBef>
              <a:buFontTx/>
              <a:buNone/>
            </a:pPr>
            <a:r>
              <a:rPr lang="en-US" altLang="en-US" sz="2000" i="1"/>
              <a:t>    else {</a:t>
            </a:r>
          </a:p>
          <a:p>
            <a:pPr eaLnBrk="1" hangingPunct="1">
              <a:spcBef>
                <a:spcPct val="0"/>
              </a:spcBef>
              <a:buFontTx/>
              <a:buNone/>
            </a:pPr>
            <a:r>
              <a:rPr lang="en-US" altLang="en-US" sz="2000" i="1"/>
              <a:t>        int x=1;</a:t>
            </a:r>
          </a:p>
          <a:p>
            <a:pPr eaLnBrk="1" hangingPunct="1">
              <a:spcBef>
                <a:spcPct val="0"/>
              </a:spcBef>
              <a:buFontTx/>
              <a:buNone/>
            </a:pPr>
            <a:r>
              <a:rPr lang="en-US" altLang="en-US" sz="2000" i="1"/>
              <a:t>        for (int i=2;i&lt;=n;i++) x*=i;</a:t>
            </a:r>
          </a:p>
          <a:p>
            <a:pPr eaLnBrk="1" hangingPunct="1">
              <a:spcBef>
                <a:spcPct val="0"/>
              </a:spcBef>
              <a:buFontTx/>
              <a:buNone/>
            </a:pPr>
            <a:r>
              <a:rPr lang="en-US" altLang="en-US" sz="2000" i="1"/>
              <a:t>        return x;</a:t>
            </a:r>
          </a:p>
          <a:p>
            <a:pPr eaLnBrk="1" hangingPunct="1">
              <a:spcBef>
                <a:spcPct val="0"/>
              </a:spcBef>
              <a:buFontTx/>
              <a:buNone/>
            </a:pPr>
            <a:r>
              <a:rPr lang="en-US" altLang="en-US" sz="2000" i="1"/>
              <a:t>    }</a:t>
            </a:r>
          </a:p>
          <a:p>
            <a:pPr eaLnBrk="1" hangingPunct="1">
              <a:spcBef>
                <a:spcPct val="0"/>
              </a:spcBef>
              <a:buFontTx/>
              <a:buNone/>
            </a:pPr>
            <a:r>
              <a:rPr lang="en-US" altLang="en-US" sz="2000" i="1"/>
              <a:t>}</a:t>
            </a:r>
          </a:p>
        </p:txBody>
      </p:sp>
    </p:spTree>
    <p:extLst>
      <p:ext uri="{BB962C8B-B14F-4D97-AF65-F5344CB8AC3E}">
        <p14:creationId xmlns:p14="http://schemas.microsoft.com/office/powerpoint/2010/main" val="205684571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Slide Number Placeholder 4">
            <a:extLst>
              <a:ext uri="{FF2B5EF4-FFF2-40B4-BE49-F238E27FC236}">
                <a16:creationId xmlns:a16="http://schemas.microsoft.com/office/drawing/2014/main" id="{C06C6730-761D-9D47-9019-ACE90529D54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8EA0DA1-9DBE-024B-BD1F-08BF2962E692}" type="slidenum">
              <a:rPr lang="en-US" altLang="en-US" sz="1400" smtClean="0"/>
              <a:pPr>
                <a:spcBef>
                  <a:spcPct val="0"/>
                </a:spcBef>
                <a:buFontTx/>
                <a:buNone/>
              </a:pPr>
              <a:t>89</a:t>
            </a:fld>
            <a:endParaRPr lang="en-US" altLang="en-US" sz="1400"/>
          </a:p>
        </p:txBody>
      </p:sp>
      <p:sp>
        <p:nvSpPr>
          <p:cNvPr id="26629" name="Rectangle 3">
            <a:extLst>
              <a:ext uri="{FF2B5EF4-FFF2-40B4-BE49-F238E27FC236}">
                <a16:creationId xmlns:a16="http://schemas.microsoft.com/office/drawing/2014/main" id="{B9DCE315-648F-224F-B948-D19DE1F23DFD}"/>
              </a:ext>
            </a:extLst>
          </p:cNvPr>
          <p:cNvSpPr>
            <a:spLocks noGrp="1" noChangeArrowheads="1"/>
          </p:cNvSpPr>
          <p:nvPr>
            <p:ph type="title"/>
          </p:nvPr>
        </p:nvSpPr>
        <p:spPr>
          <a:noFill/>
        </p:spPr>
        <p:txBody>
          <a:bodyPr>
            <a:normAutofit fontScale="90000"/>
          </a:bodyPr>
          <a:lstStyle/>
          <a:p>
            <a:pPr eaLnBrk="1" hangingPunct="1"/>
            <a:r>
              <a:rPr lang="en-US" altLang="en-US">
                <a:cs typeface="Times New Roman" panose="02020603050405020304" pitchFamily="18" charset="0"/>
              </a:rPr>
              <a:t>Sự khử đệ quy</a:t>
            </a:r>
          </a:p>
        </p:txBody>
      </p:sp>
      <p:sp>
        <p:nvSpPr>
          <p:cNvPr id="26628" name="Rectangle 2">
            <a:extLst>
              <a:ext uri="{FF2B5EF4-FFF2-40B4-BE49-F238E27FC236}">
                <a16:creationId xmlns:a16="http://schemas.microsoft.com/office/drawing/2014/main" id="{86A9720C-4B10-BF42-831F-D119CE81201E}"/>
              </a:ext>
            </a:extLst>
          </p:cNvPr>
          <p:cNvSpPr>
            <a:spLocks noGrp="1" noChangeArrowheads="1"/>
          </p:cNvSpPr>
          <p:nvPr>
            <p:ph sz="quarter" idx="13"/>
          </p:nvPr>
        </p:nvSpPr>
        <p:spPr>
          <a:noFill/>
        </p:spPr>
        <p:txBody>
          <a:bodyPr/>
          <a:lstStyle/>
          <a:p>
            <a:pPr eaLnBrk="1" hangingPunct="1">
              <a:spcBef>
                <a:spcPct val="10000"/>
              </a:spcBef>
            </a:pPr>
            <a:r>
              <a:rPr lang="en-US" altLang="en-US">
                <a:cs typeface="Times New Roman" panose="02020603050405020304" pitchFamily="18" charset="0"/>
              </a:rPr>
              <a:t>Ví dụ 2: </a:t>
            </a:r>
          </a:p>
        </p:txBody>
      </p:sp>
      <p:sp>
        <p:nvSpPr>
          <p:cNvPr id="26630" name="Text Box 5">
            <a:extLst>
              <a:ext uri="{FF2B5EF4-FFF2-40B4-BE49-F238E27FC236}">
                <a16:creationId xmlns:a16="http://schemas.microsoft.com/office/drawing/2014/main" id="{A71DFB3D-1ADB-1843-9198-F23018DC399E}"/>
              </a:ext>
            </a:extLst>
          </p:cNvPr>
          <p:cNvSpPr txBox="1">
            <a:spLocks noChangeArrowheads="1"/>
          </p:cNvSpPr>
          <p:nvPr/>
        </p:nvSpPr>
        <p:spPr bwMode="auto">
          <a:xfrm>
            <a:off x="533400" y="1676400"/>
            <a:ext cx="4252913" cy="1625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i="1"/>
              <a:t>int Fibo1</a:t>
            </a:r>
            <a:r>
              <a:rPr lang="en-US" altLang="en-US" sz="2000"/>
              <a:t> (int n){</a:t>
            </a:r>
          </a:p>
          <a:p>
            <a:pPr eaLnBrk="1" hangingPunct="1">
              <a:spcBef>
                <a:spcPct val="0"/>
              </a:spcBef>
              <a:buFontTx/>
              <a:buNone/>
            </a:pPr>
            <a:r>
              <a:rPr lang="en-US" altLang="en-US" sz="2000"/>
              <a:t>    </a:t>
            </a:r>
            <a:r>
              <a:rPr lang="en-US" altLang="en-US" sz="2000" b="1" i="1"/>
              <a:t>if</a:t>
            </a:r>
            <a:r>
              <a:rPr lang="en-US" altLang="en-US" sz="2000"/>
              <a:t> (n &lt;= 2) </a:t>
            </a:r>
            <a:r>
              <a:rPr lang="en-US" altLang="en-US" sz="2000" b="1" i="1"/>
              <a:t>return</a:t>
            </a:r>
            <a:r>
              <a:rPr lang="en-US" altLang="en-US" sz="2000"/>
              <a:t> 1;</a:t>
            </a:r>
          </a:p>
          <a:p>
            <a:pPr eaLnBrk="1" hangingPunct="1">
              <a:spcBef>
                <a:spcPct val="0"/>
              </a:spcBef>
              <a:buFontTx/>
              <a:buNone/>
            </a:pPr>
            <a:r>
              <a:rPr lang="en-US" altLang="en-US" sz="2000" b="1" i="1"/>
              <a:t>    else</a:t>
            </a:r>
            <a:r>
              <a:rPr lang="en-US" altLang="en-US" sz="2000"/>
              <a:t> </a:t>
            </a:r>
          </a:p>
          <a:p>
            <a:pPr eaLnBrk="1" hangingPunct="1">
              <a:spcBef>
                <a:spcPct val="0"/>
              </a:spcBef>
              <a:buFontTx/>
              <a:buNone/>
            </a:pPr>
            <a:r>
              <a:rPr lang="en-US" altLang="en-US" sz="2000"/>
              <a:t>       </a:t>
            </a:r>
            <a:r>
              <a:rPr lang="en-US" altLang="en-US" sz="2000" b="1" i="1"/>
              <a:t>return</a:t>
            </a:r>
            <a:r>
              <a:rPr lang="en-US" altLang="en-US" sz="2000"/>
              <a:t> (</a:t>
            </a:r>
            <a:r>
              <a:rPr lang="en-US" altLang="en-US" sz="2000" b="1" i="1"/>
              <a:t>Fibo1</a:t>
            </a:r>
            <a:r>
              <a:rPr lang="en-US" altLang="en-US" sz="2000"/>
              <a:t> (n-1) + </a:t>
            </a:r>
            <a:r>
              <a:rPr lang="en-US" altLang="en-US" sz="2000" b="1" i="1"/>
              <a:t>Fibo1</a:t>
            </a:r>
            <a:r>
              <a:rPr lang="en-US" altLang="en-US" sz="2000"/>
              <a:t> (n-2));</a:t>
            </a:r>
          </a:p>
          <a:p>
            <a:pPr eaLnBrk="1" hangingPunct="1">
              <a:spcBef>
                <a:spcPct val="0"/>
              </a:spcBef>
              <a:buFontTx/>
              <a:buNone/>
            </a:pPr>
            <a:r>
              <a:rPr lang="en-US" altLang="en-US" sz="2000"/>
              <a:t>}</a:t>
            </a:r>
          </a:p>
        </p:txBody>
      </p:sp>
      <p:sp>
        <p:nvSpPr>
          <p:cNvPr id="26631" name="Text Box 6">
            <a:extLst>
              <a:ext uri="{FF2B5EF4-FFF2-40B4-BE49-F238E27FC236}">
                <a16:creationId xmlns:a16="http://schemas.microsoft.com/office/drawing/2014/main" id="{2F59A5D4-B985-5A48-94E0-AD54000285C7}"/>
              </a:ext>
            </a:extLst>
          </p:cNvPr>
          <p:cNvSpPr txBox="1">
            <a:spLocks noChangeArrowheads="1"/>
          </p:cNvSpPr>
          <p:nvPr/>
        </p:nvSpPr>
        <p:spPr bwMode="auto">
          <a:xfrm>
            <a:off x="5257800" y="1676400"/>
            <a:ext cx="3076575" cy="38195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i="1"/>
              <a:t>int  Fibo2</a:t>
            </a:r>
            <a:r>
              <a:rPr lang="en-US" altLang="en-US" sz="2000"/>
              <a:t> (int n) {</a:t>
            </a:r>
          </a:p>
          <a:p>
            <a:pPr eaLnBrk="1" hangingPunct="1">
              <a:spcBef>
                <a:spcPct val="0"/>
              </a:spcBef>
              <a:buFontTx/>
              <a:buNone/>
            </a:pPr>
            <a:r>
              <a:rPr lang="en-US" altLang="en-US" sz="2000"/>
              <a:t>    int </a:t>
            </a:r>
            <a:r>
              <a:rPr lang="en-US" altLang="en-US" sz="2400"/>
              <a:t>i, f, f1, f2</a:t>
            </a:r>
            <a:r>
              <a:rPr lang="en-US" altLang="en-US" sz="2000"/>
              <a:t>;</a:t>
            </a:r>
          </a:p>
          <a:p>
            <a:pPr eaLnBrk="1" hangingPunct="1">
              <a:spcBef>
                <a:spcPct val="0"/>
              </a:spcBef>
              <a:buFontTx/>
              <a:buNone/>
            </a:pPr>
            <a:r>
              <a:rPr lang="en-US" altLang="en-US" sz="2000"/>
              <a:t>    f1 = 1 ;</a:t>
            </a:r>
          </a:p>
          <a:p>
            <a:pPr eaLnBrk="1" hangingPunct="1">
              <a:spcBef>
                <a:spcPct val="0"/>
              </a:spcBef>
              <a:buFontTx/>
              <a:buNone/>
            </a:pPr>
            <a:r>
              <a:rPr lang="en-US" altLang="en-US" sz="2000"/>
              <a:t>    f2 = 1 ; </a:t>
            </a:r>
          </a:p>
          <a:p>
            <a:pPr eaLnBrk="1" hangingPunct="1">
              <a:spcBef>
                <a:spcPct val="0"/>
              </a:spcBef>
              <a:buFontTx/>
              <a:buNone/>
            </a:pPr>
            <a:r>
              <a:rPr lang="en-US" altLang="en-US" sz="2000"/>
              <a:t>    </a:t>
            </a:r>
            <a:r>
              <a:rPr lang="en-US" altLang="en-US" sz="2000" b="1" i="1"/>
              <a:t>if</a:t>
            </a:r>
            <a:r>
              <a:rPr lang="en-US" altLang="en-US" sz="2000"/>
              <a:t>  (n &lt;= 2)  f = 1;</a:t>
            </a:r>
          </a:p>
          <a:p>
            <a:pPr eaLnBrk="1" hangingPunct="1">
              <a:spcBef>
                <a:spcPct val="0"/>
              </a:spcBef>
              <a:buFontTx/>
              <a:buNone/>
            </a:pPr>
            <a:r>
              <a:rPr lang="en-US" altLang="en-US" sz="2000" b="1" i="1"/>
              <a:t>    else</a:t>
            </a:r>
            <a:r>
              <a:rPr lang="en-US" altLang="en-US" sz="2000"/>
              <a:t> </a:t>
            </a:r>
            <a:r>
              <a:rPr lang="en-US" altLang="en-US" sz="2000" b="1" i="1"/>
              <a:t>for</a:t>
            </a:r>
            <a:r>
              <a:rPr lang="en-US" altLang="en-US" sz="2000"/>
              <a:t> (i = 3;i&lt;=n;i++){ </a:t>
            </a:r>
          </a:p>
          <a:p>
            <a:pPr eaLnBrk="1" hangingPunct="1">
              <a:spcBef>
                <a:spcPct val="0"/>
              </a:spcBef>
              <a:buFontTx/>
              <a:buNone/>
            </a:pPr>
            <a:r>
              <a:rPr lang="en-US" altLang="en-US" sz="2000"/>
              <a:t>	f = f1 + f2;</a:t>
            </a:r>
          </a:p>
          <a:p>
            <a:pPr eaLnBrk="1" hangingPunct="1">
              <a:spcBef>
                <a:spcPct val="0"/>
              </a:spcBef>
              <a:buFontTx/>
              <a:buNone/>
            </a:pPr>
            <a:r>
              <a:rPr lang="en-US" altLang="en-US" sz="2000"/>
              <a:t>	f1 = f2;</a:t>
            </a:r>
          </a:p>
          <a:p>
            <a:pPr eaLnBrk="1" hangingPunct="1">
              <a:spcBef>
                <a:spcPct val="0"/>
              </a:spcBef>
              <a:buFontTx/>
              <a:buNone/>
            </a:pPr>
            <a:r>
              <a:rPr lang="en-US" altLang="en-US" sz="2000"/>
              <a:t>	f2 = f;</a:t>
            </a:r>
          </a:p>
          <a:p>
            <a:pPr eaLnBrk="1" hangingPunct="1">
              <a:spcBef>
                <a:spcPct val="0"/>
              </a:spcBef>
              <a:buFontTx/>
              <a:buNone/>
            </a:pPr>
            <a:r>
              <a:rPr lang="en-US" altLang="en-US" sz="2000"/>
              <a:t>    }</a:t>
            </a:r>
          </a:p>
          <a:p>
            <a:pPr eaLnBrk="1" hangingPunct="1">
              <a:spcBef>
                <a:spcPct val="0"/>
              </a:spcBef>
              <a:buFontTx/>
              <a:buNone/>
            </a:pPr>
            <a:r>
              <a:rPr lang="en-US" altLang="en-US" sz="2000"/>
              <a:t>    return f; </a:t>
            </a:r>
          </a:p>
          <a:p>
            <a:pPr eaLnBrk="1" hangingPunct="1">
              <a:spcBef>
                <a:spcPct val="0"/>
              </a:spcBef>
              <a:buFontTx/>
              <a:buNone/>
            </a:pPr>
            <a:r>
              <a:rPr lang="en-US" altLang="en-US" sz="2000" b="1"/>
              <a:t>}</a:t>
            </a:r>
          </a:p>
        </p:txBody>
      </p:sp>
    </p:spTree>
    <p:extLst>
      <p:ext uri="{BB962C8B-B14F-4D97-AF65-F5344CB8AC3E}">
        <p14:creationId xmlns:p14="http://schemas.microsoft.com/office/powerpoint/2010/main" val="58472920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Slide Number Placeholder 4">
            <a:extLst>
              <a:ext uri="{FF2B5EF4-FFF2-40B4-BE49-F238E27FC236}">
                <a16:creationId xmlns:a16="http://schemas.microsoft.com/office/drawing/2014/main" id="{31AD7A23-F1AB-2B4E-942D-FF44034A6BE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977C53A-1454-E042-BAD8-BFF7586FF5DC}" type="slidenum">
              <a:rPr lang="en-US" altLang="en-US" sz="1400" smtClean="0"/>
              <a:pPr>
                <a:spcBef>
                  <a:spcPct val="0"/>
                </a:spcBef>
                <a:buFontTx/>
                <a:buNone/>
              </a:pPr>
              <a:t>90</a:t>
            </a:fld>
            <a:endParaRPr lang="en-US" altLang="en-US" sz="1400"/>
          </a:p>
        </p:txBody>
      </p:sp>
      <p:sp>
        <p:nvSpPr>
          <p:cNvPr id="28677" name="Rectangle 3">
            <a:extLst>
              <a:ext uri="{FF2B5EF4-FFF2-40B4-BE49-F238E27FC236}">
                <a16:creationId xmlns:a16="http://schemas.microsoft.com/office/drawing/2014/main" id="{89CFCB11-7083-C042-8AC5-5150FC71EFC3}"/>
              </a:ext>
            </a:extLst>
          </p:cNvPr>
          <p:cNvSpPr>
            <a:spLocks noGrp="1" noChangeArrowheads="1"/>
          </p:cNvSpPr>
          <p:nvPr>
            <p:ph type="title"/>
          </p:nvPr>
        </p:nvSpPr>
        <p:spPr>
          <a:noFill/>
        </p:spPr>
        <p:txBody>
          <a:bodyPr>
            <a:normAutofit fontScale="90000"/>
          </a:bodyPr>
          <a:lstStyle/>
          <a:p>
            <a:pPr eaLnBrk="1" hangingPunct="1"/>
            <a:r>
              <a:rPr lang="en-US" altLang="en-US">
                <a:cs typeface="Times New Roman" panose="02020603050405020304" pitchFamily="18" charset="0"/>
              </a:rPr>
              <a:t>Các ví dụ minh họa</a:t>
            </a:r>
            <a:r>
              <a:rPr lang="en-US" altLang="en-US"/>
              <a:t> </a:t>
            </a:r>
          </a:p>
        </p:txBody>
      </p:sp>
      <p:sp>
        <p:nvSpPr>
          <p:cNvPr id="28676" name="Rectangle 2">
            <a:extLst>
              <a:ext uri="{FF2B5EF4-FFF2-40B4-BE49-F238E27FC236}">
                <a16:creationId xmlns:a16="http://schemas.microsoft.com/office/drawing/2014/main" id="{7332E43C-F89C-4848-9398-E5BF235D0742}"/>
              </a:ext>
            </a:extLst>
          </p:cNvPr>
          <p:cNvSpPr>
            <a:spLocks noGrp="1" noChangeArrowheads="1"/>
          </p:cNvSpPr>
          <p:nvPr>
            <p:ph sz="quarter" idx="13"/>
          </p:nvPr>
        </p:nvSpPr>
        <p:spPr>
          <a:noFill/>
        </p:spPr>
        <p:txBody>
          <a:bodyPr>
            <a:normAutofit/>
          </a:bodyPr>
          <a:lstStyle/>
          <a:p>
            <a:pPr eaLnBrk="1" hangingPunct="1">
              <a:spcBef>
                <a:spcPct val="10000"/>
              </a:spcBef>
            </a:pPr>
            <a:r>
              <a:rPr lang="en-US" altLang="en-US">
                <a:cs typeface="Times New Roman" panose="02020603050405020304" pitchFamily="18" charset="0"/>
              </a:rPr>
              <a:t>Bài toán Tháp Hà Nội</a:t>
            </a:r>
          </a:p>
          <a:p>
            <a:pPr lvl="1" eaLnBrk="1" hangingPunct="1">
              <a:spcBef>
                <a:spcPct val="10000"/>
              </a:spcBef>
            </a:pPr>
            <a:r>
              <a:rPr lang="en-US" altLang="en-US">
                <a:cs typeface="Times New Roman" panose="02020603050405020304" pitchFamily="18" charset="0"/>
              </a:rPr>
              <a:t>Bài toán: chuyển chồng đĩa từ A sang B</a:t>
            </a:r>
          </a:p>
          <a:p>
            <a:pPr lvl="2" eaLnBrk="1" hangingPunct="1">
              <a:spcBef>
                <a:spcPct val="10000"/>
              </a:spcBef>
            </a:pPr>
            <a:r>
              <a:rPr lang="en-US" altLang="en-US">
                <a:cs typeface="Times New Roman" panose="02020603050405020304" pitchFamily="18" charset="0"/>
              </a:rPr>
              <a:t>Mỗi lần chỉ được chuyển 1đĩa</a:t>
            </a:r>
          </a:p>
          <a:p>
            <a:pPr lvl="2" eaLnBrk="1" hangingPunct="1">
              <a:spcBef>
                <a:spcPct val="10000"/>
              </a:spcBef>
            </a:pPr>
            <a:r>
              <a:rPr lang="en-US" altLang="en-US">
                <a:cs typeface="Times New Roman" panose="02020603050405020304" pitchFamily="18" charset="0"/>
              </a:rPr>
              <a:t>Không được đĩa to trên đĩa nhỏ, dù chỉ tạm thời</a:t>
            </a:r>
          </a:p>
          <a:p>
            <a:pPr lvl="2" eaLnBrk="1" hangingPunct="1">
              <a:spcBef>
                <a:spcPct val="10000"/>
              </a:spcBef>
            </a:pPr>
            <a:r>
              <a:rPr lang="en-US" altLang="en-US">
                <a:cs typeface="Times New Roman" panose="02020603050405020304" pitchFamily="18" charset="0"/>
              </a:rPr>
              <a:t>Được phép chuyển qua một cột trung gian C</a:t>
            </a:r>
          </a:p>
        </p:txBody>
      </p:sp>
      <p:grpSp>
        <p:nvGrpSpPr>
          <p:cNvPr id="28678" name="Group 13">
            <a:extLst>
              <a:ext uri="{FF2B5EF4-FFF2-40B4-BE49-F238E27FC236}">
                <a16:creationId xmlns:a16="http://schemas.microsoft.com/office/drawing/2014/main" id="{C2E5DAE7-E932-E84C-8DAE-60EEEBF54E17}"/>
              </a:ext>
            </a:extLst>
          </p:cNvPr>
          <p:cNvGrpSpPr>
            <a:grpSpLocks/>
          </p:cNvGrpSpPr>
          <p:nvPr/>
        </p:nvGrpSpPr>
        <p:grpSpPr bwMode="auto">
          <a:xfrm>
            <a:off x="914400" y="4724400"/>
            <a:ext cx="2057400" cy="914400"/>
            <a:chOff x="720" y="2976"/>
            <a:chExt cx="1680" cy="576"/>
          </a:xfrm>
        </p:grpSpPr>
        <p:sp>
          <p:nvSpPr>
            <p:cNvPr id="28688" name="Rectangle 4">
              <a:extLst>
                <a:ext uri="{FF2B5EF4-FFF2-40B4-BE49-F238E27FC236}">
                  <a16:creationId xmlns:a16="http://schemas.microsoft.com/office/drawing/2014/main" id="{C9323CAD-0B3C-4D4D-95CF-D60D166A4DB7}"/>
                </a:ext>
              </a:extLst>
            </p:cNvPr>
            <p:cNvSpPr>
              <a:spLocks noChangeArrowheads="1"/>
            </p:cNvSpPr>
            <p:nvPr/>
          </p:nvSpPr>
          <p:spPr bwMode="auto">
            <a:xfrm>
              <a:off x="720" y="3408"/>
              <a:ext cx="1680" cy="14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28689" name="Rectangle 5">
              <a:extLst>
                <a:ext uri="{FF2B5EF4-FFF2-40B4-BE49-F238E27FC236}">
                  <a16:creationId xmlns:a16="http://schemas.microsoft.com/office/drawing/2014/main" id="{11311CFA-F14D-ED4C-8213-31E1395F538E}"/>
                </a:ext>
              </a:extLst>
            </p:cNvPr>
            <p:cNvSpPr>
              <a:spLocks noChangeArrowheads="1"/>
            </p:cNvSpPr>
            <p:nvPr/>
          </p:nvSpPr>
          <p:spPr bwMode="auto">
            <a:xfrm>
              <a:off x="864" y="3264"/>
              <a:ext cx="1392" cy="14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28690" name="Rectangle 6">
              <a:extLst>
                <a:ext uri="{FF2B5EF4-FFF2-40B4-BE49-F238E27FC236}">
                  <a16:creationId xmlns:a16="http://schemas.microsoft.com/office/drawing/2014/main" id="{D22F09C9-BBA8-054B-A4FF-AA2ABFFCB536}"/>
                </a:ext>
              </a:extLst>
            </p:cNvPr>
            <p:cNvSpPr>
              <a:spLocks noChangeArrowheads="1"/>
            </p:cNvSpPr>
            <p:nvPr/>
          </p:nvSpPr>
          <p:spPr bwMode="auto">
            <a:xfrm>
              <a:off x="1008" y="3120"/>
              <a:ext cx="1104" cy="14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28691" name="Rectangle 7">
              <a:extLst>
                <a:ext uri="{FF2B5EF4-FFF2-40B4-BE49-F238E27FC236}">
                  <a16:creationId xmlns:a16="http://schemas.microsoft.com/office/drawing/2014/main" id="{9513ED57-A24A-FF41-90F2-72CE89FB2354}"/>
                </a:ext>
              </a:extLst>
            </p:cNvPr>
            <p:cNvSpPr>
              <a:spLocks noChangeArrowheads="1"/>
            </p:cNvSpPr>
            <p:nvPr/>
          </p:nvSpPr>
          <p:spPr bwMode="auto">
            <a:xfrm>
              <a:off x="1152" y="2976"/>
              <a:ext cx="816" cy="14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grpSp>
      <p:sp>
        <p:nvSpPr>
          <p:cNvPr id="28679" name="Rectangle 9">
            <a:extLst>
              <a:ext uri="{FF2B5EF4-FFF2-40B4-BE49-F238E27FC236}">
                <a16:creationId xmlns:a16="http://schemas.microsoft.com/office/drawing/2014/main" id="{4E60BA21-399B-1F42-88ED-465D1EDA9385}"/>
              </a:ext>
            </a:extLst>
          </p:cNvPr>
          <p:cNvSpPr>
            <a:spLocks noChangeArrowheads="1"/>
          </p:cNvSpPr>
          <p:nvPr/>
        </p:nvSpPr>
        <p:spPr bwMode="auto">
          <a:xfrm>
            <a:off x="1905000" y="3505200"/>
            <a:ext cx="76200" cy="2133600"/>
          </a:xfrm>
          <a:prstGeom prst="rect">
            <a:avLst/>
          </a:prstGeom>
          <a:solidFill>
            <a:srgbClr val="C0C0C0"/>
          </a:solidFill>
          <a:ln w="9525">
            <a:solidFill>
              <a:schemeClr val="tx1"/>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28680" name="Rectangle 10">
            <a:extLst>
              <a:ext uri="{FF2B5EF4-FFF2-40B4-BE49-F238E27FC236}">
                <a16:creationId xmlns:a16="http://schemas.microsoft.com/office/drawing/2014/main" id="{143C9F44-7EF1-6A4F-B55A-8691DF63E70F}"/>
              </a:ext>
            </a:extLst>
          </p:cNvPr>
          <p:cNvSpPr>
            <a:spLocks noChangeArrowheads="1"/>
          </p:cNvSpPr>
          <p:nvPr/>
        </p:nvSpPr>
        <p:spPr bwMode="auto">
          <a:xfrm flipV="1">
            <a:off x="685800" y="5638800"/>
            <a:ext cx="2514600" cy="76200"/>
          </a:xfrm>
          <a:prstGeom prst="rect">
            <a:avLst/>
          </a:prstGeom>
          <a:solidFill>
            <a:srgbClr val="C0C0C0"/>
          </a:solidFill>
          <a:ln w="9525">
            <a:solidFill>
              <a:schemeClr val="tx1"/>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28681" name="Rectangle 14">
            <a:extLst>
              <a:ext uri="{FF2B5EF4-FFF2-40B4-BE49-F238E27FC236}">
                <a16:creationId xmlns:a16="http://schemas.microsoft.com/office/drawing/2014/main" id="{2FC466F6-302D-D84B-8772-042AB730173E}"/>
              </a:ext>
            </a:extLst>
          </p:cNvPr>
          <p:cNvSpPr>
            <a:spLocks noChangeArrowheads="1"/>
          </p:cNvSpPr>
          <p:nvPr/>
        </p:nvSpPr>
        <p:spPr bwMode="auto">
          <a:xfrm>
            <a:off x="4724400" y="3505200"/>
            <a:ext cx="76200" cy="2133600"/>
          </a:xfrm>
          <a:prstGeom prst="rect">
            <a:avLst/>
          </a:prstGeom>
          <a:solidFill>
            <a:srgbClr val="C0C0C0"/>
          </a:solidFill>
          <a:ln w="9525">
            <a:solidFill>
              <a:schemeClr val="tx1"/>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28682" name="Rectangle 15">
            <a:extLst>
              <a:ext uri="{FF2B5EF4-FFF2-40B4-BE49-F238E27FC236}">
                <a16:creationId xmlns:a16="http://schemas.microsoft.com/office/drawing/2014/main" id="{525D0DA3-CA7F-2148-9C99-85F789F50F42}"/>
              </a:ext>
            </a:extLst>
          </p:cNvPr>
          <p:cNvSpPr>
            <a:spLocks noChangeArrowheads="1"/>
          </p:cNvSpPr>
          <p:nvPr/>
        </p:nvSpPr>
        <p:spPr bwMode="auto">
          <a:xfrm flipV="1">
            <a:off x="3505200" y="5638800"/>
            <a:ext cx="2514600" cy="76200"/>
          </a:xfrm>
          <a:prstGeom prst="rect">
            <a:avLst/>
          </a:prstGeom>
          <a:solidFill>
            <a:srgbClr val="C0C0C0"/>
          </a:solidFill>
          <a:ln w="9525">
            <a:solidFill>
              <a:schemeClr val="tx1"/>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28683" name="Rectangle 16">
            <a:extLst>
              <a:ext uri="{FF2B5EF4-FFF2-40B4-BE49-F238E27FC236}">
                <a16:creationId xmlns:a16="http://schemas.microsoft.com/office/drawing/2014/main" id="{FB194367-B68A-C849-A0CB-F422D8C623A8}"/>
              </a:ext>
            </a:extLst>
          </p:cNvPr>
          <p:cNvSpPr>
            <a:spLocks noChangeArrowheads="1"/>
          </p:cNvSpPr>
          <p:nvPr/>
        </p:nvSpPr>
        <p:spPr bwMode="auto">
          <a:xfrm>
            <a:off x="7543800" y="3505200"/>
            <a:ext cx="76200" cy="2133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28684" name="Rectangle 17">
            <a:extLst>
              <a:ext uri="{FF2B5EF4-FFF2-40B4-BE49-F238E27FC236}">
                <a16:creationId xmlns:a16="http://schemas.microsoft.com/office/drawing/2014/main" id="{F4F3CEAD-DA22-A349-9967-5057B9973D63}"/>
              </a:ext>
            </a:extLst>
          </p:cNvPr>
          <p:cNvSpPr>
            <a:spLocks noChangeArrowheads="1"/>
          </p:cNvSpPr>
          <p:nvPr/>
        </p:nvSpPr>
        <p:spPr bwMode="auto">
          <a:xfrm flipV="1">
            <a:off x="6324600" y="5638800"/>
            <a:ext cx="2438400" cy="76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28685" name="Text Box 18">
            <a:extLst>
              <a:ext uri="{FF2B5EF4-FFF2-40B4-BE49-F238E27FC236}">
                <a16:creationId xmlns:a16="http://schemas.microsoft.com/office/drawing/2014/main" id="{8E63FB1C-BD98-B54C-8991-D7291CB776C7}"/>
              </a:ext>
            </a:extLst>
          </p:cNvPr>
          <p:cNvSpPr txBox="1">
            <a:spLocks noChangeArrowheads="1"/>
          </p:cNvSpPr>
          <p:nvPr/>
        </p:nvSpPr>
        <p:spPr bwMode="auto">
          <a:xfrm>
            <a:off x="1752600" y="57150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b="1"/>
              <a:t>A</a:t>
            </a:r>
          </a:p>
        </p:txBody>
      </p:sp>
      <p:sp>
        <p:nvSpPr>
          <p:cNvPr id="28686" name="Text Box 19">
            <a:extLst>
              <a:ext uri="{FF2B5EF4-FFF2-40B4-BE49-F238E27FC236}">
                <a16:creationId xmlns:a16="http://schemas.microsoft.com/office/drawing/2014/main" id="{C2688743-D4B8-824F-85E7-4D0A75DFCCD1}"/>
              </a:ext>
            </a:extLst>
          </p:cNvPr>
          <p:cNvSpPr txBox="1">
            <a:spLocks noChangeArrowheads="1"/>
          </p:cNvSpPr>
          <p:nvPr/>
        </p:nvSpPr>
        <p:spPr bwMode="auto">
          <a:xfrm>
            <a:off x="4548188" y="57150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b="1"/>
              <a:t>B</a:t>
            </a:r>
          </a:p>
        </p:txBody>
      </p:sp>
      <p:sp>
        <p:nvSpPr>
          <p:cNvPr id="28687" name="Text Box 20">
            <a:extLst>
              <a:ext uri="{FF2B5EF4-FFF2-40B4-BE49-F238E27FC236}">
                <a16:creationId xmlns:a16="http://schemas.microsoft.com/office/drawing/2014/main" id="{A3CD42E5-984D-D049-BD0B-79E4DFFF1944}"/>
              </a:ext>
            </a:extLst>
          </p:cNvPr>
          <p:cNvSpPr txBox="1">
            <a:spLocks noChangeArrowheads="1"/>
          </p:cNvSpPr>
          <p:nvPr/>
        </p:nvSpPr>
        <p:spPr bwMode="auto">
          <a:xfrm>
            <a:off x="7391400" y="57150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b="1"/>
              <a:t>C</a:t>
            </a:r>
          </a:p>
        </p:txBody>
      </p:sp>
    </p:spTree>
    <p:extLst>
      <p:ext uri="{BB962C8B-B14F-4D97-AF65-F5344CB8AC3E}">
        <p14:creationId xmlns:p14="http://schemas.microsoft.com/office/powerpoint/2010/main" val="233236283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Slide Number Placeholder 4">
            <a:extLst>
              <a:ext uri="{FF2B5EF4-FFF2-40B4-BE49-F238E27FC236}">
                <a16:creationId xmlns:a16="http://schemas.microsoft.com/office/drawing/2014/main" id="{17FE0077-9F87-4E44-ABC7-B6083BA50B4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53F2059-5F01-1B45-98A8-8A78EAF3A79E}" type="slidenum">
              <a:rPr lang="en-US" altLang="en-US" sz="1400" smtClean="0"/>
              <a:pPr>
                <a:spcBef>
                  <a:spcPct val="0"/>
                </a:spcBef>
                <a:buFontTx/>
                <a:buNone/>
              </a:pPr>
              <a:t>91</a:t>
            </a:fld>
            <a:endParaRPr lang="en-US" altLang="en-US" sz="1400"/>
          </a:p>
        </p:txBody>
      </p:sp>
      <p:sp>
        <p:nvSpPr>
          <p:cNvPr id="29701" name="Rectangle 3">
            <a:extLst>
              <a:ext uri="{FF2B5EF4-FFF2-40B4-BE49-F238E27FC236}">
                <a16:creationId xmlns:a16="http://schemas.microsoft.com/office/drawing/2014/main" id="{515E0DB5-F035-E341-81B8-A4D4C00E5277}"/>
              </a:ext>
            </a:extLst>
          </p:cNvPr>
          <p:cNvSpPr>
            <a:spLocks noGrp="1" noChangeArrowheads="1"/>
          </p:cNvSpPr>
          <p:nvPr>
            <p:ph type="title"/>
          </p:nvPr>
        </p:nvSpPr>
        <p:spPr>
          <a:noFill/>
        </p:spPr>
        <p:txBody>
          <a:bodyPr>
            <a:normAutofit fontScale="90000"/>
          </a:bodyPr>
          <a:lstStyle/>
          <a:p>
            <a:pPr eaLnBrk="1" hangingPunct="1"/>
            <a:r>
              <a:rPr lang="en-US" altLang="en-US">
                <a:cs typeface="Times New Roman" panose="02020603050405020304" pitchFamily="18" charset="0"/>
              </a:rPr>
              <a:t>Các ví dụ minh họa</a:t>
            </a:r>
            <a:r>
              <a:rPr lang="en-US" altLang="en-US"/>
              <a:t> </a:t>
            </a:r>
          </a:p>
        </p:txBody>
      </p:sp>
      <p:sp>
        <p:nvSpPr>
          <p:cNvPr id="29700" name="Rectangle 2">
            <a:extLst>
              <a:ext uri="{FF2B5EF4-FFF2-40B4-BE49-F238E27FC236}">
                <a16:creationId xmlns:a16="http://schemas.microsoft.com/office/drawing/2014/main" id="{6E72A3D9-DD94-3E42-A6E7-EAC8BA77009B}"/>
              </a:ext>
            </a:extLst>
          </p:cNvPr>
          <p:cNvSpPr>
            <a:spLocks noGrp="1" noChangeArrowheads="1"/>
          </p:cNvSpPr>
          <p:nvPr>
            <p:ph sz="quarter" idx="13"/>
          </p:nvPr>
        </p:nvSpPr>
        <p:spPr>
          <a:noFill/>
        </p:spPr>
        <p:txBody>
          <a:bodyPr>
            <a:normAutofit/>
          </a:bodyPr>
          <a:lstStyle/>
          <a:p>
            <a:pPr eaLnBrk="1" hangingPunct="1">
              <a:spcBef>
                <a:spcPct val="10000"/>
              </a:spcBef>
            </a:pPr>
            <a:r>
              <a:rPr lang="en-US" altLang="en-US">
                <a:cs typeface="Times New Roman" panose="02020603050405020304" pitchFamily="18" charset="0"/>
              </a:rPr>
              <a:t>Bài toán Tháp Hà Nội</a:t>
            </a:r>
          </a:p>
          <a:p>
            <a:pPr lvl="1" eaLnBrk="1" hangingPunct="1">
              <a:spcBef>
                <a:spcPct val="10000"/>
              </a:spcBef>
            </a:pPr>
            <a:r>
              <a:rPr lang="en-US" altLang="en-US">
                <a:cs typeface="Times New Roman" panose="02020603050405020304" pitchFamily="18" charset="0"/>
              </a:rPr>
              <a:t>Xác định trường hợp đơn giản (suy biến)</a:t>
            </a:r>
          </a:p>
          <a:p>
            <a:pPr lvl="2" eaLnBrk="1" hangingPunct="1">
              <a:spcBef>
                <a:spcPct val="10000"/>
              </a:spcBef>
            </a:pPr>
            <a:r>
              <a:rPr lang="en-US" altLang="en-US">
                <a:cs typeface="Times New Roman" panose="02020603050405020304" pitchFamily="18" charset="0"/>
              </a:rPr>
              <a:t>1 đĩa: A -&gt; B</a:t>
            </a:r>
          </a:p>
          <a:p>
            <a:pPr lvl="2" eaLnBrk="1" hangingPunct="1">
              <a:spcBef>
                <a:spcPct val="10000"/>
              </a:spcBef>
            </a:pPr>
            <a:r>
              <a:rPr lang="en-US" altLang="en-US">
                <a:cs typeface="Times New Roman" panose="02020603050405020304" pitchFamily="18" charset="0"/>
              </a:rPr>
              <a:t>2 đĩa: A -&gt; C, A -&gt; B, C -&gt; B</a:t>
            </a:r>
          </a:p>
          <a:p>
            <a:pPr lvl="1" eaLnBrk="1" hangingPunct="1">
              <a:spcBef>
                <a:spcPct val="10000"/>
              </a:spcBef>
            </a:pPr>
            <a:r>
              <a:rPr lang="en-US" altLang="en-US">
                <a:cs typeface="Times New Roman" panose="02020603050405020304" pitchFamily="18" charset="0"/>
              </a:rPr>
              <a:t>Tổng quát: quy về trường hợp 1 hoặc 2 đĩa: </a:t>
            </a:r>
          </a:p>
          <a:p>
            <a:pPr lvl="2" eaLnBrk="1" hangingPunct="1">
              <a:spcBef>
                <a:spcPct val="10000"/>
              </a:spcBef>
            </a:pPr>
            <a:r>
              <a:rPr lang="en-US" altLang="en-US">
                <a:cs typeface="Times New Roman" panose="02020603050405020304" pitchFamily="18" charset="0"/>
              </a:rPr>
              <a:t>1, Quy về bài toán chuyển (n-1) đĩa A sang C</a:t>
            </a:r>
          </a:p>
          <a:p>
            <a:pPr lvl="2" eaLnBrk="1" hangingPunct="1">
              <a:spcBef>
                <a:spcPct val="10000"/>
              </a:spcBef>
            </a:pPr>
            <a:r>
              <a:rPr lang="en-US" altLang="en-US">
                <a:cs typeface="Times New Roman" panose="02020603050405020304" pitchFamily="18" charset="0"/>
              </a:rPr>
              <a:t>2, Quy về bài toán chuyển 1 đĩa A sang B</a:t>
            </a:r>
          </a:p>
          <a:p>
            <a:pPr lvl="2" eaLnBrk="1" hangingPunct="1">
              <a:spcBef>
                <a:spcPct val="10000"/>
              </a:spcBef>
            </a:pPr>
            <a:r>
              <a:rPr lang="en-US" altLang="en-US">
                <a:cs typeface="Times New Roman" panose="02020603050405020304" pitchFamily="18" charset="0"/>
              </a:rPr>
              <a:t>3, Quy về bài toán chuyển (n-1) đĩa C sang B</a:t>
            </a:r>
          </a:p>
        </p:txBody>
      </p:sp>
      <p:sp>
        <p:nvSpPr>
          <p:cNvPr id="29702" name="Rectangle 10">
            <a:extLst>
              <a:ext uri="{FF2B5EF4-FFF2-40B4-BE49-F238E27FC236}">
                <a16:creationId xmlns:a16="http://schemas.microsoft.com/office/drawing/2014/main" id="{62DF4802-77CB-7241-9A3E-0B93EA1CB5CF}"/>
              </a:ext>
            </a:extLst>
          </p:cNvPr>
          <p:cNvSpPr>
            <a:spLocks noChangeArrowheads="1"/>
          </p:cNvSpPr>
          <p:nvPr/>
        </p:nvSpPr>
        <p:spPr bwMode="auto">
          <a:xfrm flipV="1">
            <a:off x="685800" y="5638800"/>
            <a:ext cx="2514600" cy="76200"/>
          </a:xfrm>
          <a:prstGeom prst="rect">
            <a:avLst/>
          </a:prstGeom>
          <a:solidFill>
            <a:srgbClr val="C0C0C0"/>
          </a:solidFill>
          <a:ln w="9525">
            <a:solidFill>
              <a:schemeClr val="tx1"/>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29703" name="Rectangle 11">
            <a:extLst>
              <a:ext uri="{FF2B5EF4-FFF2-40B4-BE49-F238E27FC236}">
                <a16:creationId xmlns:a16="http://schemas.microsoft.com/office/drawing/2014/main" id="{C75D3532-CBCE-3B49-A674-7E0D3588428E}"/>
              </a:ext>
            </a:extLst>
          </p:cNvPr>
          <p:cNvSpPr>
            <a:spLocks noChangeArrowheads="1"/>
          </p:cNvSpPr>
          <p:nvPr/>
        </p:nvSpPr>
        <p:spPr bwMode="auto">
          <a:xfrm>
            <a:off x="4724400" y="4267200"/>
            <a:ext cx="76200" cy="1371600"/>
          </a:xfrm>
          <a:prstGeom prst="rect">
            <a:avLst/>
          </a:prstGeom>
          <a:solidFill>
            <a:srgbClr val="C0C0C0"/>
          </a:solidFill>
          <a:ln w="9525">
            <a:solidFill>
              <a:schemeClr val="tx1"/>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29704" name="Rectangle 12">
            <a:extLst>
              <a:ext uri="{FF2B5EF4-FFF2-40B4-BE49-F238E27FC236}">
                <a16:creationId xmlns:a16="http://schemas.microsoft.com/office/drawing/2014/main" id="{968F7F3D-5B05-2441-8A00-23525B356A9D}"/>
              </a:ext>
            </a:extLst>
          </p:cNvPr>
          <p:cNvSpPr>
            <a:spLocks noChangeArrowheads="1"/>
          </p:cNvSpPr>
          <p:nvPr/>
        </p:nvSpPr>
        <p:spPr bwMode="auto">
          <a:xfrm flipV="1">
            <a:off x="3505200" y="5638800"/>
            <a:ext cx="2514600" cy="76200"/>
          </a:xfrm>
          <a:prstGeom prst="rect">
            <a:avLst/>
          </a:prstGeom>
          <a:solidFill>
            <a:srgbClr val="C0C0C0"/>
          </a:solidFill>
          <a:ln w="9525">
            <a:solidFill>
              <a:schemeClr val="tx1"/>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29705" name="Rectangle 13">
            <a:extLst>
              <a:ext uri="{FF2B5EF4-FFF2-40B4-BE49-F238E27FC236}">
                <a16:creationId xmlns:a16="http://schemas.microsoft.com/office/drawing/2014/main" id="{2162E652-9C67-224E-ACFB-2619979561FB}"/>
              </a:ext>
            </a:extLst>
          </p:cNvPr>
          <p:cNvSpPr>
            <a:spLocks noChangeArrowheads="1"/>
          </p:cNvSpPr>
          <p:nvPr/>
        </p:nvSpPr>
        <p:spPr bwMode="auto">
          <a:xfrm>
            <a:off x="7543800" y="4267200"/>
            <a:ext cx="74613" cy="1371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29706" name="Rectangle 14">
            <a:extLst>
              <a:ext uri="{FF2B5EF4-FFF2-40B4-BE49-F238E27FC236}">
                <a16:creationId xmlns:a16="http://schemas.microsoft.com/office/drawing/2014/main" id="{A66416BA-E64C-3C4E-9202-4741719EE0B8}"/>
              </a:ext>
            </a:extLst>
          </p:cNvPr>
          <p:cNvSpPr>
            <a:spLocks noChangeArrowheads="1"/>
          </p:cNvSpPr>
          <p:nvPr/>
        </p:nvSpPr>
        <p:spPr bwMode="auto">
          <a:xfrm flipV="1">
            <a:off x="6324600" y="5638800"/>
            <a:ext cx="2438400" cy="76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29707" name="Text Box 15">
            <a:extLst>
              <a:ext uri="{FF2B5EF4-FFF2-40B4-BE49-F238E27FC236}">
                <a16:creationId xmlns:a16="http://schemas.microsoft.com/office/drawing/2014/main" id="{4CF8DCD9-D9EC-5149-ACD7-84F7D762D194}"/>
              </a:ext>
            </a:extLst>
          </p:cNvPr>
          <p:cNvSpPr txBox="1">
            <a:spLocks noChangeArrowheads="1"/>
          </p:cNvSpPr>
          <p:nvPr/>
        </p:nvSpPr>
        <p:spPr bwMode="auto">
          <a:xfrm>
            <a:off x="1752600" y="57150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b="1"/>
              <a:t>A</a:t>
            </a:r>
          </a:p>
        </p:txBody>
      </p:sp>
      <p:sp>
        <p:nvSpPr>
          <p:cNvPr id="29708" name="Text Box 16">
            <a:extLst>
              <a:ext uri="{FF2B5EF4-FFF2-40B4-BE49-F238E27FC236}">
                <a16:creationId xmlns:a16="http://schemas.microsoft.com/office/drawing/2014/main" id="{ACDA8D78-C68A-F042-8DC8-02308BFB7374}"/>
              </a:ext>
            </a:extLst>
          </p:cNvPr>
          <p:cNvSpPr txBox="1">
            <a:spLocks noChangeArrowheads="1"/>
          </p:cNvSpPr>
          <p:nvPr/>
        </p:nvSpPr>
        <p:spPr bwMode="auto">
          <a:xfrm>
            <a:off x="4548188" y="57150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b="1"/>
              <a:t>B</a:t>
            </a:r>
          </a:p>
        </p:txBody>
      </p:sp>
      <p:sp>
        <p:nvSpPr>
          <p:cNvPr id="29709" name="Text Box 17">
            <a:extLst>
              <a:ext uri="{FF2B5EF4-FFF2-40B4-BE49-F238E27FC236}">
                <a16:creationId xmlns:a16="http://schemas.microsoft.com/office/drawing/2014/main" id="{A270FDC2-180A-D147-852B-4AA00561E8E2}"/>
              </a:ext>
            </a:extLst>
          </p:cNvPr>
          <p:cNvSpPr txBox="1">
            <a:spLocks noChangeArrowheads="1"/>
          </p:cNvSpPr>
          <p:nvPr/>
        </p:nvSpPr>
        <p:spPr bwMode="auto">
          <a:xfrm>
            <a:off x="7391400" y="57150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b="1"/>
              <a:t>C</a:t>
            </a:r>
          </a:p>
        </p:txBody>
      </p:sp>
      <p:grpSp>
        <p:nvGrpSpPr>
          <p:cNvPr id="29710" name="Group 18">
            <a:extLst>
              <a:ext uri="{FF2B5EF4-FFF2-40B4-BE49-F238E27FC236}">
                <a16:creationId xmlns:a16="http://schemas.microsoft.com/office/drawing/2014/main" id="{4C505881-8D8B-BC47-A303-EFC8FE7FF582}"/>
              </a:ext>
            </a:extLst>
          </p:cNvPr>
          <p:cNvGrpSpPr>
            <a:grpSpLocks/>
          </p:cNvGrpSpPr>
          <p:nvPr/>
        </p:nvGrpSpPr>
        <p:grpSpPr bwMode="auto">
          <a:xfrm>
            <a:off x="914400" y="4724400"/>
            <a:ext cx="2057400" cy="914400"/>
            <a:chOff x="720" y="2976"/>
            <a:chExt cx="1680" cy="576"/>
          </a:xfrm>
        </p:grpSpPr>
        <p:sp>
          <p:nvSpPr>
            <p:cNvPr id="29712" name="Rectangle 19">
              <a:extLst>
                <a:ext uri="{FF2B5EF4-FFF2-40B4-BE49-F238E27FC236}">
                  <a16:creationId xmlns:a16="http://schemas.microsoft.com/office/drawing/2014/main" id="{ECC3B353-D066-6544-9FDA-B4DF7A06B191}"/>
                </a:ext>
              </a:extLst>
            </p:cNvPr>
            <p:cNvSpPr>
              <a:spLocks noChangeArrowheads="1"/>
            </p:cNvSpPr>
            <p:nvPr/>
          </p:nvSpPr>
          <p:spPr bwMode="auto">
            <a:xfrm>
              <a:off x="720" y="3408"/>
              <a:ext cx="1680" cy="14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29713" name="Rectangle 20">
              <a:extLst>
                <a:ext uri="{FF2B5EF4-FFF2-40B4-BE49-F238E27FC236}">
                  <a16:creationId xmlns:a16="http://schemas.microsoft.com/office/drawing/2014/main" id="{2FBC78B4-4F19-BE4B-A6C2-C1D62EB5F1F8}"/>
                </a:ext>
              </a:extLst>
            </p:cNvPr>
            <p:cNvSpPr>
              <a:spLocks noChangeArrowheads="1"/>
            </p:cNvSpPr>
            <p:nvPr/>
          </p:nvSpPr>
          <p:spPr bwMode="auto">
            <a:xfrm>
              <a:off x="864" y="3264"/>
              <a:ext cx="1392" cy="14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29714" name="Rectangle 21">
              <a:extLst>
                <a:ext uri="{FF2B5EF4-FFF2-40B4-BE49-F238E27FC236}">
                  <a16:creationId xmlns:a16="http://schemas.microsoft.com/office/drawing/2014/main" id="{DF3B0E04-96B3-A449-9B0E-6E31283D19B7}"/>
                </a:ext>
              </a:extLst>
            </p:cNvPr>
            <p:cNvSpPr>
              <a:spLocks noChangeArrowheads="1"/>
            </p:cNvSpPr>
            <p:nvPr/>
          </p:nvSpPr>
          <p:spPr bwMode="auto">
            <a:xfrm>
              <a:off x="1008" y="3120"/>
              <a:ext cx="1104" cy="14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29715" name="Rectangle 22">
              <a:extLst>
                <a:ext uri="{FF2B5EF4-FFF2-40B4-BE49-F238E27FC236}">
                  <a16:creationId xmlns:a16="http://schemas.microsoft.com/office/drawing/2014/main" id="{8247D867-6203-4640-A7F1-258C4481C199}"/>
                </a:ext>
              </a:extLst>
            </p:cNvPr>
            <p:cNvSpPr>
              <a:spLocks noChangeArrowheads="1"/>
            </p:cNvSpPr>
            <p:nvPr/>
          </p:nvSpPr>
          <p:spPr bwMode="auto">
            <a:xfrm>
              <a:off x="1152" y="2976"/>
              <a:ext cx="816" cy="14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grpSp>
      <p:sp>
        <p:nvSpPr>
          <p:cNvPr id="29711" name="Rectangle 9">
            <a:extLst>
              <a:ext uri="{FF2B5EF4-FFF2-40B4-BE49-F238E27FC236}">
                <a16:creationId xmlns:a16="http://schemas.microsoft.com/office/drawing/2014/main" id="{C78FB10C-00EF-FD4F-9739-1BAABBF1DBE9}"/>
              </a:ext>
            </a:extLst>
          </p:cNvPr>
          <p:cNvSpPr>
            <a:spLocks noChangeArrowheads="1"/>
          </p:cNvSpPr>
          <p:nvPr/>
        </p:nvSpPr>
        <p:spPr bwMode="auto">
          <a:xfrm>
            <a:off x="1905000" y="4267200"/>
            <a:ext cx="74613" cy="1371600"/>
          </a:xfrm>
          <a:prstGeom prst="rect">
            <a:avLst/>
          </a:prstGeom>
          <a:solidFill>
            <a:srgbClr val="C0C0C0"/>
          </a:solidFill>
          <a:ln w="9525">
            <a:solidFill>
              <a:schemeClr val="tx1"/>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Tree>
    <p:extLst>
      <p:ext uri="{BB962C8B-B14F-4D97-AF65-F5344CB8AC3E}">
        <p14:creationId xmlns:p14="http://schemas.microsoft.com/office/powerpoint/2010/main" val="409500418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Slide Number Placeholder 4">
            <a:extLst>
              <a:ext uri="{FF2B5EF4-FFF2-40B4-BE49-F238E27FC236}">
                <a16:creationId xmlns:a16="http://schemas.microsoft.com/office/drawing/2014/main" id="{DF131898-EDD6-3C41-B4EC-C4C64D9A7E2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815D120-BF5D-2A47-8665-273ACE8FF485}" type="slidenum">
              <a:rPr lang="en-US" altLang="en-US" sz="1400" smtClean="0"/>
              <a:pPr>
                <a:spcBef>
                  <a:spcPct val="0"/>
                </a:spcBef>
                <a:buFontTx/>
                <a:buNone/>
              </a:pPr>
              <a:t>92</a:t>
            </a:fld>
            <a:endParaRPr lang="en-US" altLang="en-US" sz="1400"/>
          </a:p>
        </p:txBody>
      </p:sp>
      <p:sp>
        <p:nvSpPr>
          <p:cNvPr id="30725" name="Rectangle 3">
            <a:extLst>
              <a:ext uri="{FF2B5EF4-FFF2-40B4-BE49-F238E27FC236}">
                <a16:creationId xmlns:a16="http://schemas.microsoft.com/office/drawing/2014/main" id="{580244E3-A9B1-AB42-9FB1-491CC534CE50}"/>
              </a:ext>
            </a:extLst>
          </p:cNvPr>
          <p:cNvSpPr>
            <a:spLocks noGrp="1" noChangeArrowheads="1"/>
          </p:cNvSpPr>
          <p:nvPr>
            <p:ph type="title"/>
          </p:nvPr>
        </p:nvSpPr>
        <p:spPr>
          <a:noFill/>
        </p:spPr>
        <p:txBody>
          <a:bodyPr>
            <a:normAutofit fontScale="90000"/>
          </a:bodyPr>
          <a:lstStyle/>
          <a:p>
            <a:pPr eaLnBrk="1" hangingPunct="1"/>
            <a:r>
              <a:rPr lang="en-US" altLang="en-US">
                <a:cs typeface="Times New Roman" panose="02020603050405020304" pitchFamily="18" charset="0"/>
              </a:rPr>
              <a:t>Các ví dụ minh họa</a:t>
            </a:r>
            <a:r>
              <a:rPr lang="en-US" altLang="en-US"/>
              <a:t> </a:t>
            </a:r>
          </a:p>
        </p:txBody>
      </p:sp>
      <p:sp>
        <p:nvSpPr>
          <p:cNvPr id="30724" name="Rectangle 2">
            <a:extLst>
              <a:ext uri="{FF2B5EF4-FFF2-40B4-BE49-F238E27FC236}">
                <a16:creationId xmlns:a16="http://schemas.microsoft.com/office/drawing/2014/main" id="{56E016BF-431C-D344-9312-09806528D02C}"/>
              </a:ext>
            </a:extLst>
          </p:cNvPr>
          <p:cNvSpPr>
            <a:spLocks noGrp="1" noChangeArrowheads="1"/>
          </p:cNvSpPr>
          <p:nvPr>
            <p:ph sz="quarter" idx="13"/>
          </p:nvPr>
        </p:nvSpPr>
        <p:spPr>
          <a:noFill/>
        </p:spPr>
        <p:txBody>
          <a:bodyPr>
            <a:normAutofit/>
          </a:bodyPr>
          <a:lstStyle/>
          <a:p>
            <a:pPr eaLnBrk="1" hangingPunct="1">
              <a:spcBef>
                <a:spcPct val="10000"/>
              </a:spcBef>
            </a:pPr>
            <a:r>
              <a:rPr lang="en-US" altLang="en-US">
                <a:cs typeface="Times New Roman" panose="02020603050405020304" pitchFamily="18" charset="0"/>
              </a:rPr>
              <a:t>Bài toán Tháp Hà Nội</a:t>
            </a:r>
          </a:p>
          <a:p>
            <a:pPr lvl="1" eaLnBrk="1" hangingPunct="1">
              <a:spcBef>
                <a:spcPct val="10000"/>
              </a:spcBef>
            </a:pPr>
            <a:r>
              <a:rPr lang="en-US" altLang="en-US">
                <a:cs typeface="Times New Roman" panose="02020603050405020304" pitchFamily="18" charset="0"/>
              </a:rPr>
              <a:t>Ví dụ 3 đĩa</a:t>
            </a:r>
          </a:p>
          <a:p>
            <a:pPr lvl="2" eaLnBrk="1" hangingPunct="1">
              <a:spcBef>
                <a:spcPct val="10000"/>
              </a:spcBef>
            </a:pPr>
            <a:r>
              <a:rPr lang="en-US" altLang="en-US">
                <a:cs typeface="Times New Roman" panose="02020603050405020304" pitchFamily="18" charset="0"/>
              </a:rPr>
              <a:t>1, Quy về chuyển 2 đĩa trên cùng từ A sang C: </a:t>
            </a:r>
            <a:r>
              <a:rPr lang="en-US" altLang="en-US" b="1" i="1">
                <a:cs typeface="Times New Roman" panose="02020603050405020304" pitchFamily="18" charset="0"/>
              </a:rPr>
              <a:t>A -&gt; B, A -&gt; C, B -&gt; C</a:t>
            </a:r>
          </a:p>
        </p:txBody>
      </p:sp>
      <p:sp>
        <p:nvSpPr>
          <p:cNvPr id="30726" name="Rectangle 4">
            <a:extLst>
              <a:ext uri="{FF2B5EF4-FFF2-40B4-BE49-F238E27FC236}">
                <a16:creationId xmlns:a16="http://schemas.microsoft.com/office/drawing/2014/main" id="{CF8472A8-9F14-9344-9B25-9A2F8E21DE09}"/>
              </a:ext>
            </a:extLst>
          </p:cNvPr>
          <p:cNvSpPr>
            <a:spLocks noChangeArrowheads="1"/>
          </p:cNvSpPr>
          <p:nvPr/>
        </p:nvSpPr>
        <p:spPr bwMode="auto">
          <a:xfrm flipV="1">
            <a:off x="685800" y="4876800"/>
            <a:ext cx="2514600" cy="76200"/>
          </a:xfrm>
          <a:prstGeom prst="rect">
            <a:avLst/>
          </a:prstGeom>
          <a:solidFill>
            <a:srgbClr val="C0C0C0"/>
          </a:solidFill>
          <a:ln w="9525">
            <a:solidFill>
              <a:schemeClr val="tx1"/>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30727" name="Rectangle 6">
            <a:extLst>
              <a:ext uri="{FF2B5EF4-FFF2-40B4-BE49-F238E27FC236}">
                <a16:creationId xmlns:a16="http://schemas.microsoft.com/office/drawing/2014/main" id="{B8C66A21-CF4E-5E4A-8941-C86FD2DDCF36}"/>
              </a:ext>
            </a:extLst>
          </p:cNvPr>
          <p:cNvSpPr>
            <a:spLocks noChangeArrowheads="1"/>
          </p:cNvSpPr>
          <p:nvPr/>
        </p:nvSpPr>
        <p:spPr bwMode="auto">
          <a:xfrm flipV="1">
            <a:off x="3505200" y="4876800"/>
            <a:ext cx="2514600" cy="76200"/>
          </a:xfrm>
          <a:prstGeom prst="rect">
            <a:avLst/>
          </a:prstGeom>
          <a:solidFill>
            <a:srgbClr val="C0C0C0"/>
          </a:solidFill>
          <a:ln w="9525">
            <a:solidFill>
              <a:schemeClr val="tx1"/>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30728" name="Rectangle 8">
            <a:extLst>
              <a:ext uri="{FF2B5EF4-FFF2-40B4-BE49-F238E27FC236}">
                <a16:creationId xmlns:a16="http://schemas.microsoft.com/office/drawing/2014/main" id="{263A3A78-2D07-074F-A7AE-FAFE368C4768}"/>
              </a:ext>
            </a:extLst>
          </p:cNvPr>
          <p:cNvSpPr>
            <a:spLocks noChangeArrowheads="1"/>
          </p:cNvSpPr>
          <p:nvPr/>
        </p:nvSpPr>
        <p:spPr bwMode="auto">
          <a:xfrm flipV="1">
            <a:off x="6324600" y="4876800"/>
            <a:ext cx="2438400" cy="76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30729" name="Text Box 9">
            <a:extLst>
              <a:ext uri="{FF2B5EF4-FFF2-40B4-BE49-F238E27FC236}">
                <a16:creationId xmlns:a16="http://schemas.microsoft.com/office/drawing/2014/main" id="{31B71400-3B91-1242-84FF-522764470FB2}"/>
              </a:ext>
            </a:extLst>
          </p:cNvPr>
          <p:cNvSpPr txBox="1">
            <a:spLocks noChangeArrowheads="1"/>
          </p:cNvSpPr>
          <p:nvPr/>
        </p:nvSpPr>
        <p:spPr bwMode="auto">
          <a:xfrm>
            <a:off x="1752600" y="49530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b="1"/>
              <a:t>A</a:t>
            </a:r>
          </a:p>
        </p:txBody>
      </p:sp>
      <p:sp>
        <p:nvSpPr>
          <p:cNvPr id="30730" name="Text Box 10">
            <a:extLst>
              <a:ext uri="{FF2B5EF4-FFF2-40B4-BE49-F238E27FC236}">
                <a16:creationId xmlns:a16="http://schemas.microsoft.com/office/drawing/2014/main" id="{0218545E-CC3B-F84C-8DA6-00874699EEC6}"/>
              </a:ext>
            </a:extLst>
          </p:cNvPr>
          <p:cNvSpPr txBox="1">
            <a:spLocks noChangeArrowheads="1"/>
          </p:cNvSpPr>
          <p:nvPr/>
        </p:nvSpPr>
        <p:spPr bwMode="auto">
          <a:xfrm>
            <a:off x="4548188" y="49530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b="1"/>
              <a:t>B</a:t>
            </a:r>
          </a:p>
        </p:txBody>
      </p:sp>
      <p:sp>
        <p:nvSpPr>
          <p:cNvPr id="30731" name="Text Box 11">
            <a:extLst>
              <a:ext uri="{FF2B5EF4-FFF2-40B4-BE49-F238E27FC236}">
                <a16:creationId xmlns:a16="http://schemas.microsoft.com/office/drawing/2014/main" id="{9255D66F-2064-1A4E-9655-4D5659AC69C7}"/>
              </a:ext>
            </a:extLst>
          </p:cNvPr>
          <p:cNvSpPr txBox="1">
            <a:spLocks noChangeArrowheads="1"/>
          </p:cNvSpPr>
          <p:nvPr/>
        </p:nvSpPr>
        <p:spPr bwMode="auto">
          <a:xfrm>
            <a:off x="7391400" y="49530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b="1"/>
              <a:t>C</a:t>
            </a:r>
          </a:p>
        </p:txBody>
      </p:sp>
      <p:sp>
        <p:nvSpPr>
          <p:cNvPr id="30732" name="Rectangle 13">
            <a:extLst>
              <a:ext uri="{FF2B5EF4-FFF2-40B4-BE49-F238E27FC236}">
                <a16:creationId xmlns:a16="http://schemas.microsoft.com/office/drawing/2014/main" id="{FC4FC0C3-FE1A-7342-94D6-85706E6A8B52}"/>
              </a:ext>
            </a:extLst>
          </p:cNvPr>
          <p:cNvSpPr>
            <a:spLocks noChangeArrowheads="1"/>
          </p:cNvSpPr>
          <p:nvPr/>
        </p:nvSpPr>
        <p:spPr bwMode="auto">
          <a:xfrm>
            <a:off x="3733800" y="4648200"/>
            <a:ext cx="20574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30733" name="Rectangle 17">
            <a:extLst>
              <a:ext uri="{FF2B5EF4-FFF2-40B4-BE49-F238E27FC236}">
                <a16:creationId xmlns:a16="http://schemas.microsoft.com/office/drawing/2014/main" id="{65070F2C-4250-D244-A0E4-59F10096E558}"/>
              </a:ext>
            </a:extLst>
          </p:cNvPr>
          <p:cNvSpPr>
            <a:spLocks noChangeArrowheads="1"/>
          </p:cNvSpPr>
          <p:nvPr/>
        </p:nvSpPr>
        <p:spPr bwMode="auto">
          <a:xfrm>
            <a:off x="1905000" y="4038600"/>
            <a:ext cx="76200" cy="838200"/>
          </a:xfrm>
          <a:prstGeom prst="rect">
            <a:avLst/>
          </a:prstGeom>
          <a:solidFill>
            <a:srgbClr val="C0C0C0"/>
          </a:solidFill>
          <a:ln w="9525">
            <a:solidFill>
              <a:schemeClr val="tx1"/>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30734" name="Rectangle 18">
            <a:extLst>
              <a:ext uri="{FF2B5EF4-FFF2-40B4-BE49-F238E27FC236}">
                <a16:creationId xmlns:a16="http://schemas.microsoft.com/office/drawing/2014/main" id="{5DBF80D2-02A5-6E47-AB0E-4B457781C182}"/>
              </a:ext>
            </a:extLst>
          </p:cNvPr>
          <p:cNvSpPr>
            <a:spLocks noChangeArrowheads="1"/>
          </p:cNvSpPr>
          <p:nvPr/>
        </p:nvSpPr>
        <p:spPr bwMode="auto">
          <a:xfrm flipV="1">
            <a:off x="685800" y="3048000"/>
            <a:ext cx="2514600" cy="76200"/>
          </a:xfrm>
          <a:prstGeom prst="rect">
            <a:avLst/>
          </a:prstGeom>
          <a:solidFill>
            <a:srgbClr val="C0C0C0"/>
          </a:solidFill>
          <a:ln w="9525">
            <a:solidFill>
              <a:schemeClr val="tx1"/>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30735" name="Rectangle 20">
            <a:extLst>
              <a:ext uri="{FF2B5EF4-FFF2-40B4-BE49-F238E27FC236}">
                <a16:creationId xmlns:a16="http://schemas.microsoft.com/office/drawing/2014/main" id="{22250CF1-9BEA-2B4F-B854-50EB3A0D7EE1}"/>
              </a:ext>
            </a:extLst>
          </p:cNvPr>
          <p:cNvSpPr>
            <a:spLocks noChangeArrowheads="1"/>
          </p:cNvSpPr>
          <p:nvPr/>
        </p:nvSpPr>
        <p:spPr bwMode="auto">
          <a:xfrm flipV="1">
            <a:off x="3505200" y="3048000"/>
            <a:ext cx="2514600" cy="76200"/>
          </a:xfrm>
          <a:prstGeom prst="rect">
            <a:avLst/>
          </a:prstGeom>
          <a:solidFill>
            <a:srgbClr val="C0C0C0"/>
          </a:solidFill>
          <a:ln w="9525">
            <a:solidFill>
              <a:schemeClr val="tx1"/>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30736" name="Rectangle 21">
            <a:extLst>
              <a:ext uri="{FF2B5EF4-FFF2-40B4-BE49-F238E27FC236}">
                <a16:creationId xmlns:a16="http://schemas.microsoft.com/office/drawing/2014/main" id="{76F1994F-5FB7-2241-98CA-7ED33953BBD5}"/>
              </a:ext>
            </a:extLst>
          </p:cNvPr>
          <p:cNvSpPr>
            <a:spLocks noChangeArrowheads="1"/>
          </p:cNvSpPr>
          <p:nvPr/>
        </p:nvSpPr>
        <p:spPr bwMode="auto">
          <a:xfrm>
            <a:off x="7543800" y="2209800"/>
            <a:ext cx="74613" cy="838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30737" name="Rectangle 22">
            <a:extLst>
              <a:ext uri="{FF2B5EF4-FFF2-40B4-BE49-F238E27FC236}">
                <a16:creationId xmlns:a16="http://schemas.microsoft.com/office/drawing/2014/main" id="{4CA959A7-D4D3-3843-9904-7EF2FAA5CDF5}"/>
              </a:ext>
            </a:extLst>
          </p:cNvPr>
          <p:cNvSpPr>
            <a:spLocks noChangeArrowheads="1"/>
          </p:cNvSpPr>
          <p:nvPr/>
        </p:nvSpPr>
        <p:spPr bwMode="auto">
          <a:xfrm flipV="1">
            <a:off x="6324600" y="3048000"/>
            <a:ext cx="2438400" cy="76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30738" name="Text Box 23">
            <a:extLst>
              <a:ext uri="{FF2B5EF4-FFF2-40B4-BE49-F238E27FC236}">
                <a16:creationId xmlns:a16="http://schemas.microsoft.com/office/drawing/2014/main" id="{2F16A3D2-F0D7-A84A-AA01-45FB5B8AD3BE}"/>
              </a:ext>
            </a:extLst>
          </p:cNvPr>
          <p:cNvSpPr txBox="1">
            <a:spLocks noChangeArrowheads="1"/>
          </p:cNvSpPr>
          <p:nvPr/>
        </p:nvSpPr>
        <p:spPr bwMode="auto">
          <a:xfrm>
            <a:off x="1752600" y="31242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b="1"/>
              <a:t>A</a:t>
            </a:r>
          </a:p>
        </p:txBody>
      </p:sp>
      <p:sp>
        <p:nvSpPr>
          <p:cNvPr id="30739" name="Text Box 24">
            <a:extLst>
              <a:ext uri="{FF2B5EF4-FFF2-40B4-BE49-F238E27FC236}">
                <a16:creationId xmlns:a16="http://schemas.microsoft.com/office/drawing/2014/main" id="{23703D59-04D5-AF4A-B615-69ED2932C4F6}"/>
              </a:ext>
            </a:extLst>
          </p:cNvPr>
          <p:cNvSpPr txBox="1">
            <a:spLocks noChangeArrowheads="1"/>
          </p:cNvSpPr>
          <p:nvPr/>
        </p:nvSpPr>
        <p:spPr bwMode="auto">
          <a:xfrm>
            <a:off x="4548188" y="3124200"/>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b="1" dirty="0"/>
              <a:t>C</a:t>
            </a:r>
          </a:p>
        </p:txBody>
      </p:sp>
      <p:sp>
        <p:nvSpPr>
          <p:cNvPr id="30740" name="Text Box 25">
            <a:extLst>
              <a:ext uri="{FF2B5EF4-FFF2-40B4-BE49-F238E27FC236}">
                <a16:creationId xmlns:a16="http://schemas.microsoft.com/office/drawing/2014/main" id="{76936A3C-F744-C04E-98DE-8649AD08E899}"/>
              </a:ext>
            </a:extLst>
          </p:cNvPr>
          <p:cNvSpPr txBox="1">
            <a:spLocks noChangeArrowheads="1"/>
          </p:cNvSpPr>
          <p:nvPr/>
        </p:nvSpPr>
        <p:spPr bwMode="auto">
          <a:xfrm>
            <a:off x="7391400" y="31242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b="1"/>
              <a:t>B</a:t>
            </a:r>
          </a:p>
        </p:txBody>
      </p:sp>
      <p:sp>
        <p:nvSpPr>
          <p:cNvPr id="30741" name="Rectangle 26">
            <a:extLst>
              <a:ext uri="{FF2B5EF4-FFF2-40B4-BE49-F238E27FC236}">
                <a16:creationId xmlns:a16="http://schemas.microsoft.com/office/drawing/2014/main" id="{877C1230-34F2-044F-AD50-99E6AA576186}"/>
              </a:ext>
            </a:extLst>
          </p:cNvPr>
          <p:cNvSpPr>
            <a:spLocks noChangeArrowheads="1"/>
          </p:cNvSpPr>
          <p:nvPr/>
        </p:nvSpPr>
        <p:spPr bwMode="auto">
          <a:xfrm>
            <a:off x="914400" y="2819400"/>
            <a:ext cx="20574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30742" name="Rectangle 27">
            <a:extLst>
              <a:ext uri="{FF2B5EF4-FFF2-40B4-BE49-F238E27FC236}">
                <a16:creationId xmlns:a16="http://schemas.microsoft.com/office/drawing/2014/main" id="{C8A770C5-4759-BE4D-813E-452F0E346AF7}"/>
              </a:ext>
            </a:extLst>
          </p:cNvPr>
          <p:cNvSpPr>
            <a:spLocks noChangeArrowheads="1"/>
          </p:cNvSpPr>
          <p:nvPr/>
        </p:nvSpPr>
        <p:spPr bwMode="auto">
          <a:xfrm>
            <a:off x="3886200" y="2819400"/>
            <a:ext cx="1704975"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30743" name="Rectangle 28">
            <a:extLst>
              <a:ext uri="{FF2B5EF4-FFF2-40B4-BE49-F238E27FC236}">
                <a16:creationId xmlns:a16="http://schemas.microsoft.com/office/drawing/2014/main" id="{48EC5253-A598-9848-BCF6-0DE86B53FA56}"/>
              </a:ext>
            </a:extLst>
          </p:cNvPr>
          <p:cNvSpPr>
            <a:spLocks noChangeArrowheads="1"/>
          </p:cNvSpPr>
          <p:nvPr/>
        </p:nvSpPr>
        <p:spPr bwMode="auto">
          <a:xfrm>
            <a:off x="4062413" y="2590800"/>
            <a:ext cx="135255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30744" name="Rectangle 29">
            <a:extLst>
              <a:ext uri="{FF2B5EF4-FFF2-40B4-BE49-F238E27FC236}">
                <a16:creationId xmlns:a16="http://schemas.microsoft.com/office/drawing/2014/main" id="{A7DBA348-9A5B-0643-AE3F-1D453E0EC429}"/>
              </a:ext>
            </a:extLst>
          </p:cNvPr>
          <p:cNvSpPr>
            <a:spLocks noChangeArrowheads="1"/>
          </p:cNvSpPr>
          <p:nvPr/>
        </p:nvSpPr>
        <p:spPr bwMode="auto">
          <a:xfrm>
            <a:off x="1905000" y="2209800"/>
            <a:ext cx="74613" cy="838200"/>
          </a:xfrm>
          <a:prstGeom prst="rect">
            <a:avLst/>
          </a:prstGeom>
          <a:solidFill>
            <a:srgbClr val="C0C0C0"/>
          </a:solidFill>
          <a:ln w="9525">
            <a:solidFill>
              <a:schemeClr val="tx1"/>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30745" name="Rectangle 19">
            <a:extLst>
              <a:ext uri="{FF2B5EF4-FFF2-40B4-BE49-F238E27FC236}">
                <a16:creationId xmlns:a16="http://schemas.microsoft.com/office/drawing/2014/main" id="{F6D94939-0D30-5B40-9580-36BD7A79DBD5}"/>
              </a:ext>
            </a:extLst>
          </p:cNvPr>
          <p:cNvSpPr>
            <a:spLocks noChangeArrowheads="1"/>
          </p:cNvSpPr>
          <p:nvPr/>
        </p:nvSpPr>
        <p:spPr bwMode="auto">
          <a:xfrm>
            <a:off x="4724400" y="2209800"/>
            <a:ext cx="76200" cy="838200"/>
          </a:xfrm>
          <a:prstGeom prst="rect">
            <a:avLst/>
          </a:prstGeom>
          <a:solidFill>
            <a:srgbClr val="C0C0C0"/>
          </a:solidFill>
          <a:ln w="9525">
            <a:solidFill>
              <a:schemeClr val="tx1"/>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30746" name="Rectangle 32">
            <a:extLst>
              <a:ext uri="{FF2B5EF4-FFF2-40B4-BE49-F238E27FC236}">
                <a16:creationId xmlns:a16="http://schemas.microsoft.com/office/drawing/2014/main" id="{86E2B0E2-ABE7-5A46-8312-46B24148C171}"/>
              </a:ext>
            </a:extLst>
          </p:cNvPr>
          <p:cNvSpPr>
            <a:spLocks noChangeArrowheads="1"/>
          </p:cNvSpPr>
          <p:nvPr/>
        </p:nvSpPr>
        <p:spPr bwMode="auto">
          <a:xfrm>
            <a:off x="228600" y="3581400"/>
            <a:ext cx="868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2" eaLnBrk="1" hangingPunct="1">
              <a:spcBef>
                <a:spcPct val="10000"/>
              </a:spcBef>
            </a:pPr>
            <a:r>
              <a:rPr lang="en-US" altLang="en-US">
                <a:cs typeface="Times New Roman" panose="02020603050405020304" pitchFamily="18" charset="0"/>
              </a:rPr>
              <a:t>2, Quy về chuyển 1 đĩa từ A sang B: </a:t>
            </a:r>
            <a:r>
              <a:rPr lang="en-US" altLang="en-US" b="1" i="1">
                <a:cs typeface="Times New Roman" panose="02020603050405020304" pitchFamily="18" charset="0"/>
              </a:rPr>
              <a:t>A -&gt; B</a:t>
            </a:r>
          </a:p>
        </p:txBody>
      </p:sp>
      <p:sp>
        <p:nvSpPr>
          <p:cNvPr id="30747" name="Rectangle 33">
            <a:extLst>
              <a:ext uri="{FF2B5EF4-FFF2-40B4-BE49-F238E27FC236}">
                <a16:creationId xmlns:a16="http://schemas.microsoft.com/office/drawing/2014/main" id="{5F6F2F65-C6D2-8340-8834-FBEDFE06AE76}"/>
              </a:ext>
            </a:extLst>
          </p:cNvPr>
          <p:cNvSpPr>
            <a:spLocks noChangeArrowheads="1"/>
          </p:cNvSpPr>
          <p:nvPr/>
        </p:nvSpPr>
        <p:spPr bwMode="auto">
          <a:xfrm>
            <a:off x="6753225" y="4648200"/>
            <a:ext cx="1704975"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30748" name="Rectangle 34">
            <a:extLst>
              <a:ext uri="{FF2B5EF4-FFF2-40B4-BE49-F238E27FC236}">
                <a16:creationId xmlns:a16="http://schemas.microsoft.com/office/drawing/2014/main" id="{60A27AD5-EAC7-6C46-81DD-0A940082F022}"/>
              </a:ext>
            </a:extLst>
          </p:cNvPr>
          <p:cNvSpPr>
            <a:spLocks noChangeArrowheads="1"/>
          </p:cNvSpPr>
          <p:nvPr/>
        </p:nvSpPr>
        <p:spPr bwMode="auto">
          <a:xfrm>
            <a:off x="6929438" y="4419600"/>
            <a:ext cx="135255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30749" name="Rectangle 7">
            <a:extLst>
              <a:ext uri="{FF2B5EF4-FFF2-40B4-BE49-F238E27FC236}">
                <a16:creationId xmlns:a16="http://schemas.microsoft.com/office/drawing/2014/main" id="{CEA66473-EE6C-C544-9B85-A5D2429388BA}"/>
              </a:ext>
            </a:extLst>
          </p:cNvPr>
          <p:cNvSpPr>
            <a:spLocks noChangeArrowheads="1"/>
          </p:cNvSpPr>
          <p:nvPr/>
        </p:nvSpPr>
        <p:spPr bwMode="auto">
          <a:xfrm>
            <a:off x="7543800" y="4038600"/>
            <a:ext cx="74613" cy="838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30750" name="Rectangle 5">
            <a:extLst>
              <a:ext uri="{FF2B5EF4-FFF2-40B4-BE49-F238E27FC236}">
                <a16:creationId xmlns:a16="http://schemas.microsoft.com/office/drawing/2014/main" id="{5D9E5834-D831-F24F-AAF1-E6F5EAF3FDFA}"/>
              </a:ext>
            </a:extLst>
          </p:cNvPr>
          <p:cNvSpPr>
            <a:spLocks noChangeArrowheads="1"/>
          </p:cNvSpPr>
          <p:nvPr/>
        </p:nvSpPr>
        <p:spPr bwMode="auto">
          <a:xfrm>
            <a:off x="4724400" y="4038600"/>
            <a:ext cx="74613" cy="838200"/>
          </a:xfrm>
          <a:prstGeom prst="rect">
            <a:avLst/>
          </a:prstGeom>
          <a:solidFill>
            <a:srgbClr val="C0C0C0"/>
          </a:solidFill>
          <a:ln w="9525">
            <a:solidFill>
              <a:schemeClr val="tx1"/>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AU" altLang="en-US" sz="2400"/>
          </a:p>
        </p:txBody>
      </p:sp>
      <p:sp>
        <p:nvSpPr>
          <p:cNvPr id="30751" name="Rectangle 35">
            <a:extLst>
              <a:ext uri="{FF2B5EF4-FFF2-40B4-BE49-F238E27FC236}">
                <a16:creationId xmlns:a16="http://schemas.microsoft.com/office/drawing/2014/main" id="{95B610CD-C5CB-644B-9AA3-C5C9AF6C1E8F}"/>
              </a:ext>
            </a:extLst>
          </p:cNvPr>
          <p:cNvSpPr>
            <a:spLocks noChangeArrowheads="1"/>
          </p:cNvSpPr>
          <p:nvPr/>
        </p:nvSpPr>
        <p:spPr bwMode="auto">
          <a:xfrm>
            <a:off x="228600" y="5486400"/>
            <a:ext cx="868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2" eaLnBrk="1" hangingPunct="1">
              <a:spcBef>
                <a:spcPct val="10000"/>
              </a:spcBef>
            </a:pPr>
            <a:r>
              <a:rPr lang="en-US" altLang="en-US">
                <a:cs typeface="Times New Roman" panose="02020603050405020304" pitchFamily="18" charset="0"/>
              </a:rPr>
              <a:t>3, Quy về chuyển 2 đĩa từ C sang B: </a:t>
            </a:r>
            <a:r>
              <a:rPr lang="en-US" altLang="en-US" b="1" i="1">
                <a:cs typeface="Times New Roman" panose="02020603050405020304" pitchFamily="18" charset="0"/>
              </a:rPr>
              <a:t>C -&gt; A, C -&gt; B, A -&gt; B</a:t>
            </a:r>
          </a:p>
        </p:txBody>
      </p:sp>
    </p:spTree>
    <p:extLst>
      <p:ext uri="{BB962C8B-B14F-4D97-AF65-F5344CB8AC3E}">
        <p14:creationId xmlns:p14="http://schemas.microsoft.com/office/powerpoint/2010/main" val="361662263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Slide Number Placeholder 4">
            <a:extLst>
              <a:ext uri="{FF2B5EF4-FFF2-40B4-BE49-F238E27FC236}">
                <a16:creationId xmlns:a16="http://schemas.microsoft.com/office/drawing/2014/main" id="{0A527275-3BC2-9541-8ED4-3BD84577BCE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4A9C2FF-3470-C641-95FB-28AF7D694036}" type="slidenum">
              <a:rPr lang="en-US" altLang="en-US" sz="1400" smtClean="0"/>
              <a:pPr>
                <a:spcBef>
                  <a:spcPct val="0"/>
                </a:spcBef>
                <a:buFontTx/>
                <a:buNone/>
              </a:pPr>
              <a:t>93</a:t>
            </a:fld>
            <a:endParaRPr lang="en-US" altLang="en-US" sz="1400"/>
          </a:p>
        </p:txBody>
      </p:sp>
      <p:sp>
        <p:nvSpPr>
          <p:cNvPr id="31748" name="Rectangle 3">
            <a:extLst>
              <a:ext uri="{FF2B5EF4-FFF2-40B4-BE49-F238E27FC236}">
                <a16:creationId xmlns:a16="http://schemas.microsoft.com/office/drawing/2014/main" id="{AE59D774-B626-F84B-9A80-0D785985988F}"/>
              </a:ext>
            </a:extLst>
          </p:cNvPr>
          <p:cNvSpPr>
            <a:spLocks noGrp="1" noChangeArrowheads="1"/>
          </p:cNvSpPr>
          <p:nvPr>
            <p:ph type="title"/>
          </p:nvPr>
        </p:nvSpPr>
        <p:spPr>
          <a:noFill/>
        </p:spPr>
        <p:txBody>
          <a:bodyPr>
            <a:normAutofit fontScale="90000"/>
          </a:bodyPr>
          <a:lstStyle/>
          <a:p>
            <a:pPr eaLnBrk="1" hangingPunct="1"/>
            <a:r>
              <a:rPr lang="en-US" altLang="en-US">
                <a:cs typeface="Times New Roman" panose="02020603050405020304" pitchFamily="18" charset="0"/>
              </a:rPr>
              <a:t>Các ví dụ minh họa</a:t>
            </a:r>
            <a:r>
              <a:rPr lang="en-US" altLang="en-US"/>
              <a:t> </a:t>
            </a:r>
          </a:p>
        </p:txBody>
      </p:sp>
      <p:sp>
        <p:nvSpPr>
          <p:cNvPr id="31750" name="Rectangle 20">
            <a:extLst>
              <a:ext uri="{FF2B5EF4-FFF2-40B4-BE49-F238E27FC236}">
                <a16:creationId xmlns:a16="http://schemas.microsoft.com/office/drawing/2014/main" id="{83AA56A6-47AF-3E4A-8614-9A9BBC01CAA6}"/>
              </a:ext>
            </a:extLst>
          </p:cNvPr>
          <p:cNvSpPr>
            <a:spLocks noGrp="1" noChangeArrowheads="1"/>
          </p:cNvSpPr>
          <p:nvPr>
            <p:ph sz="quarter" idx="13"/>
          </p:nvPr>
        </p:nvSpPr>
        <p:spPr>
          <a:noFill/>
        </p:spPr>
        <p:txBody>
          <a:bodyPr>
            <a:normAutofit/>
          </a:bodyPr>
          <a:lstStyle/>
          <a:p>
            <a:pPr eaLnBrk="1" hangingPunct="1">
              <a:spcBef>
                <a:spcPct val="10000"/>
              </a:spcBef>
            </a:pPr>
            <a:r>
              <a:rPr lang="en-US" altLang="en-US">
                <a:cs typeface="Times New Roman" panose="02020603050405020304" pitchFamily="18" charset="0"/>
              </a:rPr>
              <a:t>Bài toán Tháp Hà Nội</a:t>
            </a:r>
          </a:p>
          <a:p>
            <a:pPr lvl="1" eaLnBrk="1" hangingPunct="1">
              <a:spcBef>
                <a:spcPct val="10000"/>
              </a:spcBef>
            </a:pPr>
            <a:r>
              <a:rPr lang="en-US" altLang="en-US">
                <a:cs typeface="Times New Roman" panose="02020603050405020304" pitchFamily="18" charset="0"/>
              </a:rPr>
              <a:t>Trường hợp đơn giản (suy biến): 1 đĩa: A -&gt; B</a:t>
            </a:r>
          </a:p>
          <a:p>
            <a:pPr lvl="1" eaLnBrk="1" hangingPunct="1">
              <a:spcBef>
                <a:spcPct val="10000"/>
              </a:spcBef>
            </a:pPr>
            <a:r>
              <a:rPr lang="en-US" altLang="en-US">
                <a:cs typeface="Times New Roman" panose="02020603050405020304" pitchFamily="18" charset="0"/>
              </a:rPr>
              <a:t>Tổng quát: quy về trường hợp 1 hoặc 2 đĩa: </a:t>
            </a:r>
          </a:p>
          <a:p>
            <a:pPr lvl="2" eaLnBrk="1" hangingPunct="1">
              <a:spcBef>
                <a:spcPct val="10000"/>
              </a:spcBef>
            </a:pPr>
            <a:r>
              <a:rPr lang="en-US" altLang="en-US">
                <a:cs typeface="Times New Roman" panose="02020603050405020304" pitchFamily="18" charset="0"/>
              </a:rPr>
              <a:t>1, Quy về bài toán chuyển (n-1) đĩa A sang C</a:t>
            </a:r>
          </a:p>
          <a:p>
            <a:pPr lvl="2" eaLnBrk="1" hangingPunct="1">
              <a:spcBef>
                <a:spcPct val="10000"/>
              </a:spcBef>
            </a:pPr>
            <a:r>
              <a:rPr lang="en-US" altLang="en-US">
                <a:cs typeface="Times New Roman" panose="02020603050405020304" pitchFamily="18" charset="0"/>
              </a:rPr>
              <a:t>2, Quy về bài toán chuyển 1 đĩa A sang B</a:t>
            </a:r>
          </a:p>
          <a:p>
            <a:pPr lvl="2" eaLnBrk="1" hangingPunct="1">
              <a:spcBef>
                <a:spcPct val="10000"/>
              </a:spcBef>
            </a:pPr>
            <a:r>
              <a:rPr lang="en-US" altLang="en-US">
                <a:cs typeface="Times New Roman" panose="02020603050405020304" pitchFamily="18" charset="0"/>
              </a:rPr>
              <a:t>3, Quy về bài toán chuyển (n-1) đĩa C sang B</a:t>
            </a:r>
          </a:p>
        </p:txBody>
      </p:sp>
      <p:sp>
        <p:nvSpPr>
          <p:cNvPr id="31749" name="Rectangle 18">
            <a:extLst>
              <a:ext uri="{FF2B5EF4-FFF2-40B4-BE49-F238E27FC236}">
                <a16:creationId xmlns:a16="http://schemas.microsoft.com/office/drawing/2014/main" id="{D561BABC-BB59-EE47-A33D-AA24899EC320}"/>
              </a:ext>
            </a:extLst>
          </p:cNvPr>
          <p:cNvSpPr>
            <a:spLocks noChangeArrowheads="1"/>
          </p:cNvSpPr>
          <p:nvPr/>
        </p:nvSpPr>
        <p:spPr bwMode="auto">
          <a:xfrm>
            <a:off x="459808" y="3078712"/>
            <a:ext cx="7924800" cy="280851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i="1" dirty="0">
                <a:cs typeface="Times New Roman" panose="02020603050405020304" pitchFamily="18" charset="0"/>
              </a:rPr>
              <a:t>void  </a:t>
            </a:r>
            <a:r>
              <a:rPr lang="en-US" altLang="en-US" sz="2000" b="1" i="1" dirty="0" err="1">
                <a:cs typeface="Times New Roman" panose="02020603050405020304" pitchFamily="18" charset="0"/>
              </a:rPr>
              <a:t>TowerHN</a:t>
            </a:r>
            <a:r>
              <a:rPr lang="en-US" altLang="en-US" sz="2000" b="1" i="1" dirty="0">
                <a:cs typeface="Times New Roman" panose="02020603050405020304" pitchFamily="18" charset="0"/>
              </a:rPr>
              <a:t> </a:t>
            </a:r>
            <a:r>
              <a:rPr lang="en-US" altLang="en-US" sz="2000" dirty="0">
                <a:cs typeface="Times New Roman" panose="02020603050405020304" pitchFamily="18" charset="0"/>
              </a:rPr>
              <a:t>(int n, Tower </a:t>
            </a:r>
            <a:r>
              <a:rPr lang="en-US" altLang="en-US" sz="2400" dirty="0"/>
              <a:t>A, B, C</a:t>
            </a:r>
            <a:r>
              <a:rPr lang="en-US" altLang="en-US" sz="2000" dirty="0">
                <a:cs typeface="Times New Roman" panose="02020603050405020304" pitchFamily="18" charset="0"/>
              </a:rPr>
              <a:t>){</a:t>
            </a:r>
          </a:p>
          <a:p>
            <a:pPr eaLnBrk="1" hangingPunct="1">
              <a:spcBef>
                <a:spcPct val="0"/>
              </a:spcBef>
              <a:buFontTx/>
              <a:buNone/>
            </a:pPr>
            <a:r>
              <a:rPr lang="en-US" altLang="en-US" sz="2000" b="1" dirty="0">
                <a:cs typeface="Times New Roman" panose="02020603050405020304" pitchFamily="18" charset="0"/>
              </a:rPr>
              <a:t>	if </a:t>
            </a:r>
            <a:r>
              <a:rPr lang="en-US" altLang="en-US" sz="2000" dirty="0">
                <a:cs typeface="Times New Roman" panose="02020603050405020304" pitchFamily="18" charset="0"/>
              </a:rPr>
              <a:t>(n == 1) </a:t>
            </a:r>
            <a:r>
              <a:rPr lang="en-US" altLang="en-US" sz="2000" b="1" dirty="0">
                <a:cs typeface="Times New Roman" panose="02020603050405020304" pitchFamily="18" charset="0"/>
              </a:rPr>
              <a:t>Transf</a:t>
            </a:r>
            <a:r>
              <a:rPr lang="en-US" altLang="en-US" sz="2000" b="1" dirty="0"/>
              <a:t>er</a:t>
            </a:r>
            <a:r>
              <a:rPr lang="en-US" altLang="en-US" sz="2000" dirty="0">
                <a:cs typeface="Times New Roman" panose="02020603050405020304" pitchFamily="18" charset="0"/>
              </a:rPr>
              <a:t> (A, B);</a:t>
            </a:r>
          </a:p>
          <a:p>
            <a:pPr eaLnBrk="1" hangingPunct="1">
              <a:lnSpc>
                <a:spcPct val="110000"/>
              </a:lnSpc>
              <a:spcBef>
                <a:spcPct val="0"/>
              </a:spcBef>
              <a:buFontTx/>
              <a:buNone/>
            </a:pPr>
            <a:r>
              <a:rPr lang="en-US" altLang="en-US" sz="2000" b="1" dirty="0">
                <a:cs typeface="Times New Roman" panose="02020603050405020304" pitchFamily="18" charset="0"/>
              </a:rPr>
              <a:t>	else {</a:t>
            </a:r>
          </a:p>
          <a:p>
            <a:pPr eaLnBrk="1" hangingPunct="1">
              <a:lnSpc>
                <a:spcPct val="110000"/>
              </a:lnSpc>
              <a:spcBef>
                <a:spcPct val="0"/>
              </a:spcBef>
              <a:buFontTx/>
              <a:buNone/>
            </a:pPr>
            <a:r>
              <a:rPr lang="en-US" altLang="en-US" sz="2000" dirty="0">
                <a:cs typeface="Times New Roman" panose="02020603050405020304" pitchFamily="18" charset="0"/>
              </a:rPr>
              <a:t>			</a:t>
            </a:r>
            <a:r>
              <a:rPr lang="en-US" altLang="en-US" sz="2000" b="1" dirty="0" err="1">
                <a:cs typeface="Times New Roman" panose="02020603050405020304" pitchFamily="18" charset="0"/>
              </a:rPr>
              <a:t>TowerHN</a:t>
            </a:r>
            <a:r>
              <a:rPr lang="en-US" altLang="en-US" sz="2000" dirty="0">
                <a:cs typeface="Times New Roman" panose="02020603050405020304" pitchFamily="18" charset="0"/>
              </a:rPr>
              <a:t> (n-1, A, C, B);</a:t>
            </a:r>
          </a:p>
          <a:p>
            <a:pPr eaLnBrk="1" hangingPunct="1">
              <a:lnSpc>
                <a:spcPct val="110000"/>
              </a:lnSpc>
              <a:spcBef>
                <a:spcPct val="0"/>
              </a:spcBef>
              <a:buFontTx/>
              <a:buNone/>
            </a:pPr>
            <a:r>
              <a:rPr lang="en-US" altLang="en-US" sz="2000" dirty="0">
                <a:cs typeface="Times New Roman" panose="02020603050405020304" pitchFamily="18" charset="0"/>
              </a:rPr>
              <a:t>			</a:t>
            </a:r>
            <a:r>
              <a:rPr lang="en-US" altLang="en-US" sz="2000" b="1" dirty="0" err="1">
                <a:cs typeface="Times New Roman" panose="02020603050405020304" pitchFamily="18" charset="0"/>
              </a:rPr>
              <a:t>TowerHN</a:t>
            </a:r>
            <a:r>
              <a:rPr lang="en-US" altLang="en-US" sz="2000" dirty="0">
                <a:cs typeface="Times New Roman" panose="02020603050405020304" pitchFamily="18" charset="0"/>
              </a:rPr>
              <a:t> (1, A, B, C</a:t>
            </a:r>
            <a:r>
              <a:rPr lang="en-US" altLang="en-US" sz="2000" dirty="0">
                <a:solidFill>
                  <a:schemeClr val="accent2"/>
                </a:solidFill>
                <a:cs typeface="Times New Roman" panose="02020603050405020304" pitchFamily="18" charset="0"/>
              </a:rPr>
              <a:t>)</a:t>
            </a:r>
            <a:r>
              <a:rPr lang="en-US" altLang="en-US" sz="2000" dirty="0">
                <a:cs typeface="Times New Roman" panose="02020603050405020304" pitchFamily="18" charset="0"/>
              </a:rPr>
              <a:t>;</a:t>
            </a:r>
          </a:p>
          <a:p>
            <a:pPr eaLnBrk="1" hangingPunct="1">
              <a:lnSpc>
                <a:spcPct val="110000"/>
              </a:lnSpc>
              <a:spcBef>
                <a:spcPct val="0"/>
              </a:spcBef>
              <a:buFontTx/>
              <a:buNone/>
            </a:pPr>
            <a:r>
              <a:rPr lang="en-US" altLang="en-US" sz="2000" dirty="0">
                <a:cs typeface="Times New Roman" panose="02020603050405020304" pitchFamily="18" charset="0"/>
              </a:rPr>
              <a:t>			</a:t>
            </a:r>
            <a:r>
              <a:rPr lang="en-US" altLang="en-US" sz="2000" b="1" dirty="0" err="1">
                <a:cs typeface="Times New Roman" panose="02020603050405020304" pitchFamily="18" charset="0"/>
              </a:rPr>
              <a:t>TowerHN</a:t>
            </a:r>
            <a:r>
              <a:rPr lang="en-US" altLang="en-US" sz="2000" dirty="0">
                <a:cs typeface="Times New Roman" panose="02020603050405020304" pitchFamily="18" charset="0"/>
              </a:rPr>
              <a:t> (n-1, C, B, A);</a:t>
            </a:r>
          </a:p>
          <a:p>
            <a:pPr eaLnBrk="1" hangingPunct="1">
              <a:lnSpc>
                <a:spcPct val="110000"/>
              </a:lnSpc>
              <a:spcBef>
                <a:spcPct val="0"/>
              </a:spcBef>
              <a:buFontTx/>
              <a:buNone/>
            </a:pPr>
            <a:r>
              <a:rPr lang="en-US" altLang="en-US" sz="2000" b="1" dirty="0">
                <a:cs typeface="Times New Roman" panose="02020603050405020304" pitchFamily="18" charset="0"/>
              </a:rPr>
              <a:t>	}</a:t>
            </a:r>
          </a:p>
          <a:p>
            <a:pPr eaLnBrk="1" hangingPunct="1">
              <a:lnSpc>
                <a:spcPct val="110000"/>
              </a:lnSpc>
              <a:spcBef>
                <a:spcPct val="0"/>
              </a:spcBef>
              <a:buFontTx/>
              <a:buNone/>
            </a:pPr>
            <a:r>
              <a:rPr lang="en-US" altLang="en-US" sz="2000" b="1" dirty="0">
                <a:cs typeface="Times New Roman" panose="02020603050405020304" pitchFamily="18" charset="0"/>
              </a:rPr>
              <a:t>}</a:t>
            </a:r>
          </a:p>
        </p:txBody>
      </p:sp>
      <p:sp>
        <p:nvSpPr>
          <p:cNvPr id="2" name="TextBox 1">
            <a:extLst>
              <a:ext uri="{FF2B5EF4-FFF2-40B4-BE49-F238E27FC236}">
                <a16:creationId xmlns:a16="http://schemas.microsoft.com/office/drawing/2014/main" id="{F95D6ADE-0FFA-4CFD-B975-CFDAEF7AA190}"/>
              </a:ext>
            </a:extLst>
          </p:cNvPr>
          <p:cNvSpPr txBox="1"/>
          <p:nvPr/>
        </p:nvSpPr>
        <p:spPr>
          <a:xfrm>
            <a:off x="1232453" y="6051428"/>
            <a:ext cx="6923314" cy="369332"/>
          </a:xfrm>
          <a:prstGeom prst="rect">
            <a:avLst/>
          </a:prstGeom>
          <a:noFill/>
        </p:spPr>
        <p:txBody>
          <a:bodyPr wrap="square" rtlCol="0">
            <a:spAutoFit/>
          </a:bodyPr>
          <a:lstStyle/>
          <a:p>
            <a:r>
              <a:rPr lang="en-US" dirty="0" err="1">
                <a:solidFill>
                  <a:srgbClr val="FF0000"/>
                </a:solidFill>
              </a:rPr>
              <a:t>Khử</a:t>
            </a:r>
            <a:r>
              <a:rPr lang="en-US" dirty="0">
                <a:solidFill>
                  <a:srgbClr val="FF0000"/>
                </a:solidFill>
              </a:rPr>
              <a:t> </a:t>
            </a:r>
            <a:r>
              <a:rPr lang="en-US" dirty="0" err="1">
                <a:solidFill>
                  <a:srgbClr val="FF0000"/>
                </a:solidFill>
              </a:rPr>
              <a:t>đệ</a:t>
            </a:r>
            <a:r>
              <a:rPr lang="en-US" dirty="0">
                <a:solidFill>
                  <a:srgbClr val="FF0000"/>
                </a:solidFill>
              </a:rPr>
              <a:t> </a:t>
            </a:r>
            <a:r>
              <a:rPr lang="en-US" dirty="0" err="1">
                <a:solidFill>
                  <a:srgbClr val="FF0000"/>
                </a:solidFill>
              </a:rPr>
              <a:t>quy</a:t>
            </a:r>
            <a:r>
              <a:rPr lang="en-US" dirty="0">
                <a:solidFill>
                  <a:srgbClr val="FF0000"/>
                </a:solidFill>
              </a:rPr>
              <a:t> </a:t>
            </a:r>
            <a:r>
              <a:rPr lang="en-US" dirty="0" err="1">
                <a:solidFill>
                  <a:srgbClr val="FF0000"/>
                </a:solidFill>
              </a:rPr>
              <a:t>thuật</a:t>
            </a:r>
            <a:r>
              <a:rPr lang="en-US" dirty="0">
                <a:solidFill>
                  <a:srgbClr val="FF0000"/>
                </a:solidFill>
              </a:rPr>
              <a:t> </a:t>
            </a:r>
            <a:r>
              <a:rPr lang="en-US" dirty="0" err="1">
                <a:solidFill>
                  <a:srgbClr val="FF0000"/>
                </a:solidFill>
              </a:rPr>
              <a:t>toán</a:t>
            </a:r>
            <a:r>
              <a:rPr lang="en-US" dirty="0">
                <a:solidFill>
                  <a:srgbClr val="FF0000"/>
                </a:solidFill>
              </a:rPr>
              <a:t> </a:t>
            </a:r>
            <a:r>
              <a:rPr lang="en-US" dirty="0" err="1">
                <a:solidFill>
                  <a:srgbClr val="FF0000"/>
                </a:solidFill>
              </a:rPr>
              <a:t>tháp</a:t>
            </a:r>
            <a:r>
              <a:rPr lang="en-US" dirty="0">
                <a:solidFill>
                  <a:srgbClr val="FF0000"/>
                </a:solidFill>
              </a:rPr>
              <a:t> </a:t>
            </a:r>
            <a:r>
              <a:rPr lang="en-US" dirty="0" err="1">
                <a:solidFill>
                  <a:srgbClr val="FF0000"/>
                </a:solidFill>
              </a:rPr>
              <a:t>Hà</a:t>
            </a:r>
            <a:r>
              <a:rPr lang="en-US" dirty="0">
                <a:solidFill>
                  <a:srgbClr val="FF0000"/>
                </a:solidFill>
              </a:rPr>
              <a:t> </a:t>
            </a:r>
            <a:r>
              <a:rPr lang="en-US" dirty="0" err="1">
                <a:solidFill>
                  <a:srgbClr val="FF0000"/>
                </a:solidFill>
              </a:rPr>
              <a:t>nội</a:t>
            </a:r>
            <a:r>
              <a:rPr lang="en-US" dirty="0">
                <a:solidFill>
                  <a:srgbClr val="FF0000"/>
                </a:solidFill>
              </a:rPr>
              <a:t> </a:t>
            </a:r>
            <a:r>
              <a:rPr lang="en-US" dirty="0" err="1">
                <a:solidFill>
                  <a:srgbClr val="FF0000"/>
                </a:solidFill>
              </a:rPr>
              <a:t>sẽ</a:t>
            </a:r>
            <a:r>
              <a:rPr lang="en-US" dirty="0">
                <a:solidFill>
                  <a:srgbClr val="FF0000"/>
                </a:solidFill>
              </a:rPr>
              <a:t> </a:t>
            </a:r>
            <a:r>
              <a:rPr lang="en-US" dirty="0" err="1">
                <a:solidFill>
                  <a:srgbClr val="FF0000"/>
                </a:solidFill>
              </a:rPr>
              <a:t>được</a:t>
            </a:r>
            <a:r>
              <a:rPr lang="en-US" dirty="0">
                <a:solidFill>
                  <a:srgbClr val="FF0000"/>
                </a:solidFill>
              </a:rPr>
              <a:t> </a:t>
            </a:r>
            <a:r>
              <a:rPr lang="en-US" dirty="0" err="1">
                <a:solidFill>
                  <a:srgbClr val="FF0000"/>
                </a:solidFill>
              </a:rPr>
              <a:t>làm</a:t>
            </a:r>
            <a:r>
              <a:rPr lang="en-US" dirty="0">
                <a:solidFill>
                  <a:srgbClr val="FF0000"/>
                </a:solidFill>
              </a:rPr>
              <a:t> </a:t>
            </a:r>
            <a:r>
              <a:rPr lang="en-US" dirty="0" err="1">
                <a:solidFill>
                  <a:srgbClr val="FF0000"/>
                </a:solidFill>
              </a:rPr>
              <a:t>sau</a:t>
            </a:r>
            <a:r>
              <a:rPr lang="en-US" dirty="0">
                <a:solidFill>
                  <a:srgbClr val="FF0000"/>
                </a:solidFill>
              </a:rPr>
              <a:t> </a:t>
            </a:r>
            <a:r>
              <a:rPr lang="en-US" dirty="0" err="1">
                <a:solidFill>
                  <a:srgbClr val="FF0000"/>
                </a:solidFill>
              </a:rPr>
              <a:t>khi</a:t>
            </a:r>
            <a:r>
              <a:rPr lang="en-US" dirty="0">
                <a:solidFill>
                  <a:srgbClr val="FF0000"/>
                </a:solidFill>
              </a:rPr>
              <a:t> </a:t>
            </a:r>
            <a:r>
              <a:rPr lang="en-US" dirty="0" err="1">
                <a:solidFill>
                  <a:srgbClr val="FF0000"/>
                </a:solidFill>
              </a:rPr>
              <a:t>học</a:t>
            </a:r>
            <a:r>
              <a:rPr lang="en-US" dirty="0">
                <a:solidFill>
                  <a:srgbClr val="FF0000"/>
                </a:solidFill>
              </a:rPr>
              <a:t> </a:t>
            </a:r>
            <a:r>
              <a:rPr lang="en-US" dirty="0" err="1">
                <a:solidFill>
                  <a:srgbClr val="FF0000"/>
                </a:solidFill>
              </a:rPr>
              <a:t>về</a:t>
            </a:r>
            <a:r>
              <a:rPr lang="en-US" dirty="0">
                <a:solidFill>
                  <a:srgbClr val="FF0000"/>
                </a:solidFill>
              </a:rPr>
              <a:t> Stack !</a:t>
            </a:r>
          </a:p>
        </p:txBody>
      </p:sp>
      <p:sp>
        <p:nvSpPr>
          <p:cNvPr id="8" name="TextBox 7">
            <a:extLst>
              <a:ext uri="{FF2B5EF4-FFF2-40B4-BE49-F238E27FC236}">
                <a16:creationId xmlns:a16="http://schemas.microsoft.com/office/drawing/2014/main" id="{091BF82F-AA24-4C95-85A1-BE180E335CF7}"/>
              </a:ext>
            </a:extLst>
          </p:cNvPr>
          <p:cNvSpPr txBox="1"/>
          <p:nvPr/>
        </p:nvSpPr>
        <p:spPr>
          <a:xfrm>
            <a:off x="4648200" y="3733801"/>
            <a:ext cx="4307903" cy="2062103"/>
          </a:xfrm>
          <a:prstGeom prst="rect">
            <a:avLst/>
          </a:prstGeom>
          <a:noFill/>
          <a:ln>
            <a:solidFill>
              <a:schemeClr val="accent1"/>
            </a:solidFill>
          </a:ln>
        </p:spPr>
        <p:txBody>
          <a:bodyPr wrap="square">
            <a:spAutoFit/>
          </a:bodyPr>
          <a:lstStyle/>
          <a:p>
            <a:r>
              <a:rPr lang="en-US" sz="1600" b="1" i="1" dirty="0" err="1">
                <a:solidFill>
                  <a:schemeClr val="accent6"/>
                </a:solidFill>
                <a:effectLst/>
                <a:latin typeface="Segoe UI" panose="020B0502040204020203" pitchFamily="34" charset="0"/>
              </a:rPr>
              <a:t>Với</a:t>
            </a:r>
            <a:r>
              <a:rPr lang="en-US" sz="1600" b="1" i="1" dirty="0">
                <a:solidFill>
                  <a:schemeClr val="accent6"/>
                </a:solidFill>
                <a:effectLst/>
                <a:latin typeface="Segoe UI" panose="020B0502040204020203" pitchFamily="34" charset="0"/>
              </a:rPr>
              <a:t> </a:t>
            </a:r>
            <a:r>
              <a:rPr lang="en-US" sz="1600" b="1" i="1" dirty="0" err="1">
                <a:solidFill>
                  <a:schemeClr val="accent6"/>
                </a:solidFill>
                <a:effectLst/>
                <a:latin typeface="Segoe UI" panose="020B0502040204020203" pitchFamily="34" charset="0"/>
              </a:rPr>
              <a:t>chồng</a:t>
            </a:r>
            <a:r>
              <a:rPr lang="en-US" sz="1600" b="1" i="1" dirty="0">
                <a:solidFill>
                  <a:schemeClr val="accent6"/>
                </a:solidFill>
                <a:effectLst/>
                <a:latin typeface="Segoe UI" panose="020B0502040204020203" pitchFamily="34" charset="0"/>
              </a:rPr>
              <a:t> </a:t>
            </a:r>
            <a:r>
              <a:rPr lang="en-US" sz="1600" b="1" i="1" dirty="0" err="1">
                <a:solidFill>
                  <a:schemeClr val="accent6"/>
                </a:solidFill>
                <a:effectLst/>
                <a:latin typeface="Segoe UI" panose="020B0502040204020203" pitchFamily="34" charset="0"/>
              </a:rPr>
              <a:t>gồm</a:t>
            </a:r>
            <a:r>
              <a:rPr lang="en-US" sz="1600" b="1" i="1" dirty="0">
                <a:solidFill>
                  <a:schemeClr val="accent6"/>
                </a:solidFill>
                <a:effectLst/>
                <a:latin typeface="Segoe UI" panose="020B0502040204020203" pitchFamily="34" charset="0"/>
              </a:rPr>
              <a:t> n </a:t>
            </a:r>
            <a:r>
              <a:rPr lang="en-US" sz="1600" b="1" i="1" dirty="0" err="1">
                <a:solidFill>
                  <a:schemeClr val="accent6"/>
                </a:solidFill>
                <a:effectLst/>
                <a:latin typeface="Segoe UI" panose="020B0502040204020203" pitchFamily="34" charset="0"/>
              </a:rPr>
              <a:t>đĩa</a:t>
            </a:r>
            <a:r>
              <a:rPr lang="en-US" sz="1600" b="1" i="1" dirty="0">
                <a:solidFill>
                  <a:schemeClr val="accent6"/>
                </a:solidFill>
                <a:effectLst/>
                <a:latin typeface="Segoe UI" panose="020B0502040204020203" pitchFamily="34" charset="0"/>
              </a:rPr>
              <a:t> </a:t>
            </a:r>
            <a:r>
              <a:rPr lang="en-US" sz="1600" b="1" i="1" dirty="0" err="1">
                <a:solidFill>
                  <a:schemeClr val="accent6"/>
                </a:solidFill>
                <a:effectLst/>
                <a:latin typeface="Segoe UI" panose="020B0502040204020203" pitchFamily="34" charset="0"/>
              </a:rPr>
              <a:t>cần</a:t>
            </a:r>
            <a:r>
              <a:rPr lang="en-US" sz="1600" b="1" i="1" dirty="0">
                <a:solidFill>
                  <a:schemeClr val="accent6"/>
                </a:solidFill>
                <a:effectLst/>
                <a:latin typeface="Segoe UI" panose="020B0502040204020203" pitchFamily="34" charset="0"/>
              </a:rPr>
              <a:t> 2</a:t>
            </a:r>
            <a:r>
              <a:rPr lang="en-US" sz="1600" b="1" i="1" baseline="30000" dirty="0">
                <a:solidFill>
                  <a:schemeClr val="accent6"/>
                </a:solidFill>
                <a:effectLst/>
                <a:latin typeface="Segoe UI" panose="020B0502040204020203" pitchFamily="34" charset="0"/>
              </a:rPr>
              <a:t>n </a:t>
            </a:r>
            <a:r>
              <a:rPr lang="en-US" sz="1600" b="1" i="1" dirty="0">
                <a:solidFill>
                  <a:schemeClr val="accent6"/>
                </a:solidFill>
                <a:effectLst/>
                <a:latin typeface="Segoe UI" panose="020B0502040204020203" pitchFamily="34" charset="0"/>
              </a:rPr>
              <a:t>-1 </a:t>
            </a:r>
            <a:r>
              <a:rPr lang="en-US" sz="1600" b="1" i="1" dirty="0" err="1">
                <a:solidFill>
                  <a:schemeClr val="accent6"/>
                </a:solidFill>
                <a:latin typeface="Segoe UI" panose="020B0502040204020203" pitchFamily="34" charset="0"/>
              </a:rPr>
              <a:t>l</a:t>
            </a:r>
            <a:r>
              <a:rPr lang="en-US" sz="1600" b="1" i="1" dirty="0" err="1">
                <a:solidFill>
                  <a:schemeClr val="accent6"/>
                </a:solidFill>
                <a:effectLst/>
                <a:latin typeface="Segoe UI" panose="020B0502040204020203" pitchFamily="34" charset="0"/>
              </a:rPr>
              <a:t>ần</a:t>
            </a:r>
            <a:r>
              <a:rPr lang="en-US" sz="1600" b="1" i="1" dirty="0">
                <a:solidFill>
                  <a:schemeClr val="accent6"/>
                </a:solidFill>
                <a:effectLst/>
                <a:latin typeface="Segoe UI" panose="020B0502040204020203" pitchFamily="34" charset="0"/>
              </a:rPr>
              <a:t> </a:t>
            </a:r>
            <a:r>
              <a:rPr lang="en-US" sz="1600" b="1" i="1" dirty="0" err="1">
                <a:solidFill>
                  <a:schemeClr val="accent6"/>
                </a:solidFill>
                <a:effectLst/>
                <a:latin typeface="Segoe UI" panose="020B0502040204020203" pitchFamily="34" charset="0"/>
              </a:rPr>
              <a:t>chuyển</a:t>
            </a:r>
            <a:br>
              <a:rPr lang="en-US" sz="1600" b="1" i="1" dirty="0">
                <a:solidFill>
                  <a:schemeClr val="accent6"/>
                </a:solidFill>
                <a:effectLst/>
                <a:latin typeface="Segoe UI" panose="020B0502040204020203" pitchFamily="34" charset="0"/>
              </a:rPr>
            </a:br>
            <a:r>
              <a:rPr lang="en-US" sz="1600" b="1" i="1" dirty="0">
                <a:solidFill>
                  <a:schemeClr val="accent6"/>
                </a:solidFill>
                <a:effectLst/>
                <a:latin typeface="Segoe UI" panose="020B0502040204020203" pitchFamily="34" charset="0"/>
              </a:rPr>
              <a:t>–</a:t>
            </a:r>
            <a:r>
              <a:rPr lang="en-US" sz="1600" b="1" i="1" dirty="0" err="1">
                <a:solidFill>
                  <a:schemeClr val="accent6"/>
                </a:solidFill>
                <a:effectLst/>
                <a:latin typeface="Segoe UI" panose="020B0502040204020203" pitchFamily="34" charset="0"/>
              </a:rPr>
              <a:t>Giả</a:t>
            </a:r>
            <a:r>
              <a:rPr lang="en-US" sz="1600" b="1" i="1" dirty="0">
                <a:solidFill>
                  <a:schemeClr val="accent6"/>
                </a:solidFill>
                <a:effectLst/>
                <a:latin typeface="Segoe UI" panose="020B0502040204020203" pitchFamily="34" charset="0"/>
              </a:rPr>
              <a:t> </a:t>
            </a:r>
            <a:r>
              <a:rPr lang="en-US" sz="1600" b="1" i="1" dirty="0" err="1">
                <a:solidFill>
                  <a:schemeClr val="accent6"/>
                </a:solidFill>
                <a:effectLst/>
                <a:latin typeface="Segoe UI" panose="020B0502040204020203" pitchFamily="34" charset="0"/>
              </a:rPr>
              <a:t>sử</a:t>
            </a:r>
            <a:r>
              <a:rPr lang="en-US" sz="1600" b="1" i="1" dirty="0">
                <a:solidFill>
                  <a:schemeClr val="accent6"/>
                </a:solidFill>
                <a:effectLst/>
                <a:latin typeface="Segoe UI" panose="020B0502040204020203" pitchFamily="34" charset="0"/>
              </a:rPr>
              <a:t> </a:t>
            </a:r>
            <a:r>
              <a:rPr lang="en-US" sz="1600" b="1" i="1" dirty="0" err="1">
                <a:solidFill>
                  <a:schemeClr val="accent6"/>
                </a:solidFill>
                <a:effectLst/>
                <a:latin typeface="Segoe UI" panose="020B0502040204020203" pitchFamily="34" charset="0"/>
              </a:rPr>
              <a:t>thời</a:t>
            </a:r>
            <a:r>
              <a:rPr lang="en-US" sz="1600" b="1" i="1" dirty="0">
                <a:solidFill>
                  <a:schemeClr val="accent6"/>
                </a:solidFill>
                <a:effectLst/>
                <a:latin typeface="Segoe UI" panose="020B0502040204020203" pitchFamily="34" charset="0"/>
              </a:rPr>
              <a:t> </a:t>
            </a:r>
            <a:r>
              <a:rPr lang="en-US" sz="1600" b="1" i="1" dirty="0" err="1">
                <a:solidFill>
                  <a:schemeClr val="accent6"/>
                </a:solidFill>
                <a:effectLst/>
                <a:latin typeface="Segoe UI" panose="020B0502040204020203" pitchFamily="34" charset="0"/>
              </a:rPr>
              <a:t>gian</a:t>
            </a:r>
            <a:r>
              <a:rPr lang="en-US" sz="1600" b="1" i="1" dirty="0">
                <a:solidFill>
                  <a:schemeClr val="accent6"/>
                </a:solidFill>
                <a:effectLst/>
                <a:latin typeface="Segoe UI" panose="020B0502040204020203" pitchFamily="34" charset="0"/>
              </a:rPr>
              <a:t> </a:t>
            </a:r>
            <a:r>
              <a:rPr lang="en-US" sz="1600" b="1" i="1" dirty="0" err="1">
                <a:solidFill>
                  <a:schemeClr val="accent6"/>
                </a:solidFill>
                <a:effectLst/>
                <a:latin typeface="Segoe UI" panose="020B0502040204020203" pitchFamily="34" charset="0"/>
              </a:rPr>
              <a:t>để</a:t>
            </a:r>
            <a:r>
              <a:rPr lang="en-US" sz="1600" b="1" i="1" dirty="0">
                <a:solidFill>
                  <a:schemeClr val="accent6"/>
                </a:solidFill>
                <a:effectLst/>
                <a:latin typeface="Segoe UI" panose="020B0502040204020203" pitchFamily="34" charset="0"/>
              </a:rPr>
              <a:t> </a:t>
            </a:r>
            <a:r>
              <a:rPr lang="en-US" sz="1600" b="1" i="1" dirty="0" err="1">
                <a:solidFill>
                  <a:schemeClr val="accent6"/>
                </a:solidFill>
                <a:effectLst/>
                <a:latin typeface="Segoe UI" panose="020B0502040204020203" pitchFamily="34" charset="0"/>
              </a:rPr>
              <a:t>chuyển</a:t>
            </a:r>
            <a:r>
              <a:rPr lang="en-US" sz="1600" b="1" i="1" dirty="0">
                <a:solidFill>
                  <a:schemeClr val="accent6"/>
                </a:solidFill>
                <a:effectLst/>
                <a:latin typeface="Segoe UI" panose="020B0502040204020203" pitchFamily="34" charset="0"/>
              </a:rPr>
              <a:t> 1 </a:t>
            </a:r>
            <a:r>
              <a:rPr lang="en-US" sz="1600" b="1" i="1" dirty="0" err="1">
                <a:solidFill>
                  <a:schemeClr val="accent6"/>
                </a:solidFill>
                <a:effectLst/>
                <a:latin typeface="Segoe UI" panose="020B0502040204020203" pitchFamily="34" charset="0"/>
              </a:rPr>
              <a:t>đĩa</a:t>
            </a:r>
            <a:r>
              <a:rPr lang="en-US" sz="1600" b="1" i="1" dirty="0">
                <a:solidFill>
                  <a:schemeClr val="accent6"/>
                </a:solidFill>
                <a:effectLst/>
                <a:latin typeface="Segoe UI" panose="020B0502040204020203" pitchFamily="34" charset="0"/>
              </a:rPr>
              <a:t> </a:t>
            </a:r>
            <a:r>
              <a:rPr lang="en-US" sz="1600" b="1" i="1" dirty="0" err="1">
                <a:solidFill>
                  <a:schemeClr val="accent6"/>
                </a:solidFill>
                <a:effectLst/>
                <a:latin typeface="Segoe UI" panose="020B0502040204020203" pitchFamily="34" charset="0"/>
              </a:rPr>
              <a:t>là</a:t>
            </a:r>
            <a:r>
              <a:rPr lang="en-US" sz="1600" b="1" i="1" dirty="0">
                <a:solidFill>
                  <a:schemeClr val="accent6"/>
                </a:solidFill>
                <a:effectLst/>
                <a:latin typeface="Segoe UI" panose="020B0502040204020203" pitchFamily="34" charset="0"/>
              </a:rPr>
              <a:t> t </a:t>
            </a:r>
            <a:r>
              <a:rPr lang="en-US" sz="1600" b="1" i="1" dirty="0" err="1">
                <a:solidFill>
                  <a:schemeClr val="accent6"/>
                </a:solidFill>
                <a:effectLst/>
                <a:latin typeface="Segoe UI" panose="020B0502040204020203" pitchFamily="34" charset="0"/>
              </a:rPr>
              <a:t>giây</a:t>
            </a:r>
            <a:r>
              <a:rPr lang="en-US" sz="1600" b="1" i="1" dirty="0">
                <a:solidFill>
                  <a:schemeClr val="accent6"/>
                </a:solidFill>
                <a:effectLst/>
                <a:latin typeface="Segoe UI" panose="020B0502040204020203" pitchFamily="34" charset="0"/>
              </a:rPr>
              <a:t> </a:t>
            </a:r>
            <a:r>
              <a:rPr lang="en-US" sz="1600" b="1" i="1" dirty="0" err="1">
                <a:solidFill>
                  <a:schemeClr val="accent6"/>
                </a:solidFill>
                <a:effectLst/>
                <a:latin typeface="Segoe UI" panose="020B0502040204020203" pitchFamily="34" charset="0"/>
              </a:rPr>
              <a:t>thì</a:t>
            </a:r>
            <a:r>
              <a:rPr lang="en-US" sz="1600" b="1" i="1" dirty="0">
                <a:solidFill>
                  <a:schemeClr val="accent6"/>
                </a:solidFill>
                <a:effectLst/>
                <a:latin typeface="Segoe UI" panose="020B0502040204020203" pitchFamily="34" charset="0"/>
              </a:rPr>
              <a:t> </a:t>
            </a:r>
            <a:r>
              <a:rPr lang="en-US" sz="1600" b="1" i="1" dirty="0" err="1">
                <a:solidFill>
                  <a:schemeClr val="accent6"/>
                </a:solidFill>
                <a:effectLst/>
                <a:latin typeface="Segoe UI" panose="020B0502040204020203" pitchFamily="34" charset="0"/>
              </a:rPr>
              <a:t>thời</a:t>
            </a:r>
            <a:r>
              <a:rPr lang="en-US" sz="1600" b="1" i="1" dirty="0">
                <a:solidFill>
                  <a:schemeClr val="accent6"/>
                </a:solidFill>
                <a:effectLst/>
                <a:latin typeface="Segoe UI" panose="020B0502040204020203" pitchFamily="34" charset="0"/>
              </a:rPr>
              <a:t> </a:t>
            </a:r>
            <a:r>
              <a:rPr lang="en-US" sz="1600" b="1" i="1" dirty="0" err="1">
                <a:solidFill>
                  <a:schemeClr val="accent6"/>
                </a:solidFill>
                <a:effectLst/>
                <a:latin typeface="Segoe UI" panose="020B0502040204020203" pitchFamily="34" charset="0"/>
              </a:rPr>
              <a:t>gian</a:t>
            </a:r>
            <a:r>
              <a:rPr lang="en-US" sz="1600" b="1" i="1" dirty="0">
                <a:solidFill>
                  <a:schemeClr val="accent6"/>
                </a:solidFill>
                <a:effectLst/>
                <a:latin typeface="Segoe UI" panose="020B0502040204020203" pitchFamily="34" charset="0"/>
              </a:rPr>
              <a:t> </a:t>
            </a:r>
            <a:r>
              <a:rPr lang="en-US" sz="1600" b="1" i="1" dirty="0" err="1">
                <a:solidFill>
                  <a:schemeClr val="accent6"/>
                </a:solidFill>
                <a:effectLst/>
                <a:latin typeface="Segoe UI" panose="020B0502040204020203" pitchFamily="34" charset="0"/>
              </a:rPr>
              <a:t>để</a:t>
            </a:r>
            <a:r>
              <a:rPr lang="en-US" sz="1600" b="1" i="1" dirty="0">
                <a:solidFill>
                  <a:schemeClr val="accent6"/>
                </a:solidFill>
                <a:effectLst/>
                <a:latin typeface="Segoe UI" panose="020B0502040204020203" pitchFamily="34" charset="0"/>
              </a:rPr>
              <a:t> </a:t>
            </a:r>
            <a:r>
              <a:rPr lang="en-US" sz="1600" b="1" i="1" dirty="0" err="1">
                <a:solidFill>
                  <a:schemeClr val="accent6"/>
                </a:solidFill>
                <a:effectLst/>
                <a:latin typeface="Segoe UI" panose="020B0502040204020203" pitchFamily="34" charset="0"/>
              </a:rPr>
              <a:t>chuyển</a:t>
            </a:r>
            <a:r>
              <a:rPr lang="en-US" sz="1600" b="1" i="1" dirty="0">
                <a:solidFill>
                  <a:schemeClr val="accent6"/>
                </a:solidFill>
                <a:effectLst/>
                <a:latin typeface="Segoe UI" panose="020B0502040204020203" pitchFamily="34" charset="0"/>
              </a:rPr>
              <a:t> </a:t>
            </a:r>
            <a:r>
              <a:rPr lang="en-US" sz="1600" b="1" i="1" dirty="0" err="1">
                <a:solidFill>
                  <a:schemeClr val="accent6"/>
                </a:solidFill>
                <a:effectLst/>
                <a:latin typeface="Segoe UI" panose="020B0502040204020203" pitchFamily="34" charset="0"/>
              </a:rPr>
              <a:t>xong</a:t>
            </a:r>
            <a:r>
              <a:rPr lang="en-US" sz="1600" b="1" i="1" dirty="0">
                <a:solidFill>
                  <a:schemeClr val="accent6"/>
                </a:solidFill>
                <a:effectLst/>
                <a:latin typeface="Segoe UI" panose="020B0502040204020203" pitchFamily="34" charset="0"/>
              </a:rPr>
              <a:t> </a:t>
            </a:r>
            <a:r>
              <a:rPr lang="en-US" sz="1600" b="1" i="1" dirty="0" err="1">
                <a:solidFill>
                  <a:schemeClr val="accent6"/>
                </a:solidFill>
                <a:effectLst/>
                <a:latin typeface="Segoe UI" panose="020B0502040204020203" pitchFamily="34" charset="0"/>
              </a:rPr>
              <a:t>chồng</a:t>
            </a:r>
            <a:r>
              <a:rPr lang="en-US" sz="1600" b="1" i="1" dirty="0">
                <a:solidFill>
                  <a:schemeClr val="accent6"/>
                </a:solidFill>
                <a:effectLst/>
                <a:latin typeface="Segoe UI" panose="020B0502040204020203" pitchFamily="34" charset="0"/>
              </a:rPr>
              <a:t> 64 </a:t>
            </a:r>
            <a:r>
              <a:rPr lang="en-US" sz="1600" b="1" i="1" dirty="0" err="1">
                <a:solidFill>
                  <a:schemeClr val="accent6"/>
                </a:solidFill>
                <a:effectLst/>
                <a:latin typeface="Segoe UI" panose="020B0502040204020203" pitchFamily="34" charset="0"/>
              </a:rPr>
              <a:t>đĩa</a:t>
            </a:r>
            <a:r>
              <a:rPr lang="en-US" sz="1600" b="1" i="1" dirty="0">
                <a:solidFill>
                  <a:schemeClr val="accent6"/>
                </a:solidFill>
                <a:effectLst/>
                <a:latin typeface="Segoe UI" panose="020B0502040204020203" pitchFamily="34" charset="0"/>
              </a:rPr>
              <a:t> </a:t>
            </a:r>
            <a:r>
              <a:rPr lang="en-US" sz="1600" b="1" i="1" dirty="0" err="1">
                <a:solidFill>
                  <a:schemeClr val="accent6"/>
                </a:solidFill>
                <a:effectLst/>
                <a:latin typeface="Segoe UI" panose="020B0502040204020203" pitchFamily="34" charset="0"/>
              </a:rPr>
              <a:t>sẽ</a:t>
            </a:r>
            <a:r>
              <a:rPr lang="en-US" sz="1600" b="1" i="1" dirty="0">
                <a:solidFill>
                  <a:schemeClr val="accent6"/>
                </a:solidFill>
                <a:effectLst/>
                <a:latin typeface="Segoe UI" panose="020B0502040204020203" pitchFamily="34" charset="0"/>
              </a:rPr>
              <a:t> </a:t>
            </a:r>
            <a:r>
              <a:rPr lang="en-US" sz="1600" b="1" i="1" dirty="0" err="1">
                <a:solidFill>
                  <a:schemeClr val="accent6"/>
                </a:solidFill>
                <a:effectLst/>
                <a:latin typeface="Segoe UI" panose="020B0502040204020203" pitchFamily="34" charset="0"/>
              </a:rPr>
              <a:t>là</a:t>
            </a:r>
            <a:r>
              <a:rPr lang="en-US" sz="1600" b="1" i="1" dirty="0">
                <a:solidFill>
                  <a:schemeClr val="accent6"/>
                </a:solidFill>
                <a:effectLst/>
                <a:latin typeface="Segoe UI" panose="020B0502040204020203" pitchFamily="34" charset="0"/>
              </a:rPr>
              <a:t>:</a:t>
            </a:r>
            <a:br>
              <a:rPr lang="en-US" sz="1600" b="1" i="1" dirty="0">
                <a:solidFill>
                  <a:schemeClr val="accent6"/>
                </a:solidFill>
                <a:effectLst/>
                <a:latin typeface="Segoe UI" panose="020B0502040204020203" pitchFamily="34" charset="0"/>
              </a:rPr>
            </a:br>
            <a:r>
              <a:rPr lang="en-US" sz="1600" b="1" i="1" dirty="0">
                <a:solidFill>
                  <a:schemeClr val="accent6"/>
                </a:solidFill>
                <a:effectLst/>
                <a:latin typeface="Segoe UI" panose="020B0502040204020203" pitchFamily="34" charset="0"/>
              </a:rPr>
              <a:t>–T = ( 2^64-1) * t = 1.84 * 10^19 t</a:t>
            </a:r>
            <a:br>
              <a:rPr lang="en-US" sz="1600" b="1" i="1" dirty="0">
                <a:solidFill>
                  <a:schemeClr val="accent6"/>
                </a:solidFill>
                <a:effectLst/>
                <a:latin typeface="Segoe UI" panose="020B0502040204020203" pitchFamily="34" charset="0"/>
              </a:rPr>
            </a:br>
            <a:r>
              <a:rPr lang="en-US" sz="1600" b="1" i="1" dirty="0">
                <a:solidFill>
                  <a:schemeClr val="accent6"/>
                </a:solidFill>
                <a:effectLst/>
                <a:latin typeface="Segoe UI" panose="020B0502040204020203" pitchFamily="34" charset="0"/>
              </a:rPr>
              <a:t>–</a:t>
            </a:r>
            <a:r>
              <a:rPr lang="en-US" sz="1600" b="1" i="1" dirty="0" err="1">
                <a:solidFill>
                  <a:schemeClr val="accent6"/>
                </a:solidFill>
                <a:effectLst/>
                <a:latin typeface="Segoe UI" panose="020B0502040204020203" pitchFamily="34" charset="0"/>
              </a:rPr>
              <a:t>Với</a:t>
            </a:r>
            <a:r>
              <a:rPr lang="en-US" sz="1600" b="1" i="1" dirty="0">
                <a:solidFill>
                  <a:schemeClr val="accent6"/>
                </a:solidFill>
                <a:effectLst/>
                <a:latin typeface="Segoe UI" panose="020B0502040204020203" pitchFamily="34" charset="0"/>
              </a:rPr>
              <a:t> t = 1/100 s </a:t>
            </a:r>
            <a:r>
              <a:rPr lang="en-US" sz="1600" b="1" i="1" dirty="0" err="1">
                <a:solidFill>
                  <a:schemeClr val="accent6"/>
                </a:solidFill>
                <a:effectLst/>
                <a:latin typeface="Segoe UI" panose="020B0502040204020203" pitchFamily="34" charset="0"/>
              </a:rPr>
              <a:t>thì</a:t>
            </a:r>
            <a:r>
              <a:rPr lang="en-US" sz="1600" b="1" i="1" dirty="0">
                <a:solidFill>
                  <a:schemeClr val="accent6"/>
                </a:solidFill>
                <a:effectLst/>
                <a:latin typeface="Segoe UI" panose="020B0502040204020203" pitchFamily="34" charset="0"/>
              </a:rPr>
              <a:t> T = 5.8*10^9 </a:t>
            </a:r>
            <a:r>
              <a:rPr lang="en-US" sz="1600" b="1" i="1" dirty="0" err="1">
                <a:solidFill>
                  <a:schemeClr val="accent6"/>
                </a:solidFill>
                <a:effectLst/>
                <a:latin typeface="Segoe UI" panose="020B0502040204020203" pitchFamily="34" charset="0"/>
              </a:rPr>
              <a:t>năm</a:t>
            </a:r>
            <a:r>
              <a:rPr lang="en-US" sz="1600" b="1" i="1" dirty="0">
                <a:solidFill>
                  <a:schemeClr val="accent6"/>
                </a:solidFill>
                <a:effectLst/>
                <a:latin typeface="Segoe UI" panose="020B0502040204020203" pitchFamily="34" charset="0"/>
              </a:rPr>
              <a:t> = 5.8 </a:t>
            </a:r>
            <a:r>
              <a:rPr lang="en-US" sz="1600" b="1" i="1" dirty="0" err="1">
                <a:solidFill>
                  <a:schemeClr val="accent6"/>
                </a:solidFill>
                <a:effectLst/>
                <a:latin typeface="Segoe UI" panose="020B0502040204020203" pitchFamily="34" charset="0"/>
              </a:rPr>
              <a:t>tỷ</a:t>
            </a:r>
            <a:r>
              <a:rPr lang="en-US" sz="1600" b="1" i="1" dirty="0">
                <a:solidFill>
                  <a:schemeClr val="accent6"/>
                </a:solidFill>
                <a:effectLst/>
                <a:latin typeface="Segoe UI" panose="020B0502040204020203" pitchFamily="34" charset="0"/>
              </a:rPr>
              <a:t> </a:t>
            </a:r>
            <a:r>
              <a:rPr lang="en-US" sz="1600" b="1" i="1" dirty="0" err="1">
                <a:solidFill>
                  <a:schemeClr val="accent6"/>
                </a:solidFill>
                <a:effectLst/>
                <a:latin typeface="Segoe UI" panose="020B0502040204020203" pitchFamily="34" charset="0"/>
              </a:rPr>
              <a:t>năm</a:t>
            </a:r>
            <a:r>
              <a:rPr lang="en-US" sz="1600" b="1" i="1" dirty="0">
                <a:solidFill>
                  <a:schemeClr val="accent6"/>
                </a:solidFill>
                <a:effectLst/>
                <a:latin typeface="Segoe UI" panose="020B0502040204020203" pitchFamily="34" charset="0"/>
              </a:rPr>
              <a:t> </a:t>
            </a:r>
            <a:br>
              <a:rPr lang="en-US" sz="1600" b="1" dirty="0">
                <a:solidFill>
                  <a:schemeClr val="accent6"/>
                </a:solidFill>
              </a:rPr>
            </a:br>
            <a:endParaRPr lang="en-US" sz="1600" b="1" dirty="0">
              <a:solidFill>
                <a:schemeClr val="accent6"/>
              </a:solidFill>
            </a:endParaRPr>
          </a:p>
        </p:txBody>
      </p:sp>
    </p:spTree>
    <p:extLst>
      <p:ext uri="{BB962C8B-B14F-4D97-AF65-F5344CB8AC3E}">
        <p14:creationId xmlns:p14="http://schemas.microsoft.com/office/powerpoint/2010/main" val="3213424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73D497B-6D7E-4129-A5EF-B4BB5AF32C9F}"/>
              </a:ext>
            </a:extLst>
          </p:cNvPr>
          <p:cNvSpPr>
            <a:spLocks noGrp="1"/>
          </p:cNvSpPr>
          <p:nvPr>
            <p:ph type="dt" sz="half" idx="10"/>
          </p:nvPr>
        </p:nvSpPr>
        <p:spPr/>
        <p:txBody>
          <a:bodyPr/>
          <a:lstStyle/>
          <a:p>
            <a:fld id="{02ECE5C5-CD7A-324E-8253-59FE8125D6E4}" type="datetime1">
              <a:rPr lang="en-US" smtClean="0"/>
              <a:t>10/31/2025</a:t>
            </a:fld>
            <a:endParaRPr lang="en-US"/>
          </a:p>
        </p:txBody>
      </p:sp>
      <p:sp>
        <p:nvSpPr>
          <p:cNvPr id="5" name="Footer Placeholder 4">
            <a:extLst>
              <a:ext uri="{FF2B5EF4-FFF2-40B4-BE49-F238E27FC236}">
                <a16:creationId xmlns:a16="http://schemas.microsoft.com/office/drawing/2014/main" id="{CCAC31F6-AD46-4FF4-8359-8A430BA1A1D5}"/>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015BC517-630A-4191-8412-C669765B56BB}"/>
              </a:ext>
            </a:extLst>
          </p:cNvPr>
          <p:cNvSpPr>
            <a:spLocks noGrp="1"/>
          </p:cNvSpPr>
          <p:nvPr>
            <p:ph type="sldNum" sz="quarter" idx="12"/>
          </p:nvPr>
        </p:nvSpPr>
        <p:spPr/>
        <p:txBody>
          <a:bodyPr/>
          <a:lstStyle/>
          <a:p>
            <a:fld id="{BA7BC09B-FE30-A349-B1D2-5A364F511F98}" type="slidenum">
              <a:rPr lang="en-US" smtClean="0"/>
              <a:t>94</a:t>
            </a:fld>
            <a:endParaRPr lang="en-US"/>
          </a:p>
        </p:txBody>
      </p:sp>
      <p:sp>
        <p:nvSpPr>
          <p:cNvPr id="2" name="Tiêu đề 1">
            <a:extLst>
              <a:ext uri="{FF2B5EF4-FFF2-40B4-BE49-F238E27FC236}">
                <a16:creationId xmlns:a16="http://schemas.microsoft.com/office/drawing/2014/main" id="{FA6CCD34-68A1-564D-6F27-F5813E4EE06F}"/>
              </a:ext>
            </a:extLst>
          </p:cNvPr>
          <p:cNvSpPr>
            <a:spLocks noGrp="1"/>
          </p:cNvSpPr>
          <p:nvPr>
            <p:ph type="title"/>
          </p:nvPr>
        </p:nvSpPr>
        <p:spPr/>
        <p:txBody>
          <a:bodyPr/>
          <a:lstStyle/>
          <a:p>
            <a:endParaRPr lang="vi-VN"/>
          </a:p>
        </p:txBody>
      </p:sp>
      <p:sp>
        <p:nvSpPr>
          <p:cNvPr id="3" name="Chỗ dành sẵn cho Nội dung 2">
            <a:extLst>
              <a:ext uri="{FF2B5EF4-FFF2-40B4-BE49-F238E27FC236}">
                <a16:creationId xmlns:a16="http://schemas.microsoft.com/office/drawing/2014/main" id="{71C6E744-52EB-A678-F784-BD7AEA8CAB0E}"/>
              </a:ext>
            </a:extLst>
          </p:cNvPr>
          <p:cNvSpPr>
            <a:spLocks noGrp="1"/>
          </p:cNvSpPr>
          <p:nvPr>
            <p:ph sz="quarter" idx="13"/>
          </p:nvPr>
        </p:nvSpPr>
        <p:spPr/>
        <p:txBody>
          <a:bodyPr/>
          <a:lstStyle/>
          <a:p>
            <a:endParaRPr lang="vi-VN"/>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80199574-E0EB-455C-9931-CD7A7DEF5B6F}"/>
                  </a:ext>
                </a:extLst>
              </p14:cNvPr>
              <p14:cNvContentPartPr/>
              <p14:nvPr/>
            </p14:nvContentPartPr>
            <p14:xfrm>
              <a:off x="298080" y="0"/>
              <a:ext cx="8356320" cy="4863960"/>
            </p14:xfrm>
          </p:contentPart>
        </mc:Choice>
        <mc:Fallback xmlns="">
          <p:pic>
            <p:nvPicPr>
              <p:cNvPr id="7" name="Ink 6">
                <a:extLst>
                  <a:ext uri="{FF2B5EF4-FFF2-40B4-BE49-F238E27FC236}">
                    <a16:creationId xmlns:a16="http://schemas.microsoft.com/office/drawing/2014/main" id="{80199574-E0EB-455C-9931-CD7A7DEF5B6F}"/>
                  </a:ext>
                </a:extLst>
              </p:cNvPr>
              <p:cNvPicPr/>
              <p:nvPr/>
            </p:nvPicPr>
            <p:blipFill>
              <a:blip r:embed="rId3"/>
              <a:stretch>
                <a:fillRect/>
              </a:stretch>
            </p:blipFill>
            <p:spPr>
              <a:xfrm>
                <a:off x="288720" y="-9360"/>
                <a:ext cx="8375040" cy="4882680"/>
              </a:xfrm>
              <a:prstGeom prst="rect">
                <a:avLst/>
              </a:prstGeom>
            </p:spPr>
          </p:pic>
        </mc:Fallback>
      </mc:AlternateContent>
      <p:grpSp>
        <p:nvGrpSpPr>
          <p:cNvPr id="56" name="Group 55">
            <a:extLst>
              <a:ext uri="{FF2B5EF4-FFF2-40B4-BE49-F238E27FC236}">
                <a16:creationId xmlns:a16="http://schemas.microsoft.com/office/drawing/2014/main" id="{A4F789BD-7562-4D7E-86BA-381A8C251B5E}"/>
              </a:ext>
            </a:extLst>
          </p:cNvPr>
          <p:cNvGrpSpPr/>
          <p:nvPr/>
        </p:nvGrpSpPr>
        <p:grpSpPr>
          <a:xfrm>
            <a:off x="4672834" y="2710449"/>
            <a:ext cx="146160" cy="106920"/>
            <a:chOff x="4672834" y="2710449"/>
            <a:chExt cx="146160" cy="106920"/>
          </a:xfrm>
        </p:grpSpPr>
        <mc:AlternateContent xmlns:mc="http://schemas.openxmlformats.org/markup-compatibility/2006" xmlns:p14="http://schemas.microsoft.com/office/powerpoint/2010/main">
          <mc:Choice Requires="p14">
            <p:contentPart p14:bwMode="auto" r:id="rId4">
              <p14:nvContentPartPr>
                <p14:cNvPr id="54" name="Ink 53">
                  <a:extLst>
                    <a:ext uri="{FF2B5EF4-FFF2-40B4-BE49-F238E27FC236}">
                      <a16:creationId xmlns:a16="http://schemas.microsoft.com/office/drawing/2014/main" id="{C3ABB11E-2538-47FF-BE8A-C6C69C477BBC}"/>
                    </a:ext>
                  </a:extLst>
                </p14:cNvPr>
                <p14:cNvContentPartPr/>
                <p14:nvPr/>
              </p14:nvContentPartPr>
              <p14:xfrm>
                <a:off x="4672834" y="2796489"/>
                <a:ext cx="4680" cy="1080"/>
              </p14:xfrm>
            </p:contentPart>
          </mc:Choice>
          <mc:Fallback xmlns="">
            <p:pic>
              <p:nvPicPr>
                <p:cNvPr id="54" name="Ink 53">
                  <a:extLst>
                    <a:ext uri="{FF2B5EF4-FFF2-40B4-BE49-F238E27FC236}">
                      <a16:creationId xmlns:a16="http://schemas.microsoft.com/office/drawing/2014/main" id="{C3ABB11E-2538-47FF-BE8A-C6C69C477BBC}"/>
                    </a:ext>
                  </a:extLst>
                </p:cNvPr>
                <p:cNvPicPr/>
                <p:nvPr/>
              </p:nvPicPr>
              <p:blipFill>
                <a:blip r:embed="rId5"/>
                <a:stretch>
                  <a:fillRect/>
                </a:stretch>
              </p:blipFill>
              <p:spPr>
                <a:xfrm>
                  <a:off x="4663834" y="2787489"/>
                  <a:ext cx="2232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5" name="Ink 54">
                  <a:extLst>
                    <a:ext uri="{FF2B5EF4-FFF2-40B4-BE49-F238E27FC236}">
                      <a16:creationId xmlns:a16="http://schemas.microsoft.com/office/drawing/2014/main" id="{54ED9112-3A31-4A01-A714-A004291E2C26}"/>
                    </a:ext>
                  </a:extLst>
                </p14:cNvPr>
                <p14:cNvContentPartPr/>
                <p14:nvPr/>
              </p14:nvContentPartPr>
              <p14:xfrm>
                <a:off x="4673914" y="2710449"/>
                <a:ext cx="145080" cy="106920"/>
              </p14:xfrm>
            </p:contentPart>
          </mc:Choice>
          <mc:Fallback xmlns="">
            <p:pic>
              <p:nvPicPr>
                <p:cNvPr id="55" name="Ink 54">
                  <a:extLst>
                    <a:ext uri="{FF2B5EF4-FFF2-40B4-BE49-F238E27FC236}">
                      <a16:creationId xmlns:a16="http://schemas.microsoft.com/office/drawing/2014/main" id="{54ED9112-3A31-4A01-A714-A004291E2C26}"/>
                    </a:ext>
                  </a:extLst>
                </p:cNvPr>
                <p:cNvPicPr/>
                <p:nvPr/>
              </p:nvPicPr>
              <p:blipFill>
                <a:blip r:embed="rId7"/>
                <a:stretch>
                  <a:fillRect/>
                </a:stretch>
              </p:blipFill>
              <p:spPr>
                <a:xfrm>
                  <a:off x="4664914" y="2701449"/>
                  <a:ext cx="162720" cy="124560"/>
                </a:xfrm>
                <a:prstGeom prst="rect">
                  <a:avLst/>
                </a:prstGeom>
              </p:spPr>
            </p:pic>
          </mc:Fallback>
        </mc:AlternateContent>
      </p:grpSp>
      <p:grpSp>
        <p:nvGrpSpPr>
          <p:cNvPr id="59" name="Group 58">
            <a:extLst>
              <a:ext uri="{FF2B5EF4-FFF2-40B4-BE49-F238E27FC236}">
                <a16:creationId xmlns:a16="http://schemas.microsoft.com/office/drawing/2014/main" id="{7270003C-A1F3-44FC-9A04-30FE606E8553}"/>
              </a:ext>
            </a:extLst>
          </p:cNvPr>
          <p:cNvGrpSpPr/>
          <p:nvPr/>
        </p:nvGrpSpPr>
        <p:grpSpPr>
          <a:xfrm>
            <a:off x="7360954" y="345249"/>
            <a:ext cx="838440" cy="900720"/>
            <a:chOff x="7360954" y="345249"/>
            <a:chExt cx="838440" cy="900720"/>
          </a:xfrm>
        </p:grpSpPr>
        <mc:AlternateContent xmlns:mc="http://schemas.openxmlformats.org/markup-compatibility/2006" xmlns:p14="http://schemas.microsoft.com/office/powerpoint/2010/main">
          <mc:Choice Requires="p14">
            <p:contentPart p14:bwMode="auto" r:id="rId8">
              <p14:nvContentPartPr>
                <p14:cNvPr id="51" name="Ink 50">
                  <a:extLst>
                    <a:ext uri="{FF2B5EF4-FFF2-40B4-BE49-F238E27FC236}">
                      <a16:creationId xmlns:a16="http://schemas.microsoft.com/office/drawing/2014/main" id="{14367B4B-DAF1-4158-A911-8D2E5BCB8980}"/>
                    </a:ext>
                  </a:extLst>
                </p14:cNvPr>
                <p14:cNvContentPartPr/>
                <p14:nvPr/>
              </p14:nvContentPartPr>
              <p14:xfrm>
                <a:off x="7743274" y="558729"/>
                <a:ext cx="456120" cy="484920"/>
              </p14:xfrm>
            </p:contentPart>
          </mc:Choice>
          <mc:Fallback xmlns="">
            <p:pic>
              <p:nvPicPr>
                <p:cNvPr id="51" name="Ink 50">
                  <a:extLst>
                    <a:ext uri="{FF2B5EF4-FFF2-40B4-BE49-F238E27FC236}">
                      <a16:creationId xmlns:a16="http://schemas.microsoft.com/office/drawing/2014/main" id="{14367B4B-DAF1-4158-A911-8D2E5BCB8980}"/>
                    </a:ext>
                  </a:extLst>
                </p:cNvPr>
                <p:cNvPicPr/>
                <p:nvPr/>
              </p:nvPicPr>
              <p:blipFill>
                <a:blip r:embed="rId9"/>
                <a:stretch>
                  <a:fillRect/>
                </a:stretch>
              </p:blipFill>
              <p:spPr>
                <a:xfrm>
                  <a:off x="7734274" y="549729"/>
                  <a:ext cx="473760" cy="502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2" name="Ink 51">
                  <a:extLst>
                    <a:ext uri="{FF2B5EF4-FFF2-40B4-BE49-F238E27FC236}">
                      <a16:creationId xmlns:a16="http://schemas.microsoft.com/office/drawing/2014/main" id="{71BBB32B-635F-4B02-8E7B-4997B05B071B}"/>
                    </a:ext>
                  </a:extLst>
                </p14:cNvPr>
                <p14:cNvContentPartPr/>
                <p14:nvPr/>
              </p14:nvContentPartPr>
              <p14:xfrm>
                <a:off x="7603954" y="345249"/>
                <a:ext cx="586080" cy="888120"/>
              </p14:xfrm>
            </p:contentPart>
          </mc:Choice>
          <mc:Fallback xmlns="">
            <p:pic>
              <p:nvPicPr>
                <p:cNvPr id="52" name="Ink 51">
                  <a:extLst>
                    <a:ext uri="{FF2B5EF4-FFF2-40B4-BE49-F238E27FC236}">
                      <a16:creationId xmlns:a16="http://schemas.microsoft.com/office/drawing/2014/main" id="{71BBB32B-635F-4B02-8E7B-4997B05B071B}"/>
                    </a:ext>
                  </a:extLst>
                </p:cNvPr>
                <p:cNvPicPr/>
                <p:nvPr/>
              </p:nvPicPr>
              <p:blipFill>
                <a:blip r:embed="rId11"/>
                <a:stretch>
                  <a:fillRect/>
                </a:stretch>
              </p:blipFill>
              <p:spPr>
                <a:xfrm>
                  <a:off x="7595314" y="336609"/>
                  <a:ext cx="603720" cy="905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7" name="Ink 56">
                  <a:extLst>
                    <a:ext uri="{FF2B5EF4-FFF2-40B4-BE49-F238E27FC236}">
                      <a16:creationId xmlns:a16="http://schemas.microsoft.com/office/drawing/2014/main" id="{42EBF5CC-54AB-45A1-B8F0-21CD4B7D65AB}"/>
                    </a:ext>
                  </a:extLst>
                </p14:cNvPr>
                <p14:cNvContentPartPr/>
                <p14:nvPr/>
              </p14:nvContentPartPr>
              <p14:xfrm>
                <a:off x="7360954" y="1130409"/>
                <a:ext cx="397440" cy="25920"/>
              </p14:xfrm>
            </p:contentPart>
          </mc:Choice>
          <mc:Fallback xmlns="">
            <p:pic>
              <p:nvPicPr>
                <p:cNvPr id="57" name="Ink 56">
                  <a:extLst>
                    <a:ext uri="{FF2B5EF4-FFF2-40B4-BE49-F238E27FC236}">
                      <a16:creationId xmlns:a16="http://schemas.microsoft.com/office/drawing/2014/main" id="{42EBF5CC-54AB-45A1-B8F0-21CD4B7D65AB}"/>
                    </a:ext>
                  </a:extLst>
                </p:cNvPr>
                <p:cNvPicPr/>
                <p:nvPr/>
              </p:nvPicPr>
              <p:blipFill>
                <a:blip r:embed="rId13"/>
                <a:stretch>
                  <a:fillRect/>
                </a:stretch>
              </p:blipFill>
              <p:spPr>
                <a:xfrm>
                  <a:off x="7351954" y="1121769"/>
                  <a:ext cx="4150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8" name="Ink 57">
                  <a:extLst>
                    <a:ext uri="{FF2B5EF4-FFF2-40B4-BE49-F238E27FC236}">
                      <a16:creationId xmlns:a16="http://schemas.microsoft.com/office/drawing/2014/main" id="{A54276D3-F90A-4A5C-8C70-7AE92E349311}"/>
                    </a:ext>
                  </a:extLst>
                </p14:cNvPr>
                <p14:cNvContentPartPr/>
                <p14:nvPr/>
              </p14:nvContentPartPr>
              <p14:xfrm>
                <a:off x="7420714" y="1230849"/>
                <a:ext cx="275040" cy="15120"/>
              </p14:xfrm>
            </p:contentPart>
          </mc:Choice>
          <mc:Fallback xmlns="">
            <p:pic>
              <p:nvPicPr>
                <p:cNvPr id="58" name="Ink 57">
                  <a:extLst>
                    <a:ext uri="{FF2B5EF4-FFF2-40B4-BE49-F238E27FC236}">
                      <a16:creationId xmlns:a16="http://schemas.microsoft.com/office/drawing/2014/main" id="{A54276D3-F90A-4A5C-8C70-7AE92E349311}"/>
                    </a:ext>
                  </a:extLst>
                </p:cNvPr>
                <p:cNvPicPr/>
                <p:nvPr/>
              </p:nvPicPr>
              <p:blipFill>
                <a:blip r:embed="rId15"/>
                <a:stretch>
                  <a:fillRect/>
                </a:stretch>
              </p:blipFill>
              <p:spPr>
                <a:xfrm>
                  <a:off x="7411714" y="1222209"/>
                  <a:ext cx="292680" cy="32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60" name="Ink 59">
                <a:extLst>
                  <a:ext uri="{FF2B5EF4-FFF2-40B4-BE49-F238E27FC236}">
                    <a16:creationId xmlns:a16="http://schemas.microsoft.com/office/drawing/2014/main" id="{A71AEE91-5999-47D6-A5B0-FA0B78C9D8F3}"/>
                  </a:ext>
                </a:extLst>
              </p14:cNvPr>
              <p14:cNvContentPartPr/>
              <p14:nvPr/>
            </p14:nvContentPartPr>
            <p14:xfrm>
              <a:off x="939634" y="2262609"/>
              <a:ext cx="1258920" cy="982440"/>
            </p14:xfrm>
          </p:contentPart>
        </mc:Choice>
        <mc:Fallback xmlns="">
          <p:pic>
            <p:nvPicPr>
              <p:cNvPr id="60" name="Ink 59">
                <a:extLst>
                  <a:ext uri="{FF2B5EF4-FFF2-40B4-BE49-F238E27FC236}">
                    <a16:creationId xmlns:a16="http://schemas.microsoft.com/office/drawing/2014/main" id="{A71AEE91-5999-47D6-A5B0-FA0B78C9D8F3}"/>
                  </a:ext>
                </a:extLst>
              </p:cNvPr>
              <p:cNvPicPr/>
              <p:nvPr/>
            </p:nvPicPr>
            <p:blipFill>
              <a:blip r:embed="rId17"/>
              <a:stretch>
                <a:fillRect/>
              </a:stretch>
            </p:blipFill>
            <p:spPr>
              <a:xfrm>
                <a:off x="930634" y="2253609"/>
                <a:ext cx="1276560" cy="1000080"/>
              </a:xfrm>
              <a:prstGeom prst="rect">
                <a:avLst/>
              </a:prstGeom>
            </p:spPr>
          </p:pic>
        </mc:Fallback>
      </mc:AlternateContent>
      <p:grpSp>
        <p:nvGrpSpPr>
          <p:cNvPr id="76" name="Group 75">
            <a:extLst>
              <a:ext uri="{FF2B5EF4-FFF2-40B4-BE49-F238E27FC236}">
                <a16:creationId xmlns:a16="http://schemas.microsoft.com/office/drawing/2014/main" id="{46AA56A0-2902-4D95-94A7-08BA71D9A1FB}"/>
              </a:ext>
            </a:extLst>
          </p:cNvPr>
          <p:cNvGrpSpPr/>
          <p:nvPr/>
        </p:nvGrpSpPr>
        <p:grpSpPr>
          <a:xfrm>
            <a:off x="773674" y="3926169"/>
            <a:ext cx="8884800" cy="2772360"/>
            <a:chOff x="773674" y="3926169"/>
            <a:chExt cx="8884800" cy="2772360"/>
          </a:xfrm>
        </p:grpSpPr>
        <mc:AlternateContent xmlns:mc="http://schemas.openxmlformats.org/markup-compatibility/2006" xmlns:p14="http://schemas.microsoft.com/office/powerpoint/2010/main">
          <mc:Choice Requires="p14">
            <p:contentPart p14:bwMode="auto" r:id="rId18">
              <p14:nvContentPartPr>
                <p14:cNvPr id="17" name="Ink 16">
                  <a:extLst>
                    <a:ext uri="{FF2B5EF4-FFF2-40B4-BE49-F238E27FC236}">
                      <a16:creationId xmlns:a16="http://schemas.microsoft.com/office/drawing/2014/main" id="{0334CF97-93F5-4FAB-9AE8-24006A4FA1EB}"/>
                    </a:ext>
                  </a:extLst>
                </p14:cNvPr>
                <p14:cNvContentPartPr/>
                <p14:nvPr/>
              </p14:nvContentPartPr>
              <p14:xfrm>
                <a:off x="5712154" y="4866849"/>
                <a:ext cx="249480" cy="500400"/>
              </p14:xfrm>
            </p:contentPart>
          </mc:Choice>
          <mc:Fallback xmlns="">
            <p:pic>
              <p:nvPicPr>
                <p:cNvPr id="17" name="Ink 16">
                  <a:extLst>
                    <a:ext uri="{FF2B5EF4-FFF2-40B4-BE49-F238E27FC236}">
                      <a16:creationId xmlns:a16="http://schemas.microsoft.com/office/drawing/2014/main" id="{0334CF97-93F5-4FAB-9AE8-24006A4FA1EB}"/>
                    </a:ext>
                  </a:extLst>
                </p:cNvPr>
                <p:cNvPicPr/>
                <p:nvPr/>
              </p:nvPicPr>
              <p:blipFill>
                <a:blip r:embed="rId19"/>
                <a:stretch>
                  <a:fillRect/>
                </a:stretch>
              </p:blipFill>
              <p:spPr>
                <a:xfrm>
                  <a:off x="5703154" y="4857849"/>
                  <a:ext cx="267120" cy="5180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8" name="Ink 17">
                  <a:extLst>
                    <a:ext uri="{FF2B5EF4-FFF2-40B4-BE49-F238E27FC236}">
                      <a16:creationId xmlns:a16="http://schemas.microsoft.com/office/drawing/2014/main" id="{C1C78DBA-AB97-475F-A1B8-853D822B0F76}"/>
                    </a:ext>
                  </a:extLst>
                </p14:cNvPr>
                <p14:cNvContentPartPr/>
                <p14:nvPr/>
              </p14:nvContentPartPr>
              <p14:xfrm>
                <a:off x="6110674" y="5297049"/>
                <a:ext cx="589320" cy="228600"/>
              </p14:xfrm>
            </p:contentPart>
          </mc:Choice>
          <mc:Fallback xmlns="">
            <p:pic>
              <p:nvPicPr>
                <p:cNvPr id="18" name="Ink 17">
                  <a:extLst>
                    <a:ext uri="{FF2B5EF4-FFF2-40B4-BE49-F238E27FC236}">
                      <a16:creationId xmlns:a16="http://schemas.microsoft.com/office/drawing/2014/main" id="{C1C78DBA-AB97-475F-A1B8-853D822B0F76}"/>
                    </a:ext>
                  </a:extLst>
                </p:cNvPr>
                <p:cNvPicPr/>
                <p:nvPr/>
              </p:nvPicPr>
              <p:blipFill>
                <a:blip r:embed="rId21"/>
                <a:stretch>
                  <a:fillRect/>
                </a:stretch>
              </p:blipFill>
              <p:spPr>
                <a:xfrm>
                  <a:off x="6102034" y="5288049"/>
                  <a:ext cx="60696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9" name="Ink 18">
                  <a:extLst>
                    <a:ext uri="{FF2B5EF4-FFF2-40B4-BE49-F238E27FC236}">
                      <a16:creationId xmlns:a16="http://schemas.microsoft.com/office/drawing/2014/main" id="{1D88C148-2812-4B29-9D1D-BCAB874C83A8}"/>
                    </a:ext>
                  </a:extLst>
                </p14:cNvPr>
                <p14:cNvContentPartPr/>
                <p14:nvPr/>
              </p14:nvContentPartPr>
              <p14:xfrm>
                <a:off x="7158634" y="5281569"/>
                <a:ext cx="77040" cy="52560"/>
              </p14:xfrm>
            </p:contentPart>
          </mc:Choice>
          <mc:Fallback xmlns="">
            <p:pic>
              <p:nvPicPr>
                <p:cNvPr id="19" name="Ink 18">
                  <a:extLst>
                    <a:ext uri="{FF2B5EF4-FFF2-40B4-BE49-F238E27FC236}">
                      <a16:creationId xmlns:a16="http://schemas.microsoft.com/office/drawing/2014/main" id="{1D88C148-2812-4B29-9D1D-BCAB874C83A8}"/>
                    </a:ext>
                  </a:extLst>
                </p:cNvPr>
                <p:cNvPicPr/>
                <p:nvPr/>
              </p:nvPicPr>
              <p:blipFill>
                <a:blip r:embed="rId23"/>
                <a:stretch>
                  <a:fillRect/>
                </a:stretch>
              </p:blipFill>
              <p:spPr>
                <a:xfrm>
                  <a:off x="7149994" y="5272929"/>
                  <a:ext cx="9468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1" name="Ink 20">
                  <a:extLst>
                    <a:ext uri="{FF2B5EF4-FFF2-40B4-BE49-F238E27FC236}">
                      <a16:creationId xmlns:a16="http://schemas.microsoft.com/office/drawing/2014/main" id="{E8A89CEC-DBE1-4E1E-83C3-ADCD2F059362}"/>
                    </a:ext>
                  </a:extLst>
                </p14:cNvPr>
                <p14:cNvContentPartPr/>
                <p14:nvPr/>
              </p14:nvContentPartPr>
              <p14:xfrm>
                <a:off x="1975354" y="5907969"/>
                <a:ext cx="862560" cy="419400"/>
              </p14:xfrm>
            </p:contentPart>
          </mc:Choice>
          <mc:Fallback xmlns="">
            <p:pic>
              <p:nvPicPr>
                <p:cNvPr id="21" name="Ink 20">
                  <a:extLst>
                    <a:ext uri="{FF2B5EF4-FFF2-40B4-BE49-F238E27FC236}">
                      <a16:creationId xmlns:a16="http://schemas.microsoft.com/office/drawing/2014/main" id="{E8A89CEC-DBE1-4E1E-83C3-ADCD2F059362}"/>
                    </a:ext>
                  </a:extLst>
                </p:cNvPr>
                <p:cNvPicPr/>
                <p:nvPr/>
              </p:nvPicPr>
              <p:blipFill>
                <a:blip r:embed="rId25"/>
                <a:stretch>
                  <a:fillRect/>
                </a:stretch>
              </p:blipFill>
              <p:spPr>
                <a:xfrm>
                  <a:off x="1966354" y="5899329"/>
                  <a:ext cx="880200" cy="4370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8" name="Ink 7">
                  <a:extLst>
                    <a:ext uri="{FF2B5EF4-FFF2-40B4-BE49-F238E27FC236}">
                      <a16:creationId xmlns:a16="http://schemas.microsoft.com/office/drawing/2014/main" id="{BF18496B-211E-4FB0-BD9F-794A9A9ABA5E}"/>
                    </a:ext>
                  </a:extLst>
                </p14:cNvPr>
                <p14:cNvContentPartPr/>
                <p14:nvPr/>
              </p14:nvContentPartPr>
              <p14:xfrm>
                <a:off x="773674" y="5086809"/>
                <a:ext cx="512280" cy="570960"/>
              </p14:xfrm>
            </p:contentPart>
          </mc:Choice>
          <mc:Fallback xmlns="">
            <p:pic>
              <p:nvPicPr>
                <p:cNvPr id="8" name="Ink 7">
                  <a:extLst>
                    <a:ext uri="{FF2B5EF4-FFF2-40B4-BE49-F238E27FC236}">
                      <a16:creationId xmlns:a16="http://schemas.microsoft.com/office/drawing/2014/main" id="{BF18496B-211E-4FB0-BD9F-794A9A9ABA5E}"/>
                    </a:ext>
                  </a:extLst>
                </p:cNvPr>
                <p:cNvPicPr/>
                <p:nvPr/>
              </p:nvPicPr>
              <p:blipFill>
                <a:blip r:embed="rId27"/>
                <a:stretch>
                  <a:fillRect/>
                </a:stretch>
              </p:blipFill>
              <p:spPr>
                <a:xfrm>
                  <a:off x="764674" y="5077809"/>
                  <a:ext cx="529920" cy="5886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9" name="Ink 8">
                  <a:extLst>
                    <a:ext uri="{FF2B5EF4-FFF2-40B4-BE49-F238E27FC236}">
                      <a16:creationId xmlns:a16="http://schemas.microsoft.com/office/drawing/2014/main" id="{7F286078-B49E-4A88-B530-155914742E7D}"/>
                    </a:ext>
                  </a:extLst>
                </p14:cNvPr>
                <p14:cNvContentPartPr/>
                <p14:nvPr/>
              </p14:nvContentPartPr>
              <p14:xfrm>
                <a:off x="1587274" y="5311809"/>
                <a:ext cx="48600" cy="448200"/>
              </p14:xfrm>
            </p:contentPart>
          </mc:Choice>
          <mc:Fallback xmlns="">
            <p:pic>
              <p:nvPicPr>
                <p:cNvPr id="9" name="Ink 8">
                  <a:extLst>
                    <a:ext uri="{FF2B5EF4-FFF2-40B4-BE49-F238E27FC236}">
                      <a16:creationId xmlns:a16="http://schemas.microsoft.com/office/drawing/2014/main" id="{7F286078-B49E-4A88-B530-155914742E7D}"/>
                    </a:ext>
                  </a:extLst>
                </p:cNvPr>
                <p:cNvPicPr/>
                <p:nvPr/>
              </p:nvPicPr>
              <p:blipFill>
                <a:blip r:embed="rId29"/>
                <a:stretch>
                  <a:fillRect/>
                </a:stretch>
              </p:blipFill>
              <p:spPr>
                <a:xfrm>
                  <a:off x="1578634" y="5302809"/>
                  <a:ext cx="66240" cy="4658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0" name="Ink 9">
                  <a:extLst>
                    <a:ext uri="{FF2B5EF4-FFF2-40B4-BE49-F238E27FC236}">
                      <a16:creationId xmlns:a16="http://schemas.microsoft.com/office/drawing/2014/main" id="{83B43B2A-ADF2-4F79-B970-F01B4BE2D2EF}"/>
                    </a:ext>
                  </a:extLst>
                </p14:cNvPr>
                <p14:cNvContentPartPr/>
                <p14:nvPr/>
              </p14:nvContentPartPr>
              <p14:xfrm>
                <a:off x="1496554" y="5320809"/>
                <a:ext cx="255600" cy="321120"/>
              </p14:xfrm>
            </p:contentPart>
          </mc:Choice>
          <mc:Fallback xmlns="">
            <p:pic>
              <p:nvPicPr>
                <p:cNvPr id="10" name="Ink 9">
                  <a:extLst>
                    <a:ext uri="{FF2B5EF4-FFF2-40B4-BE49-F238E27FC236}">
                      <a16:creationId xmlns:a16="http://schemas.microsoft.com/office/drawing/2014/main" id="{83B43B2A-ADF2-4F79-B970-F01B4BE2D2EF}"/>
                    </a:ext>
                  </a:extLst>
                </p:cNvPr>
                <p:cNvPicPr/>
                <p:nvPr/>
              </p:nvPicPr>
              <p:blipFill>
                <a:blip r:embed="rId31"/>
                <a:stretch>
                  <a:fillRect/>
                </a:stretch>
              </p:blipFill>
              <p:spPr>
                <a:xfrm>
                  <a:off x="1487554" y="5311809"/>
                  <a:ext cx="273240" cy="3387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1" name="Ink 10">
                  <a:extLst>
                    <a:ext uri="{FF2B5EF4-FFF2-40B4-BE49-F238E27FC236}">
                      <a16:creationId xmlns:a16="http://schemas.microsoft.com/office/drawing/2014/main" id="{59A1089C-0943-49AA-BD56-9C5756EC2E8B}"/>
                    </a:ext>
                  </a:extLst>
                </p14:cNvPr>
                <p14:cNvContentPartPr/>
                <p14:nvPr/>
              </p14:nvContentPartPr>
              <p14:xfrm>
                <a:off x="1899754" y="5317209"/>
                <a:ext cx="517320" cy="314280"/>
              </p14:xfrm>
            </p:contentPart>
          </mc:Choice>
          <mc:Fallback xmlns="">
            <p:pic>
              <p:nvPicPr>
                <p:cNvPr id="11" name="Ink 10">
                  <a:extLst>
                    <a:ext uri="{FF2B5EF4-FFF2-40B4-BE49-F238E27FC236}">
                      <a16:creationId xmlns:a16="http://schemas.microsoft.com/office/drawing/2014/main" id="{59A1089C-0943-49AA-BD56-9C5756EC2E8B}"/>
                    </a:ext>
                  </a:extLst>
                </p:cNvPr>
                <p:cNvPicPr/>
                <p:nvPr/>
              </p:nvPicPr>
              <p:blipFill>
                <a:blip r:embed="rId33"/>
                <a:stretch>
                  <a:fillRect/>
                </a:stretch>
              </p:blipFill>
              <p:spPr>
                <a:xfrm>
                  <a:off x="1890754" y="5308209"/>
                  <a:ext cx="534960" cy="3319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2" name="Ink 11">
                  <a:extLst>
                    <a:ext uri="{FF2B5EF4-FFF2-40B4-BE49-F238E27FC236}">
                      <a16:creationId xmlns:a16="http://schemas.microsoft.com/office/drawing/2014/main" id="{DAB95D7C-B9B4-41E9-A9C8-200B48ADBD66}"/>
                    </a:ext>
                  </a:extLst>
                </p14:cNvPr>
                <p14:cNvContentPartPr/>
                <p14:nvPr/>
              </p14:nvContentPartPr>
              <p14:xfrm>
                <a:off x="2619034" y="5137929"/>
                <a:ext cx="218520" cy="419400"/>
              </p14:xfrm>
            </p:contentPart>
          </mc:Choice>
          <mc:Fallback xmlns="">
            <p:pic>
              <p:nvPicPr>
                <p:cNvPr id="12" name="Ink 11">
                  <a:extLst>
                    <a:ext uri="{FF2B5EF4-FFF2-40B4-BE49-F238E27FC236}">
                      <a16:creationId xmlns:a16="http://schemas.microsoft.com/office/drawing/2014/main" id="{DAB95D7C-B9B4-41E9-A9C8-200B48ADBD66}"/>
                    </a:ext>
                  </a:extLst>
                </p:cNvPr>
                <p:cNvPicPr/>
                <p:nvPr/>
              </p:nvPicPr>
              <p:blipFill>
                <a:blip r:embed="rId35"/>
                <a:stretch>
                  <a:fillRect/>
                </a:stretch>
              </p:blipFill>
              <p:spPr>
                <a:xfrm>
                  <a:off x="2610394" y="5128929"/>
                  <a:ext cx="236160" cy="4370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3" name="Ink 12">
                  <a:extLst>
                    <a:ext uri="{FF2B5EF4-FFF2-40B4-BE49-F238E27FC236}">
                      <a16:creationId xmlns:a16="http://schemas.microsoft.com/office/drawing/2014/main" id="{FA451994-B525-4139-950E-1556E28FFE5B}"/>
                    </a:ext>
                  </a:extLst>
                </p14:cNvPr>
                <p14:cNvContentPartPr/>
                <p14:nvPr/>
              </p14:nvContentPartPr>
              <p14:xfrm>
                <a:off x="2917114" y="5396049"/>
                <a:ext cx="109800" cy="230760"/>
              </p14:xfrm>
            </p:contentPart>
          </mc:Choice>
          <mc:Fallback xmlns="">
            <p:pic>
              <p:nvPicPr>
                <p:cNvPr id="13" name="Ink 12">
                  <a:extLst>
                    <a:ext uri="{FF2B5EF4-FFF2-40B4-BE49-F238E27FC236}">
                      <a16:creationId xmlns:a16="http://schemas.microsoft.com/office/drawing/2014/main" id="{FA451994-B525-4139-950E-1556E28FFE5B}"/>
                    </a:ext>
                  </a:extLst>
                </p:cNvPr>
                <p:cNvPicPr/>
                <p:nvPr/>
              </p:nvPicPr>
              <p:blipFill>
                <a:blip r:embed="rId37"/>
                <a:stretch>
                  <a:fillRect/>
                </a:stretch>
              </p:blipFill>
              <p:spPr>
                <a:xfrm>
                  <a:off x="2908114" y="5387049"/>
                  <a:ext cx="12744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4" name="Ink 13">
                  <a:extLst>
                    <a:ext uri="{FF2B5EF4-FFF2-40B4-BE49-F238E27FC236}">
                      <a16:creationId xmlns:a16="http://schemas.microsoft.com/office/drawing/2014/main" id="{6671B14F-CDDC-46E9-9F62-87CD565F413C}"/>
                    </a:ext>
                  </a:extLst>
                </p14:cNvPr>
                <p14:cNvContentPartPr/>
                <p14:nvPr/>
              </p14:nvContentPartPr>
              <p14:xfrm>
                <a:off x="3210154" y="5365449"/>
                <a:ext cx="586440" cy="48960"/>
              </p14:xfrm>
            </p:contentPart>
          </mc:Choice>
          <mc:Fallback xmlns="">
            <p:pic>
              <p:nvPicPr>
                <p:cNvPr id="14" name="Ink 13">
                  <a:extLst>
                    <a:ext uri="{FF2B5EF4-FFF2-40B4-BE49-F238E27FC236}">
                      <a16:creationId xmlns:a16="http://schemas.microsoft.com/office/drawing/2014/main" id="{6671B14F-CDDC-46E9-9F62-87CD565F413C}"/>
                    </a:ext>
                  </a:extLst>
                </p:cNvPr>
                <p:cNvPicPr/>
                <p:nvPr/>
              </p:nvPicPr>
              <p:blipFill>
                <a:blip r:embed="rId39"/>
                <a:stretch>
                  <a:fillRect/>
                </a:stretch>
              </p:blipFill>
              <p:spPr>
                <a:xfrm>
                  <a:off x="3201514" y="5356809"/>
                  <a:ext cx="60408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5" name="Ink 14">
                  <a:extLst>
                    <a:ext uri="{FF2B5EF4-FFF2-40B4-BE49-F238E27FC236}">
                      <a16:creationId xmlns:a16="http://schemas.microsoft.com/office/drawing/2014/main" id="{D3D8238B-5BDA-46C2-A26C-780C0A0F651D}"/>
                    </a:ext>
                  </a:extLst>
                </p14:cNvPr>
                <p14:cNvContentPartPr/>
                <p14:nvPr/>
              </p14:nvContentPartPr>
              <p14:xfrm>
                <a:off x="3649354" y="5187969"/>
                <a:ext cx="1427040" cy="456480"/>
              </p14:xfrm>
            </p:contentPart>
          </mc:Choice>
          <mc:Fallback xmlns="">
            <p:pic>
              <p:nvPicPr>
                <p:cNvPr id="15" name="Ink 14">
                  <a:extLst>
                    <a:ext uri="{FF2B5EF4-FFF2-40B4-BE49-F238E27FC236}">
                      <a16:creationId xmlns:a16="http://schemas.microsoft.com/office/drawing/2014/main" id="{D3D8238B-5BDA-46C2-A26C-780C0A0F651D}"/>
                    </a:ext>
                  </a:extLst>
                </p:cNvPr>
                <p:cNvPicPr/>
                <p:nvPr/>
              </p:nvPicPr>
              <p:blipFill>
                <a:blip r:embed="rId41"/>
                <a:stretch>
                  <a:fillRect/>
                </a:stretch>
              </p:blipFill>
              <p:spPr>
                <a:xfrm>
                  <a:off x="3640354" y="5178969"/>
                  <a:ext cx="1444680" cy="4741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6" name="Ink 15">
                  <a:extLst>
                    <a:ext uri="{FF2B5EF4-FFF2-40B4-BE49-F238E27FC236}">
                      <a16:creationId xmlns:a16="http://schemas.microsoft.com/office/drawing/2014/main" id="{4592CAAD-6094-415D-B3BE-24C956273DAA}"/>
                    </a:ext>
                  </a:extLst>
                </p14:cNvPr>
                <p14:cNvContentPartPr/>
                <p14:nvPr/>
              </p14:nvContentPartPr>
              <p14:xfrm>
                <a:off x="5202754" y="5059809"/>
                <a:ext cx="174960" cy="379440"/>
              </p14:xfrm>
            </p:contentPart>
          </mc:Choice>
          <mc:Fallback xmlns="">
            <p:pic>
              <p:nvPicPr>
                <p:cNvPr id="16" name="Ink 15">
                  <a:extLst>
                    <a:ext uri="{FF2B5EF4-FFF2-40B4-BE49-F238E27FC236}">
                      <a16:creationId xmlns:a16="http://schemas.microsoft.com/office/drawing/2014/main" id="{4592CAAD-6094-415D-B3BE-24C956273DAA}"/>
                    </a:ext>
                  </a:extLst>
                </p:cNvPr>
                <p:cNvPicPr/>
                <p:nvPr/>
              </p:nvPicPr>
              <p:blipFill>
                <a:blip r:embed="rId43"/>
                <a:stretch>
                  <a:fillRect/>
                </a:stretch>
              </p:blipFill>
              <p:spPr>
                <a:xfrm>
                  <a:off x="5193754" y="5051169"/>
                  <a:ext cx="192600" cy="3970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1" name="Ink 30">
                  <a:extLst>
                    <a:ext uri="{FF2B5EF4-FFF2-40B4-BE49-F238E27FC236}">
                      <a16:creationId xmlns:a16="http://schemas.microsoft.com/office/drawing/2014/main" id="{DAB97CCF-80DD-4B76-A06C-0E9A66011FEC}"/>
                    </a:ext>
                  </a:extLst>
                </p14:cNvPr>
                <p14:cNvContentPartPr/>
                <p14:nvPr/>
              </p14:nvContentPartPr>
              <p14:xfrm>
                <a:off x="1273354" y="5974929"/>
                <a:ext cx="537480" cy="120960"/>
              </p14:xfrm>
            </p:contentPart>
          </mc:Choice>
          <mc:Fallback xmlns="">
            <p:pic>
              <p:nvPicPr>
                <p:cNvPr id="31" name="Ink 30">
                  <a:extLst>
                    <a:ext uri="{FF2B5EF4-FFF2-40B4-BE49-F238E27FC236}">
                      <a16:creationId xmlns:a16="http://schemas.microsoft.com/office/drawing/2014/main" id="{DAB97CCF-80DD-4B76-A06C-0E9A66011FEC}"/>
                    </a:ext>
                  </a:extLst>
                </p:cNvPr>
                <p:cNvPicPr/>
                <p:nvPr/>
              </p:nvPicPr>
              <p:blipFill>
                <a:blip r:embed="rId45"/>
                <a:stretch>
                  <a:fillRect/>
                </a:stretch>
              </p:blipFill>
              <p:spPr>
                <a:xfrm>
                  <a:off x="1264354" y="5966289"/>
                  <a:ext cx="55512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2" name="Ink 31">
                  <a:extLst>
                    <a:ext uri="{FF2B5EF4-FFF2-40B4-BE49-F238E27FC236}">
                      <a16:creationId xmlns:a16="http://schemas.microsoft.com/office/drawing/2014/main" id="{E8D7394B-6E8F-4DBA-96F8-D944A5EC1D56}"/>
                    </a:ext>
                  </a:extLst>
                </p14:cNvPr>
                <p14:cNvContentPartPr/>
                <p14:nvPr/>
              </p14:nvContentPartPr>
              <p14:xfrm>
                <a:off x="1484314" y="6352929"/>
                <a:ext cx="230040" cy="280440"/>
              </p14:xfrm>
            </p:contentPart>
          </mc:Choice>
          <mc:Fallback xmlns="">
            <p:pic>
              <p:nvPicPr>
                <p:cNvPr id="32" name="Ink 31">
                  <a:extLst>
                    <a:ext uri="{FF2B5EF4-FFF2-40B4-BE49-F238E27FC236}">
                      <a16:creationId xmlns:a16="http://schemas.microsoft.com/office/drawing/2014/main" id="{E8D7394B-6E8F-4DBA-96F8-D944A5EC1D56}"/>
                    </a:ext>
                  </a:extLst>
                </p:cNvPr>
                <p:cNvPicPr/>
                <p:nvPr/>
              </p:nvPicPr>
              <p:blipFill>
                <a:blip r:embed="rId47"/>
                <a:stretch>
                  <a:fillRect/>
                </a:stretch>
              </p:blipFill>
              <p:spPr>
                <a:xfrm>
                  <a:off x="1475674" y="6344289"/>
                  <a:ext cx="24768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3" name="Ink 32">
                  <a:extLst>
                    <a:ext uri="{FF2B5EF4-FFF2-40B4-BE49-F238E27FC236}">
                      <a16:creationId xmlns:a16="http://schemas.microsoft.com/office/drawing/2014/main" id="{893406BA-382A-4B12-A2EF-20FBEDDA49F8}"/>
                    </a:ext>
                  </a:extLst>
                </p14:cNvPr>
                <p14:cNvContentPartPr/>
                <p14:nvPr/>
              </p14:nvContentPartPr>
              <p14:xfrm>
                <a:off x="2993074" y="5871969"/>
                <a:ext cx="178560" cy="398160"/>
              </p14:xfrm>
            </p:contentPart>
          </mc:Choice>
          <mc:Fallback xmlns="">
            <p:pic>
              <p:nvPicPr>
                <p:cNvPr id="33" name="Ink 32">
                  <a:extLst>
                    <a:ext uri="{FF2B5EF4-FFF2-40B4-BE49-F238E27FC236}">
                      <a16:creationId xmlns:a16="http://schemas.microsoft.com/office/drawing/2014/main" id="{893406BA-382A-4B12-A2EF-20FBEDDA49F8}"/>
                    </a:ext>
                  </a:extLst>
                </p:cNvPr>
                <p:cNvPicPr/>
                <p:nvPr/>
              </p:nvPicPr>
              <p:blipFill>
                <a:blip r:embed="rId49"/>
                <a:stretch>
                  <a:fillRect/>
                </a:stretch>
              </p:blipFill>
              <p:spPr>
                <a:xfrm>
                  <a:off x="2984074" y="5863329"/>
                  <a:ext cx="196200" cy="4158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4" name="Ink 33">
                  <a:extLst>
                    <a:ext uri="{FF2B5EF4-FFF2-40B4-BE49-F238E27FC236}">
                      <a16:creationId xmlns:a16="http://schemas.microsoft.com/office/drawing/2014/main" id="{223D3FB4-DAA9-44B9-A79E-41BF18978646}"/>
                    </a:ext>
                  </a:extLst>
                </p14:cNvPr>
                <p14:cNvContentPartPr/>
                <p14:nvPr/>
              </p14:nvContentPartPr>
              <p14:xfrm>
                <a:off x="3129874" y="6000129"/>
                <a:ext cx="231480" cy="606960"/>
              </p14:xfrm>
            </p:contentPart>
          </mc:Choice>
          <mc:Fallback xmlns="">
            <p:pic>
              <p:nvPicPr>
                <p:cNvPr id="34" name="Ink 33">
                  <a:extLst>
                    <a:ext uri="{FF2B5EF4-FFF2-40B4-BE49-F238E27FC236}">
                      <a16:creationId xmlns:a16="http://schemas.microsoft.com/office/drawing/2014/main" id="{223D3FB4-DAA9-44B9-A79E-41BF18978646}"/>
                    </a:ext>
                  </a:extLst>
                </p:cNvPr>
                <p:cNvPicPr/>
                <p:nvPr/>
              </p:nvPicPr>
              <p:blipFill>
                <a:blip r:embed="rId51"/>
                <a:stretch>
                  <a:fillRect/>
                </a:stretch>
              </p:blipFill>
              <p:spPr>
                <a:xfrm>
                  <a:off x="3121234" y="5991129"/>
                  <a:ext cx="249120" cy="6246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5" name="Ink 34">
                  <a:extLst>
                    <a:ext uri="{FF2B5EF4-FFF2-40B4-BE49-F238E27FC236}">
                      <a16:creationId xmlns:a16="http://schemas.microsoft.com/office/drawing/2014/main" id="{A9DD6F98-3BE5-4682-8256-B4B9EC99DE75}"/>
                    </a:ext>
                  </a:extLst>
                </p14:cNvPr>
                <p14:cNvContentPartPr/>
                <p14:nvPr/>
              </p14:nvContentPartPr>
              <p14:xfrm>
                <a:off x="3410674" y="6303969"/>
                <a:ext cx="351360" cy="241920"/>
              </p14:xfrm>
            </p:contentPart>
          </mc:Choice>
          <mc:Fallback xmlns="">
            <p:pic>
              <p:nvPicPr>
                <p:cNvPr id="35" name="Ink 34">
                  <a:extLst>
                    <a:ext uri="{FF2B5EF4-FFF2-40B4-BE49-F238E27FC236}">
                      <a16:creationId xmlns:a16="http://schemas.microsoft.com/office/drawing/2014/main" id="{A9DD6F98-3BE5-4682-8256-B4B9EC99DE75}"/>
                    </a:ext>
                  </a:extLst>
                </p:cNvPr>
                <p:cNvPicPr/>
                <p:nvPr/>
              </p:nvPicPr>
              <p:blipFill>
                <a:blip r:embed="rId53"/>
                <a:stretch>
                  <a:fillRect/>
                </a:stretch>
              </p:blipFill>
              <p:spPr>
                <a:xfrm>
                  <a:off x="3401674" y="6295329"/>
                  <a:ext cx="36900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2" name="Ink 21">
                  <a:extLst>
                    <a:ext uri="{FF2B5EF4-FFF2-40B4-BE49-F238E27FC236}">
                      <a16:creationId xmlns:a16="http://schemas.microsoft.com/office/drawing/2014/main" id="{50AF77CA-9E37-48FC-B3C4-0665431DAFC2}"/>
                    </a:ext>
                  </a:extLst>
                </p14:cNvPr>
                <p14:cNvContentPartPr/>
                <p14:nvPr/>
              </p14:nvContentPartPr>
              <p14:xfrm>
                <a:off x="4130314" y="5142969"/>
                <a:ext cx="54720" cy="435240"/>
              </p14:xfrm>
            </p:contentPart>
          </mc:Choice>
          <mc:Fallback xmlns="">
            <p:pic>
              <p:nvPicPr>
                <p:cNvPr id="22" name="Ink 21">
                  <a:extLst>
                    <a:ext uri="{FF2B5EF4-FFF2-40B4-BE49-F238E27FC236}">
                      <a16:creationId xmlns:a16="http://schemas.microsoft.com/office/drawing/2014/main" id="{50AF77CA-9E37-48FC-B3C4-0665431DAFC2}"/>
                    </a:ext>
                  </a:extLst>
                </p:cNvPr>
                <p:cNvPicPr/>
                <p:nvPr/>
              </p:nvPicPr>
              <p:blipFill>
                <a:blip r:embed="rId55"/>
                <a:stretch>
                  <a:fillRect/>
                </a:stretch>
              </p:blipFill>
              <p:spPr>
                <a:xfrm>
                  <a:off x="4121314" y="5134329"/>
                  <a:ext cx="72360" cy="4528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3" name="Ink 22">
                  <a:extLst>
                    <a:ext uri="{FF2B5EF4-FFF2-40B4-BE49-F238E27FC236}">
                      <a16:creationId xmlns:a16="http://schemas.microsoft.com/office/drawing/2014/main" id="{E1F26586-C987-4846-BEBF-44ADC06EEDD3}"/>
                    </a:ext>
                  </a:extLst>
                </p14:cNvPr>
                <p14:cNvContentPartPr/>
                <p14:nvPr/>
              </p14:nvContentPartPr>
              <p14:xfrm>
                <a:off x="4123114" y="5178249"/>
                <a:ext cx="71640" cy="204120"/>
              </p14:xfrm>
            </p:contentPart>
          </mc:Choice>
          <mc:Fallback xmlns="">
            <p:pic>
              <p:nvPicPr>
                <p:cNvPr id="23" name="Ink 22">
                  <a:extLst>
                    <a:ext uri="{FF2B5EF4-FFF2-40B4-BE49-F238E27FC236}">
                      <a16:creationId xmlns:a16="http://schemas.microsoft.com/office/drawing/2014/main" id="{E1F26586-C987-4846-BEBF-44ADC06EEDD3}"/>
                    </a:ext>
                  </a:extLst>
                </p:cNvPr>
                <p:cNvPicPr/>
                <p:nvPr/>
              </p:nvPicPr>
              <p:blipFill>
                <a:blip r:embed="rId57"/>
                <a:stretch>
                  <a:fillRect/>
                </a:stretch>
              </p:blipFill>
              <p:spPr>
                <a:xfrm>
                  <a:off x="4114114" y="5169609"/>
                  <a:ext cx="8928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4" name="Ink 23">
                  <a:extLst>
                    <a:ext uri="{FF2B5EF4-FFF2-40B4-BE49-F238E27FC236}">
                      <a16:creationId xmlns:a16="http://schemas.microsoft.com/office/drawing/2014/main" id="{DDACF373-A993-4B1F-B9D8-192107792E07}"/>
                    </a:ext>
                  </a:extLst>
                </p14:cNvPr>
                <p14:cNvContentPartPr/>
                <p14:nvPr/>
              </p14:nvContentPartPr>
              <p14:xfrm>
                <a:off x="4231834" y="5552289"/>
                <a:ext cx="86400" cy="203760"/>
              </p14:xfrm>
            </p:contentPart>
          </mc:Choice>
          <mc:Fallback xmlns="">
            <p:pic>
              <p:nvPicPr>
                <p:cNvPr id="24" name="Ink 23">
                  <a:extLst>
                    <a:ext uri="{FF2B5EF4-FFF2-40B4-BE49-F238E27FC236}">
                      <a16:creationId xmlns:a16="http://schemas.microsoft.com/office/drawing/2014/main" id="{DDACF373-A993-4B1F-B9D8-192107792E07}"/>
                    </a:ext>
                  </a:extLst>
                </p:cNvPr>
                <p:cNvPicPr/>
                <p:nvPr/>
              </p:nvPicPr>
              <p:blipFill>
                <a:blip r:embed="rId59"/>
                <a:stretch>
                  <a:fillRect/>
                </a:stretch>
              </p:blipFill>
              <p:spPr>
                <a:xfrm>
                  <a:off x="4223194" y="5543289"/>
                  <a:ext cx="10404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25" name="Ink 24">
                  <a:extLst>
                    <a:ext uri="{FF2B5EF4-FFF2-40B4-BE49-F238E27FC236}">
                      <a16:creationId xmlns:a16="http://schemas.microsoft.com/office/drawing/2014/main" id="{7573688C-E7C8-49CB-B547-8AE25D5D0488}"/>
                    </a:ext>
                  </a:extLst>
                </p14:cNvPr>
                <p14:cNvContentPartPr/>
                <p14:nvPr/>
              </p14:nvContentPartPr>
              <p14:xfrm>
                <a:off x="4420834" y="5478489"/>
                <a:ext cx="229320" cy="46080"/>
              </p14:xfrm>
            </p:contentPart>
          </mc:Choice>
          <mc:Fallback xmlns="">
            <p:pic>
              <p:nvPicPr>
                <p:cNvPr id="25" name="Ink 24">
                  <a:extLst>
                    <a:ext uri="{FF2B5EF4-FFF2-40B4-BE49-F238E27FC236}">
                      <a16:creationId xmlns:a16="http://schemas.microsoft.com/office/drawing/2014/main" id="{7573688C-E7C8-49CB-B547-8AE25D5D0488}"/>
                    </a:ext>
                  </a:extLst>
                </p:cNvPr>
                <p:cNvPicPr/>
                <p:nvPr/>
              </p:nvPicPr>
              <p:blipFill>
                <a:blip r:embed="rId61"/>
                <a:stretch>
                  <a:fillRect/>
                </a:stretch>
              </p:blipFill>
              <p:spPr>
                <a:xfrm>
                  <a:off x="4412194" y="5469849"/>
                  <a:ext cx="24696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26" name="Ink 25">
                  <a:extLst>
                    <a:ext uri="{FF2B5EF4-FFF2-40B4-BE49-F238E27FC236}">
                      <a16:creationId xmlns:a16="http://schemas.microsoft.com/office/drawing/2014/main" id="{C18545CA-E0C9-45E6-B1B5-3B0A253A4A7F}"/>
                    </a:ext>
                  </a:extLst>
                </p14:cNvPr>
                <p14:cNvContentPartPr/>
                <p14:nvPr/>
              </p14:nvContentPartPr>
              <p14:xfrm>
                <a:off x="4731874" y="5410449"/>
                <a:ext cx="19440" cy="38160"/>
              </p14:xfrm>
            </p:contentPart>
          </mc:Choice>
          <mc:Fallback xmlns="">
            <p:pic>
              <p:nvPicPr>
                <p:cNvPr id="26" name="Ink 25">
                  <a:extLst>
                    <a:ext uri="{FF2B5EF4-FFF2-40B4-BE49-F238E27FC236}">
                      <a16:creationId xmlns:a16="http://schemas.microsoft.com/office/drawing/2014/main" id="{C18545CA-E0C9-45E6-B1B5-3B0A253A4A7F}"/>
                    </a:ext>
                  </a:extLst>
                </p:cNvPr>
                <p:cNvPicPr/>
                <p:nvPr/>
              </p:nvPicPr>
              <p:blipFill>
                <a:blip r:embed="rId63"/>
                <a:stretch>
                  <a:fillRect/>
                </a:stretch>
              </p:blipFill>
              <p:spPr>
                <a:xfrm>
                  <a:off x="4723234" y="5401449"/>
                  <a:ext cx="3708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27" name="Ink 26">
                  <a:extLst>
                    <a:ext uri="{FF2B5EF4-FFF2-40B4-BE49-F238E27FC236}">
                      <a16:creationId xmlns:a16="http://schemas.microsoft.com/office/drawing/2014/main" id="{D0AEFD26-6B52-428E-AE9C-0C945E30761F}"/>
                    </a:ext>
                  </a:extLst>
                </p14:cNvPr>
                <p14:cNvContentPartPr/>
                <p14:nvPr/>
              </p14:nvContentPartPr>
              <p14:xfrm>
                <a:off x="4093954" y="5541849"/>
                <a:ext cx="300960" cy="410400"/>
              </p14:xfrm>
            </p:contentPart>
          </mc:Choice>
          <mc:Fallback xmlns="">
            <p:pic>
              <p:nvPicPr>
                <p:cNvPr id="27" name="Ink 26">
                  <a:extLst>
                    <a:ext uri="{FF2B5EF4-FFF2-40B4-BE49-F238E27FC236}">
                      <a16:creationId xmlns:a16="http://schemas.microsoft.com/office/drawing/2014/main" id="{D0AEFD26-6B52-428E-AE9C-0C945E30761F}"/>
                    </a:ext>
                  </a:extLst>
                </p:cNvPr>
                <p:cNvPicPr/>
                <p:nvPr/>
              </p:nvPicPr>
              <p:blipFill>
                <a:blip r:embed="rId65"/>
                <a:stretch>
                  <a:fillRect/>
                </a:stretch>
              </p:blipFill>
              <p:spPr>
                <a:xfrm>
                  <a:off x="4084954" y="5532849"/>
                  <a:ext cx="318600" cy="4280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28" name="Ink 27">
                  <a:extLst>
                    <a:ext uri="{FF2B5EF4-FFF2-40B4-BE49-F238E27FC236}">
                      <a16:creationId xmlns:a16="http://schemas.microsoft.com/office/drawing/2014/main" id="{7D4564AE-2BA1-4D49-9C14-9E197A702079}"/>
                    </a:ext>
                  </a:extLst>
                </p14:cNvPr>
                <p14:cNvContentPartPr/>
                <p14:nvPr/>
              </p14:nvContentPartPr>
              <p14:xfrm>
                <a:off x="4743394" y="5446089"/>
                <a:ext cx="4680" cy="38160"/>
              </p14:xfrm>
            </p:contentPart>
          </mc:Choice>
          <mc:Fallback xmlns="">
            <p:pic>
              <p:nvPicPr>
                <p:cNvPr id="28" name="Ink 27">
                  <a:extLst>
                    <a:ext uri="{FF2B5EF4-FFF2-40B4-BE49-F238E27FC236}">
                      <a16:creationId xmlns:a16="http://schemas.microsoft.com/office/drawing/2014/main" id="{7D4564AE-2BA1-4D49-9C14-9E197A702079}"/>
                    </a:ext>
                  </a:extLst>
                </p:cNvPr>
                <p:cNvPicPr/>
                <p:nvPr/>
              </p:nvPicPr>
              <p:blipFill>
                <a:blip r:embed="rId67"/>
                <a:stretch>
                  <a:fillRect/>
                </a:stretch>
              </p:blipFill>
              <p:spPr>
                <a:xfrm>
                  <a:off x="4734394" y="5437449"/>
                  <a:ext cx="2232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29" name="Ink 28">
                  <a:extLst>
                    <a:ext uri="{FF2B5EF4-FFF2-40B4-BE49-F238E27FC236}">
                      <a16:creationId xmlns:a16="http://schemas.microsoft.com/office/drawing/2014/main" id="{580B28B1-A404-41F3-931D-64E915D01D4C}"/>
                    </a:ext>
                  </a:extLst>
                </p14:cNvPr>
                <p14:cNvContentPartPr/>
                <p14:nvPr/>
              </p14:nvContentPartPr>
              <p14:xfrm>
                <a:off x="4859314" y="5407209"/>
                <a:ext cx="12240" cy="15840"/>
              </p14:xfrm>
            </p:contentPart>
          </mc:Choice>
          <mc:Fallback xmlns="">
            <p:pic>
              <p:nvPicPr>
                <p:cNvPr id="29" name="Ink 28">
                  <a:extLst>
                    <a:ext uri="{FF2B5EF4-FFF2-40B4-BE49-F238E27FC236}">
                      <a16:creationId xmlns:a16="http://schemas.microsoft.com/office/drawing/2014/main" id="{580B28B1-A404-41F3-931D-64E915D01D4C}"/>
                    </a:ext>
                  </a:extLst>
                </p:cNvPr>
                <p:cNvPicPr/>
                <p:nvPr/>
              </p:nvPicPr>
              <p:blipFill>
                <a:blip r:embed="rId69"/>
                <a:stretch>
                  <a:fillRect/>
                </a:stretch>
              </p:blipFill>
              <p:spPr>
                <a:xfrm>
                  <a:off x="4850674" y="5398569"/>
                  <a:ext cx="2988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6" name="Ink 35">
                  <a:extLst>
                    <a:ext uri="{FF2B5EF4-FFF2-40B4-BE49-F238E27FC236}">
                      <a16:creationId xmlns:a16="http://schemas.microsoft.com/office/drawing/2014/main" id="{26BC71FC-E1ED-45DC-99C5-4DC34ED19449}"/>
                    </a:ext>
                  </a:extLst>
                </p14:cNvPr>
                <p14:cNvContentPartPr/>
                <p14:nvPr/>
              </p14:nvContentPartPr>
              <p14:xfrm>
                <a:off x="4073434" y="5805009"/>
                <a:ext cx="201960" cy="407880"/>
              </p14:xfrm>
            </p:contentPart>
          </mc:Choice>
          <mc:Fallback xmlns="">
            <p:pic>
              <p:nvPicPr>
                <p:cNvPr id="36" name="Ink 35">
                  <a:extLst>
                    <a:ext uri="{FF2B5EF4-FFF2-40B4-BE49-F238E27FC236}">
                      <a16:creationId xmlns:a16="http://schemas.microsoft.com/office/drawing/2014/main" id="{26BC71FC-E1ED-45DC-99C5-4DC34ED19449}"/>
                    </a:ext>
                  </a:extLst>
                </p:cNvPr>
                <p:cNvPicPr/>
                <p:nvPr/>
              </p:nvPicPr>
              <p:blipFill>
                <a:blip r:embed="rId71"/>
                <a:stretch>
                  <a:fillRect/>
                </a:stretch>
              </p:blipFill>
              <p:spPr>
                <a:xfrm>
                  <a:off x="4064434" y="5796369"/>
                  <a:ext cx="219600" cy="4255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7" name="Ink 36">
                  <a:extLst>
                    <a:ext uri="{FF2B5EF4-FFF2-40B4-BE49-F238E27FC236}">
                      <a16:creationId xmlns:a16="http://schemas.microsoft.com/office/drawing/2014/main" id="{961A6A49-EE10-4877-A9A3-35AF5A635D4E}"/>
                    </a:ext>
                  </a:extLst>
                </p14:cNvPr>
                <p14:cNvContentPartPr/>
                <p14:nvPr/>
              </p14:nvContentPartPr>
              <p14:xfrm>
                <a:off x="4410034" y="5986809"/>
                <a:ext cx="36360" cy="377640"/>
              </p14:xfrm>
            </p:contentPart>
          </mc:Choice>
          <mc:Fallback xmlns="">
            <p:pic>
              <p:nvPicPr>
                <p:cNvPr id="37" name="Ink 36">
                  <a:extLst>
                    <a:ext uri="{FF2B5EF4-FFF2-40B4-BE49-F238E27FC236}">
                      <a16:creationId xmlns:a16="http://schemas.microsoft.com/office/drawing/2014/main" id="{961A6A49-EE10-4877-A9A3-35AF5A635D4E}"/>
                    </a:ext>
                  </a:extLst>
                </p:cNvPr>
                <p:cNvPicPr/>
                <p:nvPr/>
              </p:nvPicPr>
              <p:blipFill>
                <a:blip r:embed="rId73"/>
                <a:stretch>
                  <a:fillRect/>
                </a:stretch>
              </p:blipFill>
              <p:spPr>
                <a:xfrm>
                  <a:off x="4401394" y="5978169"/>
                  <a:ext cx="54000" cy="3952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38" name="Ink 37">
                  <a:extLst>
                    <a:ext uri="{FF2B5EF4-FFF2-40B4-BE49-F238E27FC236}">
                      <a16:creationId xmlns:a16="http://schemas.microsoft.com/office/drawing/2014/main" id="{10844C69-EB2B-4559-B925-3A2AC75FE927}"/>
                    </a:ext>
                  </a:extLst>
                </p14:cNvPr>
                <p14:cNvContentPartPr/>
                <p14:nvPr/>
              </p14:nvContentPartPr>
              <p14:xfrm>
                <a:off x="4597954" y="6122169"/>
                <a:ext cx="319680" cy="178200"/>
              </p14:xfrm>
            </p:contentPart>
          </mc:Choice>
          <mc:Fallback xmlns="">
            <p:pic>
              <p:nvPicPr>
                <p:cNvPr id="38" name="Ink 37">
                  <a:extLst>
                    <a:ext uri="{FF2B5EF4-FFF2-40B4-BE49-F238E27FC236}">
                      <a16:creationId xmlns:a16="http://schemas.microsoft.com/office/drawing/2014/main" id="{10844C69-EB2B-4559-B925-3A2AC75FE927}"/>
                    </a:ext>
                  </a:extLst>
                </p:cNvPr>
                <p:cNvPicPr/>
                <p:nvPr/>
              </p:nvPicPr>
              <p:blipFill>
                <a:blip r:embed="rId75"/>
                <a:stretch>
                  <a:fillRect/>
                </a:stretch>
              </p:blipFill>
              <p:spPr>
                <a:xfrm>
                  <a:off x="4588954" y="6113169"/>
                  <a:ext cx="33732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39" name="Ink 38">
                  <a:extLst>
                    <a:ext uri="{FF2B5EF4-FFF2-40B4-BE49-F238E27FC236}">
                      <a16:creationId xmlns:a16="http://schemas.microsoft.com/office/drawing/2014/main" id="{1858ACC6-6E1F-49DC-8413-802B79B2CD4B}"/>
                    </a:ext>
                  </a:extLst>
                </p14:cNvPr>
                <p14:cNvContentPartPr/>
                <p14:nvPr/>
              </p14:nvContentPartPr>
              <p14:xfrm>
                <a:off x="4799554" y="6112449"/>
                <a:ext cx="91440" cy="423720"/>
              </p14:xfrm>
            </p:contentPart>
          </mc:Choice>
          <mc:Fallback xmlns="">
            <p:pic>
              <p:nvPicPr>
                <p:cNvPr id="39" name="Ink 38">
                  <a:extLst>
                    <a:ext uri="{FF2B5EF4-FFF2-40B4-BE49-F238E27FC236}">
                      <a16:creationId xmlns:a16="http://schemas.microsoft.com/office/drawing/2014/main" id="{1858ACC6-6E1F-49DC-8413-802B79B2CD4B}"/>
                    </a:ext>
                  </a:extLst>
                </p:cNvPr>
                <p:cNvPicPr/>
                <p:nvPr/>
              </p:nvPicPr>
              <p:blipFill>
                <a:blip r:embed="rId77"/>
                <a:stretch>
                  <a:fillRect/>
                </a:stretch>
              </p:blipFill>
              <p:spPr>
                <a:xfrm>
                  <a:off x="4790554" y="6103809"/>
                  <a:ext cx="109080" cy="4413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2" name="Ink 41">
                  <a:extLst>
                    <a:ext uri="{FF2B5EF4-FFF2-40B4-BE49-F238E27FC236}">
                      <a16:creationId xmlns:a16="http://schemas.microsoft.com/office/drawing/2014/main" id="{F87DC56B-8B34-4FC8-9436-F3679A49EF7D}"/>
                    </a:ext>
                  </a:extLst>
                </p14:cNvPr>
                <p14:cNvContentPartPr/>
                <p14:nvPr/>
              </p14:nvContentPartPr>
              <p14:xfrm>
                <a:off x="6087274" y="5651289"/>
                <a:ext cx="170280" cy="261000"/>
              </p14:xfrm>
            </p:contentPart>
          </mc:Choice>
          <mc:Fallback xmlns="">
            <p:pic>
              <p:nvPicPr>
                <p:cNvPr id="42" name="Ink 41">
                  <a:extLst>
                    <a:ext uri="{FF2B5EF4-FFF2-40B4-BE49-F238E27FC236}">
                      <a16:creationId xmlns:a16="http://schemas.microsoft.com/office/drawing/2014/main" id="{F87DC56B-8B34-4FC8-9436-F3679A49EF7D}"/>
                    </a:ext>
                  </a:extLst>
                </p:cNvPr>
                <p:cNvPicPr/>
                <p:nvPr/>
              </p:nvPicPr>
              <p:blipFill>
                <a:blip r:embed="rId79"/>
                <a:stretch>
                  <a:fillRect/>
                </a:stretch>
              </p:blipFill>
              <p:spPr>
                <a:xfrm>
                  <a:off x="6078634" y="5642649"/>
                  <a:ext cx="187920" cy="2786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3" name="Ink 42">
                  <a:extLst>
                    <a:ext uri="{FF2B5EF4-FFF2-40B4-BE49-F238E27FC236}">
                      <a16:creationId xmlns:a16="http://schemas.microsoft.com/office/drawing/2014/main" id="{E4F22D41-0935-4395-B550-B9361735824C}"/>
                    </a:ext>
                  </a:extLst>
                </p14:cNvPr>
                <p14:cNvContentPartPr/>
                <p14:nvPr/>
              </p14:nvContentPartPr>
              <p14:xfrm>
                <a:off x="6280594" y="5700609"/>
                <a:ext cx="182880" cy="636120"/>
              </p14:xfrm>
            </p:contentPart>
          </mc:Choice>
          <mc:Fallback xmlns="">
            <p:pic>
              <p:nvPicPr>
                <p:cNvPr id="43" name="Ink 42">
                  <a:extLst>
                    <a:ext uri="{FF2B5EF4-FFF2-40B4-BE49-F238E27FC236}">
                      <a16:creationId xmlns:a16="http://schemas.microsoft.com/office/drawing/2014/main" id="{E4F22D41-0935-4395-B550-B9361735824C}"/>
                    </a:ext>
                  </a:extLst>
                </p:cNvPr>
                <p:cNvPicPr/>
                <p:nvPr/>
              </p:nvPicPr>
              <p:blipFill>
                <a:blip r:embed="rId81"/>
                <a:stretch>
                  <a:fillRect/>
                </a:stretch>
              </p:blipFill>
              <p:spPr>
                <a:xfrm>
                  <a:off x="6271594" y="5691609"/>
                  <a:ext cx="200520" cy="6537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4" name="Ink 43">
                  <a:extLst>
                    <a:ext uri="{FF2B5EF4-FFF2-40B4-BE49-F238E27FC236}">
                      <a16:creationId xmlns:a16="http://schemas.microsoft.com/office/drawing/2014/main" id="{F4D8B26C-25D5-4791-9BE5-27665CA6DD36}"/>
                    </a:ext>
                  </a:extLst>
                </p14:cNvPr>
                <p14:cNvContentPartPr/>
                <p14:nvPr/>
              </p14:nvContentPartPr>
              <p14:xfrm>
                <a:off x="6530074" y="6146289"/>
                <a:ext cx="313920" cy="204120"/>
              </p14:xfrm>
            </p:contentPart>
          </mc:Choice>
          <mc:Fallback xmlns="">
            <p:pic>
              <p:nvPicPr>
                <p:cNvPr id="44" name="Ink 43">
                  <a:extLst>
                    <a:ext uri="{FF2B5EF4-FFF2-40B4-BE49-F238E27FC236}">
                      <a16:creationId xmlns:a16="http://schemas.microsoft.com/office/drawing/2014/main" id="{F4D8B26C-25D5-4791-9BE5-27665CA6DD36}"/>
                    </a:ext>
                  </a:extLst>
                </p:cNvPr>
                <p:cNvPicPr/>
                <p:nvPr/>
              </p:nvPicPr>
              <p:blipFill>
                <a:blip r:embed="rId83"/>
                <a:stretch>
                  <a:fillRect/>
                </a:stretch>
              </p:blipFill>
              <p:spPr>
                <a:xfrm>
                  <a:off x="6521074" y="6137289"/>
                  <a:ext cx="33156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5" name="Ink 44">
                  <a:extLst>
                    <a:ext uri="{FF2B5EF4-FFF2-40B4-BE49-F238E27FC236}">
                      <a16:creationId xmlns:a16="http://schemas.microsoft.com/office/drawing/2014/main" id="{FDCD6DC6-05E9-40F9-86EF-7564FDF6B183}"/>
                    </a:ext>
                  </a:extLst>
                </p14:cNvPr>
                <p14:cNvContentPartPr/>
                <p14:nvPr/>
              </p14:nvContentPartPr>
              <p14:xfrm>
                <a:off x="6803314" y="5900409"/>
                <a:ext cx="73800" cy="198360"/>
              </p14:xfrm>
            </p:contentPart>
          </mc:Choice>
          <mc:Fallback xmlns="">
            <p:pic>
              <p:nvPicPr>
                <p:cNvPr id="45" name="Ink 44">
                  <a:extLst>
                    <a:ext uri="{FF2B5EF4-FFF2-40B4-BE49-F238E27FC236}">
                      <a16:creationId xmlns:a16="http://schemas.microsoft.com/office/drawing/2014/main" id="{FDCD6DC6-05E9-40F9-86EF-7564FDF6B183}"/>
                    </a:ext>
                  </a:extLst>
                </p:cNvPr>
                <p:cNvPicPr/>
                <p:nvPr/>
              </p:nvPicPr>
              <p:blipFill>
                <a:blip r:embed="rId85"/>
                <a:stretch>
                  <a:fillRect/>
                </a:stretch>
              </p:blipFill>
              <p:spPr>
                <a:xfrm>
                  <a:off x="6794674" y="5891409"/>
                  <a:ext cx="914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6" name="Ink 45">
                  <a:extLst>
                    <a:ext uri="{FF2B5EF4-FFF2-40B4-BE49-F238E27FC236}">
                      <a16:creationId xmlns:a16="http://schemas.microsoft.com/office/drawing/2014/main" id="{AAF920CD-F94C-48CE-9C08-A69EB19B23EA}"/>
                    </a:ext>
                  </a:extLst>
                </p14:cNvPr>
                <p14:cNvContentPartPr/>
                <p14:nvPr/>
              </p14:nvContentPartPr>
              <p14:xfrm>
                <a:off x="6797194" y="5695569"/>
                <a:ext cx="101160" cy="91080"/>
              </p14:xfrm>
            </p:contentPart>
          </mc:Choice>
          <mc:Fallback xmlns="">
            <p:pic>
              <p:nvPicPr>
                <p:cNvPr id="46" name="Ink 45">
                  <a:extLst>
                    <a:ext uri="{FF2B5EF4-FFF2-40B4-BE49-F238E27FC236}">
                      <a16:creationId xmlns:a16="http://schemas.microsoft.com/office/drawing/2014/main" id="{AAF920CD-F94C-48CE-9C08-A69EB19B23EA}"/>
                    </a:ext>
                  </a:extLst>
                </p:cNvPr>
                <p:cNvPicPr/>
                <p:nvPr/>
              </p:nvPicPr>
              <p:blipFill>
                <a:blip r:embed="rId87"/>
                <a:stretch>
                  <a:fillRect/>
                </a:stretch>
              </p:blipFill>
              <p:spPr>
                <a:xfrm>
                  <a:off x="6788554" y="5686929"/>
                  <a:ext cx="11880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8" name="Ink 47">
                  <a:extLst>
                    <a:ext uri="{FF2B5EF4-FFF2-40B4-BE49-F238E27FC236}">
                      <a16:creationId xmlns:a16="http://schemas.microsoft.com/office/drawing/2014/main" id="{B05F6C38-084D-4EA0-9E89-A2A1FDA36C91}"/>
                    </a:ext>
                  </a:extLst>
                </p14:cNvPr>
                <p14:cNvContentPartPr/>
                <p14:nvPr/>
              </p14:nvContentPartPr>
              <p14:xfrm>
                <a:off x="5232634" y="4448889"/>
                <a:ext cx="1759320" cy="1181880"/>
              </p14:xfrm>
            </p:contentPart>
          </mc:Choice>
          <mc:Fallback xmlns="">
            <p:pic>
              <p:nvPicPr>
                <p:cNvPr id="48" name="Ink 47">
                  <a:extLst>
                    <a:ext uri="{FF2B5EF4-FFF2-40B4-BE49-F238E27FC236}">
                      <a16:creationId xmlns:a16="http://schemas.microsoft.com/office/drawing/2014/main" id="{B05F6C38-084D-4EA0-9E89-A2A1FDA36C91}"/>
                    </a:ext>
                  </a:extLst>
                </p:cNvPr>
                <p:cNvPicPr/>
                <p:nvPr/>
              </p:nvPicPr>
              <p:blipFill>
                <a:blip r:embed="rId89"/>
                <a:stretch>
                  <a:fillRect/>
                </a:stretch>
              </p:blipFill>
              <p:spPr>
                <a:xfrm>
                  <a:off x="5223994" y="4439889"/>
                  <a:ext cx="1776960" cy="11995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9" name="Ink 48">
                  <a:extLst>
                    <a:ext uri="{FF2B5EF4-FFF2-40B4-BE49-F238E27FC236}">
                      <a16:creationId xmlns:a16="http://schemas.microsoft.com/office/drawing/2014/main" id="{EF34F12B-8DD2-4E30-8357-3B42B97C64A9}"/>
                    </a:ext>
                  </a:extLst>
                </p14:cNvPr>
                <p14:cNvContentPartPr/>
                <p14:nvPr/>
              </p14:nvContentPartPr>
              <p14:xfrm>
                <a:off x="5631154" y="5340609"/>
                <a:ext cx="1620360" cy="1357920"/>
              </p14:xfrm>
            </p:contentPart>
          </mc:Choice>
          <mc:Fallback xmlns="">
            <p:pic>
              <p:nvPicPr>
                <p:cNvPr id="49" name="Ink 48">
                  <a:extLst>
                    <a:ext uri="{FF2B5EF4-FFF2-40B4-BE49-F238E27FC236}">
                      <a16:creationId xmlns:a16="http://schemas.microsoft.com/office/drawing/2014/main" id="{EF34F12B-8DD2-4E30-8357-3B42B97C64A9}"/>
                    </a:ext>
                  </a:extLst>
                </p:cNvPr>
                <p:cNvPicPr/>
                <p:nvPr/>
              </p:nvPicPr>
              <p:blipFill>
                <a:blip r:embed="rId91"/>
                <a:stretch>
                  <a:fillRect/>
                </a:stretch>
              </p:blipFill>
              <p:spPr>
                <a:xfrm>
                  <a:off x="5622154" y="5331609"/>
                  <a:ext cx="1638000" cy="13755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1" name="Ink 60">
                  <a:extLst>
                    <a:ext uri="{FF2B5EF4-FFF2-40B4-BE49-F238E27FC236}">
                      <a16:creationId xmlns:a16="http://schemas.microsoft.com/office/drawing/2014/main" id="{1A0781AD-9FDF-4B8F-B97C-1814099D98C4}"/>
                    </a:ext>
                  </a:extLst>
                </p14:cNvPr>
                <p14:cNvContentPartPr/>
                <p14:nvPr/>
              </p14:nvContentPartPr>
              <p14:xfrm>
                <a:off x="7614034" y="3926169"/>
                <a:ext cx="42120" cy="554400"/>
              </p14:xfrm>
            </p:contentPart>
          </mc:Choice>
          <mc:Fallback xmlns="">
            <p:pic>
              <p:nvPicPr>
                <p:cNvPr id="61" name="Ink 60">
                  <a:extLst>
                    <a:ext uri="{FF2B5EF4-FFF2-40B4-BE49-F238E27FC236}">
                      <a16:creationId xmlns:a16="http://schemas.microsoft.com/office/drawing/2014/main" id="{1A0781AD-9FDF-4B8F-B97C-1814099D98C4}"/>
                    </a:ext>
                  </a:extLst>
                </p:cNvPr>
                <p:cNvPicPr/>
                <p:nvPr/>
              </p:nvPicPr>
              <p:blipFill>
                <a:blip r:embed="rId93"/>
                <a:stretch>
                  <a:fillRect/>
                </a:stretch>
              </p:blipFill>
              <p:spPr>
                <a:xfrm>
                  <a:off x="7605034" y="3917529"/>
                  <a:ext cx="59760" cy="5720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2" name="Ink 61">
                  <a:extLst>
                    <a:ext uri="{FF2B5EF4-FFF2-40B4-BE49-F238E27FC236}">
                      <a16:creationId xmlns:a16="http://schemas.microsoft.com/office/drawing/2014/main" id="{AA3542CF-BA64-4C99-91E6-69A56F2CB770}"/>
                    </a:ext>
                  </a:extLst>
                </p14:cNvPr>
                <p14:cNvContentPartPr/>
                <p14:nvPr/>
              </p14:nvContentPartPr>
              <p14:xfrm>
                <a:off x="7482994" y="4297689"/>
                <a:ext cx="317520" cy="341640"/>
              </p14:xfrm>
            </p:contentPart>
          </mc:Choice>
          <mc:Fallback xmlns="">
            <p:pic>
              <p:nvPicPr>
                <p:cNvPr id="62" name="Ink 61">
                  <a:extLst>
                    <a:ext uri="{FF2B5EF4-FFF2-40B4-BE49-F238E27FC236}">
                      <a16:creationId xmlns:a16="http://schemas.microsoft.com/office/drawing/2014/main" id="{AA3542CF-BA64-4C99-91E6-69A56F2CB770}"/>
                    </a:ext>
                  </a:extLst>
                </p:cNvPr>
                <p:cNvPicPr/>
                <p:nvPr/>
              </p:nvPicPr>
              <p:blipFill>
                <a:blip r:embed="rId95"/>
                <a:stretch>
                  <a:fillRect/>
                </a:stretch>
              </p:blipFill>
              <p:spPr>
                <a:xfrm>
                  <a:off x="7474354" y="4289049"/>
                  <a:ext cx="335160" cy="3592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3" name="Ink 62">
                  <a:extLst>
                    <a:ext uri="{FF2B5EF4-FFF2-40B4-BE49-F238E27FC236}">
                      <a16:creationId xmlns:a16="http://schemas.microsoft.com/office/drawing/2014/main" id="{7E614AE3-E0A6-4790-A55F-0F5F4265E767}"/>
                    </a:ext>
                  </a:extLst>
                </p14:cNvPr>
                <p14:cNvContentPartPr/>
                <p14:nvPr/>
              </p14:nvContentPartPr>
              <p14:xfrm>
                <a:off x="7348714" y="4803849"/>
                <a:ext cx="144360" cy="276120"/>
              </p14:xfrm>
            </p:contentPart>
          </mc:Choice>
          <mc:Fallback xmlns="">
            <p:pic>
              <p:nvPicPr>
                <p:cNvPr id="63" name="Ink 62">
                  <a:extLst>
                    <a:ext uri="{FF2B5EF4-FFF2-40B4-BE49-F238E27FC236}">
                      <a16:creationId xmlns:a16="http://schemas.microsoft.com/office/drawing/2014/main" id="{7E614AE3-E0A6-4790-A55F-0F5F4265E767}"/>
                    </a:ext>
                  </a:extLst>
                </p:cNvPr>
                <p:cNvPicPr/>
                <p:nvPr/>
              </p:nvPicPr>
              <p:blipFill>
                <a:blip r:embed="rId97"/>
                <a:stretch>
                  <a:fillRect/>
                </a:stretch>
              </p:blipFill>
              <p:spPr>
                <a:xfrm>
                  <a:off x="7340074" y="4794849"/>
                  <a:ext cx="162000"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4" name="Ink 63">
                  <a:extLst>
                    <a:ext uri="{FF2B5EF4-FFF2-40B4-BE49-F238E27FC236}">
                      <a16:creationId xmlns:a16="http://schemas.microsoft.com/office/drawing/2014/main" id="{ABC71B11-92CB-48EA-B6A0-DFC58F982E69}"/>
                    </a:ext>
                  </a:extLst>
                </p14:cNvPr>
                <p14:cNvContentPartPr/>
                <p14:nvPr/>
              </p14:nvContentPartPr>
              <p14:xfrm>
                <a:off x="7618714" y="4705569"/>
                <a:ext cx="366840" cy="450720"/>
              </p14:xfrm>
            </p:contentPart>
          </mc:Choice>
          <mc:Fallback xmlns="">
            <p:pic>
              <p:nvPicPr>
                <p:cNvPr id="64" name="Ink 63">
                  <a:extLst>
                    <a:ext uri="{FF2B5EF4-FFF2-40B4-BE49-F238E27FC236}">
                      <a16:creationId xmlns:a16="http://schemas.microsoft.com/office/drawing/2014/main" id="{ABC71B11-92CB-48EA-B6A0-DFC58F982E69}"/>
                    </a:ext>
                  </a:extLst>
                </p:cNvPr>
                <p:cNvPicPr/>
                <p:nvPr/>
              </p:nvPicPr>
              <p:blipFill>
                <a:blip r:embed="rId99"/>
                <a:stretch>
                  <a:fillRect/>
                </a:stretch>
              </p:blipFill>
              <p:spPr>
                <a:xfrm>
                  <a:off x="7609714" y="4696929"/>
                  <a:ext cx="384480" cy="4683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5" name="Ink 64">
                  <a:extLst>
                    <a:ext uri="{FF2B5EF4-FFF2-40B4-BE49-F238E27FC236}">
                      <a16:creationId xmlns:a16="http://schemas.microsoft.com/office/drawing/2014/main" id="{66B2ED5B-DCA0-432F-902F-F78062153E62}"/>
                    </a:ext>
                  </a:extLst>
                </p14:cNvPr>
                <p14:cNvContentPartPr/>
                <p14:nvPr/>
              </p14:nvContentPartPr>
              <p14:xfrm>
                <a:off x="8162674" y="4721409"/>
                <a:ext cx="198720" cy="329400"/>
              </p14:xfrm>
            </p:contentPart>
          </mc:Choice>
          <mc:Fallback xmlns="">
            <p:pic>
              <p:nvPicPr>
                <p:cNvPr id="65" name="Ink 64">
                  <a:extLst>
                    <a:ext uri="{FF2B5EF4-FFF2-40B4-BE49-F238E27FC236}">
                      <a16:creationId xmlns:a16="http://schemas.microsoft.com/office/drawing/2014/main" id="{66B2ED5B-DCA0-432F-902F-F78062153E62}"/>
                    </a:ext>
                  </a:extLst>
                </p:cNvPr>
                <p:cNvPicPr/>
                <p:nvPr/>
              </p:nvPicPr>
              <p:blipFill>
                <a:blip r:embed="rId101"/>
                <a:stretch>
                  <a:fillRect/>
                </a:stretch>
              </p:blipFill>
              <p:spPr>
                <a:xfrm>
                  <a:off x="8154034" y="4712409"/>
                  <a:ext cx="21636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6" name="Ink 65">
                  <a:extLst>
                    <a:ext uri="{FF2B5EF4-FFF2-40B4-BE49-F238E27FC236}">
                      <a16:creationId xmlns:a16="http://schemas.microsoft.com/office/drawing/2014/main" id="{44BBC57F-FDB3-45B2-A453-B51E7B63DF53}"/>
                    </a:ext>
                  </a:extLst>
                </p14:cNvPr>
                <p14:cNvContentPartPr/>
                <p14:nvPr/>
              </p14:nvContentPartPr>
              <p14:xfrm>
                <a:off x="7643554" y="5402529"/>
                <a:ext cx="314640" cy="575280"/>
              </p14:xfrm>
            </p:contentPart>
          </mc:Choice>
          <mc:Fallback xmlns="">
            <p:pic>
              <p:nvPicPr>
                <p:cNvPr id="66" name="Ink 65">
                  <a:extLst>
                    <a:ext uri="{FF2B5EF4-FFF2-40B4-BE49-F238E27FC236}">
                      <a16:creationId xmlns:a16="http://schemas.microsoft.com/office/drawing/2014/main" id="{44BBC57F-FDB3-45B2-A453-B51E7B63DF53}"/>
                    </a:ext>
                  </a:extLst>
                </p:cNvPr>
                <p:cNvPicPr/>
                <p:nvPr/>
              </p:nvPicPr>
              <p:blipFill>
                <a:blip r:embed="rId103"/>
                <a:stretch>
                  <a:fillRect/>
                </a:stretch>
              </p:blipFill>
              <p:spPr>
                <a:xfrm>
                  <a:off x="7634914" y="5393889"/>
                  <a:ext cx="332280" cy="5929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7" name="Ink 66">
                  <a:extLst>
                    <a:ext uri="{FF2B5EF4-FFF2-40B4-BE49-F238E27FC236}">
                      <a16:creationId xmlns:a16="http://schemas.microsoft.com/office/drawing/2014/main" id="{4B4E8EB2-CE00-40F6-945E-391F684B56B4}"/>
                    </a:ext>
                  </a:extLst>
                </p14:cNvPr>
                <p14:cNvContentPartPr/>
                <p14:nvPr/>
              </p14:nvContentPartPr>
              <p14:xfrm>
                <a:off x="8080954" y="5489289"/>
                <a:ext cx="247320" cy="293400"/>
              </p14:xfrm>
            </p:contentPart>
          </mc:Choice>
          <mc:Fallback xmlns="">
            <p:pic>
              <p:nvPicPr>
                <p:cNvPr id="67" name="Ink 66">
                  <a:extLst>
                    <a:ext uri="{FF2B5EF4-FFF2-40B4-BE49-F238E27FC236}">
                      <a16:creationId xmlns:a16="http://schemas.microsoft.com/office/drawing/2014/main" id="{4B4E8EB2-CE00-40F6-945E-391F684B56B4}"/>
                    </a:ext>
                  </a:extLst>
                </p:cNvPr>
                <p:cNvPicPr/>
                <p:nvPr/>
              </p:nvPicPr>
              <p:blipFill>
                <a:blip r:embed="rId105"/>
                <a:stretch>
                  <a:fillRect/>
                </a:stretch>
              </p:blipFill>
              <p:spPr>
                <a:xfrm>
                  <a:off x="8072314" y="5480649"/>
                  <a:ext cx="26496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0" name="Ink 69">
                  <a:extLst>
                    <a:ext uri="{FF2B5EF4-FFF2-40B4-BE49-F238E27FC236}">
                      <a16:creationId xmlns:a16="http://schemas.microsoft.com/office/drawing/2014/main" id="{72AC7D13-F865-42C1-A6D1-A131D6705030}"/>
                    </a:ext>
                  </a:extLst>
                </p14:cNvPr>
                <p14:cNvContentPartPr/>
                <p14:nvPr/>
              </p14:nvContentPartPr>
              <p14:xfrm>
                <a:off x="7250074" y="4222089"/>
                <a:ext cx="1416240" cy="2127600"/>
              </p14:xfrm>
            </p:contentPart>
          </mc:Choice>
          <mc:Fallback xmlns="">
            <p:pic>
              <p:nvPicPr>
                <p:cNvPr id="70" name="Ink 69">
                  <a:extLst>
                    <a:ext uri="{FF2B5EF4-FFF2-40B4-BE49-F238E27FC236}">
                      <a16:creationId xmlns:a16="http://schemas.microsoft.com/office/drawing/2014/main" id="{72AC7D13-F865-42C1-A6D1-A131D6705030}"/>
                    </a:ext>
                  </a:extLst>
                </p:cNvPr>
                <p:cNvPicPr/>
                <p:nvPr/>
              </p:nvPicPr>
              <p:blipFill>
                <a:blip r:embed="rId107"/>
                <a:stretch>
                  <a:fillRect/>
                </a:stretch>
              </p:blipFill>
              <p:spPr>
                <a:xfrm>
                  <a:off x="7241434" y="4213449"/>
                  <a:ext cx="1433880" cy="21452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1" name="Ink 70">
                  <a:extLst>
                    <a:ext uri="{FF2B5EF4-FFF2-40B4-BE49-F238E27FC236}">
                      <a16:creationId xmlns:a16="http://schemas.microsoft.com/office/drawing/2014/main" id="{C24D111E-AA7C-4E6C-9D85-F871017698ED}"/>
                    </a:ext>
                  </a:extLst>
                </p14:cNvPr>
                <p14:cNvContentPartPr/>
                <p14:nvPr/>
              </p14:nvContentPartPr>
              <p14:xfrm>
                <a:off x="8767474" y="4944969"/>
                <a:ext cx="338760" cy="571680"/>
              </p14:xfrm>
            </p:contentPart>
          </mc:Choice>
          <mc:Fallback xmlns="">
            <p:pic>
              <p:nvPicPr>
                <p:cNvPr id="71" name="Ink 70">
                  <a:extLst>
                    <a:ext uri="{FF2B5EF4-FFF2-40B4-BE49-F238E27FC236}">
                      <a16:creationId xmlns:a16="http://schemas.microsoft.com/office/drawing/2014/main" id="{C24D111E-AA7C-4E6C-9D85-F871017698ED}"/>
                    </a:ext>
                  </a:extLst>
                </p:cNvPr>
                <p:cNvPicPr/>
                <p:nvPr/>
              </p:nvPicPr>
              <p:blipFill>
                <a:blip r:embed="rId109"/>
                <a:stretch>
                  <a:fillRect/>
                </a:stretch>
              </p:blipFill>
              <p:spPr>
                <a:xfrm>
                  <a:off x="8758474" y="4936329"/>
                  <a:ext cx="356400" cy="5893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2" name="Ink 71">
                  <a:extLst>
                    <a:ext uri="{FF2B5EF4-FFF2-40B4-BE49-F238E27FC236}">
                      <a16:creationId xmlns:a16="http://schemas.microsoft.com/office/drawing/2014/main" id="{31A009C8-A514-4E17-AEA7-3254A8693730}"/>
                    </a:ext>
                  </a:extLst>
                </p14:cNvPr>
                <p14:cNvContentPartPr/>
                <p14:nvPr/>
              </p14:nvContentPartPr>
              <p14:xfrm>
                <a:off x="9110194" y="4993929"/>
                <a:ext cx="216000" cy="338040"/>
              </p14:xfrm>
            </p:contentPart>
          </mc:Choice>
          <mc:Fallback xmlns="">
            <p:pic>
              <p:nvPicPr>
                <p:cNvPr id="72" name="Ink 71">
                  <a:extLst>
                    <a:ext uri="{FF2B5EF4-FFF2-40B4-BE49-F238E27FC236}">
                      <a16:creationId xmlns:a16="http://schemas.microsoft.com/office/drawing/2014/main" id="{31A009C8-A514-4E17-AEA7-3254A8693730}"/>
                    </a:ext>
                  </a:extLst>
                </p:cNvPr>
                <p:cNvPicPr/>
                <p:nvPr/>
              </p:nvPicPr>
              <p:blipFill>
                <a:blip r:embed="rId111"/>
                <a:stretch>
                  <a:fillRect/>
                </a:stretch>
              </p:blipFill>
              <p:spPr>
                <a:xfrm>
                  <a:off x="9101554" y="4984929"/>
                  <a:ext cx="23364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3" name="Ink 72">
                  <a:extLst>
                    <a:ext uri="{FF2B5EF4-FFF2-40B4-BE49-F238E27FC236}">
                      <a16:creationId xmlns:a16="http://schemas.microsoft.com/office/drawing/2014/main" id="{2F2C8AAC-AF90-465C-9E84-D07B34759078}"/>
                    </a:ext>
                  </a:extLst>
                </p14:cNvPr>
                <p14:cNvContentPartPr/>
                <p14:nvPr/>
              </p14:nvContentPartPr>
              <p14:xfrm>
                <a:off x="9269674" y="4623129"/>
                <a:ext cx="374040" cy="284040"/>
              </p14:xfrm>
            </p:contentPart>
          </mc:Choice>
          <mc:Fallback xmlns="">
            <p:pic>
              <p:nvPicPr>
                <p:cNvPr id="73" name="Ink 72">
                  <a:extLst>
                    <a:ext uri="{FF2B5EF4-FFF2-40B4-BE49-F238E27FC236}">
                      <a16:creationId xmlns:a16="http://schemas.microsoft.com/office/drawing/2014/main" id="{2F2C8AAC-AF90-465C-9E84-D07B34759078}"/>
                    </a:ext>
                  </a:extLst>
                </p:cNvPr>
                <p:cNvPicPr/>
                <p:nvPr/>
              </p:nvPicPr>
              <p:blipFill>
                <a:blip r:embed="rId113"/>
                <a:stretch>
                  <a:fillRect/>
                </a:stretch>
              </p:blipFill>
              <p:spPr>
                <a:xfrm>
                  <a:off x="9260674" y="4614489"/>
                  <a:ext cx="39168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5" name="Ink 74">
                  <a:extLst>
                    <a:ext uri="{FF2B5EF4-FFF2-40B4-BE49-F238E27FC236}">
                      <a16:creationId xmlns:a16="http://schemas.microsoft.com/office/drawing/2014/main" id="{89D5A5A4-0045-4FF8-8870-279E05794B3C}"/>
                    </a:ext>
                  </a:extLst>
                </p14:cNvPr>
                <p14:cNvContentPartPr/>
                <p14:nvPr/>
              </p14:nvContentPartPr>
              <p14:xfrm>
                <a:off x="8571274" y="4628889"/>
                <a:ext cx="1087200" cy="1221480"/>
              </p14:xfrm>
            </p:contentPart>
          </mc:Choice>
          <mc:Fallback xmlns="">
            <p:pic>
              <p:nvPicPr>
                <p:cNvPr id="75" name="Ink 74">
                  <a:extLst>
                    <a:ext uri="{FF2B5EF4-FFF2-40B4-BE49-F238E27FC236}">
                      <a16:creationId xmlns:a16="http://schemas.microsoft.com/office/drawing/2014/main" id="{89D5A5A4-0045-4FF8-8870-279E05794B3C}"/>
                    </a:ext>
                  </a:extLst>
                </p:cNvPr>
                <p:cNvPicPr/>
                <p:nvPr/>
              </p:nvPicPr>
              <p:blipFill>
                <a:blip r:embed="rId115"/>
                <a:stretch>
                  <a:fillRect/>
                </a:stretch>
              </p:blipFill>
              <p:spPr>
                <a:xfrm>
                  <a:off x="8562634" y="4620249"/>
                  <a:ext cx="1104840" cy="1239120"/>
                </a:xfrm>
                <a:prstGeom prst="rect">
                  <a:avLst/>
                </a:prstGeom>
              </p:spPr>
            </p:pic>
          </mc:Fallback>
        </mc:AlternateContent>
      </p:grpSp>
    </p:spTree>
    <p:extLst>
      <p:ext uri="{BB962C8B-B14F-4D97-AF65-F5344CB8AC3E}">
        <p14:creationId xmlns:p14="http://schemas.microsoft.com/office/powerpoint/2010/main" val="2553723623"/>
      </p:ext>
    </p:extLst>
  </p:cSld>
  <p:clrMapOvr>
    <a:masterClrMapping/>
  </p:clrMapOvr>
</p:sld>
</file>

<file path=ppt/theme/theme1.xml><?xml version="1.0" encoding="utf-8"?>
<a:theme xmlns:a="http://schemas.openxmlformats.org/drawingml/2006/main" name="Chủ đề Office">
  <a:themeElements>
    <a:clrScheme name="Chủ đề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hủ đề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ủ đề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CD2320CD967DC4C936B5BE3B6686F0E" ma:contentTypeVersion="10" ma:contentTypeDescription="Create a new document." ma:contentTypeScope="" ma:versionID="76972d3cdde5bfabc1342a8bd74a4e98">
  <xsd:schema xmlns:xsd="http://www.w3.org/2001/XMLSchema" xmlns:xs="http://www.w3.org/2001/XMLSchema" xmlns:p="http://schemas.microsoft.com/office/2006/metadata/properties" xmlns:ns2="97f04c0d-d18a-494f-a4ee-dc80d38be3a9" xmlns:ns3="5314e54c-1065-4f91-8872-b5da09cc453e" targetNamespace="http://schemas.microsoft.com/office/2006/metadata/properties" ma:root="true" ma:fieldsID="c5496e5e853219b441d0c6c643f605a2" ns2:_="" ns3:_="">
    <xsd:import namespace="97f04c0d-d18a-494f-a4ee-dc80d38be3a9"/>
    <xsd:import namespace="5314e54c-1065-4f91-8872-b5da09cc453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f04c0d-d18a-494f-a4ee-dc80d38be3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46fe6cf-c6c6-432e-bc3b-e1a865b2857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314e54c-1065-4f91-8872-b5da09cc453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e1d9f2f-845c-4015-84a0-220f7cf0710d}" ma:internalName="TaxCatchAll" ma:showField="CatchAllData" ma:web="5314e54c-1065-4f91-8872-b5da09cc453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7f04c0d-d18a-494f-a4ee-dc80d38be3a9">
      <Terms xmlns="http://schemas.microsoft.com/office/infopath/2007/PartnerControls"/>
    </lcf76f155ced4ddcb4097134ff3c332f>
    <TaxCatchAll xmlns="5314e54c-1065-4f91-8872-b5da09cc453e" xsi:nil="true"/>
  </documentManagement>
</p:properties>
</file>

<file path=customXml/itemProps1.xml><?xml version="1.0" encoding="utf-8"?>
<ds:datastoreItem xmlns:ds="http://schemas.openxmlformats.org/officeDocument/2006/customXml" ds:itemID="{67E9813D-52C9-448A-A540-FA339C55F49D}"/>
</file>

<file path=customXml/itemProps2.xml><?xml version="1.0" encoding="utf-8"?>
<ds:datastoreItem xmlns:ds="http://schemas.openxmlformats.org/officeDocument/2006/customXml" ds:itemID="{0515A3B9-2B75-48B2-AB23-50BD27DB7ECE}">
  <ds:schemaRefs>
    <ds:schemaRef ds:uri="http://schemas.microsoft.com/sharepoint/v3/contenttype/forms"/>
  </ds:schemaRefs>
</ds:datastoreItem>
</file>

<file path=customXml/itemProps3.xml><?xml version="1.0" encoding="utf-8"?>
<ds:datastoreItem xmlns:ds="http://schemas.openxmlformats.org/officeDocument/2006/customXml" ds:itemID="{79A8B27F-52B2-4724-8F95-41725A655FF8}">
  <ds:schemaRefs>
    <ds:schemaRef ds:uri="http://schemas.microsoft.com/office/2006/metadata/properties"/>
    <ds:schemaRef ds:uri="http://schemas.microsoft.com/office/infopath/2007/PartnerControls"/>
    <ds:schemaRef ds:uri="97f04c0d-d18a-494f-a4ee-dc80d38be3a9"/>
    <ds:schemaRef ds:uri="5314e54c-1065-4f91-8872-b5da09cc453e"/>
  </ds:schemaRefs>
</ds:datastoreItem>
</file>

<file path=docProps/app.xml><?xml version="1.0" encoding="utf-8"?>
<Properties xmlns="http://schemas.openxmlformats.org/officeDocument/2006/extended-properties" xmlns:vt="http://schemas.openxmlformats.org/officeDocument/2006/docPropsVTypes">
  <Template>HUST_PPT_template_2022_RED_4x3</Template>
  <TotalTime>5944</TotalTime>
  <Words>9754</Words>
  <Application>Microsoft Office PowerPoint</Application>
  <PresentationFormat>On-screen Show (4:3)</PresentationFormat>
  <Paragraphs>1193</Paragraphs>
  <Slides>94</Slides>
  <Notes>20</Notes>
  <HiddenSlides>0</HiddenSlides>
  <MMClips>0</MMClips>
  <ScaleCrop>false</ScaleCrop>
  <HeadingPairs>
    <vt:vector size="4" baseType="variant">
      <vt:variant>
        <vt:lpstr>Theme</vt:lpstr>
      </vt:variant>
      <vt:variant>
        <vt:i4>1</vt:i4>
      </vt:variant>
      <vt:variant>
        <vt:lpstr>Slide Titles</vt:lpstr>
      </vt:variant>
      <vt:variant>
        <vt:i4>94</vt:i4>
      </vt:variant>
    </vt:vector>
  </HeadingPairs>
  <TitlesOfParts>
    <vt:vector size="95" baseType="lpstr">
      <vt:lpstr>Chủ đề Office</vt:lpstr>
      <vt:lpstr>PowerPoint Presentation</vt:lpstr>
      <vt:lpstr>Giới thiệu môn học</vt:lpstr>
      <vt:lpstr>Tài liệu tham khảo </vt:lpstr>
      <vt:lpstr>Đánh giá môn học</vt:lpstr>
      <vt:lpstr>Nội dung chính </vt:lpstr>
      <vt:lpstr>Lịch học  </vt:lpstr>
      <vt:lpstr>Cấu trúc phân cấp của máy tính </vt:lpstr>
      <vt:lpstr>Tổ chức bộ nhớ</vt:lpstr>
      <vt:lpstr>Các phân lớp trừu tượng của máy tính</vt:lpstr>
      <vt:lpstr>Các bước biên dịch một chương trình C</vt:lpstr>
      <vt:lpstr>Tỷ lệ dùng ngôn ngữ lập trình</vt:lpstr>
      <vt:lpstr>Đặc điểm của ngôn ngữ lập trình </vt:lpstr>
      <vt:lpstr>Dữ liệu, kiểu dữ liệu &amp; cấu trúc dữ liệu</vt:lpstr>
      <vt:lpstr>Dữ liệu</vt:lpstr>
      <vt:lpstr>Các kiểu dữ liệu</vt:lpstr>
      <vt:lpstr>Cấu trúc dữ liệu</vt:lpstr>
      <vt:lpstr>Tại sao cấu trúc dữ liệu là cần thiết?</vt:lpstr>
      <vt:lpstr>Phân loại Cấu trúc dữ liệu</vt:lpstr>
      <vt:lpstr>Hình minh họa: các loại CTDL</vt:lpstr>
      <vt:lpstr>Cấu trúc lưu trữ (storage structure)</vt:lpstr>
      <vt:lpstr>Cấu trúc lưu trữ</vt:lpstr>
      <vt:lpstr>Cấu trúc lưu trữ trong</vt:lpstr>
      <vt:lpstr>Hình minh họa: các loại CTLT trong</vt:lpstr>
      <vt:lpstr>Một số đặc điểm của các CTLT trong</vt:lpstr>
      <vt:lpstr>Các bước xây dựng một CTDL</vt:lpstr>
      <vt:lpstr>Câu hỏi </vt:lpstr>
      <vt:lpstr>Bài tập ví dụ</vt:lpstr>
      <vt:lpstr>Bài tập nâng cao </vt:lpstr>
      <vt:lpstr>Định nghĩa giải thuật</vt:lpstr>
      <vt:lpstr>Định nghĩa và các thuộc tính </vt:lpstr>
      <vt:lpstr>Các thuộc tính</vt:lpstr>
      <vt:lpstr>Thiết kế giải thuật</vt:lpstr>
      <vt:lpstr>Các giai đoạn thiết kế chính</vt:lpstr>
      <vt:lpstr>Phương pháp TK từ trên xuống</vt:lpstr>
      <vt:lpstr>Sơ đồ phân cấp chức năng</vt:lpstr>
      <vt:lpstr>Phương pháp tinh chỉnh từng bước </vt:lpstr>
      <vt:lpstr>Ngôn ngữ diễn đạt giải thuật (Pseudo code for algorithm)  </vt:lpstr>
      <vt:lpstr>Ví dụ 1</vt:lpstr>
      <vt:lpstr>Quy tắc diễn đạt giải thuật</vt:lpstr>
      <vt:lpstr>Ngôn ngữ tựa lập trình (pseudo code)</vt:lpstr>
      <vt:lpstr>Ngôn ngữ tựa lập trình</vt:lpstr>
      <vt:lpstr>Ngôn ngữ tựa lập trình</vt:lpstr>
      <vt:lpstr>Ngôn ngữ tựa lập trình</vt:lpstr>
      <vt:lpstr>Ngôn ngữ tựa lập trình</vt:lpstr>
      <vt:lpstr>Ngôn ngữ tựa lập trình</vt:lpstr>
      <vt:lpstr>Ngôn ngữ tựa lập trình</vt:lpstr>
      <vt:lpstr>Ngôn ngữ tựa lập trình</vt:lpstr>
      <vt:lpstr>Ngôn ngữ tựa lập trình</vt:lpstr>
      <vt:lpstr>Ngôn ngữ tựa lập trình</vt:lpstr>
      <vt:lpstr>Các câu lệnh </vt:lpstr>
      <vt:lpstr>Ví dụ 2</vt:lpstr>
      <vt:lpstr>Ví dụ 3</vt:lpstr>
      <vt:lpstr>Giải thuật sắp xếp</vt:lpstr>
      <vt:lpstr>Giải thuật sắp xếp </vt:lpstr>
      <vt:lpstr>Code C</vt:lpstr>
      <vt:lpstr>Các phương pháp phân tích giải thuật</vt:lpstr>
      <vt:lpstr>Đánh giá giải thuật</vt:lpstr>
      <vt:lpstr>Đánh giá theo thời gian thực thi</vt:lpstr>
      <vt:lpstr>Thời gian thực hiện giải thuật</vt:lpstr>
      <vt:lpstr>Ví dụ 4</vt:lpstr>
      <vt:lpstr>Độ phức tạp thuật toán </vt:lpstr>
      <vt:lpstr>Độ phức tạp thuật toán </vt:lpstr>
      <vt:lpstr>Độ phức tạp thuật toán </vt:lpstr>
      <vt:lpstr>Các loại độ phức tạp thường gặp </vt:lpstr>
      <vt:lpstr>Quy tắc quy đổi </vt:lpstr>
      <vt:lpstr>Quy tắc quy đổi  </vt:lpstr>
      <vt:lpstr>Bài tập </vt:lpstr>
      <vt:lpstr>Bài tập </vt:lpstr>
      <vt:lpstr>Bài tập</vt:lpstr>
      <vt:lpstr>Bài tập </vt:lpstr>
      <vt:lpstr>Đệ quy (Recursion)</vt:lpstr>
      <vt:lpstr>Khái niệm đệ quy</vt:lpstr>
      <vt:lpstr>Khái niệm đệ quy</vt:lpstr>
      <vt:lpstr>Khái niệm đệ quy</vt:lpstr>
      <vt:lpstr>Khái niệm đệ quy</vt:lpstr>
      <vt:lpstr>Tìm min – max đệ quy</vt:lpstr>
      <vt:lpstr>Thủ tục đệ quy</vt:lpstr>
      <vt:lpstr>Thủ tục đệ quy </vt:lpstr>
      <vt:lpstr>Thủ tục đệ quy </vt:lpstr>
      <vt:lpstr>Cài đặt thủ tục đệ quy </vt:lpstr>
      <vt:lpstr>Thực hiện tính giai thừa</vt:lpstr>
      <vt:lpstr>Trạng thái hệ thống khi tính giai thừa</vt:lpstr>
      <vt:lpstr>Đệ quy tuyến tính </vt:lpstr>
      <vt:lpstr>Đệ quy nhị phân</vt:lpstr>
      <vt:lpstr>Đệ quy phi tuyến</vt:lpstr>
      <vt:lpstr>Đệ quy tương hỗ </vt:lpstr>
      <vt:lpstr>Thủ tục đệ quy – Ưu nhược điểm  </vt:lpstr>
      <vt:lpstr>Sự khử đệ quy</vt:lpstr>
      <vt:lpstr>Sự khử đệ quy</vt:lpstr>
      <vt:lpstr>Các ví dụ minh họa </vt:lpstr>
      <vt:lpstr>Các ví dụ minh họa </vt:lpstr>
      <vt:lpstr>Các ví dụ minh họa </vt:lpstr>
      <vt:lpstr>Các ví dụ minh họa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 Kim Hue</dc:creator>
  <cp:lastModifiedBy>Ta Thi Kim Hue</cp:lastModifiedBy>
  <cp:revision>147</cp:revision>
  <cp:lastPrinted>2019-09-03T16:48:14Z</cp:lastPrinted>
  <dcterms:created xsi:type="dcterms:W3CDTF">2018-08-28T09:50:26Z</dcterms:created>
  <dcterms:modified xsi:type="dcterms:W3CDTF">2025-10-31T12:30:15Z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0x0101005CD2320CD967DC4C936B5BE3B6686F0E</vt:lpwstr>
  </property>
  <property fmtid="{D5CDD505-2E9C-101B-9397-08002B2CF9AE}" pid="3" name="MediaServiceImageTags">
    <vt:lpwstr/>
  </property>
</Properties>
</file>